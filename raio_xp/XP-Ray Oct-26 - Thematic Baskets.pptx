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9"/>
  </p:notesMasterIdLst>
  <p:handoutMasterIdLst>
    <p:handoutMasterId r:id="rId10"/>
  </p:handoutMasterIdLst>
  <p:sldIdLst>
    <p:sldId id="256" r:id="rId2"/>
    <p:sldId id="257" r:id="rId3"/>
    <p:sldId id="258" r:id="rId4"/>
    <p:sldId id="259" r:id="rId5"/>
    <p:sldId id="260" r:id="rId6"/>
    <p:sldId id="261" r:id="rId7"/>
    <p:sldId id="262" r:id="rId8"/>
  </p:sldIdLst>
  <p:sldSz cx="6858000" cy="9906000" type="A4"/>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a:srgbClr val="0C1414"/>
    <a:srgbClr val="8EB3DF"/>
    <a:srgbClr val="4F95BB"/>
    <a:srgbClr val="E8E8E8"/>
    <a:srgbClr val="FCB105"/>
    <a:srgbClr val="2F476A"/>
    <a:srgbClr val="F9C113"/>
    <a:srgbClr val="36537B"/>
    <a:srgbClr val="2F486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D58B2D7-D7A7-41D1-80FB-2A00C4DDAD23}" v="42" dt="2026-09-24T20:18:57.26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370" autoAdjust="0"/>
    <p:restoredTop sz="96849"/>
  </p:normalViewPr>
  <p:slideViewPr>
    <p:cSldViewPr snapToGrid="0">
      <p:cViewPr>
        <p:scale>
          <a:sx n="90" d="100"/>
          <a:sy n="90" d="100"/>
        </p:scale>
        <p:origin x="2218" y="-269"/>
      </p:cViewPr>
      <p:guideLst/>
    </p:cSldViewPr>
  </p:slideViewPr>
  <p:notesTextViewPr>
    <p:cViewPr>
      <p:scale>
        <a:sx n="3" d="2"/>
        <a:sy n="3" d="2"/>
      </p:scale>
      <p:origin x="0" y="0"/>
    </p:cViewPr>
  </p:notesTextViewPr>
  <p:sorterViewPr>
    <p:cViewPr>
      <p:scale>
        <a:sx n="100" d="100"/>
        <a:sy n="100" d="100"/>
      </p:scale>
      <p:origin x="0" y="-804"/>
    </p:cViewPr>
  </p:sorterViewPr>
  <p:notesViewPr>
    <p:cSldViewPr snapToGrid="0">
      <p:cViewPr varScale="1">
        <p:scale>
          <a:sx n="84" d="100"/>
          <a:sy n="84" d="100"/>
        </p:scale>
        <p:origin x="3912"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io Lopes de Souza" userId="789867f68e027fd0" providerId="LiveId" clId="{E033AB76-9CCE-499E-8A0F-8D4A6BE31F94}"/>
    <pc:docChg chg="undo redo custSel modSld">
      <pc:chgData name="Caio Lopes de Souza" userId="789867f68e027fd0" providerId="LiveId" clId="{E033AB76-9CCE-499E-8A0F-8D4A6BE31F94}" dt="2026-09-24T20:18:58.795" v="586"/>
      <pc:docMkLst>
        <pc:docMk/>
      </pc:docMkLst>
      <pc:sldChg chg="modSp mod">
        <pc:chgData name="Caio Lopes de Souza" userId="789867f68e027fd0" providerId="LiveId" clId="{E033AB76-9CCE-499E-8A0F-8D4A6BE31F94}" dt="2026-09-24T18:27:41.621" v="2" actId="2166"/>
        <pc:sldMkLst>
          <pc:docMk/>
          <pc:sldMk cId="0" sldId="257"/>
        </pc:sldMkLst>
        <pc:graphicFrameChg chg="modGraphic">
          <ac:chgData name="Caio Lopes de Souza" userId="789867f68e027fd0" providerId="LiveId" clId="{E033AB76-9CCE-499E-8A0F-8D4A6BE31F94}" dt="2026-09-24T18:27:41.621" v="2" actId="2166"/>
          <ac:graphicFrameMkLst>
            <pc:docMk/>
            <pc:sldMk cId="0" sldId="257"/>
            <ac:graphicFrameMk id="28" creationId="{00000000-0000-0000-0000-000000000000}"/>
          </ac:graphicFrameMkLst>
        </pc:graphicFrameChg>
      </pc:sldChg>
      <pc:sldChg chg="addSp delSp modSp mod">
        <pc:chgData name="Caio Lopes de Souza" userId="789867f68e027fd0" providerId="LiveId" clId="{E033AB76-9CCE-499E-8A0F-8D4A6BE31F94}" dt="2026-09-24T19:46:52.795" v="289"/>
        <pc:sldMkLst>
          <pc:docMk/>
          <pc:sldMk cId="0" sldId="258"/>
        </pc:sldMkLst>
        <pc:spChg chg="mod">
          <ac:chgData name="Caio Lopes de Souza" userId="789867f68e027fd0" providerId="LiveId" clId="{E033AB76-9CCE-499E-8A0F-8D4A6BE31F94}" dt="2026-09-24T19:46:50.666" v="286" actId="13926"/>
          <ac:spMkLst>
            <pc:docMk/>
            <pc:sldMk cId="0" sldId="258"/>
            <ac:spMk id="2" creationId="{00000000-0000-0000-0000-000000000000}"/>
          </ac:spMkLst>
        </pc:spChg>
        <pc:spChg chg="add del mod">
          <ac:chgData name="Caio Lopes de Souza" userId="789867f68e027fd0" providerId="LiveId" clId="{E033AB76-9CCE-499E-8A0F-8D4A6BE31F94}" dt="2026-09-24T18:34:24.450" v="31"/>
          <ac:spMkLst>
            <pc:docMk/>
            <pc:sldMk cId="0" sldId="258"/>
            <ac:spMk id="3" creationId="{3EC22972-3F81-CB84-C1EA-BD3384FED1DD}"/>
          </ac:spMkLst>
        </pc:spChg>
        <pc:spChg chg="add del mod">
          <ac:chgData name="Caio Lopes de Souza" userId="789867f68e027fd0" providerId="LiveId" clId="{E033AB76-9CCE-499E-8A0F-8D4A6BE31F94}" dt="2026-09-24T19:46:24.871" v="285"/>
          <ac:spMkLst>
            <pc:docMk/>
            <pc:sldMk cId="0" sldId="258"/>
            <ac:spMk id="4" creationId="{36620AB6-3A31-89B5-A8E6-168B5C163EBB}"/>
          </ac:spMkLst>
        </pc:spChg>
        <pc:spChg chg="mod">
          <ac:chgData name="Caio Lopes de Souza" userId="789867f68e027fd0" providerId="LiveId" clId="{E033AB76-9CCE-499E-8A0F-8D4A6BE31F94}" dt="2026-09-24T19:46:17.928" v="281" actId="1076"/>
          <ac:spMkLst>
            <pc:docMk/>
            <pc:sldMk cId="0" sldId="258"/>
            <ac:spMk id="5" creationId="{00000000-0000-0000-0000-000000000000}"/>
          </ac:spMkLst>
        </pc:spChg>
        <pc:spChg chg="add del mod">
          <ac:chgData name="Caio Lopes de Souza" userId="789867f68e027fd0" providerId="LiveId" clId="{E033AB76-9CCE-499E-8A0F-8D4A6BE31F94}" dt="2026-09-24T19:46:52.795" v="289"/>
          <ac:spMkLst>
            <pc:docMk/>
            <pc:sldMk cId="0" sldId="258"/>
            <ac:spMk id="6" creationId="{7BC236E8-925B-B319-E96C-608F3520F656}"/>
          </ac:spMkLst>
        </pc:spChg>
        <pc:spChg chg="mod">
          <ac:chgData name="Caio Lopes de Souza" userId="789867f68e027fd0" providerId="LiveId" clId="{E033AB76-9CCE-499E-8A0F-8D4A6BE31F94}" dt="2026-09-24T19:46:17.928" v="281" actId="1076"/>
          <ac:spMkLst>
            <pc:docMk/>
            <pc:sldMk cId="0" sldId="258"/>
            <ac:spMk id="9" creationId="{00000000-0000-0000-0000-000000000000}"/>
          </ac:spMkLst>
        </pc:spChg>
        <pc:spChg chg="mod">
          <ac:chgData name="Caio Lopes de Souza" userId="789867f68e027fd0" providerId="LiveId" clId="{E033AB76-9CCE-499E-8A0F-8D4A6BE31F94}" dt="2026-09-24T19:46:17.928" v="281" actId="1076"/>
          <ac:spMkLst>
            <pc:docMk/>
            <pc:sldMk cId="0" sldId="258"/>
            <ac:spMk id="10" creationId="{00000000-0000-0000-0000-000000000000}"/>
          </ac:spMkLst>
        </pc:spChg>
        <pc:spChg chg="mod">
          <ac:chgData name="Caio Lopes de Souza" userId="789867f68e027fd0" providerId="LiveId" clId="{E033AB76-9CCE-499E-8A0F-8D4A6BE31F94}" dt="2026-09-24T19:46:17.928" v="281" actId="1076"/>
          <ac:spMkLst>
            <pc:docMk/>
            <pc:sldMk cId="0" sldId="258"/>
            <ac:spMk id="12" creationId="{00000000-0000-0000-0000-000000000000}"/>
          </ac:spMkLst>
        </pc:spChg>
        <pc:graphicFrameChg chg="mod modGraphic">
          <ac:chgData name="Caio Lopes de Souza" userId="789867f68e027fd0" providerId="LiveId" clId="{E033AB76-9CCE-499E-8A0F-8D4A6BE31F94}" dt="2026-09-24T19:46:17.928" v="281" actId="1076"/>
          <ac:graphicFrameMkLst>
            <pc:docMk/>
            <pc:sldMk cId="0" sldId="258"/>
            <ac:graphicFrameMk id="25" creationId="{00000000-0000-0000-0000-000000000000}"/>
          </ac:graphicFrameMkLst>
        </pc:graphicFrameChg>
        <pc:graphicFrameChg chg="mod">
          <ac:chgData name="Caio Lopes de Souza" userId="789867f68e027fd0" providerId="LiveId" clId="{E033AB76-9CCE-499E-8A0F-8D4A6BE31F94}" dt="2026-09-24T19:46:17.928" v="281" actId="1076"/>
          <ac:graphicFrameMkLst>
            <pc:docMk/>
            <pc:sldMk cId="0" sldId="258"/>
            <ac:graphicFrameMk id="26" creationId="{00000000-0000-0000-0000-000000000000}"/>
          </ac:graphicFrameMkLst>
        </pc:graphicFrameChg>
        <pc:graphicFrameChg chg="mod">
          <ac:chgData name="Caio Lopes de Souza" userId="789867f68e027fd0" providerId="LiveId" clId="{E033AB76-9CCE-499E-8A0F-8D4A6BE31F94}" dt="2026-09-24T19:46:17.928" v="281" actId="1076"/>
          <ac:graphicFrameMkLst>
            <pc:docMk/>
            <pc:sldMk cId="0" sldId="258"/>
            <ac:graphicFrameMk id="27" creationId="{00000000-0000-0000-0000-000000000000}"/>
          </ac:graphicFrameMkLst>
        </pc:graphicFrameChg>
        <pc:graphicFrameChg chg="mod modGraphic">
          <ac:chgData name="Caio Lopes de Souza" userId="789867f68e027fd0" providerId="LiveId" clId="{E033AB76-9CCE-499E-8A0F-8D4A6BE31F94}" dt="2026-09-24T19:46:20.905" v="282" actId="14100"/>
          <ac:graphicFrameMkLst>
            <pc:docMk/>
            <pc:sldMk cId="0" sldId="258"/>
            <ac:graphicFrameMk id="28" creationId="{00000000-0000-0000-0000-000000000000}"/>
          </ac:graphicFrameMkLst>
        </pc:graphicFrameChg>
      </pc:sldChg>
      <pc:sldChg chg="addSp delSp modSp mod">
        <pc:chgData name="Caio Lopes de Souza" userId="789867f68e027fd0" providerId="LiveId" clId="{E033AB76-9CCE-499E-8A0F-8D4A6BE31F94}" dt="2026-09-24T19:52:52.518" v="374"/>
        <pc:sldMkLst>
          <pc:docMk/>
          <pc:sldMk cId="0" sldId="259"/>
        </pc:sldMkLst>
        <pc:spChg chg="mod">
          <ac:chgData name="Caio Lopes de Souza" userId="789867f68e027fd0" providerId="LiveId" clId="{E033AB76-9CCE-499E-8A0F-8D4A6BE31F94}" dt="2026-09-24T19:52:42.031" v="371" actId="20577"/>
          <ac:spMkLst>
            <pc:docMk/>
            <pc:sldMk cId="0" sldId="259"/>
            <ac:spMk id="2" creationId="{00000000-0000-0000-0000-000000000000}"/>
          </ac:spMkLst>
        </pc:spChg>
        <pc:spChg chg="add del mod">
          <ac:chgData name="Caio Lopes de Souza" userId="789867f68e027fd0" providerId="LiveId" clId="{E033AB76-9CCE-499E-8A0F-8D4A6BE31F94}" dt="2026-09-24T19:52:52.518" v="374"/>
          <ac:spMkLst>
            <pc:docMk/>
            <pc:sldMk cId="0" sldId="259"/>
            <ac:spMk id="3" creationId="{6656FCA7-4367-7BDF-441D-C4CD96118797}"/>
          </ac:spMkLst>
        </pc:spChg>
        <pc:graphicFrameChg chg="mod modGraphic">
          <ac:chgData name="Caio Lopes de Souza" userId="789867f68e027fd0" providerId="LiveId" clId="{E033AB76-9CCE-499E-8A0F-8D4A6BE31F94}" dt="2026-09-24T19:49:18.013" v="323" actId="20577"/>
          <ac:graphicFrameMkLst>
            <pc:docMk/>
            <pc:sldMk cId="0" sldId="259"/>
            <ac:graphicFrameMk id="25" creationId="{00000000-0000-0000-0000-000000000000}"/>
          </ac:graphicFrameMkLst>
        </pc:graphicFrameChg>
        <pc:graphicFrameChg chg="modGraphic">
          <ac:chgData name="Caio Lopes de Souza" userId="789867f68e027fd0" providerId="LiveId" clId="{E033AB76-9CCE-499E-8A0F-8D4A6BE31F94}" dt="2026-09-24T18:28:49.381" v="4" actId="2166"/>
          <ac:graphicFrameMkLst>
            <pc:docMk/>
            <pc:sldMk cId="0" sldId="259"/>
            <ac:graphicFrameMk id="28" creationId="{00000000-0000-0000-0000-000000000000}"/>
          </ac:graphicFrameMkLst>
        </pc:graphicFrameChg>
      </pc:sldChg>
      <pc:sldChg chg="modSp mod">
        <pc:chgData name="Caio Lopes de Souza" userId="789867f68e027fd0" providerId="LiveId" clId="{E033AB76-9CCE-499E-8A0F-8D4A6BE31F94}" dt="2026-09-24T20:01:21.549" v="499"/>
        <pc:sldMkLst>
          <pc:docMk/>
          <pc:sldMk cId="0" sldId="260"/>
        </pc:sldMkLst>
        <pc:spChg chg="mod">
          <ac:chgData name="Caio Lopes de Souza" userId="789867f68e027fd0" providerId="LiveId" clId="{E033AB76-9CCE-499E-8A0F-8D4A6BE31F94}" dt="2026-09-24T20:00:58.580" v="498" actId="20577"/>
          <ac:spMkLst>
            <pc:docMk/>
            <pc:sldMk cId="0" sldId="260"/>
            <ac:spMk id="2" creationId="{00000000-0000-0000-0000-000000000000}"/>
          </ac:spMkLst>
        </pc:spChg>
        <pc:graphicFrameChg chg="mod">
          <ac:chgData name="Caio Lopes de Souza" userId="789867f68e027fd0" providerId="LiveId" clId="{E033AB76-9CCE-499E-8A0F-8D4A6BE31F94}" dt="2026-09-24T20:01:21.549" v="499"/>
          <ac:graphicFrameMkLst>
            <pc:docMk/>
            <pc:sldMk cId="0" sldId="260"/>
            <ac:graphicFrameMk id="26" creationId="{00000000-0000-0000-0000-000000000000}"/>
          </ac:graphicFrameMkLst>
        </pc:graphicFrameChg>
        <pc:graphicFrameChg chg="modGraphic">
          <ac:chgData name="Caio Lopes de Souza" userId="789867f68e027fd0" providerId="LiveId" clId="{E033AB76-9CCE-499E-8A0F-8D4A6BE31F94}" dt="2026-09-24T18:28:49.590" v="5" actId="2166"/>
          <ac:graphicFrameMkLst>
            <pc:docMk/>
            <pc:sldMk cId="0" sldId="260"/>
            <ac:graphicFrameMk id="28" creationId="{00000000-0000-0000-0000-000000000000}"/>
          </ac:graphicFrameMkLst>
        </pc:graphicFrameChg>
      </pc:sldChg>
      <pc:sldChg chg="addSp delSp modSp mod">
        <pc:chgData name="Caio Lopes de Souza" userId="789867f68e027fd0" providerId="LiveId" clId="{E033AB76-9CCE-499E-8A0F-8D4A6BE31F94}" dt="2026-09-24T20:18:58.795" v="586"/>
        <pc:sldMkLst>
          <pc:docMk/>
          <pc:sldMk cId="0" sldId="261"/>
        </pc:sldMkLst>
        <pc:spChg chg="mod">
          <ac:chgData name="Caio Lopes de Souza" userId="789867f68e027fd0" providerId="LiveId" clId="{E033AB76-9CCE-499E-8A0F-8D4A6BE31F94}" dt="2026-09-24T20:15:02.139" v="568" actId="20577"/>
          <ac:spMkLst>
            <pc:docMk/>
            <pc:sldMk cId="0" sldId="261"/>
            <ac:spMk id="2" creationId="{00000000-0000-0000-0000-000000000000}"/>
          </ac:spMkLst>
        </pc:spChg>
        <pc:spChg chg="add del mod">
          <ac:chgData name="Caio Lopes de Souza" userId="789867f68e027fd0" providerId="LiveId" clId="{E033AB76-9CCE-499E-8A0F-8D4A6BE31F94}" dt="2026-09-24T20:01:25.514" v="502"/>
          <ac:spMkLst>
            <pc:docMk/>
            <pc:sldMk cId="0" sldId="261"/>
            <ac:spMk id="3" creationId="{1457171F-01D4-BA7E-244A-BAAC9A46342E}"/>
          </ac:spMkLst>
        </pc:spChg>
        <pc:spChg chg="add del mod">
          <ac:chgData name="Caio Lopes de Souza" userId="789867f68e027fd0" providerId="LiveId" clId="{E033AB76-9CCE-499E-8A0F-8D4A6BE31F94}" dt="2026-09-24T20:01:45.057" v="510"/>
          <ac:spMkLst>
            <pc:docMk/>
            <pc:sldMk cId="0" sldId="261"/>
            <ac:spMk id="4" creationId="{87376536-A551-9D2F-A3A9-96E2777887EE}"/>
          </ac:spMkLst>
        </pc:spChg>
        <pc:spChg chg="mod">
          <ac:chgData name="Caio Lopes de Souza" userId="789867f68e027fd0" providerId="LiveId" clId="{E033AB76-9CCE-499E-8A0F-8D4A6BE31F94}" dt="2026-09-24T20:18:47.943" v="581" actId="20577"/>
          <ac:spMkLst>
            <pc:docMk/>
            <pc:sldMk cId="0" sldId="261"/>
            <ac:spMk id="5" creationId="{00000000-0000-0000-0000-000000000000}"/>
          </ac:spMkLst>
        </pc:spChg>
        <pc:spChg chg="add del mod">
          <ac:chgData name="Caio Lopes de Souza" userId="789867f68e027fd0" providerId="LiveId" clId="{E033AB76-9CCE-499E-8A0F-8D4A6BE31F94}" dt="2026-09-24T20:18:58.795" v="586"/>
          <ac:spMkLst>
            <pc:docMk/>
            <pc:sldMk cId="0" sldId="261"/>
            <ac:spMk id="6" creationId="{E9770C22-29C1-CBF2-74AD-0A67C3B42050}"/>
          </ac:spMkLst>
        </pc:spChg>
        <pc:graphicFrameChg chg="mod">
          <ac:chgData name="Caio Lopes de Souza" userId="789867f68e027fd0" providerId="LiveId" clId="{E033AB76-9CCE-499E-8A0F-8D4A6BE31F94}" dt="2026-09-24T20:18:56.935" v="583" actId="207"/>
          <ac:graphicFrameMkLst>
            <pc:docMk/>
            <pc:sldMk cId="0" sldId="261"/>
            <ac:graphicFrameMk id="28" creationId="{00000000-0000-0000-0000-000000000000}"/>
          </ac:graphicFrameMkLst>
        </pc:graphicFrameChg>
      </pc:sldChg>
      <pc:sldChg chg="modSp mod">
        <pc:chgData name="Caio Lopes de Souza" userId="789867f68e027fd0" providerId="LiveId" clId="{E033AB76-9CCE-499E-8A0F-8D4A6BE31F94}" dt="2026-09-24T18:46:34.844" v="236" actId="207"/>
        <pc:sldMkLst>
          <pc:docMk/>
          <pc:sldMk cId="0" sldId="262"/>
        </pc:sldMkLst>
        <pc:spChg chg="mod">
          <ac:chgData name="Caio Lopes de Souza" userId="789867f68e027fd0" providerId="LiveId" clId="{E033AB76-9CCE-499E-8A0F-8D4A6BE31F94}" dt="2026-09-24T18:46:34.844" v="236" actId="207"/>
          <ac:spMkLst>
            <pc:docMk/>
            <pc:sldMk cId="0" sldId="262"/>
            <ac:spMk id="2" creationId="{00000000-0000-0000-0000-000000000000}"/>
          </ac:spMkLst>
        </pc:spChg>
        <pc:graphicFrameChg chg="modGraphic">
          <ac:chgData name="Caio Lopes de Souza" userId="789867f68e027fd0" providerId="LiveId" clId="{E033AB76-9CCE-499E-8A0F-8D4A6BE31F94}" dt="2026-09-24T18:28:49.816" v="6" actId="2166"/>
          <ac:graphicFrameMkLst>
            <pc:docMk/>
            <pc:sldMk cId="0" sldId="262"/>
            <ac:graphicFrameMk id="28" creationId="{00000000-0000-0000-0000-000000000000}"/>
          </ac:graphicFrameMkLst>
        </pc:graphicFrame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0684832761048267"/>
          <c:y val="0.1585925415856719"/>
          <c:w val="0.89315167238951731"/>
          <c:h val="0.56363533591731263"/>
        </c:manualLayout>
      </c:layout>
      <c:lineChart>
        <c:grouping val="standard"/>
        <c:varyColors val="1"/>
        <c:ser>
          <c:idx val="0"/>
          <c:order val="0"/>
          <c:tx>
            <c:v>Alternative Policy</c:v>
          </c:tx>
          <c:spPr>
            <a:ln w="28575">
              <a:solidFill>
                <a:srgbClr val="1F2F44"/>
              </a:solidFill>
            </a:ln>
          </c:spPr>
          <c:marker>
            <c:symbol val="none"/>
          </c:marker>
          <c:cat>
            <c:numRef>
              <c:f>Sheet1!$A$2:$A$187</c:f>
              <c:numCache>
                <c:formatCode>yyyy\-mm\-dd</c:formatCode>
                <c:ptCount val="186"/>
                <c:pt idx="0">
                  <c:v>46021</c:v>
                </c:pt>
                <c:pt idx="1">
                  <c:v>46022</c:v>
                </c:pt>
                <c:pt idx="2">
                  <c:v>46023</c:v>
                </c:pt>
                <c:pt idx="3">
                  <c:v>46024</c:v>
                </c:pt>
                <c:pt idx="4">
                  <c:v>46027</c:v>
                </c:pt>
                <c:pt idx="5">
                  <c:v>46028</c:v>
                </c:pt>
                <c:pt idx="6">
                  <c:v>46029</c:v>
                </c:pt>
                <c:pt idx="7">
                  <c:v>46030</c:v>
                </c:pt>
                <c:pt idx="8">
                  <c:v>46031</c:v>
                </c:pt>
                <c:pt idx="9">
                  <c:v>46034</c:v>
                </c:pt>
                <c:pt idx="10">
                  <c:v>46035</c:v>
                </c:pt>
                <c:pt idx="11">
                  <c:v>46036</c:v>
                </c:pt>
                <c:pt idx="12">
                  <c:v>46037</c:v>
                </c:pt>
                <c:pt idx="13">
                  <c:v>46038</c:v>
                </c:pt>
                <c:pt idx="14">
                  <c:v>46041</c:v>
                </c:pt>
                <c:pt idx="15">
                  <c:v>46042</c:v>
                </c:pt>
                <c:pt idx="16">
                  <c:v>46043</c:v>
                </c:pt>
                <c:pt idx="17">
                  <c:v>46044</c:v>
                </c:pt>
                <c:pt idx="18">
                  <c:v>46045</c:v>
                </c:pt>
                <c:pt idx="19">
                  <c:v>46048</c:v>
                </c:pt>
                <c:pt idx="20">
                  <c:v>46049</c:v>
                </c:pt>
                <c:pt idx="21">
                  <c:v>46050</c:v>
                </c:pt>
                <c:pt idx="22">
                  <c:v>46051</c:v>
                </c:pt>
                <c:pt idx="23">
                  <c:v>46052</c:v>
                </c:pt>
                <c:pt idx="24">
                  <c:v>46055</c:v>
                </c:pt>
                <c:pt idx="25">
                  <c:v>46056</c:v>
                </c:pt>
                <c:pt idx="26">
                  <c:v>46057</c:v>
                </c:pt>
                <c:pt idx="27">
                  <c:v>46058</c:v>
                </c:pt>
                <c:pt idx="28">
                  <c:v>46059</c:v>
                </c:pt>
                <c:pt idx="29">
                  <c:v>46062</c:v>
                </c:pt>
                <c:pt idx="30">
                  <c:v>46063</c:v>
                </c:pt>
                <c:pt idx="31">
                  <c:v>46064</c:v>
                </c:pt>
                <c:pt idx="32">
                  <c:v>46065</c:v>
                </c:pt>
                <c:pt idx="33">
                  <c:v>46066</c:v>
                </c:pt>
                <c:pt idx="34">
                  <c:v>46069</c:v>
                </c:pt>
                <c:pt idx="35">
                  <c:v>46070</c:v>
                </c:pt>
                <c:pt idx="36">
                  <c:v>46071</c:v>
                </c:pt>
                <c:pt idx="37">
                  <c:v>46072</c:v>
                </c:pt>
                <c:pt idx="38">
                  <c:v>46073</c:v>
                </c:pt>
                <c:pt idx="39">
                  <c:v>46076</c:v>
                </c:pt>
                <c:pt idx="40">
                  <c:v>46077</c:v>
                </c:pt>
                <c:pt idx="41">
                  <c:v>46078</c:v>
                </c:pt>
                <c:pt idx="42">
                  <c:v>46079</c:v>
                </c:pt>
                <c:pt idx="43">
                  <c:v>46080</c:v>
                </c:pt>
                <c:pt idx="44">
                  <c:v>46083</c:v>
                </c:pt>
                <c:pt idx="45">
                  <c:v>46084</c:v>
                </c:pt>
                <c:pt idx="46">
                  <c:v>46085</c:v>
                </c:pt>
                <c:pt idx="47">
                  <c:v>46086</c:v>
                </c:pt>
                <c:pt idx="48">
                  <c:v>46087</c:v>
                </c:pt>
                <c:pt idx="49">
                  <c:v>46090</c:v>
                </c:pt>
                <c:pt idx="50">
                  <c:v>46091</c:v>
                </c:pt>
                <c:pt idx="51">
                  <c:v>46092</c:v>
                </c:pt>
                <c:pt idx="52">
                  <c:v>46093</c:v>
                </c:pt>
                <c:pt idx="53">
                  <c:v>46094</c:v>
                </c:pt>
                <c:pt idx="54">
                  <c:v>46097</c:v>
                </c:pt>
                <c:pt idx="55">
                  <c:v>46098</c:v>
                </c:pt>
                <c:pt idx="56">
                  <c:v>46099</c:v>
                </c:pt>
                <c:pt idx="57">
                  <c:v>46100</c:v>
                </c:pt>
                <c:pt idx="58">
                  <c:v>46101</c:v>
                </c:pt>
                <c:pt idx="59">
                  <c:v>46104</c:v>
                </c:pt>
                <c:pt idx="60">
                  <c:v>46105</c:v>
                </c:pt>
                <c:pt idx="61">
                  <c:v>46106</c:v>
                </c:pt>
                <c:pt idx="62">
                  <c:v>46107</c:v>
                </c:pt>
                <c:pt idx="63">
                  <c:v>46108</c:v>
                </c:pt>
                <c:pt idx="64">
                  <c:v>46111</c:v>
                </c:pt>
                <c:pt idx="65">
                  <c:v>46112</c:v>
                </c:pt>
                <c:pt idx="66">
                  <c:v>46113</c:v>
                </c:pt>
                <c:pt idx="67">
                  <c:v>46114</c:v>
                </c:pt>
                <c:pt idx="68">
                  <c:v>46115</c:v>
                </c:pt>
                <c:pt idx="69">
                  <c:v>46118</c:v>
                </c:pt>
                <c:pt idx="70">
                  <c:v>46119</c:v>
                </c:pt>
                <c:pt idx="71">
                  <c:v>46120</c:v>
                </c:pt>
                <c:pt idx="72">
                  <c:v>46121</c:v>
                </c:pt>
                <c:pt idx="73">
                  <c:v>46122</c:v>
                </c:pt>
                <c:pt idx="74">
                  <c:v>46125</c:v>
                </c:pt>
                <c:pt idx="75">
                  <c:v>46126</c:v>
                </c:pt>
                <c:pt idx="76">
                  <c:v>46127</c:v>
                </c:pt>
                <c:pt idx="77">
                  <c:v>46128</c:v>
                </c:pt>
                <c:pt idx="78">
                  <c:v>46129</c:v>
                </c:pt>
                <c:pt idx="79">
                  <c:v>46132</c:v>
                </c:pt>
                <c:pt idx="80">
                  <c:v>46133</c:v>
                </c:pt>
                <c:pt idx="81">
                  <c:v>46134</c:v>
                </c:pt>
                <c:pt idx="82">
                  <c:v>46135</c:v>
                </c:pt>
                <c:pt idx="83">
                  <c:v>46136</c:v>
                </c:pt>
                <c:pt idx="84">
                  <c:v>46139</c:v>
                </c:pt>
                <c:pt idx="85">
                  <c:v>46140</c:v>
                </c:pt>
                <c:pt idx="86">
                  <c:v>46141</c:v>
                </c:pt>
                <c:pt idx="87">
                  <c:v>46142</c:v>
                </c:pt>
                <c:pt idx="88">
                  <c:v>46143</c:v>
                </c:pt>
                <c:pt idx="89">
                  <c:v>46146</c:v>
                </c:pt>
                <c:pt idx="90">
                  <c:v>46147</c:v>
                </c:pt>
                <c:pt idx="91">
                  <c:v>46148</c:v>
                </c:pt>
                <c:pt idx="92">
                  <c:v>46149</c:v>
                </c:pt>
                <c:pt idx="93">
                  <c:v>46150</c:v>
                </c:pt>
                <c:pt idx="94">
                  <c:v>46153</c:v>
                </c:pt>
                <c:pt idx="95">
                  <c:v>46154</c:v>
                </c:pt>
                <c:pt idx="96">
                  <c:v>46155</c:v>
                </c:pt>
                <c:pt idx="97">
                  <c:v>46156</c:v>
                </c:pt>
                <c:pt idx="98">
                  <c:v>46157</c:v>
                </c:pt>
                <c:pt idx="99">
                  <c:v>46160</c:v>
                </c:pt>
                <c:pt idx="100">
                  <c:v>46161</c:v>
                </c:pt>
                <c:pt idx="101">
                  <c:v>46162</c:v>
                </c:pt>
                <c:pt idx="102">
                  <c:v>46163</c:v>
                </c:pt>
                <c:pt idx="103">
                  <c:v>46164</c:v>
                </c:pt>
                <c:pt idx="104">
                  <c:v>46167</c:v>
                </c:pt>
                <c:pt idx="105">
                  <c:v>46168</c:v>
                </c:pt>
                <c:pt idx="106">
                  <c:v>46169</c:v>
                </c:pt>
                <c:pt idx="107">
                  <c:v>46170</c:v>
                </c:pt>
                <c:pt idx="108">
                  <c:v>46171</c:v>
                </c:pt>
                <c:pt idx="109">
                  <c:v>46174</c:v>
                </c:pt>
                <c:pt idx="110">
                  <c:v>46175</c:v>
                </c:pt>
                <c:pt idx="111">
                  <c:v>46176</c:v>
                </c:pt>
                <c:pt idx="112">
                  <c:v>46177</c:v>
                </c:pt>
                <c:pt idx="113">
                  <c:v>46178</c:v>
                </c:pt>
                <c:pt idx="114">
                  <c:v>46181</c:v>
                </c:pt>
                <c:pt idx="115">
                  <c:v>46182</c:v>
                </c:pt>
                <c:pt idx="116">
                  <c:v>46183</c:v>
                </c:pt>
                <c:pt idx="117">
                  <c:v>46184</c:v>
                </c:pt>
                <c:pt idx="118">
                  <c:v>46185</c:v>
                </c:pt>
                <c:pt idx="119">
                  <c:v>46188</c:v>
                </c:pt>
                <c:pt idx="120">
                  <c:v>46189</c:v>
                </c:pt>
                <c:pt idx="121">
                  <c:v>46190</c:v>
                </c:pt>
                <c:pt idx="122">
                  <c:v>46191</c:v>
                </c:pt>
                <c:pt idx="123">
                  <c:v>46192</c:v>
                </c:pt>
                <c:pt idx="124">
                  <c:v>46195</c:v>
                </c:pt>
                <c:pt idx="125">
                  <c:v>46196</c:v>
                </c:pt>
                <c:pt idx="126">
                  <c:v>46197</c:v>
                </c:pt>
                <c:pt idx="127">
                  <c:v>46198</c:v>
                </c:pt>
                <c:pt idx="128">
                  <c:v>46199</c:v>
                </c:pt>
                <c:pt idx="129">
                  <c:v>46202</c:v>
                </c:pt>
                <c:pt idx="130">
                  <c:v>46203</c:v>
                </c:pt>
                <c:pt idx="131">
                  <c:v>46204</c:v>
                </c:pt>
                <c:pt idx="132">
                  <c:v>46205</c:v>
                </c:pt>
                <c:pt idx="133">
                  <c:v>46206</c:v>
                </c:pt>
                <c:pt idx="134">
                  <c:v>46209</c:v>
                </c:pt>
                <c:pt idx="135">
                  <c:v>46210</c:v>
                </c:pt>
                <c:pt idx="136">
                  <c:v>46211</c:v>
                </c:pt>
                <c:pt idx="137">
                  <c:v>46212</c:v>
                </c:pt>
                <c:pt idx="138">
                  <c:v>46213</c:v>
                </c:pt>
                <c:pt idx="139">
                  <c:v>46216</c:v>
                </c:pt>
                <c:pt idx="140">
                  <c:v>46217</c:v>
                </c:pt>
                <c:pt idx="141">
                  <c:v>46218</c:v>
                </c:pt>
                <c:pt idx="142">
                  <c:v>46219</c:v>
                </c:pt>
                <c:pt idx="143">
                  <c:v>46220</c:v>
                </c:pt>
                <c:pt idx="144">
                  <c:v>46223</c:v>
                </c:pt>
                <c:pt idx="145">
                  <c:v>46224</c:v>
                </c:pt>
                <c:pt idx="146">
                  <c:v>46225</c:v>
                </c:pt>
                <c:pt idx="147">
                  <c:v>46226</c:v>
                </c:pt>
                <c:pt idx="148">
                  <c:v>46227</c:v>
                </c:pt>
                <c:pt idx="149">
                  <c:v>46230</c:v>
                </c:pt>
                <c:pt idx="150">
                  <c:v>46231</c:v>
                </c:pt>
                <c:pt idx="151">
                  <c:v>46232</c:v>
                </c:pt>
                <c:pt idx="152">
                  <c:v>46233</c:v>
                </c:pt>
                <c:pt idx="153">
                  <c:v>46234</c:v>
                </c:pt>
                <c:pt idx="154">
                  <c:v>46237</c:v>
                </c:pt>
                <c:pt idx="155">
                  <c:v>46238</c:v>
                </c:pt>
                <c:pt idx="156">
                  <c:v>46239</c:v>
                </c:pt>
                <c:pt idx="157">
                  <c:v>46240</c:v>
                </c:pt>
                <c:pt idx="158">
                  <c:v>46241</c:v>
                </c:pt>
                <c:pt idx="159">
                  <c:v>46244</c:v>
                </c:pt>
                <c:pt idx="160">
                  <c:v>46245</c:v>
                </c:pt>
                <c:pt idx="161">
                  <c:v>46246</c:v>
                </c:pt>
                <c:pt idx="162">
                  <c:v>46247</c:v>
                </c:pt>
                <c:pt idx="163">
                  <c:v>46248</c:v>
                </c:pt>
                <c:pt idx="164">
                  <c:v>46251</c:v>
                </c:pt>
                <c:pt idx="165">
                  <c:v>46252</c:v>
                </c:pt>
                <c:pt idx="166">
                  <c:v>46253</c:v>
                </c:pt>
                <c:pt idx="167">
                  <c:v>46254</c:v>
                </c:pt>
                <c:pt idx="168">
                  <c:v>46255</c:v>
                </c:pt>
                <c:pt idx="169">
                  <c:v>46258</c:v>
                </c:pt>
                <c:pt idx="170">
                  <c:v>46259</c:v>
                </c:pt>
                <c:pt idx="171">
                  <c:v>46260</c:v>
                </c:pt>
                <c:pt idx="172">
                  <c:v>46261</c:v>
                </c:pt>
                <c:pt idx="173">
                  <c:v>46262</c:v>
                </c:pt>
                <c:pt idx="174">
                  <c:v>46265</c:v>
                </c:pt>
                <c:pt idx="175">
                  <c:v>46266</c:v>
                </c:pt>
                <c:pt idx="176">
                  <c:v>46267</c:v>
                </c:pt>
                <c:pt idx="177">
                  <c:v>46268</c:v>
                </c:pt>
                <c:pt idx="178">
                  <c:v>46269</c:v>
                </c:pt>
                <c:pt idx="179">
                  <c:v>46272</c:v>
                </c:pt>
                <c:pt idx="180">
                  <c:v>46273</c:v>
                </c:pt>
                <c:pt idx="181">
                  <c:v>46274</c:v>
                </c:pt>
                <c:pt idx="182">
                  <c:v>46275</c:v>
                </c:pt>
                <c:pt idx="183">
                  <c:v>46276</c:v>
                </c:pt>
                <c:pt idx="184">
                  <c:v>46279</c:v>
                </c:pt>
                <c:pt idx="185">
                  <c:v>46280</c:v>
                </c:pt>
              </c:numCache>
            </c:numRef>
          </c:cat>
          <c:val>
            <c:numRef>
              <c:f>Sheet1!$B$2:$B$187</c:f>
              <c:numCache>
                <c:formatCode>General</c:formatCode>
                <c:ptCount val="186"/>
                <c:pt idx="0">
                  <c:v>100</c:v>
                </c:pt>
                <c:pt idx="1">
                  <c:v>100</c:v>
                </c:pt>
                <c:pt idx="2">
                  <c:v>100</c:v>
                </c:pt>
                <c:pt idx="3">
                  <c:v>99.484247011356246</c:v>
                </c:pt>
                <c:pt idx="4">
                  <c:v>99.974537667023398</c:v>
                </c:pt>
                <c:pt idx="5">
                  <c:v>100.7577415469232</c:v>
                </c:pt>
                <c:pt idx="6">
                  <c:v>99.915940232549033</c:v>
                </c:pt>
                <c:pt idx="7">
                  <c:v>100.50656951764159</c:v>
                </c:pt>
                <c:pt idx="8">
                  <c:v>100.56183667724601</c:v>
                </c:pt>
                <c:pt idx="9">
                  <c:v>99.859809107993925</c:v>
                </c:pt>
                <c:pt idx="10">
                  <c:v>98.597169695562258</c:v>
                </c:pt>
                <c:pt idx="11">
                  <c:v>100.0912522404554</c:v>
                </c:pt>
                <c:pt idx="12">
                  <c:v>100.3785798028247</c:v>
                </c:pt>
                <c:pt idx="13">
                  <c:v>99.900926134940377</c:v>
                </c:pt>
                <c:pt idx="14">
                  <c:v>99.851286948810184</c:v>
                </c:pt>
                <c:pt idx="15">
                  <c:v>100.15191631076721</c:v>
                </c:pt>
                <c:pt idx="16">
                  <c:v>104.188486191915</c:v>
                </c:pt>
                <c:pt idx="17">
                  <c:v>106.71307522567341</c:v>
                </c:pt>
                <c:pt idx="18">
                  <c:v>109.73754092650751</c:v>
                </c:pt>
                <c:pt idx="19">
                  <c:v>110.2738099878726</c:v>
                </c:pt>
                <c:pt idx="20">
                  <c:v>112.9156332177252</c:v>
                </c:pt>
                <c:pt idx="21">
                  <c:v>115.6190034143149</c:v>
                </c:pt>
                <c:pt idx="22">
                  <c:v>115.4223474223847</c:v>
                </c:pt>
                <c:pt idx="23">
                  <c:v>114.8596822539654</c:v>
                </c:pt>
                <c:pt idx="24">
                  <c:v>115.8382470431962</c:v>
                </c:pt>
                <c:pt idx="25">
                  <c:v>117.3745471212887</c:v>
                </c:pt>
                <c:pt idx="26">
                  <c:v>115.2314861559244</c:v>
                </c:pt>
                <c:pt idx="27">
                  <c:v>115.2628079373773</c:v>
                </c:pt>
                <c:pt idx="28">
                  <c:v>116.2921777482038</c:v>
                </c:pt>
                <c:pt idx="29">
                  <c:v>118.4940871078021</c:v>
                </c:pt>
                <c:pt idx="30">
                  <c:v>118.6596919461026</c:v>
                </c:pt>
                <c:pt idx="31">
                  <c:v>119.63744694562359</c:v>
                </c:pt>
                <c:pt idx="32">
                  <c:v>120.3580967981636</c:v>
                </c:pt>
                <c:pt idx="33">
                  <c:v>119.70405194942759</c:v>
                </c:pt>
                <c:pt idx="34">
                  <c:v>119.70405194942759</c:v>
                </c:pt>
                <c:pt idx="35">
                  <c:v>119.70405194942759</c:v>
                </c:pt>
                <c:pt idx="36">
                  <c:v>120.348340350295</c:v>
                </c:pt>
                <c:pt idx="37">
                  <c:v>122.2892728774587</c:v>
                </c:pt>
                <c:pt idx="38">
                  <c:v>123.45547065503879</c:v>
                </c:pt>
                <c:pt idx="39">
                  <c:v>122.55160596763</c:v>
                </c:pt>
                <c:pt idx="40">
                  <c:v>124.7865533045933</c:v>
                </c:pt>
                <c:pt idx="41">
                  <c:v>124.96286867947261</c:v>
                </c:pt>
                <c:pt idx="42">
                  <c:v>124.0641627087597</c:v>
                </c:pt>
                <c:pt idx="43">
                  <c:v>123.41821248484111</c:v>
                </c:pt>
                <c:pt idx="44">
                  <c:v>125.6759964896973</c:v>
                </c:pt>
                <c:pt idx="45">
                  <c:v>121.085805457826</c:v>
                </c:pt>
                <c:pt idx="46">
                  <c:v>123.08145292171839</c:v>
                </c:pt>
                <c:pt idx="47">
                  <c:v>118.9499133525503</c:v>
                </c:pt>
                <c:pt idx="48">
                  <c:v>118.33807619604519</c:v>
                </c:pt>
                <c:pt idx="49">
                  <c:v>119.15165484262231</c:v>
                </c:pt>
                <c:pt idx="50">
                  <c:v>121.65663076671579</c:v>
                </c:pt>
                <c:pt idx="51">
                  <c:v>122.49867279590229</c:v>
                </c:pt>
                <c:pt idx="52">
                  <c:v>118.9070067876206</c:v>
                </c:pt>
                <c:pt idx="53">
                  <c:v>117.2919732498691</c:v>
                </c:pt>
                <c:pt idx="54">
                  <c:v>119.2184904032308</c:v>
                </c:pt>
                <c:pt idx="55">
                  <c:v>120.29590486648659</c:v>
                </c:pt>
                <c:pt idx="56">
                  <c:v>119.060001965499</c:v>
                </c:pt>
                <c:pt idx="57">
                  <c:v>119.8401615507664</c:v>
                </c:pt>
                <c:pt idx="58">
                  <c:v>116.8276672556788</c:v>
                </c:pt>
                <c:pt idx="59">
                  <c:v>121.95563089387031</c:v>
                </c:pt>
                <c:pt idx="60">
                  <c:v>122.182775048895</c:v>
                </c:pt>
                <c:pt idx="61">
                  <c:v>124.57478493293959</c:v>
                </c:pt>
                <c:pt idx="62">
                  <c:v>122.4412936065748</c:v>
                </c:pt>
                <c:pt idx="63">
                  <c:v>121.0904727911724</c:v>
                </c:pt>
                <c:pt idx="64">
                  <c:v>121.391169097118</c:v>
                </c:pt>
                <c:pt idx="65">
                  <c:v>125.19962089775581</c:v>
                </c:pt>
                <c:pt idx="66">
                  <c:v>125.5587277057745</c:v>
                </c:pt>
                <c:pt idx="67">
                  <c:v>126.0064468508271</c:v>
                </c:pt>
                <c:pt idx="68">
                  <c:v>126.0064468508271</c:v>
                </c:pt>
                <c:pt idx="69">
                  <c:v>125.7132785297332</c:v>
                </c:pt>
                <c:pt idx="70">
                  <c:v>125.1076673560657</c:v>
                </c:pt>
                <c:pt idx="71">
                  <c:v>128.02739074804791</c:v>
                </c:pt>
                <c:pt idx="72">
                  <c:v>130.79080478877191</c:v>
                </c:pt>
                <c:pt idx="73">
                  <c:v>131.99718302368481</c:v>
                </c:pt>
                <c:pt idx="74">
                  <c:v>131.6689454044884</c:v>
                </c:pt>
                <c:pt idx="75">
                  <c:v>133.1611441929694</c:v>
                </c:pt>
                <c:pt idx="76">
                  <c:v>132.53441040800541</c:v>
                </c:pt>
                <c:pt idx="77">
                  <c:v>132.28457257752041</c:v>
                </c:pt>
                <c:pt idx="78">
                  <c:v>130.97239067081259</c:v>
                </c:pt>
                <c:pt idx="79">
                  <c:v>132.62748562865329</c:v>
                </c:pt>
                <c:pt idx="80">
                  <c:v>132.62748562865329</c:v>
                </c:pt>
                <c:pt idx="81">
                  <c:v>130.55336358619141</c:v>
                </c:pt>
                <c:pt idx="82">
                  <c:v>129.7769338502531</c:v>
                </c:pt>
                <c:pt idx="83">
                  <c:v>129.01938099066041</c:v>
                </c:pt>
                <c:pt idx="84">
                  <c:v>127.6901264152358</c:v>
                </c:pt>
                <c:pt idx="85">
                  <c:v>126.58203191050259</c:v>
                </c:pt>
                <c:pt idx="86">
                  <c:v>124.0890356075659</c:v>
                </c:pt>
                <c:pt idx="87">
                  <c:v>125.4398445940712</c:v>
                </c:pt>
                <c:pt idx="88">
                  <c:v>125.4398445940712</c:v>
                </c:pt>
                <c:pt idx="89">
                  <c:v>124.2684243086038</c:v>
                </c:pt>
                <c:pt idx="90">
                  <c:v>124.9808598287425</c:v>
                </c:pt>
                <c:pt idx="91">
                  <c:v>125.5612988644906</c:v>
                </c:pt>
                <c:pt idx="92">
                  <c:v>122.1682527286074</c:v>
                </c:pt>
                <c:pt idx="93">
                  <c:v>123.65937940909851</c:v>
                </c:pt>
                <c:pt idx="94">
                  <c:v>121.3248558255525</c:v>
                </c:pt>
                <c:pt idx="95">
                  <c:v>119.1059541774128</c:v>
                </c:pt>
                <c:pt idx="96">
                  <c:v>115.1048587356637</c:v>
                </c:pt>
                <c:pt idx="97">
                  <c:v>116.49277126739629</c:v>
                </c:pt>
                <c:pt idx="98">
                  <c:v>115.4564988497104</c:v>
                </c:pt>
                <c:pt idx="99">
                  <c:v>115.7624410529546</c:v>
                </c:pt>
                <c:pt idx="100">
                  <c:v>113.2567916092252</c:v>
                </c:pt>
                <c:pt idx="101">
                  <c:v>116.09870290232141</c:v>
                </c:pt>
                <c:pt idx="102">
                  <c:v>116.08690743529419</c:v>
                </c:pt>
                <c:pt idx="103">
                  <c:v>114.99332161282911</c:v>
                </c:pt>
                <c:pt idx="104">
                  <c:v>117.38250129158369</c:v>
                </c:pt>
                <c:pt idx="105">
                  <c:v>115.489665139374</c:v>
                </c:pt>
                <c:pt idx="106">
                  <c:v>113.85528704769619</c:v>
                </c:pt>
                <c:pt idx="107">
                  <c:v>112.9020084667743</c:v>
                </c:pt>
                <c:pt idx="108">
                  <c:v>111.7012128698502</c:v>
                </c:pt>
                <c:pt idx="109">
                  <c:v>110.4203668438998</c:v>
                </c:pt>
                <c:pt idx="110">
                  <c:v>110.9483416506245</c:v>
                </c:pt>
                <c:pt idx="111">
                  <c:v>108.23404177275179</c:v>
                </c:pt>
                <c:pt idx="112">
                  <c:v>108.23404177275179</c:v>
                </c:pt>
                <c:pt idx="113">
                  <c:v>107.6550654046965</c:v>
                </c:pt>
                <c:pt idx="114">
                  <c:v>107.21207315627539</c:v>
                </c:pt>
                <c:pt idx="115">
                  <c:v>108.1300157759273</c:v>
                </c:pt>
                <c:pt idx="116">
                  <c:v>106.82963350112939</c:v>
                </c:pt>
                <c:pt idx="117">
                  <c:v>108.9730651762941</c:v>
                </c:pt>
                <c:pt idx="118">
                  <c:v>108.13406033962811</c:v>
                </c:pt>
                <c:pt idx="119">
                  <c:v>107.047664605896</c:v>
                </c:pt>
                <c:pt idx="120">
                  <c:v>106.7417710419782</c:v>
                </c:pt>
                <c:pt idx="121">
                  <c:v>105.67903563108629</c:v>
                </c:pt>
                <c:pt idx="122">
                  <c:v>104.8924349819479</c:v>
                </c:pt>
                <c:pt idx="123">
                  <c:v>104.92688441398001</c:v>
                </c:pt>
                <c:pt idx="124">
                  <c:v>106.8278441591456</c:v>
                </c:pt>
                <c:pt idx="125">
                  <c:v>107.94357244614299</c:v>
                </c:pt>
                <c:pt idx="126">
                  <c:v>107.82536950177921</c:v>
                </c:pt>
                <c:pt idx="127">
                  <c:v>108.69265341257559</c:v>
                </c:pt>
                <c:pt idx="128">
                  <c:v>110.15935550156389</c:v>
                </c:pt>
                <c:pt idx="129">
                  <c:v>109.6831466076484</c:v>
                </c:pt>
                <c:pt idx="130">
                  <c:v>108.46416056922349</c:v>
                </c:pt>
                <c:pt idx="131">
                  <c:v>108.004648201113</c:v>
                </c:pt>
                <c:pt idx="132">
                  <c:v>108.8223043143128</c:v>
                </c:pt>
                <c:pt idx="133">
                  <c:v>109.63051707192299</c:v>
                </c:pt>
                <c:pt idx="134">
                  <c:v>107.78327825736019</c:v>
                </c:pt>
                <c:pt idx="135">
                  <c:v>107.2163874236478</c:v>
                </c:pt>
                <c:pt idx="136">
                  <c:v>106.9488044294815</c:v>
                </c:pt>
                <c:pt idx="137">
                  <c:v>108.9092014121111</c:v>
                </c:pt>
                <c:pt idx="138">
                  <c:v>112.4588830239591</c:v>
                </c:pt>
                <c:pt idx="139">
                  <c:v>111.1951233293295</c:v>
                </c:pt>
                <c:pt idx="140">
                  <c:v>112.05468995402821</c:v>
                </c:pt>
                <c:pt idx="141">
                  <c:v>112.1279026426198</c:v>
                </c:pt>
                <c:pt idx="142">
                  <c:v>110.2047793734973</c:v>
                </c:pt>
                <c:pt idx="143">
                  <c:v>109.7865687872475</c:v>
                </c:pt>
                <c:pt idx="144">
                  <c:v>109.05917534785431</c:v>
                </c:pt>
                <c:pt idx="145">
                  <c:v>109.1357536183819</c:v>
                </c:pt>
                <c:pt idx="146">
                  <c:v>111.76658973488141</c:v>
                </c:pt>
                <c:pt idx="147">
                  <c:v>111.2184580162921</c:v>
                </c:pt>
                <c:pt idx="148">
                  <c:v>109.29504860168591</c:v>
                </c:pt>
                <c:pt idx="149">
                  <c:v>110.100366054329</c:v>
                </c:pt>
                <c:pt idx="150">
                  <c:v>110.8762552925144</c:v>
                </c:pt>
                <c:pt idx="151">
                  <c:v>108.4660836691473</c:v>
                </c:pt>
                <c:pt idx="152">
                  <c:v>110.87684672575389</c:v>
                </c:pt>
                <c:pt idx="153">
                  <c:v>111.3613759535573</c:v>
                </c:pt>
                <c:pt idx="154">
                  <c:v>111.118024860432</c:v>
                </c:pt>
                <c:pt idx="155">
                  <c:v>111.5875061636934</c:v>
                </c:pt>
                <c:pt idx="156">
                  <c:v>110.96253037576371</c:v>
                </c:pt>
                <c:pt idx="157">
                  <c:v>109.1403667904805</c:v>
                </c:pt>
                <c:pt idx="158">
                  <c:v>107.0751482741629</c:v>
                </c:pt>
                <c:pt idx="159">
                  <c:v>106.22319736617099</c:v>
                </c:pt>
                <c:pt idx="160">
                  <c:v>103.2120143886919</c:v>
                </c:pt>
                <c:pt idx="161">
                  <c:v>102.4764256500489</c:v>
                </c:pt>
                <c:pt idx="162">
                  <c:v>101.18494034809029</c:v>
                </c:pt>
                <c:pt idx="163">
                  <c:v>100.5526793496192</c:v>
                </c:pt>
                <c:pt idx="164">
                  <c:v>99.867775453999755</c:v>
                </c:pt>
                <c:pt idx="165">
                  <c:v>98.910075604864218</c:v>
                </c:pt>
                <c:pt idx="166">
                  <c:v>99.840836060850052</c:v>
                </c:pt>
                <c:pt idx="167">
                  <c:v>99.474888637468169</c:v>
                </c:pt>
                <c:pt idx="168">
                  <c:v>102.4860296574645</c:v>
                </c:pt>
                <c:pt idx="169">
                  <c:v>102.72434364488321</c:v>
                </c:pt>
                <c:pt idx="170">
                  <c:v>105.72738296488519</c:v>
                </c:pt>
                <c:pt idx="171">
                  <c:v>105.8930926673588</c:v>
                </c:pt>
                <c:pt idx="172">
                  <c:v>106.8066073377917</c:v>
                </c:pt>
                <c:pt idx="173">
                  <c:v>107.8507030819637</c:v>
                </c:pt>
                <c:pt idx="174">
                  <c:v>109.6257087981036</c:v>
                </c:pt>
                <c:pt idx="175">
                  <c:v>111.1392854963634</c:v>
                </c:pt>
                <c:pt idx="176">
                  <c:v>115.9142420706596</c:v>
                </c:pt>
                <c:pt idx="177">
                  <c:v>116.262495149575</c:v>
                </c:pt>
                <c:pt idx="178">
                  <c:v>116.3202198197784</c:v>
                </c:pt>
                <c:pt idx="179">
                  <c:v>116.3202198197784</c:v>
                </c:pt>
                <c:pt idx="180">
                  <c:v>117.64483286469761</c:v>
                </c:pt>
                <c:pt idx="181">
                  <c:v>116.0666653824204</c:v>
                </c:pt>
                <c:pt idx="182">
                  <c:v>118.76921026889531</c:v>
                </c:pt>
                <c:pt idx="183">
                  <c:v>117.0077179182111</c:v>
                </c:pt>
                <c:pt idx="184">
                  <c:v>116.3960378985231</c:v>
                </c:pt>
                <c:pt idx="185">
                  <c:v>117.23433648580639</c:v>
                </c:pt>
              </c:numCache>
            </c:numRef>
          </c:val>
          <c:smooth val="1"/>
          <c:extLst>
            <c:ext xmlns:c16="http://schemas.microsoft.com/office/drawing/2014/chart" uri="{C3380CC4-5D6E-409C-BE32-E72D297353CC}">
              <c16:uniqueId val="{00000000-62F2-4C39-BCAA-9C9932873236}"/>
            </c:ext>
          </c:extLst>
        </c:ser>
        <c:ser>
          <c:idx val="1"/>
          <c:order val="1"/>
          <c:tx>
            <c:v>Ibovespa</c:v>
          </c:tx>
          <c:spPr>
            <a:ln w="19050">
              <a:solidFill>
                <a:srgbClr val="8EB3DF"/>
              </a:solidFill>
            </a:ln>
          </c:spPr>
          <c:marker>
            <c:symbol val="none"/>
          </c:marker>
          <c:cat>
            <c:numRef>
              <c:f>Sheet1!$A$2:$A$187</c:f>
              <c:numCache>
                <c:formatCode>yyyy\-mm\-dd</c:formatCode>
                <c:ptCount val="186"/>
                <c:pt idx="0">
                  <c:v>46021</c:v>
                </c:pt>
                <c:pt idx="1">
                  <c:v>46022</c:v>
                </c:pt>
                <c:pt idx="2">
                  <c:v>46023</c:v>
                </c:pt>
                <c:pt idx="3">
                  <c:v>46024</c:v>
                </c:pt>
                <c:pt idx="4">
                  <c:v>46027</c:v>
                </c:pt>
                <c:pt idx="5">
                  <c:v>46028</c:v>
                </c:pt>
                <c:pt idx="6">
                  <c:v>46029</c:v>
                </c:pt>
                <c:pt idx="7">
                  <c:v>46030</c:v>
                </c:pt>
                <c:pt idx="8">
                  <c:v>46031</c:v>
                </c:pt>
                <c:pt idx="9">
                  <c:v>46034</c:v>
                </c:pt>
                <c:pt idx="10">
                  <c:v>46035</c:v>
                </c:pt>
                <c:pt idx="11">
                  <c:v>46036</c:v>
                </c:pt>
                <c:pt idx="12">
                  <c:v>46037</c:v>
                </c:pt>
                <c:pt idx="13">
                  <c:v>46038</c:v>
                </c:pt>
                <c:pt idx="14">
                  <c:v>46041</c:v>
                </c:pt>
                <c:pt idx="15">
                  <c:v>46042</c:v>
                </c:pt>
                <c:pt idx="16">
                  <c:v>46043</c:v>
                </c:pt>
                <c:pt idx="17">
                  <c:v>46044</c:v>
                </c:pt>
                <c:pt idx="18">
                  <c:v>46045</c:v>
                </c:pt>
                <c:pt idx="19">
                  <c:v>46048</c:v>
                </c:pt>
                <c:pt idx="20">
                  <c:v>46049</c:v>
                </c:pt>
                <c:pt idx="21">
                  <c:v>46050</c:v>
                </c:pt>
                <c:pt idx="22">
                  <c:v>46051</c:v>
                </c:pt>
                <c:pt idx="23">
                  <c:v>46052</c:v>
                </c:pt>
                <c:pt idx="24">
                  <c:v>46055</c:v>
                </c:pt>
                <c:pt idx="25">
                  <c:v>46056</c:v>
                </c:pt>
                <c:pt idx="26">
                  <c:v>46057</c:v>
                </c:pt>
                <c:pt idx="27">
                  <c:v>46058</c:v>
                </c:pt>
                <c:pt idx="28">
                  <c:v>46059</c:v>
                </c:pt>
                <c:pt idx="29">
                  <c:v>46062</c:v>
                </c:pt>
                <c:pt idx="30">
                  <c:v>46063</c:v>
                </c:pt>
                <c:pt idx="31">
                  <c:v>46064</c:v>
                </c:pt>
                <c:pt idx="32">
                  <c:v>46065</c:v>
                </c:pt>
                <c:pt idx="33">
                  <c:v>46066</c:v>
                </c:pt>
                <c:pt idx="34">
                  <c:v>46069</c:v>
                </c:pt>
                <c:pt idx="35">
                  <c:v>46070</c:v>
                </c:pt>
                <c:pt idx="36">
                  <c:v>46071</c:v>
                </c:pt>
                <c:pt idx="37">
                  <c:v>46072</c:v>
                </c:pt>
                <c:pt idx="38">
                  <c:v>46073</c:v>
                </c:pt>
                <c:pt idx="39">
                  <c:v>46076</c:v>
                </c:pt>
                <c:pt idx="40">
                  <c:v>46077</c:v>
                </c:pt>
                <c:pt idx="41">
                  <c:v>46078</c:v>
                </c:pt>
                <c:pt idx="42">
                  <c:v>46079</c:v>
                </c:pt>
                <c:pt idx="43">
                  <c:v>46080</c:v>
                </c:pt>
                <c:pt idx="44">
                  <c:v>46083</c:v>
                </c:pt>
                <c:pt idx="45">
                  <c:v>46084</c:v>
                </c:pt>
                <c:pt idx="46">
                  <c:v>46085</c:v>
                </c:pt>
                <c:pt idx="47">
                  <c:v>46086</c:v>
                </c:pt>
                <c:pt idx="48">
                  <c:v>46087</c:v>
                </c:pt>
                <c:pt idx="49">
                  <c:v>46090</c:v>
                </c:pt>
                <c:pt idx="50">
                  <c:v>46091</c:v>
                </c:pt>
                <c:pt idx="51">
                  <c:v>46092</c:v>
                </c:pt>
                <c:pt idx="52">
                  <c:v>46093</c:v>
                </c:pt>
                <c:pt idx="53">
                  <c:v>46094</c:v>
                </c:pt>
                <c:pt idx="54">
                  <c:v>46097</c:v>
                </c:pt>
                <c:pt idx="55">
                  <c:v>46098</c:v>
                </c:pt>
                <c:pt idx="56">
                  <c:v>46099</c:v>
                </c:pt>
                <c:pt idx="57">
                  <c:v>46100</c:v>
                </c:pt>
                <c:pt idx="58">
                  <c:v>46101</c:v>
                </c:pt>
                <c:pt idx="59">
                  <c:v>46104</c:v>
                </c:pt>
                <c:pt idx="60">
                  <c:v>46105</c:v>
                </c:pt>
                <c:pt idx="61">
                  <c:v>46106</c:v>
                </c:pt>
                <c:pt idx="62">
                  <c:v>46107</c:v>
                </c:pt>
                <c:pt idx="63">
                  <c:v>46108</c:v>
                </c:pt>
                <c:pt idx="64">
                  <c:v>46111</c:v>
                </c:pt>
                <c:pt idx="65">
                  <c:v>46112</c:v>
                </c:pt>
                <c:pt idx="66">
                  <c:v>46113</c:v>
                </c:pt>
                <c:pt idx="67">
                  <c:v>46114</c:v>
                </c:pt>
                <c:pt idx="68">
                  <c:v>46115</c:v>
                </c:pt>
                <c:pt idx="69">
                  <c:v>46118</c:v>
                </c:pt>
                <c:pt idx="70">
                  <c:v>46119</c:v>
                </c:pt>
                <c:pt idx="71">
                  <c:v>46120</c:v>
                </c:pt>
                <c:pt idx="72">
                  <c:v>46121</c:v>
                </c:pt>
                <c:pt idx="73">
                  <c:v>46122</c:v>
                </c:pt>
                <c:pt idx="74">
                  <c:v>46125</c:v>
                </c:pt>
                <c:pt idx="75">
                  <c:v>46126</c:v>
                </c:pt>
                <c:pt idx="76">
                  <c:v>46127</c:v>
                </c:pt>
                <c:pt idx="77">
                  <c:v>46128</c:v>
                </c:pt>
                <c:pt idx="78">
                  <c:v>46129</c:v>
                </c:pt>
                <c:pt idx="79">
                  <c:v>46132</c:v>
                </c:pt>
                <c:pt idx="80">
                  <c:v>46133</c:v>
                </c:pt>
                <c:pt idx="81">
                  <c:v>46134</c:v>
                </c:pt>
                <c:pt idx="82">
                  <c:v>46135</c:v>
                </c:pt>
                <c:pt idx="83">
                  <c:v>46136</c:v>
                </c:pt>
                <c:pt idx="84">
                  <c:v>46139</c:v>
                </c:pt>
                <c:pt idx="85">
                  <c:v>46140</c:v>
                </c:pt>
                <c:pt idx="86">
                  <c:v>46141</c:v>
                </c:pt>
                <c:pt idx="87">
                  <c:v>46142</c:v>
                </c:pt>
                <c:pt idx="88">
                  <c:v>46143</c:v>
                </c:pt>
                <c:pt idx="89">
                  <c:v>46146</c:v>
                </c:pt>
                <c:pt idx="90">
                  <c:v>46147</c:v>
                </c:pt>
                <c:pt idx="91">
                  <c:v>46148</c:v>
                </c:pt>
                <c:pt idx="92">
                  <c:v>46149</c:v>
                </c:pt>
                <c:pt idx="93">
                  <c:v>46150</c:v>
                </c:pt>
                <c:pt idx="94">
                  <c:v>46153</c:v>
                </c:pt>
                <c:pt idx="95">
                  <c:v>46154</c:v>
                </c:pt>
                <c:pt idx="96">
                  <c:v>46155</c:v>
                </c:pt>
                <c:pt idx="97">
                  <c:v>46156</c:v>
                </c:pt>
                <c:pt idx="98">
                  <c:v>46157</c:v>
                </c:pt>
                <c:pt idx="99">
                  <c:v>46160</c:v>
                </c:pt>
                <c:pt idx="100">
                  <c:v>46161</c:v>
                </c:pt>
                <c:pt idx="101">
                  <c:v>46162</c:v>
                </c:pt>
                <c:pt idx="102">
                  <c:v>46163</c:v>
                </c:pt>
                <c:pt idx="103">
                  <c:v>46164</c:v>
                </c:pt>
                <c:pt idx="104">
                  <c:v>46167</c:v>
                </c:pt>
                <c:pt idx="105">
                  <c:v>46168</c:v>
                </c:pt>
                <c:pt idx="106">
                  <c:v>46169</c:v>
                </c:pt>
                <c:pt idx="107">
                  <c:v>46170</c:v>
                </c:pt>
                <c:pt idx="108">
                  <c:v>46171</c:v>
                </c:pt>
                <c:pt idx="109">
                  <c:v>46174</c:v>
                </c:pt>
                <c:pt idx="110">
                  <c:v>46175</c:v>
                </c:pt>
                <c:pt idx="111">
                  <c:v>46176</c:v>
                </c:pt>
                <c:pt idx="112">
                  <c:v>46177</c:v>
                </c:pt>
                <c:pt idx="113">
                  <c:v>46178</c:v>
                </c:pt>
                <c:pt idx="114">
                  <c:v>46181</c:v>
                </c:pt>
                <c:pt idx="115">
                  <c:v>46182</c:v>
                </c:pt>
                <c:pt idx="116">
                  <c:v>46183</c:v>
                </c:pt>
                <c:pt idx="117">
                  <c:v>46184</c:v>
                </c:pt>
                <c:pt idx="118">
                  <c:v>46185</c:v>
                </c:pt>
                <c:pt idx="119">
                  <c:v>46188</c:v>
                </c:pt>
                <c:pt idx="120">
                  <c:v>46189</c:v>
                </c:pt>
                <c:pt idx="121">
                  <c:v>46190</c:v>
                </c:pt>
                <c:pt idx="122">
                  <c:v>46191</c:v>
                </c:pt>
                <c:pt idx="123">
                  <c:v>46192</c:v>
                </c:pt>
                <c:pt idx="124">
                  <c:v>46195</c:v>
                </c:pt>
                <c:pt idx="125">
                  <c:v>46196</c:v>
                </c:pt>
                <c:pt idx="126">
                  <c:v>46197</c:v>
                </c:pt>
                <c:pt idx="127">
                  <c:v>46198</c:v>
                </c:pt>
                <c:pt idx="128">
                  <c:v>46199</c:v>
                </c:pt>
                <c:pt idx="129">
                  <c:v>46202</c:v>
                </c:pt>
                <c:pt idx="130">
                  <c:v>46203</c:v>
                </c:pt>
                <c:pt idx="131">
                  <c:v>46204</c:v>
                </c:pt>
                <c:pt idx="132">
                  <c:v>46205</c:v>
                </c:pt>
                <c:pt idx="133">
                  <c:v>46206</c:v>
                </c:pt>
                <c:pt idx="134">
                  <c:v>46209</c:v>
                </c:pt>
                <c:pt idx="135">
                  <c:v>46210</c:v>
                </c:pt>
                <c:pt idx="136">
                  <c:v>46211</c:v>
                </c:pt>
                <c:pt idx="137">
                  <c:v>46212</c:v>
                </c:pt>
                <c:pt idx="138">
                  <c:v>46213</c:v>
                </c:pt>
                <c:pt idx="139">
                  <c:v>46216</c:v>
                </c:pt>
                <c:pt idx="140">
                  <c:v>46217</c:v>
                </c:pt>
                <c:pt idx="141">
                  <c:v>46218</c:v>
                </c:pt>
                <c:pt idx="142">
                  <c:v>46219</c:v>
                </c:pt>
                <c:pt idx="143">
                  <c:v>46220</c:v>
                </c:pt>
                <c:pt idx="144">
                  <c:v>46223</c:v>
                </c:pt>
                <c:pt idx="145">
                  <c:v>46224</c:v>
                </c:pt>
                <c:pt idx="146">
                  <c:v>46225</c:v>
                </c:pt>
                <c:pt idx="147">
                  <c:v>46226</c:v>
                </c:pt>
                <c:pt idx="148">
                  <c:v>46227</c:v>
                </c:pt>
                <c:pt idx="149">
                  <c:v>46230</c:v>
                </c:pt>
                <c:pt idx="150">
                  <c:v>46231</c:v>
                </c:pt>
                <c:pt idx="151">
                  <c:v>46232</c:v>
                </c:pt>
                <c:pt idx="152">
                  <c:v>46233</c:v>
                </c:pt>
                <c:pt idx="153">
                  <c:v>46234</c:v>
                </c:pt>
                <c:pt idx="154">
                  <c:v>46237</c:v>
                </c:pt>
                <c:pt idx="155">
                  <c:v>46238</c:v>
                </c:pt>
                <c:pt idx="156">
                  <c:v>46239</c:v>
                </c:pt>
                <c:pt idx="157">
                  <c:v>46240</c:v>
                </c:pt>
                <c:pt idx="158">
                  <c:v>46241</c:v>
                </c:pt>
                <c:pt idx="159">
                  <c:v>46244</c:v>
                </c:pt>
                <c:pt idx="160">
                  <c:v>46245</c:v>
                </c:pt>
                <c:pt idx="161">
                  <c:v>46246</c:v>
                </c:pt>
                <c:pt idx="162">
                  <c:v>46247</c:v>
                </c:pt>
                <c:pt idx="163">
                  <c:v>46248</c:v>
                </c:pt>
                <c:pt idx="164">
                  <c:v>46251</c:v>
                </c:pt>
                <c:pt idx="165">
                  <c:v>46252</c:v>
                </c:pt>
                <c:pt idx="166">
                  <c:v>46253</c:v>
                </c:pt>
                <c:pt idx="167">
                  <c:v>46254</c:v>
                </c:pt>
                <c:pt idx="168">
                  <c:v>46255</c:v>
                </c:pt>
                <c:pt idx="169">
                  <c:v>46258</c:v>
                </c:pt>
                <c:pt idx="170">
                  <c:v>46259</c:v>
                </c:pt>
                <c:pt idx="171">
                  <c:v>46260</c:v>
                </c:pt>
                <c:pt idx="172">
                  <c:v>46261</c:v>
                </c:pt>
                <c:pt idx="173">
                  <c:v>46262</c:v>
                </c:pt>
                <c:pt idx="174">
                  <c:v>46265</c:v>
                </c:pt>
                <c:pt idx="175">
                  <c:v>46266</c:v>
                </c:pt>
                <c:pt idx="176">
                  <c:v>46267</c:v>
                </c:pt>
                <c:pt idx="177">
                  <c:v>46268</c:v>
                </c:pt>
                <c:pt idx="178">
                  <c:v>46269</c:v>
                </c:pt>
                <c:pt idx="179">
                  <c:v>46272</c:v>
                </c:pt>
                <c:pt idx="180">
                  <c:v>46273</c:v>
                </c:pt>
                <c:pt idx="181">
                  <c:v>46274</c:v>
                </c:pt>
                <c:pt idx="182">
                  <c:v>46275</c:v>
                </c:pt>
                <c:pt idx="183">
                  <c:v>46276</c:v>
                </c:pt>
                <c:pt idx="184">
                  <c:v>46279</c:v>
                </c:pt>
                <c:pt idx="185">
                  <c:v>46280</c:v>
                </c:pt>
              </c:numCache>
            </c:numRef>
          </c:cat>
          <c:val>
            <c:numRef>
              <c:f>Sheet1!$C$2:$C$187</c:f>
              <c:numCache>
                <c:formatCode>General</c:formatCode>
                <c:ptCount val="186"/>
                <c:pt idx="0">
                  <c:v>100</c:v>
                </c:pt>
                <c:pt idx="1">
                  <c:v>100</c:v>
                </c:pt>
                <c:pt idx="2">
                  <c:v>100</c:v>
                </c:pt>
                <c:pt idx="3">
                  <c:v>99.635886018446385</c:v>
                </c:pt>
                <c:pt idx="4">
                  <c:v>100.46199428432659</c:v>
                </c:pt>
                <c:pt idx="5">
                  <c:v>101.5754874604788</c:v>
                </c:pt>
                <c:pt idx="6">
                  <c:v>100.5274588353156</c:v>
                </c:pt>
                <c:pt idx="7">
                  <c:v>101.1240377601615</c:v>
                </c:pt>
                <c:pt idx="8">
                  <c:v>101.39328772371481</c:v>
                </c:pt>
                <c:pt idx="9">
                  <c:v>101.25677290919489</c:v>
                </c:pt>
                <c:pt idx="10">
                  <c:v>100.5260996452638</c:v>
                </c:pt>
                <c:pt idx="11">
                  <c:v>102.49533018915641</c:v>
                </c:pt>
                <c:pt idx="12">
                  <c:v>102.7574490596981</c:v>
                </c:pt>
                <c:pt idx="13">
                  <c:v>102.2805905736632</c:v>
                </c:pt>
                <c:pt idx="14">
                  <c:v>102.3111816593501</c:v>
                </c:pt>
                <c:pt idx="15">
                  <c:v>103.1972184144558</c:v>
                </c:pt>
                <c:pt idx="16">
                  <c:v>106.6353920552673</c:v>
                </c:pt>
                <c:pt idx="17">
                  <c:v>108.9768482765936</c:v>
                </c:pt>
                <c:pt idx="18">
                  <c:v>111.0058211192936</c:v>
                </c:pt>
                <c:pt idx="19">
                  <c:v>110.9202604158489</c:v>
                </c:pt>
                <c:pt idx="20">
                  <c:v>112.9053295579709</c:v>
                </c:pt>
                <c:pt idx="21">
                  <c:v>114.6256793700458</c:v>
                </c:pt>
                <c:pt idx="22">
                  <c:v>113.6591649099084</c:v>
                </c:pt>
                <c:pt idx="23">
                  <c:v>112.56073453857699</c:v>
                </c:pt>
                <c:pt idx="24">
                  <c:v>113.44793188062189</c:v>
                </c:pt>
                <c:pt idx="25">
                  <c:v>115.23599914774439</c:v>
                </c:pt>
                <c:pt idx="26">
                  <c:v>112.7744376940764</c:v>
                </c:pt>
                <c:pt idx="27">
                  <c:v>113.0344960573248</c:v>
                </c:pt>
                <c:pt idx="28">
                  <c:v>113.5449867392081</c:v>
                </c:pt>
                <c:pt idx="29">
                  <c:v>115.5877252601499</c:v>
                </c:pt>
                <c:pt idx="30">
                  <c:v>115.39419893962069</c:v>
                </c:pt>
                <c:pt idx="31">
                  <c:v>117.7338615265864</c:v>
                </c:pt>
                <c:pt idx="32">
                  <c:v>116.5343607899861</c:v>
                </c:pt>
                <c:pt idx="33">
                  <c:v>115.72621989944849</c:v>
                </c:pt>
                <c:pt idx="34">
                  <c:v>115.72621989944849</c:v>
                </c:pt>
                <c:pt idx="35">
                  <c:v>115.72621989944849</c:v>
                </c:pt>
                <c:pt idx="36">
                  <c:v>115.4481817481629</c:v>
                </c:pt>
                <c:pt idx="37">
                  <c:v>117.0110082602138</c:v>
                </c:pt>
                <c:pt idx="38">
                  <c:v>118.2522777139317</c:v>
                </c:pt>
                <c:pt idx="39">
                  <c:v>117.2090341825127</c:v>
                </c:pt>
                <c:pt idx="40">
                  <c:v>118.8455921001143</c:v>
                </c:pt>
                <c:pt idx="41">
                  <c:v>118.6948150995712</c:v>
                </c:pt>
                <c:pt idx="42">
                  <c:v>118.5443484163915</c:v>
                </c:pt>
                <c:pt idx="43">
                  <c:v>117.1677557668293</c:v>
                </c:pt>
                <c:pt idx="44">
                  <c:v>117.490510650185</c:v>
                </c:pt>
                <c:pt idx="45">
                  <c:v>113.64124097899671</c:v>
                </c:pt>
                <c:pt idx="46">
                  <c:v>115.0448498582191</c:v>
                </c:pt>
                <c:pt idx="47">
                  <c:v>112.0021260463203</c:v>
                </c:pt>
                <c:pt idx="48">
                  <c:v>111.3200360688078</c:v>
                </c:pt>
                <c:pt idx="49">
                  <c:v>112.2823550381917</c:v>
                </c:pt>
                <c:pt idx="50">
                  <c:v>113.8535787380969</c:v>
                </c:pt>
                <c:pt idx="51">
                  <c:v>114.1777672876717</c:v>
                </c:pt>
                <c:pt idx="52">
                  <c:v>111.2701804811992</c:v>
                </c:pt>
                <c:pt idx="53">
                  <c:v>110.2578135274414</c:v>
                </c:pt>
                <c:pt idx="54">
                  <c:v>111.6369445730365</c:v>
                </c:pt>
                <c:pt idx="55">
                  <c:v>111.96854350125</c:v>
                </c:pt>
                <c:pt idx="56">
                  <c:v>111.4907664758194</c:v>
                </c:pt>
                <c:pt idx="57">
                  <c:v>111.88220700439661</c:v>
                </c:pt>
                <c:pt idx="58">
                  <c:v>109.3678791862511</c:v>
                </c:pt>
                <c:pt idx="59">
                  <c:v>112.9132736824747</c:v>
                </c:pt>
                <c:pt idx="60">
                  <c:v>113.271510253165</c:v>
                </c:pt>
                <c:pt idx="61">
                  <c:v>115.0807473708206</c:v>
                </c:pt>
                <c:pt idx="62">
                  <c:v>113.4102407336598</c:v>
                </c:pt>
                <c:pt idx="63">
                  <c:v>112.680430151999</c:v>
                </c:pt>
                <c:pt idx="64">
                  <c:v>113.2746506648829</c:v>
                </c:pt>
                <c:pt idx="65">
                  <c:v>116.34532786487939</c:v>
                </c:pt>
                <c:pt idx="66">
                  <c:v>116.650102960198</c:v>
                </c:pt>
                <c:pt idx="67">
                  <c:v>116.711614067977</c:v>
                </c:pt>
                <c:pt idx="68">
                  <c:v>116.711614067977</c:v>
                </c:pt>
                <c:pt idx="69">
                  <c:v>116.77985285619511</c:v>
                </c:pt>
                <c:pt idx="70">
                  <c:v>116.84001718661681</c:v>
                </c:pt>
                <c:pt idx="71">
                  <c:v>119.2867144385766</c:v>
                </c:pt>
                <c:pt idx="72">
                  <c:v>121.1039887759451</c:v>
                </c:pt>
                <c:pt idx="73">
                  <c:v>122.4660461602043</c:v>
                </c:pt>
                <c:pt idx="74">
                  <c:v>122.8861165687315</c:v>
                </c:pt>
                <c:pt idx="75">
                  <c:v>123.2936377430817</c:v>
                </c:pt>
                <c:pt idx="76">
                  <c:v>122.7228275720949</c:v>
                </c:pt>
                <c:pt idx="77">
                  <c:v>122.152451845417</c:v>
                </c:pt>
                <c:pt idx="78">
                  <c:v>121.4790135159969</c:v>
                </c:pt>
                <c:pt idx="79">
                  <c:v>121.72636748638659</c:v>
                </c:pt>
                <c:pt idx="80">
                  <c:v>121.72636748638659</c:v>
                </c:pt>
                <c:pt idx="81">
                  <c:v>119.7135870037102</c:v>
                </c:pt>
                <c:pt idx="82">
                  <c:v>118.7760996297479</c:v>
                </c:pt>
                <c:pt idx="83">
                  <c:v>118.3829833874082</c:v>
                </c:pt>
                <c:pt idx="84">
                  <c:v>117.6591805499035</c:v>
                </c:pt>
                <c:pt idx="85">
                  <c:v>117.0633091486462</c:v>
                </c:pt>
                <c:pt idx="86">
                  <c:v>114.66252645377951</c:v>
                </c:pt>
                <c:pt idx="87">
                  <c:v>116.2558323372663</c:v>
                </c:pt>
                <c:pt idx="88">
                  <c:v>116.2558323372663</c:v>
                </c:pt>
                <c:pt idx="89">
                  <c:v>115.18987978119149</c:v>
                </c:pt>
                <c:pt idx="90">
                  <c:v>115.9059060655687</c:v>
                </c:pt>
                <c:pt idx="91">
                  <c:v>116.4874656300246</c:v>
                </c:pt>
                <c:pt idx="92">
                  <c:v>113.7116147506752</c:v>
                </c:pt>
                <c:pt idx="93">
                  <c:v>114.26399827662151</c:v>
                </c:pt>
                <c:pt idx="94">
                  <c:v>112.8989618456733</c:v>
                </c:pt>
                <c:pt idx="95">
                  <c:v>111.92671272065969</c:v>
                </c:pt>
                <c:pt idx="96">
                  <c:v>109.9133488413401</c:v>
                </c:pt>
                <c:pt idx="97">
                  <c:v>110.7000468020648</c:v>
                </c:pt>
                <c:pt idx="98">
                  <c:v>110.0285014085615</c:v>
                </c:pt>
                <c:pt idx="99">
                  <c:v>109.83733970634169</c:v>
                </c:pt>
                <c:pt idx="100">
                  <c:v>108.16351267339211</c:v>
                </c:pt>
                <c:pt idx="101">
                  <c:v>110.0731250454227</c:v>
                </c:pt>
                <c:pt idx="102">
                  <c:v>110.2556723376337</c:v>
                </c:pt>
                <c:pt idx="103">
                  <c:v>109.3618031722751</c:v>
                </c:pt>
                <c:pt idx="104">
                  <c:v>110.3586108134306</c:v>
                </c:pt>
                <c:pt idx="105">
                  <c:v>109.5972844003399</c:v>
                </c:pt>
                <c:pt idx="106">
                  <c:v>109.07305907195121</c:v>
                </c:pt>
                <c:pt idx="107">
                  <c:v>108.6504316483494</c:v>
                </c:pt>
                <c:pt idx="108">
                  <c:v>107.8585513876555</c:v>
                </c:pt>
                <c:pt idx="109">
                  <c:v>106.87172355290789</c:v>
                </c:pt>
                <c:pt idx="110">
                  <c:v>108.11310472087671</c:v>
                </c:pt>
                <c:pt idx="111">
                  <c:v>105.7131040257658</c:v>
                </c:pt>
                <c:pt idx="112">
                  <c:v>105.7131040257658</c:v>
                </c:pt>
                <c:pt idx="113">
                  <c:v>104.899135375143</c:v>
                </c:pt>
                <c:pt idx="114">
                  <c:v>104.6816649668516</c:v>
                </c:pt>
                <c:pt idx="115">
                  <c:v>105.3919379673108</c:v>
                </c:pt>
                <c:pt idx="116">
                  <c:v>104.65096837326119</c:v>
                </c:pt>
                <c:pt idx="117">
                  <c:v>106.43714270446669</c:v>
                </c:pt>
                <c:pt idx="118">
                  <c:v>106.21087169574849</c:v>
                </c:pt>
                <c:pt idx="119">
                  <c:v>105.76554766018531</c:v>
                </c:pt>
                <c:pt idx="120">
                  <c:v>105.2897318404917</c:v>
                </c:pt>
                <c:pt idx="121">
                  <c:v>104.5483588338695</c:v>
                </c:pt>
                <c:pt idx="122">
                  <c:v>104.4388912807462</c:v>
                </c:pt>
                <c:pt idx="123">
                  <c:v>104.4736840635339</c:v>
                </c:pt>
                <c:pt idx="124">
                  <c:v>105.7377742561584</c:v>
                </c:pt>
                <c:pt idx="125">
                  <c:v>106.28920200462539</c:v>
                </c:pt>
                <c:pt idx="126">
                  <c:v>105.82235435673481</c:v>
                </c:pt>
                <c:pt idx="127">
                  <c:v>106.74309079941909</c:v>
                </c:pt>
                <c:pt idx="128">
                  <c:v>107.5529818798865</c:v>
                </c:pt>
                <c:pt idx="129">
                  <c:v>107.4972550877618</c:v>
                </c:pt>
                <c:pt idx="130">
                  <c:v>106.76414272935421</c:v>
                </c:pt>
                <c:pt idx="131">
                  <c:v>106.5559135721457</c:v>
                </c:pt>
                <c:pt idx="132">
                  <c:v>107.23799734331099</c:v>
                </c:pt>
                <c:pt idx="133">
                  <c:v>108.0340544757166</c:v>
                </c:pt>
                <c:pt idx="134">
                  <c:v>107.0269567107899</c:v>
                </c:pt>
                <c:pt idx="135">
                  <c:v>106.7620077458938</c:v>
                </c:pt>
                <c:pt idx="136">
                  <c:v>105.91345732829041</c:v>
                </c:pt>
                <c:pt idx="137">
                  <c:v>107.2097584632389</c:v>
                </c:pt>
                <c:pt idx="138">
                  <c:v>110.39004596234599</c:v>
                </c:pt>
                <c:pt idx="139">
                  <c:v>109.06977591424619</c:v>
                </c:pt>
                <c:pt idx="140">
                  <c:v>109.6296008505675</c:v>
                </c:pt>
                <c:pt idx="141">
                  <c:v>109.238476845701</c:v>
                </c:pt>
                <c:pt idx="142">
                  <c:v>107.88199896763621</c:v>
                </c:pt>
                <c:pt idx="143">
                  <c:v>107.8129905923567</c:v>
                </c:pt>
                <c:pt idx="144">
                  <c:v>107.60028045242041</c:v>
                </c:pt>
                <c:pt idx="145">
                  <c:v>107.5719174454029</c:v>
                </c:pt>
                <c:pt idx="146">
                  <c:v>110.19218761142329</c:v>
                </c:pt>
                <c:pt idx="147">
                  <c:v>109.6808156282279</c:v>
                </c:pt>
                <c:pt idx="148">
                  <c:v>108.016478100252</c:v>
                </c:pt>
                <c:pt idx="149">
                  <c:v>108.81865469106449</c:v>
                </c:pt>
                <c:pt idx="150">
                  <c:v>109.58221538917179</c:v>
                </c:pt>
                <c:pt idx="151">
                  <c:v>107.91928049567861</c:v>
                </c:pt>
                <c:pt idx="152">
                  <c:v>109.95094068674599</c:v>
                </c:pt>
                <c:pt idx="153">
                  <c:v>110.4723607461693</c:v>
                </c:pt>
                <c:pt idx="154">
                  <c:v>110.4731303332306</c:v>
                </c:pt>
                <c:pt idx="155">
                  <c:v>110.4077961155341</c:v>
                </c:pt>
                <c:pt idx="156">
                  <c:v>110.3030329736403</c:v>
                </c:pt>
                <c:pt idx="157">
                  <c:v>108.9501671896859</c:v>
                </c:pt>
                <c:pt idx="158">
                  <c:v>107.0678193012063</c:v>
                </c:pt>
                <c:pt idx="159">
                  <c:v>106.86084382614609</c:v>
                </c:pt>
                <c:pt idx="160">
                  <c:v>104.1888313429474</c:v>
                </c:pt>
                <c:pt idx="161">
                  <c:v>103.9507744807661</c:v>
                </c:pt>
                <c:pt idx="162">
                  <c:v>103.7086524611239</c:v>
                </c:pt>
                <c:pt idx="163">
                  <c:v>103.6051616204202</c:v>
                </c:pt>
                <c:pt idx="164">
                  <c:v>103.51167541151339</c:v>
                </c:pt>
                <c:pt idx="165">
                  <c:v>103.2331904032245</c:v>
                </c:pt>
                <c:pt idx="166">
                  <c:v>104.16129378011669</c:v>
                </c:pt>
                <c:pt idx="167">
                  <c:v>104.2214208724548</c:v>
                </c:pt>
                <c:pt idx="168">
                  <c:v>106.1482310327666</c:v>
                </c:pt>
                <c:pt idx="169">
                  <c:v>106.69128021242091</c:v>
                </c:pt>
                <c:pt idx="170">
                  <c:v>108.3484245839125</c:v>
                </c:pt>
                <c:pt idx="171">
                  <c:v>108.3542957884286</c:v>
                </c:pt>
                <c:pt idx="172">
                  <c:v>108.6951173486832</c:v>
                </c:pt>
                <c:pt idx="173">
                  <c:v>109.0235634524842</c:v>
                </c:pt>
                <c:pt idx="174">
                  <c:v>110.1122560649512</c:v>
                </c:pt>
                <c:pt idx="175">
                  <c:v>111.5420122852162</c:v>
                </c:pt>
                <c:pt idx="176">
                  <c:v>114.9447104450404</c:v>
                </c:pt>
                <c:pt idx="177">
                  <c:v>114.9341844800729</c:v>
                </c:pt>
                <c:pt idx="178">
                  <c:v>114.90875086896619</c:v>
                </c:pt>
                <c:pt idx="179">
                  <c:v>114.90875086896619</c:v>
                </c:pt>
                <c:pt idx="180">
                  <c:v>116.2863675658278</c:v>
                </c:pt>
                <c:pt idx="181">
                  <c:v>115.2078285374923</c:v>
                </c:pt>
                <c:pt idx="182">
                  <c:v>116.8460249307729</c:v>
                </c:pt>
                <c:pt idx="183">
                  <c:v>116.1870970412667</c:v>
                </c:pt>
                <c:pt idx="184">
                  <c:v>115.128287990898</c:v>
                </c:pt>
                <c:pt idx="185">
                  <c:v>115.7500150348763</c:v>
                </c:pt>
              </c:numCache>
            </c:numRef>
          </c:val>
          <c:smooth val="1"/>
          <c:extLst>
            <c:ext xmlns:c16="http://schemas.microsoft.com/office/drawing/2014/chart" uri="{C3380CC4-5D6E-409C-BE32-E72D297353CC}">
              <c16:uniqueId val="{00000001-62F2-4C39-BCAA-9C9932873236}"/>
            </c:ext>
          </c:extLst>
        </c:ser>
        <c:dLbls>
          <c:showLegendKey val="0"/>
          <c:showVal val="0"/>
          <c:showCatName val="0"/>
          <c:showSerName val="0"/>
          <c:showPercent val="0"/>
          <c:showBubbleSize val="0"/>
        </c:dLbls>
        <c:smooth val="0"/>
        <c:axId val="50010001"/>
        <c:axId val="50010002"/>
      </c:lineChart>
      <c:dateAx>
        <c:axId val="50010001"/>
        <c:scaling>
          <c:orientation val="minMax"/>
          <c:max val="46280"/>
          <c:min val="46023"/>
        </c:scaling>
        <c:delete val="0"/>
        <c:axPos val="b"/>
        <c:numFmt formatCode="[$-409]mmm\-yy" sourceLinked="0"/>
        <c:majorTickMark val="out"/>
        <c:minorTickMark val="cross"/>
        <c:tickLblPos val="low"/>
        <c:spPr>
          <a:ln w="9525">
            <a:solidFill>
              <a:srgbClr val="D9D9D9"/>
            </a:solidFill>
          </a:ln>
        </c:spPr>
        <c:txPr>
          <a:bodyPr rot="-5400000" vert="horz"/>
          <a:lstStyle/>
          <a:p>
            <a:pPr>
              <a:defRPr sz="900" b="0" baseline="0">
                <a:solidFill>
                  <a:srgbClr val="000000"/>
                </a:solidFill>
                <a:latin typeface="Roboto Light"/>
              </a:defRPr>
            </a:pPr>
            <a:endParaRPr lang="en-US"/>
          </a:p>
        </c:txPr>
        <c:crossAx val="50010002"/>
        <c:crosses val="autoZero"/>
        <c:auto val="1"/>
        <c:lblOffset val="100"/>
        <c:baseTimeUnit val="days"/>
        <c:majorUnit val="1"/>
        <c:majorTimeUnit val="months"/>
      </c:dateAx>
      <c:valAx>
        <c:axId val="50010002"/>
        <c:scaling>
          <c:orientation val="minMax"/>
          <c:min val="80"/>
        </c:scaling>
        <c:delete val="0"/>
        <c:axPos val="l"/>
        <c:majorGridlines>
          <c:spPr>
            <a:ln w="6350">
              <a:solidFill>
                <a:srgbClr val="D9D9D9"/>
              </a:solidFill>
              <a:prstDash val="dash"/>
            </a:ln>
          </c:spPr>
        </c:majorGridlines>
        <c:numFmt formatCode="#,##0" sourceLinked="0"/>
        <c:majorTickMark val="none"/>
        <c:minorTickMark val="cross"/>
        <c:tickLblPos val="nextTo"/>
        <c:spPr>
          <a:ln>
            <a:noFill/>
          </a:ln>
        </c:spPr>
        <c:txPr>
          <a:bodyPr/>
          <a:lstStyle/>
          <a:p>
            <a:pPr>
              <a:defRPr sz="900" b="0" baseline="0">
                <a:solidFill>
                  <a:srgbClr val="000000"/>
                </a:solidFill>
                <a:latin typeface="Roboto Light"/>
              </a:defRPr>
            </a:pPr>
            <a:endParaRPr lang="en-US"/>
          </a:p>
        </c:txPr>
        <c:crossAx val="50010001"/>
        <c:crosses val="autoZero"/>
        <c:crossBetween val="between"/>
      </c:valAx>
      <c:spPr>
        <a:noFill/>
        <a:ln>
          <a:noFill/>
        </a:ln>
      </c:spPr>
    </c:plotArea>
    <c:legend>
      <c:legendPos val="t"/>
      <c:overlay val="0"/>
      <c:txPr>
        <a:bodyPr/>
        <a:lstStyle/>
        <a:p>
          <a:pPr>
            <a:defRPr sz="900" b="0" baseline="0">
              <a:solidFill>
                <a:srgbClr val="000000"/>
              </a:solidFill>
              <a:latin typeface="Roboto Light"/>
            </a:defRPr>
          </a:pPr>
          <a:endParaRPr lang="en-US"/>
        </a:p>
      </c:txPr>
    </c:legend>
    <c:plotVisOnly val="1"/>
    <c:dispBlanksAs val="zero"/>
    <c:showDLblsOverMax val="1"/>
  </c:chart>
  <c:spPr>
    <a:solidFill>
      <a:srgbClr val="FFFFFF"/>
    </a:solidFill>
    <a:ln>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4493710795742319E-2"/>
          <c:y val="0.16625699079240144"/>
          <c:w val="0.91550628920425769"/>
          <c:h val="0.60691939163866471"/>
        </c:manualLayout>
      </c:layout>
      <c:lineChart>
        <c:grouping val="standard"/>
        <c:varyColors val="1"/>
        <c:ser>
          <c:idx val="0"/>
          <c:order val="0"/>
          <c:tx>
            <c:v>Forward P/E</c:v>
          </c:tx>
          <c:spPr>
            <a:ln w="28575">
              <a:solidFill>
                <a:srgbClr val="1F2F44"/>
              </a:solidFill>
            </a:ln>
          </c:spPr>
          <c:marker>
            <c:symbol val="none"/>
          </c:marker>
          <c:cat>
            <c:numRef>
              <c:f>Sheet1!$A$2:$A$299</c:f>
              <c:numCache>
                <c:formatCode>yyyy\-mm\-dd</c:formatCode>
                <c:ptCount val="298"/>
                <c:pt idx="0">
                  <c:v>44204</c:v>
                </c:pt>
                <c:pt idx="1">
                  <c:v>44211</c:v>
                </c:pt>
                <c:pt idx="2">
                  <c:v>44218</c:v>
                </c:pt>
                <c:pt idx="3">
                  <c:v>44225</c:v>
                </c:pt>
                <c:pt idx="4">
                  <c:v>44232</c:v>
                </c:pt>
                <c:pt idx="5">
                  <c:v>44239</c:v>
                </c:pt>
                <c:pt idx="6">
                  <c:v>44246</c:v>
                </c:pt>
                <c:pt idx="7">
                  <c:v>44253</c:v>
                </c:pt>
                <c:pt idx="8">
                  <c:v>44260</c:v>
                </c:pt>
                <c:pt idx="9">
                  <c:v>44267</c:v>
                </c:pt>
                <c:pt idx="10">
                  <c:v>44274</c:v>
                </c:pt>
                <c:pt idx="11">
                  <c:v>44281</c:v>
                </c:pt>
                <c:pt idx="12">
                  <c:v>44288</c:v>
                </c:pt>
                <c:pt idx="13">
                  <c:v>44295</c:v>
                </c:pt>
                <c:pt idx="14">
                  <c:v>44302</c:v>
                </c:pt>
                <c:pt idx="15">
                  <c:v>44309</c:v>
                </c:pt>
                <c:pt idx="16">
                  <c:v>44316</c:v>
                </c:pt>
                <c:pt idx="17">
                  <c:v>44323</c:v>
                </c:pt>
                <c:pt idx="18">
                  <c:v>44330</c:v>
                </c:pt>
                <c:pt idx="19">
                  <c:v>44337</c:v>
                </c:pt>
                <c:pt idx="20">
                  <c:v>44344</c:v>
                </c:pt>
                <c:pt idx="21">
                  <c:v>44351</c:v>
                </c:pt>
                <c:pt idx="22">
                  <c:v>44358</c:v>
                </c:pt>
                <c:pt idx="23">
                  <c:v>44365</c:v>
                </c:pt>
                <c:pt idx="24">
                  <c:v>44372</c:v>
                </c:pt>
                <c:pt idx="25">
                  <c:v>44379</c:v>
                </c:pt>
                <c:pt idx="26">
                  <c:v>44386</c:v>
                </c:pt>
                <c:pt idx="27">
                  <c:v>44393</c:v>
                </c:pt>
                <c:pt idx="28">
                  <c:v>44400</c:v>
                </c:pt>
                <c:pt idx="29">
                  <c:v>44407</c:v>
                </c:pt>
                <c:pt idx="30">
                  <c:v>44414</c:v>
                </c:pt>
                <c:pt idx="31">
                  <c:v>44421</c:v>
                </c:pt>
                <c:pt idx="32">
                  <c:v>44428</c:v>
                </c:pt>
                <c:pt idx="33">
                  <c:v>44435</c:v>
                </c:pt>
                <c:pt idx="34">
                  <c:v>44442</c:v>
                </c:pt>
                <c:pt idx="35">
                  <c:v>44449</c:v>
                </c:pt>
                <c:pt idx="36">
                  <c:v>44456</c:v>
                </c:pt>
                <c:pt idx="37">
                  <c:v>44463</c:v>
                </c:pt>
                <c:pt idx="38">
                  <c:v>44470</c:v>
                </c:pt>
                <c:pt idx="39">
                  <c:v>44477</c:v>
                </c:pt>
                <c:pt idx="40">
                  <c:v>44484</c:v>
                </c:pt>
                <c:pt idx="41">
                  <c:v>44491</c:v>
                </c:pt>
                <c:pt idx="42">
                  <c:v>44498</c:v>
                </c:pt>
                <c:pt idx="43">
                  <c:v>44505</c:v>
                </c:pt>
                <c:pt idx="44">
                  <c:v>44512</c:v>
                </c:pt>
                <c:pt idx="45">
                  <c:v>44519</c:v>
                </c:pt>
                <c:pt idx="46">
                  <c:v>44526</c:v>
                </c:pt>
                <c:pt idx="47">
                  <c:v>44533</c:v>
                </c:pt>
                <c:pt idx="48">
                  <c:v>44540</c:v>
                </c:pt>
                <c:pt idx="49">
                  <c:v>44547</c:v>
                </c:pt>
                <c:pt idx="50">
                  <c:v>44554</c:v>
                </c:pt>
                <c:pt idx="51">
                  <c:v>44561</c:v>
                </c:pt>
                <c:pt idx="52">
                  <c:v>44568</c:v>
                </c:pt>
                <c:pt idx="53">
                  <c:v>44575</c:v>
                </c:pt>
                <c:pt idx="54">
                  <c:v>44582</c:v>
                </c:pt>
                <c:pt idx="55">
                  <c:v>44589</c:v>
                </c:pt>
                <c:pt idx="56">
                  <c:v>44596</c:v>
                </c:pt>
                <c:pt idx="57">
                  <c:v>44603</c:v>
                </c:pt>
                <c:pt idx="58">
                  <c:v>44610</c:v>
                </c:pt>
                <c:pt idx="59">
                  <c:v>44617</c:v>
                </c:pt>
                <c:pt idx="60">
                  <c:v>44624</c:v>
                </c:pt>
                <c:pt idx="61">
                  <c:v>44631</c:v>
                </c:pt>
                <c:pt idx="62">
                  <c:v>44638</c:v>
                </c:pt>
                <c:pt idx="63">
                  <c:v>44645</c:v>
                </c:pt>
                <c:pt idx="64">
                  <c:v>44652</c:v>
                </c:pt>
                <c:pt idx="65">
                  <c:v>44659</c:v>
                </c:pt>
                <c:pt idx="66">
                  <c:v>44666</c:v>
                </c:pt>
                <c:pt idx="67">
                  <c:v>44673</c:v>
                </c:pt>
                <c:pt idx="68">
                  <c:v>44680</c:v>
                </c:pt>
                <c:pt idx="69">
                  <c:v>44687</c:v>
                </c:pt>
                <c:pt idx="70">
                  <c:v>44694</c:v>
                </c:pt>
                <c:pt idx="71">
                  <c:v>44701</c:v>
                </c:pt>
                <c:pt idx="72">
                  <c:v>44708</c:v>
                </c:pt>
                <c:pt idx="73">
                  <c:v>44715</c:v>
                </c:pt>
                <c:pt idx="74">
                  <c:v>44722</c:v>
                </c:pt>
                <c:pt idx="75">
                  <c:v>44729</c:v>
                </c:pt>
                <c:pt idx="76">
                  <c:v>44736</c:v>
                </c:pt>
                <c:pt idx="77">
                  <c:v>44743</c:v>
                </c:pt>
                <c:pt idx="78">
                  <c:v>44750</c:v>
                </c:pt>
                <c:pt idx="79">
                  <c:v>44757</c:v>
                </c:pt>
                <c:pt idx="80">
                  <c:v>44764</c:v>
                </c:pt>
                <c:pt idx="81">
                  <c:v>44771</c:v>
                </c:pt>
                <c:pt idx="82">
                  <c:v>44778</c:v>
                </c:pt>
                <c:pt idx="83">
                  <c:v>44785</c:v>
                </c:pt>
                <c:pt idx="84">
                  <c:v>44792</c:v>
                </c:pt>
                <c:pt idx="85">
                  <c:v>44799</c:v>
                </c:pt>
                <c:pt idx="86">
                  <c:v>44806</c:v>
                </c:pt>
                <c:pt idx="87">
                  <c:v>44813</c:v>
                </c:pt>
                <c:pt idx="88">
                  <c:v>44820</c:v>
                </c:pt>
                <c:pt idx="89">
                  <c:v>44827</c:v>
                </c:pt>
                <c:pt idx="90">
                  <c:v>44834</c:v>
                </c:pt>
                <c:pt idx="91">
                  <c:v>44841</c:v>
                </c:pt>
                <c:pt idx="92">
                  <c:v>44848</c:v>
                </c:pt>
                <c:pt idx="93">
                  <c:v>44855</c:v>
                </c:pt>
                <c:pt idx="94">
                  <c:v>44862</c:v>
                </c:pt>
                <c:pt idx="95">
                  <c:v>44869</c:v>
                </c:pt>
                <c:pt idx="96">
                  <c:v>44876</c:v>
                </c:pt>
                <c:pt idx="97">
                  <c:v>44883</c:v>
                </c:pt>
                <c:pt idx="98">
                  <c:v>44890</c:v>
                </c:pt>
                <c:pt idx="99">
                  <c:v>44897</c:v>
                </c:pt>
                <c:pt idx="100">
                  <c:v>44904</c:v>
                </c:pt>
                <c:pt idx="101">
                  <c:v>44911</c:v>
                </c:pt>
                <c:pt idx="102">
                  <c:v>44918</c:v>
                </c:pt>
                <c:pt idx="103">
                  <c:v>44925</c:v>
                </c:pt>
                <c:pt idx="104">
                  <c:v>44932</c:v>
                </c:pt>
                <c:pt idx="105">
                  <c:v>44939</c:v>
                </c:pt>
                <c:pt idx="106">
                  <c:v>44946</c:v>
                </c:pt>
                <c:pt idx="107">
                  <c:v>44953</c:v>
                </c:pt>
                <c:pt idx="108">
                  <c:v>44960</c:v>
                </c:pt>
                <c:pt idx="109">
                  <c:v>44967</c:v>
                </c:pt>
                <c:pt idx="110">
                  <c:v>44974</c:v>
                </c:pt>
                <c:pt idx="111">
                  <c:v>44981</c:v>
                </c:pt>
                <c:pt idx="112">
                  <c:v>44988</c:v>
                </c:pt>
                <c:pt idx="113">
                  <c:v>44995</c:v>
                </c:pt>
                <c:pt idx="114">
                  <c:v>45002</c:v>
                </c:pt>
                <c:pt idx="115">
                  <c:v>45009</c:v>
                </c:pt>
                <c:pt idx="116">
                  <c:v>45016</c:v>
                </c:pt>
                <c:pt idx="117">
                  <c:v>45023</c:v>
                </c:pt>
                <c:pt idx="118">
                  <c:v>45030</c:v>
                </c:pt>
                <c:pt idx="119">
                  <c:v>45037</c:v>
                </c:pt>
                <c:pt idx="120">
                  <c:v>45044</c:v>
                </c:pt>
                <c:pt idx="121">
                  <c:v>45051</c:v>
                </c:pt>
                <c:pt idx="122">
                  <c:v>45058</c:v>
                </c:pt>
                <c:pt idx="123">
                  <c:v>45065</c:v>
                </c:pt>
                <c:pt idx="124">
                  <c:v>45072</c:v>
                </c:pt>
                <c:pt idx="125">
                  <c:v>45079</c:v>
                </c:pt>
                <c:pt idx="126">
                  <c:v>45086</c:v>
                </c:pt>
                <c:pt idx="127">
                  <c:v>45093</c:v>
                </c:pt>
                <c:pt idx="128">
                  <c:v>45100</c:v>
                </c:pt>
                <c:pt idx="129">
                  <c:v>45107</c:v>
                </c:pt>
                <c:pt idx="130">
                  <c:v>45114</c:v>
                </c:pt>
                <c:pt idx="131">
                  <c:v>45121</c:v>
                </c:pt>
                <c:pt idx="132">
                  <c:v>45128</c:v>
                </c:pt>
                <c:pt idx="133">
                  <c:v>45135</c:v>
                </c:pt>
                <c:pt idx="134">
                  <c:v>45142</c:v>
                </c:pt>
                <c:pt idx="135">
                  <c:v>45149</c:v>
                </c:pt>
                <c:pt idx="136">
                  <c:v>45156</c:v>
                </c:pt>
                <c:pt idx="137">
                  <c:v>45163</c:v>
                </c:pt>
                <c:pt idx="138">
                  <c:v>45170</c:v>
                </c:pt>
                <c:pt idx="139">
                  <c:v>45177</c:v>
                </c:pt>
                <c:pt idx="140">
                  <c:v>45184</c:v>
                </c:pt>
                <c:pt idx="141">
                  <c:v>45191</c:v>
                </c:pt>
                <c:pt idx="142">
                  <c:v>45198</c:v>
                </c:pt>
                <c:pt idx="143">
                  <c:v>45205</c:v>
                </c:pt>
                <c:pt idx="144">
                  <c:v>45212</c:v>
                </c:pt>
                <c:pt idx="145">
                  <c:v>45219</c:v>
                </c:pt>
                <c:pt idx="146">
                  <c:v>45226</c:v>
                </c:pt>
                <c:pt idx="147">
                  <c:v>45233</c:v>
                </c:pt>
                <c:pt idx="148">
                  <c:v>45240</c:v>
                </c:pt>
                <c:pt idx="149">
                  <c:v>45247</c:v>
                </c:pt>
                <c:pt idx="150">
                  <c:v>45254</c:v>
                </c:pt>
                <c:pt idx="151">
                  <c:v>45261</c:v>
                </c:pt>
                <c:pt idx="152">
                  <c:v>45268</c:v>
                </c:pt>
                <c:pt idx="153">
                  <c:v>45275</c:v>
                </c:pt>
                <c:pt idx="154">
                  <c:v>45282</c:v>
                </c:pt>
                <c:pt idx="155">
                  <c:v>45289</c:v>
                </c:pt>
                <c:pt idx="156">
                  <c:v>45296</c:v>
                </c:pt>
                <c:pt idx="157">
                  <c:v>45303</c:v>
                </c:pt>
                <c:pt idx="158">
                  <c:v>45310</c:v>
                </c:pt>
                <c:pt idx="159">
                  <c:v>45317</c:v>
                </c:pt>
                <c:pt idx="160">
                  <c:v>45324</c:v>
                </c:pt>
                <c:pt idx="161">
                  <c:v>45331</c:v>
                </c:pt>
                <c:pt idx="162">
                  <c:v>45338</c:v>
                </c:pt>
                <c:pt idx="163">
                  <c:v>45345</c:v>
                </c:pt>
                <c:pt idx="164">
                  <c:v>45352</c:v>
                </c:pt>
                <c:pt idx="165">
                  <c:v>45359</c:v>
                </c:pt>
                <c:pt idx="166">
                  <c:v>45366</c:v>
                </c:pt>
                <c:pt idx="167">
                  <c:v>45373</c:v>
                </c:pt>
                <c:pt idx="168">
                  <c:v>45380</c:v>
                </c:pt>
                <c:pt idx="169">
                  <c:v>45387</c:v>
                </c:pt>
                <c:pt idx="170">
                  <c:v>45394</c:v>
                </c:pt>
                <c:pt idx="171">
                  <c:v>45401</c:v>
                </c:pt>
                <c:pt idx="172">
                  <c:v>45408</c:v>
                </c:pt>
                <c:pt idx="173">
                  <c:v>45415</c:v>
                </c:pt>
                <c:pt idx="174">
                  <c:v>45422</c:v>
                </c:pt>
                <c:pt idx="175">
                  <c:v>45429</c:v>
                </c:pt>
                <c:pt idx="176">
                  <c:v>45436</c:v>
                </c:pt>
                <c:pt idx="177">
                  <c:v>45443</c:v>
                </c:pt>
                <c:pt idx="178">
                  <c:v>45450</c:v>
                </c:pt>
                <c:pt idx="179">
                  <c:v>45457</c:v>
                </c:pt>
                <c:pt idx="180">
                  <c:v>45464</c:v>
                </c:pt>
                <c:pt idx="181">
                  <c:v>45471</c:v>
                </c:pt>
                <c:pt idx="182">
                  <c:v>45478</c:v>
                </c:pt>
                <c:pt idx="183">
                  <c:v>45485</c:v>
                </c:pt>
                <c:pt idx="184">
                  <c:v>45492</c:v>
                </c:pt>
                <c:pt idx="185">
                  <c:v>45499</c:v>
                </c:pt>
                <c:pt idx="186">
                  <c:v>45506</c:v>
                </c:pt>
                <c:pt idx="187">
                  <c:v>45513</c:v>
                </c:pt>
                <c:pt idx="188">
                  <c:v>45520</c:v>
                </c:pt>
                <c:pt idx="189">
                  <c:v>45527</c:v>
                </c:pt>
                <c:pt idx="190">
                  <c:v>45534</c:v>
                </c:pt>
                <c:pt idx="191">
                  <c:v>45541</c:v>
                </c:pt>
                <c:pt idx="192">
                  <c:v>45548</c:v>
                </c:pt>
                <c:pt idx="193">
                  <c:v>45555</c:v>
                </c:pt>
                <c:pt idx="194">
                  <c:v>45562</c:v>
                </c:pt>
                <c:pt idx="195">
                  <c:v>45569</c:v>
                </c:pt>
                <c:pt idx="196">
                  <c:v>45576</c:v>
                </c:pt>
                <c:pt idx="197">
                  <c:v>45583</c:v>
                </c:pt>
                <c:pt idx="198">
                  <c:v>45590</c:v>
                </c:pt>
                <c:pt idx="199">
                  <c:v>45597</c:v>
                </c:pt>
                <c:pt idx="200">
                  <c:v>45604</c:v>
                </c:pt>
                <c:pt idx="201">
                  <c:v>45611</c:v>
                </c:pt>
                <c:pt idx="202">
                  <c:v>45618</c:v>
                </c:pt>
                <c:pt idx="203">
                  <c:v>45625</c:v>
                </c:pt>
                <c:pt idx="204">
                  <c:v>45632</c:v>
                </c:pt>
                <c:pt idx="205">
                  <c:v>45639</c:v>
                </c:pt>
                <c:pt idx="206">
                  <c:v>45646</c:v>
                </c:pt>
                <c:pt idx="207">
                  <c:v>45653</c:v>
                </c:pt>
                <c:pt idx="208">
                  <c:v>45660</c:v>
                </c:pt>
                <c:pt idx="209">
                  <c:v>45667</c:v>
                </c:pt>
                <c:pt idx="210">
                  <c:v>45674</c:v>
                </c:pt>
                <c:pt idx="211">
                  <c:v>45681</c:v>
                </c:pt>
                <c:pt idx="212">
                  <c:v>45688</c:v>
                </c:pt>
                <c:pt idx="213">
                  <c:v>45695</c:v>
                </c:pt>
                <c:pt idx="214">
                  <c:v>45702</c:v>
                </c:pt>
                <c:pt idx="215">
                  <c:v>45709</c:v>
                </c:pt>
                <c:pt idx="216">
                  <c:v>45716</c:v>
                </c:pt>
                <c:pt idx="217">
                  <c:v>45723</c:v>
                </c:pt>
                <c:pt idx="218">
                  <c:v>45730</c:v>
                </c:pt>
                <c:pt idx="219">
                  <c:v>45737</c:v>
                </c:pt>
                <c:pt idx="220">
                  <c:v>45744</c:v>
                </c:pt>
                <c:pt idx="221">
                  <c:v>45751</c:v>
                </c:pt>
                <c:pt idx="222">
                  <c:v>45758</c:v>
                </c:pt>
                <c:pt idx="223">
                  <c:v>45765</c:v>
                </c:pt>
                <c:pt idx="224">
                  <c:v>45772</c:v>
                </c:pt>
                <c:pt idx="225">
                  <c:v>45779</c:v>
                </c:pt>
                <c:pt idx="226">
                  <c:v>45786</c:v>
                </c:pt>
                <c:pt idx="227">
                  <c:v>45793</c:v>
                </c:pt>
                <c:pt idx="228">
                  <c:v>45800</c:v>
                </c:pt>
                <c:pt idx="229">
                  <c:v>45807</c:v>
                </c:pt>
                <c:pt idx="230">
                  <c:v>45814</c:v>
                </c:pt>
                <c:pt idx="231">
                  <c:v>45821</c:v>
                </c:pt>
                <c:pt idx="232">
                  <c:v>45828</c:v>
                </c:pt>
                <c:pt idx="233">
                  <c:v>45835</c:v>
                </c:pt>
                <c:pt idx="234">
                  <c:v>45842</c:v>
                </c:pt>
                <c:pt idx="235">
                  <c:v>45849</c:v>
                </c:pt>
                <c:pt idx="236">
                  <c:v>45856</c:v>
                </c:pt>
                <c:pt idx="237">
                  <c:v>45863</c:v>
                </c:pt>
                <c:pt idx="238">
                  <c:v>45870</c:v>
                </c:pt>
                <c:pt idx="239">
                  <c:v>45877</c:v>
                </c:pt>
                <c:pt idx="240">
                  <c:v>45884</c:v>
                </c:pt>
                <c:pt idx="241">
                  <c:v>45891</c:v>
                </c:pt>
                <c:pt idx="242">
                  <c:v>45898</c:v>
                </c:pt>
                <c:pt idx="243">
                  <c:v>45905</c:v>
                </c:pt>
                <c:pt idx="244">
                  <c:v>45912</c:v>
                </c:pt>
                <c:pt idx="245">
                  <c:v>45919</c:v>
                </c:pt>
                <c:pt idx="246">
                  <c:v>45926</c:v>
                </c:pt>
                <c:pt idx="247">
                  <c:v>45933</c:v>
                </c:pt>
                <c:pt idx="248">
                  <c:v>45940</c:v>
                </c:pt>
                <c:pt idx="249">
                  <c:v>45947</c:v>
                </c:pt>
                <c:pt idx="250">
                  <c:v>45954</c:v>
                </c:pt>
                <c:pt idx="251">
                  <c:v>45961</c:v>
                </c:pt>
                <c:pt idx="252">
                  <c:v>45968</c:v>
                </c:pt>
                <c:pt idx="253">
                  <c:v>45975</c:v>
                </c:pt>
                <c:pt idx="254">
                  <c:v>45982</c:v>
                </c:pt>
                <c:pt idx="255">
                  <c:v>45989</c:v>
                </c:pt>
                <c:pt idx="256">
                  <c:v>45996</c:v>
                </c:pt>
                <c:pt idx="257">
                  <c:v>46003</c:v>
                </c:pt>
                <c:pt idx="258">
                  <c:v>46010</c:v>
                </c:pt>
                <c:pt idx="259">
                  <c:v>46017</c:v>
                </c:pt>
                <c:pt idx="260">
                  <c:v>46024</c:v>
                </c:pt>
                <c:pt idx="261">
                  <c:v>46031</c:v>
                </c:pt>
                <c:pt idx="262">
                  <c:v>46038</c:v>
                </c:pt>
                <c:pt idx="263">
                  <c:v>46045</c:v>
                </c:pt>
                <c:pt idx="264">
                  <c:v>46052</c:v>
                </c:pt>
                <c:pt idx="265">
                  <c:v>46059</c:v>
                </c:pt>
                <c:pt idx="266">
                  <c:v>46066</c:v>
                </c:pt>
                <c:pt idx="267">
                  <c:v>46073</c:v>
                </c:pt>
                <c:pt idx="268">
                  <c:v>46080</c:v>
                </c:pt>
                <c:pt idx="269">
                  <c:v>46087</c:v>
                </c:pt>
                <c:pt idx="270">
                  <c:v>46094</c:v>
                </c:pt>
                <c:pt idx="271">
                  <c:v>46101</c:v>
                </c:pt>
                <c:pt idx="272">
                  <c:v>46108</c:v>
                </c:pt>
                <c:pt idx="273">
                  <c:v>46115</c:v>
                </c:pt>
                <c:pt idx="274">
                  <c:v>46122</c:v>
                </c:pt>
                <c:pt idx="275">
                  <c:v>46129</c:v>
                </c:pt>
                <c:pt idx="276">
                  <c:v>46136</c:v>
                </c:pt>
                <c:pt idx="277">
                  <c:v>46143</c:v>
                </c:pt>
                <c:pt idx="278">
                  <c:v>46150</c:v>
                </c:pt>
                <c:pt idx="279">
                  <c:v>46157</c:v>
                </c:pt>
                <c:pt idx="280">
                  <c:v>46164</c:v>
                </c:pt>
                <c:pt idx="281">
                  <c:v>46171</c:v>
                </c:pt>
                <c:pt idx="282">
                  <c:v>46178</c:v>
                </c:pt>
                <c:pt idx="283">
                  <c:v>46185</c:v>
                </c:pt>
                <c:pt idx="284">
                  <c:v>46192</c:v>
                </c:pt>
                <c:pt idx="285">
                  <c:v>46199</c:v>
                </c:pt>
                <c:pt idx="286">
                  <c:v>46206</c:v>
                </c:pt>
                <c:pt idx="287">
                  <c:v>46213</c:v>
                </c:pt>
                <c:pt idx="288">
                  <c:v>46220</c:v>
                </c:pt>
                <c:pt idx="289">
                  <c:v>46227</c:v>
                </c:pt>
                <c:pt idx="290">
                  <c:v>46234</c:v>
                </c:pt>
                <c:pt idx="291">
                  <c:v>46241</c:v>
                </c:pt>
                <c:pt idx="292">
                  <c:v>46248</c:v>
                </c:pt>
                <c:pt idx="293">
                  <c:v>46255</c:v>
                </c:pt>
                <c:pt idx="294">
                  <c:v>46262</c:v>
                </c:pt>
                <c:pt idx="295">
                  <c:v>46269</c:v>
                </c:pt>
                <c:pt idx="296">
                  <c:v>46276</c:v>
                </c:pt>
                <c:pt idx="297">
                  <c:v>46283</c:v>
                </c:pt>
              </c:numCache>
            </c:numRef>
          </c:cat>
          <c:val>
            <c:numRef>
              <c:f>Sheet1!$B$2:$B$299</c:f>
              <c:numCache>
                <c:formatCode>General</c:formatCode>
                <c:ptCount val="298"/>
                <c:pt idx="0">
                  <c:v>11.66858541158822</c:v>
                </c:pt>
                <c:pt idx="1">
                  <c:v>10.29820578542658</c:v>
                </c:pt>
                <c:pt idx="2">
                  <c:v>9.8476422468642077</c:v>
                </c:pt>
                <c:pt idx="3">
                  <c:v>9.6521685352622058</c:v>
                </c:pt>
                <c:pt idx="4">
                  <c:v>10.44803168316832</c:v>
                </c:pt>
                <c:pt idx="5">
                  <c:v>9.9686737949167394</c:v>
                </c:pt>
                <c:pt idx="6">
                  <c:v>9.2937877911919724</c:v>
                </c:pt>
                <c:pt idx="7">
                  <c:v>8.3760469208211141</c:v>
                </c:pt>
                <c:pt idx="8">
                  <c:v>8.4939252336448607</c:v>
                </c:pt>
                <c:pt idx="9">
                  <c:v>8.5718833619210972</c:v>
                </c:pt>
                <c:pt idx="10">
                  <c:v>9.4831351968054758</c:v>
                </c:pt>
                <c:pt idx="11">
                  <c:v>9.0088595793064243</c:v>
                </c:pt>
                <c:pt idx="12">
                  <c:v>9.0107138810198286</c:v>
                </c:pt>
                <c:pt idx="13">
                  <c:v>9.4299626485568773</c:v>
                </c:pt>
                <c:pt idx="14">
                  <c:v>9.4223233465234593</c:v>
                </c:pt>
                <c:pt idx="15">
                  <c:v>9.3358916478555294</c:v>
                </c:pt>
                <c:pt idx="16">
                  <c:v>9.2137878956135477</c:v>
                </c:pt>
                <c:pt idx="17">
                  <c:v>8.8727919169852552</c:v>
                </c:pt>
                <c:pt idx="18">
                  <c:v>8.9282288828337872</c:v>
                </c:pt>
                <c:pt idx="19">
                  <c:v>8.7660946166394798</c:v>
                </c:pt>
                <c:pt idx="20">
                  <c:v>7.7592162162162159</c:v>
                </c:pt>
                <c:pt idx="21">
                  <c:v>7.5713603603603614</c:v>
                </c:pt>
                <c:pt idx="22">
                  <c:v>7.7622158859470476</c:v>
                </c:pt>
                <c:pt idx="23">
                  <c:v>8.1012807881773394</c:v>
                </c:pt>
                <c:pt idx="24">
                  <c:v>8.0253399014778317</c:v>
                </c:pt>
                <c:pt idx="25">
                  <c:v>7.742234844347351</c:v>
                </c:pt>
                <c:pt idx="26">
                  <c:v>7.4844899292324447</c:v>
                </c:pt>
                <c:pt idx="27">
                  <c:v>7.8051444082519001</c:v>
                </c:pt>
                <c:pt idx="28">
                  <c:v>7.5064407146724426</c:v>
                </c:pt>
                <c:pt idx="29">
                  <c:v>7.4435517054683276</c:v>
                </c:pt>
                <c:pt idx="30">
                  <c:v>7.4709853658536574</c:v>
                </c:pt>
                <c:pt idx="31">
                  <c:v>7.0903287969515496</c:v>
                </c:pt>
                <c:pt idx="32">
                  <c:v>7.7336464811783943</c:v>
                </c:pt>
                <c:pt idx="33">
                  <c:v>8.203682467161622</c:v>
                </c:pt>
                <c:pt idx="34">
                  <c:v>7.8963627002288339</c:v>
                </c:pt>
                <c:pt idx="35">
                  <c:v>7.556628440366973</c:v>
                </c:pt>
                <c:pt idx="36">
                  <c:v>7.9050404624277446</c:v>
                </c:pt>
                <c:pt idx="37">
                  <c:v>8.5358535735037773</c:v>
                </c:pt>
                <c:pt idx="38">
                  <c:v>8.616885150812065</c:v>
                </c:pt>
                <c:pt idx="39">
                  <c:v>8.5182121739130423</c:v>
                </c:pt>
                <c:pt idx="40">
                  <c:v>8.7553005780346815</c:v>
                </c:pt>
                <c:pt idx="41">
                  <c:v>7.9826597462514419</c:v>
                </c:pt>
                <c:pt idx="42">
                  <c:v>7.8559953970080549</c:v>
                </c:pt>
                <c:pt idx="43">
                  <c:v>8.0528128587830086</c:v>
                </c:pt>
                <c:pt idx="44">
                  <c:v>8.0125452462772042</c:v>
                </c:pt>
                <c:pt idx="45">
                  <c:v>7.7488543689320393</c:v>
                </c:pt>
                <c:pt idx="46">
                  <c:v>7.5603196347031956</c:v>
                </c:pt>
                <c:pt idx="47">
                  <c:v>8.2640068493150682</c:v>
                </c:pt>
                <c:pt idx="48">
                  <c:v>8.6099425617461218</c:v>
                </c:pt>
                <c:pt idx="49">
                  <c:v>8.919037974683544</c:v>
                </c:pt>
                <c:pt idx="50">
                  <c:v>8.9040506037952838</c:v>
                </c:pt>
                <c:pt idx="51">
                  <c:v>8.9505327210103331</c:v>
                </c:pt>
                <c:pt idx="52">
                  <c:v>7.7886976217440536</c:v>
                </c:pt>
                <c:pt idx="53">
                  <c:v>7.7109286523216296</c:v>
                </c:pt>
                <c:pt idx="54">
                  <c:v>8.1516637478108578</c:v>
                </c:pt>
                <c:pt idx="55">
                  <c:v>8.3450795521508532</c:v>
                </c:pt>
                <c:pt idx="56">
                  <c:v>8.1990866234531516</c:v>
                </c:pt>
                <c:pt idx="57">
                  <c:v>8.2245223529411771</c:v>
                </c:pt>
                <c:pt idx="58">
                  <c:v>8.6162971227246032</c:v>
                </c:pt>
                <c:pt idx="59">
                  <c:v>9.3940784084259779</c:v>
                </c:pt>
                <c:pt idx="60">
                  <c:v>9.5921632653061231</c:v>
                </c:pt>
                <c:pt idx="61">
                  <c:v>9.4258780487804881</c:v>
                </c:pt>
                <c:pt idx="62">
                  <c:v>10.130293811451709</c:v>
                </c:pt>
                <c:pt idx="63">
                  <c:v>9.7773209668353012</c:v>
                </c:pt>
                <c:pt idx="64">
                  <c:v>11.153014021312391</c:v>
                </c:pt>
                <c:pt idx="65">
                  <c:v>11.19912192393736</c:v>
                </c:pt>
                <c:pt idx="66">
                  <c:v>10.838461367426349</c:v>
                </c:pt>
                <c:pt idx="67">
                  <c:v>9.9600000000000009</c:v>
                </c:pt>
                <c:pt idx="68">
                  <c:v>9.5481393034825874</c:v>
                </c:pt>
                <c:pt idx="69">
                  <c:v>9.4494298342541434</c:v>
                </c:pt>
                <c:pt idx="70">
                  <c:v>9.6989215469613246</c:v>
                </c:pt>
                <c:pt idx="71">
                  <c:v>9.8008004398020905</c:v>
                </c:pt>
                <c:pt idx="72">
                  <c:v>10.04027732463295</c:v>
                </c:pt>
                <c:pt idx="73">
                  <c:v>9.6797025419145477</c:v>
                </c:pt>
                <c:pt idx="74">
                  <c:v>8.9507116827438367</c:v>
                </c:pt>
                <c:pt idx="75">
                  <c:v>8.5449603429796355</c:v>
                </c:pt>
                <c:pt idx="76">
                  <c:v>8.6976577253218892</c:v>
                </c:pt>
                <c:pt idx="77">
                  <c:v>8.9621729323308266</c:v>
                </c:pt>
                <c:pt idx="78">
                  <c:v>8.8916810344827564</c:v>
                </c:pt>
                <c:pt idx="79">
                  <c:v>9.1121109298531824</c:v>
                </c:pt>
                <c:pt idx="80">
                  <c:v>9.2026023965141608</c:v>
                </c:pt>
                <c:pt idx="81">
                  <c:v>9.4476859323882234</c:v>
                </c:pt>
                <c:pt idx="82">
                  <c:v>9.8323980370774251</c:v>
                </c:pt>
                <c:pt idx="83">
                  <c:v>9.2761439476553971</c:v>
                </c:pt>
                <c:pt idx="84">
                  <c:v>9.8592248908296938</c:v>
                </c:pt>
                <c:pt idx="85">
                  <c:v>10.097711632987441</c:v>
                </c:pt>
                <c:pt idx="86">
                  <c:v>10.49378301369863</c:v>
                </c:pt>
                <c:pt idx="87">
                  <c:v>11.521128779395299</c:v>
                </c:pt>
                <c:pt idx="88">
                  <c:v>10.28531232414181</c:v>
                </c:pt>
                <c:pt idx="89">
                  <c:v>10.19295356738392</c:v>
                </c:pt>
                <c:pt idx="90">
                  <c:v>10.94284186575654</c:v>
                </c:pt>
                <c:pt idx="91">
                  <c:v>12.67243686006826</c:v>
                </c:pt>
                <c:pt idx="92">
                  <c:v>11.96482525366404</c:v>
                </c:pt>
                <c:pt idx="93">
                  <c:v>12.712546874999999</c:v>
                </c:pt>
                <c:pt idx="94">
                  <c:v>12.83086777777778</c:v>
                </c:pt>
                <c:pt idx="95">
                  <c:v>12.858675555555561</c:v>
                </c:pt>
                <c:pt idx="96">
                  <c:v>12.19371904497501</c:v>
                </c:pt>
                <c:pt idx="97">
                  <c:v>11.87531929046563</c:v>
                </c:pt>
                <c:pt idx="98">
                  <c:v>12.836522026431719</c:v>
                </c:pt>
                <c:pt idx="99">
                  <c:v>12.862323144104799</c:v>
                </c:pt>
                <c:pt idx="100">
                  <c:v>11.68374838012959</c:v>
                </c:pt>
                <c:pt idx="101">
                  <c:v>11.22713839526117</c:v>
                </c:pt>
                <c:pt idx="102">
                  <c:v>12.04558845537146</c:v>
                </c:pt>
                <c:pt idx="103">
                  <c:v>11.77865108868826</c:v>
                </c:pt>
                <c:pt idx="104">
                  <c:v>11.16427358490566</c:v>
                </c:pt>
                <c:pt idx="105">
                  <c:v>11.084183908045979</c:v>
                </c:pt>
                <c:pt idx="106">
                  <c:v>10.58832399388691</c:v>
                </c:pt>
                <c:pt idx="107">
                  <c:v>10.55523209751143</c:v>
                </c:pt>
                <c:pt idx="108">
                  <c:v>10.51609929078014</c:v>
                </c:pt>
                <c:pt idx="109">
                  <c:v>10.27132867132867</c:v>
                </c:pt>
                <c:pt idx="110">
                  <c:v>10.508944881889761</c:v>
                </c:pt>
                <c:pt idx="111">
                  <c:v>10.00688932419197</c:v>
                </c:pt>
                <c:pt idx="112">
                  <c:v>9.6401847195357853</c:v>
                </c:pt>
                <c:pt idx="113">
                  <c:v>9.4864331087584191</c:v>
                </c:pt>
                <c:pt idx="114">
                  <c:v>9.6086050741981825</c:v>
                </c:pt>
                <c:pt idx="115">
                  <c:v>8.7373133333333328</c:v>
                </c:pt>
                <c:pt idx="116">
                  <c:v>9.3164421252371898</c:v>
                </c:pt>
                <c:pt idx="117">
                  <c:v>9.2197482252721255</c:v>
                </c:pt>
                <c:pt idx="118">
                  <c:v>9.0865486307837582</c:v>
                </c:pt>
                <c:pt idx="119">
                  <c:v>8.8981388757675965</c:v>
                </c:pt>
                <c:pt idx="120">
                  <c:v>8.4535181861124222</c:v>
                </c:pt>
                <c:pt idx="121">
                  <c:v>8.5932946859903403</c:v>
                </c:pt>
                <c:pt idx="122">
                  <c:v>9.7407130434782623</c:v>
                </c:pt>
                <c:pt idx="123">
                  <c:v>9.5441340405014472</c:v>
                </c:pt>
                <c:pt idx="124">
                  <c:v>9.9359080459770119</c:v>
                </c:pt>
                <c:pt idx="125">
                  <c:v>9.7890361216730017</c:v>
                </c:pt>
                <c:pt idx="126">
                  <c:v>9.9933718070009476</c:v>
                </c:pt>
                <c:pt idx="127">
                  <c:v>9.8154830508474582</c:v>
                </c:pt>
                <c:pt idx="128">
                  <c:v>10.1307366447985</c:v>
                </c:pt>
                <c:pt idx="129">
                  <c:v>10.23828264925373</c:v>
                </c:pt>
                <c:pt idx="130">
                  <c:v>10.058572222222219</c:v>
                </c:pt>
                <c:pt idx="131">
                  <c:v>9.7363554327808455</c:v>
                </c:pt>
                <c:pt idx="132">
                  <c:v>9.8391290767110693</c:v>
                </c:pt>
                <c:pt idx="133">
                  <c:v>10.04798720292505</c:v>
                </c:pt>
                <c:pt idx="134">
                  <c:v>9.3963239308462221</c:v>
                </c:pt>
                <c:pt idx="135">
                  <c:v>9.868315217391304</c:v>
                </c:pt>
                <c:pt idx="136">
                  <c:v>10.46603606853021</c:v>
                </c:pt>
                <c:pt idx="137">
                  <c:v>10.23860098522167</c:v>
                </c:pt>
                <c:pt idx="138">
                  <c:v>10.093163120567381</c:v>
                </c:pt>
                <c:pt idx="139">
                  <c:v>9.8379999999999992</c:v>
                </c:pt>
                <c:pt idx="140">
                  <c:v>10.20840859272249</c:v>
                </c:pt>
                <c:pt idx="141">
                  <c:v>10.431992985532659</c:v>
                </c:pt>
                <c:pt idx="142">
                  <c:v>10.448317880794701</c:v>
                </c:pt>
                <c:pt idx="143">
                  <c:v>10.3384995571302</c:v>
                </c:pt>
                <c:pt idx="144">
                  <c:v>10.52826395039858</c:v>
                </c:pt>
                <c:pt idx="145">
                  <c:v>10.170930745478611</c:v>
                </c:pt>
                <c:pt idx="146">
                  <c:v>10.144577075098811</c:v>
                </c:pt>
                <c:pt idx="147">
                  <c:v>10.264479791395051</c:v>
                </c:pt>
                <c:pt idx="148">
                  <c:v>10.27417771998266</c:v>
                </c:pt>
                <c:pt idx="149">
                  <c:v>10.82460422960725</c:v>
                </c:pt>
                <c:pt idx="150">
                  <c:v>11.40240963855422</c:v>
                </c:pt>
                <c:pt idx="151">
                  <c:v>11.309800424628451</c:v>
                </c:pt>
                <c:pt idx="152">
                  <c:v>11.088297422898179</c:v>
                </c:pt>
                <c:pt idx="153">
                  <c:v>11.59311213775724</c:v>
                </c:pt>
                <c:pt idx="154">
                  <c:v>12.176979044425821</c:v>
                </c:pt>
                <c:pt idx="155">
                  <c:v>12.025911220715169</c:v>
                </c:pt>
                <c:pt idx="156">
                  <c:v>11.47669856850716</c:v>
                </c:pt>
                <c:pt idx="157">
                  <c:v>12.175957637474539</c:v>
                </c:pt>
                <c:pt idx="158">
                  <c:v>12.004370521172641</c:v>
                </c:pt>
                <c:pt idx="159">
                  <c:v>12.165228013029321</c:v>
                </c:pt>
                <c:pt idx="160">
                  <c:v>12.43931514657981</c:v>
                </c:pt>
                <c:pt idx="161">
                  <c:v>12.57551219512195</c:v>
                </c:pt>
                <c:pt idx="162">
                  <c:v>12.825822168087701</c:v>
                </c:pt>
                <c:pt idx="163">
                  <c:v>12.479719101123591</c:v>
                </c:pt>
                <c:pt idx="164">
                  <c:v>12.355184652278179</c:v>
                </c:pt>
                <c:pt idx="165">
                  <c:v>12.40631751096929</c:v>
                </c:pt>
                <c:pt idx="166">
                  <c:v>11.82541513944223</c:v>
                </c:pt>
                <c:pt idx="167">
                  <c:v>12.39833439490446</c:v>
                </c:pt>
                <c:pt idx="168">
                  <c:v>13.013786053882731</c:v>
                </c:pt>
                <c:pt idx="169">
                  <c:v>12.86647123719464</c:v>
                </c:pt>
                <c:pt idx="170">
                  <c:v>12.344267611176701</c:v>
                </c:pt>
                <c:pt idx="171">
                  <c:v>12.730482915717539</c:v>
                </c:pt>
                <c:pt idx="172">
                  <c:v>12.52491173009023</c:v>
                </c:pt>
                <c:pt idx="173">
                  <c:v>12.28767385339083</c:v>
                </c:pt>
                <c:pt idx="174">
                  <c:v>11.92269698157585</c:v>
                </c:pt>
                <c:pt idx="175">
                  <c:v>11.770330757341579</c:v>
                </c:pt>
                <c:pt idx="176">
                  <c:v>11.33435239567233</c:v>
                </c:pt>
                <c:pt idx="177">
                  <c:v>11.12668220668221</c:v>
                </c:pt>
                <c:pt idx="178">
                  <c:v>11.19243779160186</c:v>
                </c:pt>
                <c:pt idx="179">
                  <c:v>10.87297720598518</c:v>
                </c:pt>
                <c:pt idx="180">
                  <c:v>11.214819681297181</c:v>
                </c:pt>
                <c:pt idx="181">
                  <c:v>11.323213536568311</c:v>
                </c:pt>
                <c:pt idx="182">
                  <c:v>11.73806458797328</c:v>
                </c:pt>
                <c:pt idx="183">
                  <c:v>12.46524508446414</c:v>
                </c:pt>
                <c:pt idx="184">
                  <c:v>11.563194252555959</c:v>
                </c:pt>
                <c:pt idx="185">
                  <c:v>11.691012700165651</c:v>
                </c:pt>
                <c:pt idx="186">
                  <c:v>12.015585453539821</c:v>
                </c:pt>
                <c:pt idx="187">
                  <c:v>13.213792058369579</c:v>
                </c:pt>
                <c:pt idx="188">
                  <c:v>11.5702601099056</c:v>
                </c:pt>
                <c:pt idx="189">
                  <c:v>11.594710833096389</c:v>
                </c:pt>
                <c:pt idx="190">
                  <c:v>12.211132618682999</c:v>
                </c:pt>
                <c:pt idx="191">
                  <c:v>13.572039955604881</c:v>
                </c:pt>
                <c:pt idx="192">
                  <c:v>13.441000000000001</c:v>
                </c:pt>
                <c:pt idx="193">
                  <c:v>12.847211517165009</c:v>
                </c:pt>
                <c:pt idx="194">
                  <c:v>11.87120575221239</c:v>
                </c:pt>
                <c:pt idx="195">
                  <c:v>11.886315265486729</c:v>
                </c:pt>
                <c:pt idx="196">
                  <c:v>11.798940397350989</c:v>
                </c:pt>
                <c:pt idx="197">
                  <c:v>11.73250909090909</c:v>
                </c:pt>
                <c:pt idx="198">
                  <c:v>11.681312602291319</c:v>
                </c:pt>
                <c:pt idx="199">
                  <c:v>11.26851891891892</c:v>
                </c:pt>
                <c:pt idx="200">
                  <c:v>11.12118878101402</c:v>
                </c:pt>
                <c:pt idx="201">
                  <c:v>11.088760517799351</c:v>
                </c:pt>
                <c:pt idx="202">
                  <c:v>10.80088254310345</c:v>
                </c:pt>
                <c:pt idx="203">
                  <c:v>9.9532982267598058</c:v>
                </c:pt>
                <c:pt idx="204">
                  <c:v>10.05430407429599</c:v>
                </c:pt>
                <c:pt idx="205">
                  <c:v>9.2845463239689163</c:v>
                </c:pt>
                <c:pt idx="206">
                  <c:v>9.6971611650485432</c:v>
                </c:pt>
                <c:pt idx="207">
                  <c:v>9.313321046373364</c:v>
                </c:pt>
                <c:pt idx="208">
                  <c:v>9.2304753004005349</c:v>
                </c:pt>
                <c:pt idx="209">
                  <c:v>8.2142122509225075</c:v>
                </c:pt>
                <c:pt idx="210">
                  <c:v>8.65</c:v>
                </c:pt>
                <c:pt idx="211">
                  <c:v>8.5833767072991609</c:v>
                </c:pt>
                <c:pt idx="212">
                  <c:v>8.7397053899250992</c:v>
                </c:pt>
                <c:pt idx="213">
                  <c:v>8.4331212741087089</c:v>
                </c:pt>
                <c:pt idx="214">
                  <c:v>8.8727446126965628</c:v>
                </c:pt>
                <c:pt idx="215">
                  <c:v>8.1896774193548403</c:v>
                </c:pt>
                <c:pt idx="216">
                  <c:v>7.836366608796296</c:v>
                </c:pt>
                <c:pt idx="217">
                  <c:v>8.2939408454768433</c:v>
                </c:pt>
                <c:pt idx="218">
                  <c:v>9.124345821325651</c:v>
                </c:pt>
                <c:pt idx="219">
                  <c:v>9.2950639769452454</c:v>
                </c:pt>
                <c:pt idx="220">
                  <c:v>9.6644685182492349</c:v>
                </c:pt>
                <c:pt idx="221">
                  <c:v>10.1888906455863</c:v>
                </c:pt>
                <c:pt idx="222">
                  <c:v>10.966233923303831</c:v>
                </c:pt>
                <c:pt idx="223">
                  <c:v>11.44781356932153</c:v>
                </c:pt>
                <c:pt idx="224">
                  <c:v>12.135802970151451</c:v>
                </c:pt>
                <c:pt idx="225">
                  <c:v>12.15008510016084</c:v>
                </c:pt>
                <c:pt idx="226">
                  <c:v>11.46829657573999</c:v>
                </c:pt>
                <c:pt idx="227">
                  <c:v>11.67075491898148</c:v>
                </c:pt>
                <c:pt idx="228">
                  <c:v>11.26622487762741</c:v>
                </c:pt>
                <c:pt idx="229">
                  <c:v>11.85064072113321</c:v>
                </c:pt>
                <c:pt idx="230">
                  <c:v>12.028991452991461</c:v>
                </c:pt>
                <c:pt idx="231">
                  <c:v>11.658763016897931</c:v>
                </c:pt>
                <c:pt idx="232">
                  <c:v>11.38091169646513</c:v>
                </c:pt>
                <c:pt idx="233">
                  <c:v>10.62512911117151</c:v>
                </c:pt>
                <c:pt idx="234">
                  <c:v>10.216603814419051</c:v>
                </c:pt>
                <c:pt idx="235">
                  <c:v>9.5066585956416461</c:v>
                </c:pt>
                <c:pt idx="236">
                  <c:v>9.2502790510655402</c:v>
                </c:pt>
                <c:pt idx="237">
                  <c:v>9.3349839400428269</c:v>
                </c:pt>
                <c:pt idx="238">
                  <c:v>8.8435843566470904</c:v>
                </c:pt>
                <c:pt idx="239">
                  <c:v>9.092633177881412</c:v>
                </c:pt>
                <c:pt idx="240">
                  <c:v>8.794547393680844</c:v>
                </c:pt>
                <c:pt idx="241">
                  <c:v>8.8978072257032395</c:v>
                </c:pt>
                <c:pt idx="242">
                  <c:v>9.2609549597855221</c:v>
                </c:pt>
                <c:pt idx="243">
                  <c:v>9.8768300161377081</c:v>
                </c:pt>
                <c:pt idx="244">
                  <c:v>9.8549955459576211</c:v>
                </c:pt>
                <c:pt idx="245">
                  <c:v>10.35300663686848</c:v>
                </c:pt>
                <c:pt idx="246">
                  <c:v>10.460949092878421</c:v>
                </c:pt>
                <c:pt idx="247">
                  <c:v>10.16952035709455</c:v>
                </c:pt>
                <c:pt idx="248">
                  <c:v>9.2825944855413578</c:v>
                </c:pt>
                <c:pt idx="249">
                  <c:v>9.4666952904870509</c:v>
                </c:pt>
                <c:pt idx="250">
                  <c:v>10.023988192674089</c:v>
                </c:pt>
                <c:pt idx="251">
                  <c:v>10.19132019836483</c:v>
                </c:pt>
                <c:pt idx="252">
                  <c:v>10.56559603270339</c:v>
                </c:pt>
                <c:pt idx="253">
                  <c:v>11.33856509547336</c:v>
                </c:pt>
                <c:pt idx="254">
                  <c:v>10.75251267082394</c:v>
                </c:pt>
                <c:pt idx="255">
                  <c:v>11.494086956521739</c:v>
                </c:pt>
                <c:pt idx="256">
                  <c:v>11.595575749639909</c:v>
                </c:pt>
                <c:pt idx="257">
                  <c:v>11.949473244583659</c:v>
                </c:pt>
                <c:pt idx="258">
                  <c:v>10.95171454521863</c:v>
                </c:pt>
                <c:pt idx="259">
                  <c:v>11.18864649599173</c:v>
                </c:pt>
                <c:pt idx="260">
                  <c:v>11.0527261162702</c:v>
                </c:pt>
                <c:pt idx="261">
                  <c:v>10.92728284233152</c:v>
                </c:pt>
                <c:pt idx="262">
                  <c:v>10.238533836477989</c:v>
                </c:pt>
                <c:pt idx="263">
                  <c:v>11.22411639282579</c:v>
                </c:pt>
                <c:pt idx="264">
                  <c:v>12.082744569288391</c:v>
                </c:pt>
                <c:pt idx="265">
                  <c:v>12.629689736288229</c:v>
                </c:pt>
                <c:pt idx="266">
                  <c:v>12.695404664938909</c:v>
                </c:pt>
                <c:pt idx="267">
                  <c:v>13.007710205589071</c:v>
                </c:pt>
                <c:pt idx="268">
                  <c:v>12.438695417789759</c:v>
                </c:pt>
                <c:pt idx="269">
                  <c:v>11.19057892809181</c:v>
                </c:pt>
                <c:pt idx="270">
                  <c:v>10.59774875470781</c:v>
                </c:pt>
                <c:pt idx="271">
                  <c:v>10.41584307581053</c:v>
                </c:pt>
                <c:pt idx="272">
                  <c:v>10.856500180353491</c:v>
                </c:pt>
                <c:pt idx="273">
                  <c:v>11.382993911901639</c:v>
                </c:pt>
                <c:pt idx="274">
                  <c:v>11.64620867498515</c:v>
                </c:pt>
                <c:pt idx="275">
                  <c:v>12.103469648562299</c:v>
                </c:pt>
                <c:pt idx="276">
                  <c:v>11.63732121355212</c:v>
                </c:pt>
                <c:pt idx="277">
                  <c:v>10.758927023544571</c:v>
                </c:pt>
                <c:pt idx="278">
                  <c:v>11.65814399251987</c:v>
                </c:pt>
                <c:pt idx="279">
                  <c:v>10.015923560941509</c:v>
                </c:pt>
                <c:pt idx="280">
                  <c:v>10.04026867400116</c:v>
                </c:pt>
                <c:pt idx="281">
                  <c:v>9.6467777777777783</c:v>
                </c:pt>
                <c:pt idx="282">
                  <c:v>9.2599146605818579</c:v>
                </c:pt>
                <c:pt idx="283">
                  <c:v>9.2536491985904288</c:v>
                </c:pt>
                <c:pt idx="284">
                  <c:v>9.087659757616942</c:v>
                </c:pt>
                <c:pt idx="285">
                  <c:v>9.7451702464390699</c:v>
                </c:pt>
                <c:pt idx="286">
                  <c:v>9.3566534988713332</c:v>
                </c:pt>
                <c:pt idx="287">
                  <c:v>9.2192247644683718</c:v>
                </c:pt>
                <c:pt idx="288">
                  <c:v>8.5644933348269294</c:v>
                </c:pt>
                <c:pt idx="289">
                  <c:v>8.2639507113251938</c:v>
                </c:pt>
                <c:pt idx="290">
                  <c:v>8.5186364665911665</c:v>
                </c:pt>
                <c:pt idx="291">
                  <c:v>8.5669046432616067</c:v>
                </c:pt>
                <c:pt idx="292">
                  <c:v>7.5981913832199544</c:v>
                </c:pt>
                <c:pt idx="293">
                  <c:v>7.6919909297052156</c:v>
                </c:pt>
                <c:pt idx="294">
                  <c:v>7.9084893786209234</c:v>
                </c:pt>
                <c:pt idx="295">
                  <c:v>8.3332817830338861</c:v>
                </c:pt>
                <c:pt idx="296">
                  <c:v>8.1601219512195122</c:v>
                </c:pt>
                <c:pt idx="297">
                  <c:v>8.1356549600912196</c:v>
                </c:pt>
              </c:numCache>
            </c:numRef>
          </c:val>
          <c:smooth val="1"/>
          <c:extLst>
            <c:ext xmlns:c16="http://schemas.microsoft.com/office/drawing/2014/chart" uri="{C3380CC4-5D6E-409C-BE32-E72D297353CC}">
              <c16:uniqueId val="{00000000-FDDD-4C45-B10B-7F55DCEB7390}"/>
            </c:ext>
          </c:extLst>
        </c:ser>
        <c:ser>
          <c:idx val="1"/>
          <c:order val="1"/>
          <c:tx>
            <c:v>Average</c:v>
          </c:tx>
          <c:spPr>
            <a:ln w="19050">
              <a:solidFill>
                <a:srgbClr val="8EB3DF"/>
              </a:solidFill>
              <a:prstDash val="dash"/>
            </a:ln>
          </c:spPr>
          <c:marker>
            <c:symbol val="none"/>
          </c:marker>
          <c:cat>
            <c:numRef>
              <c:f>Sheet1!$A$2:$A$299</c:f>
              <c:numCache>
                <c:formatCode>yyyy\-mm\-dd</c:formatCode>
                <c:ptCount val="298"/>
                <c:pt idx="0">
                  <c:v>44204</c:v>
                </c:pt>
                <c:pt idx="1">
                  <c:v>44211</c:v>
                </c:pt>
                <c:pt idx="2">
                  <c:v>44218</c:v>
                </c:pt>
                <c:pt idx="3">
                  <c:v>44225</c:v>
                </c:pt>
                <c:pt idx="4">
                  <c:v>44232</c:v>
                </c:pt>
                <c:pt idx="5">
                  <c:v>44239</c:v>
                </c:pt>
                <c:pt idx="6">
                  <c:v>44246</c:v>
                </c:pt>
                <c:pt idx="7">
                  <c:v>44253</c:v>
                </c:pt>
                <c:pt idx="8">
                  <c:v>44260</c:v>
                </c:pt>
                <c:pt idx="9">
                  <c:v>44267</c:v>
                </c:pt>
                <c:pt idx="10">
                  <c:v>44274</c:v>
                </c:pt>
                <c:pt idx="11">
                  <c:v>44281</c:v>
                </c:pt>
                <c:pt idx="12">
                  <c:v>44288</c:v>
                </c:pt>
                <c:pt idx="13">
                  <c:v>44295</c:v>
                </c:pt>
                <c:pt idx="14">
                  <c:v>44302</c:v>
                </c:pt>
                <c:pt idx="15">
                  <c:v>44309</c:v>
                </c:pt>
                <c:pt idx="16">
                  <c:v>44316</c:v>
                </c:pt>
                <c:pt idx="17">
                  <c:v>44323</c:v>
                </c:pt>
                <c:pt idx="18">
                  <c:v>44330</c:v>
                </c:pt>
                <c:pt idx="19">
                  <c:v>44337</c:v>
                </c:pt>
                <c:pt idx="20">
                  <c:v>44344</c:v>
                </c:pt>
                <c:pt idx="21">
                  <c:v>44351</c:v>
                </c:pt>
                <c:pt idx="22">
                  <c:v>44358</c:v>
                </c:pt>
                <c:pt idx="23">
                  <c:v>44365</c:v>
                </c:pt>
                <c:pt idx="24">
                  <c:v>44372</c:v>
                </c:pt>
                <c:pt idx="25">
                  <c:v>44379</c:v>
                </c:pt>
                <c:pt idx="26">
                  <c:v>44386</c:v>
                </c:pt>
                <c:pt idx="27">
                  <c:v>44393</c:v>
                </c:pt>
                <c:pt idx="28">
                  <c:v>44400</c:v>
                </c:pt>
                <c:pt idx="29">
                  <c:v>44407</c:v>
                </c:pt>
                <c:pt idx="30">
                  <c:v>44414</c:v>
                </c:pt>
                <c:pt idx="31">
                  <c:v>44421</c:v>
                </c:pt>
                <c:pt idx="32">
                  <c:v>44428</c:v>
                </c:pt>
                <c:pt idx="33">
                  <c:v>44435</c:v>
                </c:pt>
                <c:pt idx="34">
                  <c:v>44442</c:v>
                </c:pt>
                <c:pt idx="35">
                  <c:v>44449</c:v>
                </c:pt>
                <c:pt idx="36">
                  <c:v>44456</c:v>
                </c:pt>
                <c:pt idx="37">
                  <c:v>44463</c:v>
                </c:pt>
                <c:pt idx="38">
                  <c:v>44470</c:v>
                </c:pt>
                <c:pt idx="39">
                  <c:v>44477</c:v>
                </c:pt>
                <c:pt idx="40">
                  <c:v>44484</c:v>
                </c:pt>
                <c:pt idx="41">
                  <c:v>44491</c:v>
                </c:pt>
                <c:pt idx="42">
                  <c:v>44498</c:v>
                </c:pt>
                <c:pt idx="43">
                  <c:v>44505</c:v>
                </c:pt>
                <c:pt idx="44">
                  <c:v>44512</c:v>
                </c:pt>
                <c:pt idx="45">
                  <c:v>44519</c:v>
                </c:pt>
                <c:pt idx="46">
                  <c:v>44526</c:v>
                </c:pt>
                <c:pt idx="47">
                  <c:v>44533</c:v>
                </c:pt>
                <c:pt idx="48">
                  <c:v>44540</c:v>
                </c:pt>
                <c:pt idx="49">
                  <c:v>44547</c:v>
                </c:pt>
                <c:pt idx="50">
                  <c:v>44554</c:v>
                </c:pt>
                <c:pt idx="51">
                  <c:v>44561</c:v>
                </c:pt>
                <c:pt idx="52">
                  <c:v>44568</c:v>
                </c:pt>
                <c:pt idx="53">
                  <c:v>44575</c:v>
                </c:pt>
                <c:pt idx="54">
                  <c:v>44582</c:v>
                </c:pt>
                <c:pt idx="55">
                  <c:v>44589</c:v>
                </c:pt>
                <c:pt idx="56">
                  <c:v>44596</c:v>
                </c:pt>
                <c:pt idx="57">
                  <c:v>44603</c:v>
                </c:pt>
                <c:pt idx="58">
                  <c:v>44610</c:v>
                </c:pt>
                <c:pt idx="59">
                  <c:v>44617</c:v>
                </c:pt>
                <c:pt idx="60">
                  <c:v>44624</c:v>
                </c:pt>
                <c:pt idx="61">
                  <c:v>44631</c:v>
                </c:pt>
                <c:pt idx="62">
                  <c:v>44638</c:v>
                </c:pt>
                <c:pt idx="63">
                  <c:v>44645</c:v>
                </c:pt>
                <c:pt idx="64">
                  <c:v>44652</c:v>
                </c:pt>
                <c:pt idx="65">
                  <c:v>44659</c:v>
                </c:pt>
                <c:pt idx="66">
                  <c:v>44666</c:v>
                </c:pt>
                <c:pt idx="67">
                  <c:v>44673</c:v>
                </c:pt>
                <c:pt idx="68">
                  <c:v>44680</c:v>
                </c:pt>
                <c:pt idx="69">
                  <c:v>44687</c:v>
                </c:pt>
                <c:pt idx="70">
                  <c:v>44694</c:v>
                </c:pt>
                <c:pt idx="71">
                  <c:v>44701</c:v>
                </c:pt>
                <c:pt idx="72">
                  <c:v>44708</c:v>
                </c:pt>
                <c:pt idx="73">
                  <c:v>44715</c:v>
                </c:pt>
                <c:pt idx="74">
                  <c:v>44722</c:v>
                </c:pt>
                <c:pt idx="75">
                  <c:v>44729</c:v>
                </c:pt>
                <c:pt idx="76">
                  <c:v>44736</c:v>
                </c:pt>
                <c:pt idx="77">
                  <c:v>44743</c:v>
                </c:pt>
                <c:pt idx="78">
                  <c:v>44750</c:v>
                </c:pt>
                <c:pt idx="79">
                  <c:v>44757</c:v>
                </c:pt>
                <c:pt idx="80">
                  <c:v>44764</c:v>
                </c:pt>
                <c:pt idx="81">
                  <c:v>44771</c:v>
                </c:pt>
                <c:pt idx="82">
                  <c:v>44778</c:v>
                </c:pt>
                <c:pt idx="83">
                  <c:v>44785</c:v>
                </c:pt>
                <c:pt idx="84">
                  <c:v>44792</c:v>
                </c:pt>
                <c:pt idx="85">
                  <c:v>44799</c:v>
                </c:pt>
                <c:pt idx="86">
                  <c:v>44806</c:v>
                </c:pt>
                <c:pt idx="87">
                  <c:v>44813</c:v>
                </c:pt>
                <c:pt idx="88">
                  <c:v>44820</c:v>
                </c:pt>
                <c:pt idx="89">
                  <c:v>44827</c:v>
                </c:pt>
                <c:pt idx="90">
                  <c:v>44834</c:v>
                </c:pt>
                <c:pt idx="91">
                  <c:v>44841</c:v>
                </c:pt>
                <c:pt idx="92">
                  <c:v>44848</c:v>
                </c:pt>
                <c:pt idx="93">
                  <c:v>44855</c:v>
                </c:pt>
                <c:pt idx="94">
                  <c:v>44862</c:v>
                </c:pt>
                <c:pt idx="95">
                  <c:v>44869</c:v>
                </c:pt>
                <c:pt idx="96">
                  <c:v>44876</c:v>
                </c:pt>
                <c:pt idx="97">
                  <c:v>44883</c:v>
                </c:pt>
                <c:pt idx="98">
                  <c:v>44890</c:v>
                </c:pt>
                <c:pt idx="99">
                  <c:v>44897</c:v>
                </c:pt>
                <c:pt idx="100">
                  <c:v>44904</c:v>
                </c:pt>
                <c:pt idx="101">
                  <c:v>44911</c:v>
                </c:pt>
                <c:pt idx="102">
                  <c:v>44918</c:v>
                </c:pt>
                <c:pt idx="103">
                  <c:v>44925</c:v>
                </c:pt>
                <c:pt idx="104">
                  <c:v>44932</c:v>
                </c:pt>
                <c:pt idx="105">
                  <c:v>44939</c:v>
                </c:pt>
                <c:pt idx="106">
                  <c:v>44946</c:v>
                </c:pt>
                <c:pt idx="107">
                  <c:v>44953</c:v>
                </c:pt>
                <c:pt idx="108">
                  <c:v>44960</c:v>
                </c:pt>
                <c:pt idx="109">
                  <c:v>44967</c:v>
                </c:pt>
                <c:pt idx="110">
                  <c:v>44974</c:v>
                </c:pt>
                <c:pt idx="111">
                  <c:v>44981</c:v>
                </c:pt>
                <c:pt idx="112">
                  <c:v>44988</c:v>
                </c:pt>
                <c:pt idx="113">
                  <c:v>44995</c:v>
                </c:pt>
                <c:pt idx="114">
                  <c:v>45002</c:v>
                </c:pt>
                <c:pt idx="115">
                  <c:v>45009</c:v>
                </c:pt>
                <c:pt idx="116">
                  <c:v>45016</c:v>
                </c:pt>
                <c:pt idx="117">
                  <c:v>45023</c:v>
                </c:pt>
                <c:pt idx="118">
                  <c:v>45030</c:v>
                </c:pt>
                <c:pt idx="119">
                  <c:v>45037</c:v>
                </c:pt>
                <c:pt idx="120">
                  <c:v>45044</c:v>
                </c:pt>
                <c:pt idx="121">
                  <c:v>45051</c:v>
                </c:pt>
                <c:pt idx="122">
                  <c:v>45058</c:v>
                </c:pt>
                <c:pt idx="123">
                  <c:v>45065</c:v>
                </c:pt>
                <c:pt idx="124">
                  <c:v>45072</c:v>
                </c:pt>
                <c:pt idx="125">
                  <c:v>45079</c:v>
                </c:pt>
                <c:pt idx="126">
                  <c:v>45086</c:v>
                </c:pt>
                <c:pt idx="127">
                  <c:v>45093</c:v>
                </c:pt>
                <c:pt idx="128">
                  <c:v>45100</c:v>
                </c:pt>
                <c:pt idx="129">
                  <c:v>45107</c:v>
                </c:pt>
                <c:pt idx="130">
                  <c:v>45114</c:v>
                </c:pt>
                <c:pt idx="131">
                  <c:v>45121</c:v>
                </c:pt>
                <c:pt idx="132">
                  <c:v>45128</c:v>
                </c:pt>
                <c:pt idx="133">
                  <c:v>45135</c:v>
                </c:pt>
                <c:pt idx="134">
                  <c:v>45142</c:v>
                </c:pt>
                <c:pt idx="135">
                  <c:v>45149</c:v>
                </c:pt>
                <c:pt idx="136">
                  <c:v>45156</c:v>
                </c:pt>
                <c:pt idx="137">
                  <c:v>45163</c:v>
                </c:pt>
                <c:pt idx="138">
                  <c:v>45170</c:v>
                </c:pt>
                <c:pt idx="139">
                  <c:v>45177</c:v>
                </c:pt>
                <c:pt idx="140">
                  <c:v>45184</c:v>
                </c:pt>
                <c:pt idx="141">
                  <c:v>45191</c:v>
                </c:pt>
                <c:pt idx="142">
                  <c:v>45198</c:v>
                </c:pt>
                <c:pt idx="143">
                  <c:v>45205</c:v>
                </c:pt>
                <c:pt idx="144">
                  <c:v>45212</c:v>
                </c:pt>
                <c:pt idx="145">
                  <c:v>45219</c:v>
                </c:pt>
                <c:pt idx="146">
                  <c:v>45226</c:v>
                </c:pt>
                <c:pt idx="147">
                  <c:v>45233</c:v>
                </c:pt>
                <c:pt idx="148">
                  <c:v>45240</c:v>
                </c:pt>
                <c:pt idx="149">
                  <c:v>45247</c:v>
                </c:pt>
                <c:pt idx="150">
                  <c:v>45254</c:v>
                </c:pt>
                <c:pt idx="151">
                  <c:v>45261</c:v>
                </c:pt>
                <c:pt idx="152">
                  <c:v>45268</c:v>
                </c:pt>
                <c:pt idx="153">
                  <c:v>45275</c:v>
                </c:pt>
                <c:pt idx="154">
                  <c:v>45282</c:v>
                </c:pt>
                <c:pt idx="155">
                  <c:v>45289</c:v>
                </c:pt>
                <c:pt idx="156">
                  <c:v>45296</c:v>
                </c:pt>
                <c:pt idx="157">
                  <c:v>45303</c:v>
                </c:pt>
                <c:pt idx="158">
                  <c:v>45310</c:v>
                </c:pt>
                <c:pt idx="159">
                  <c:v>45317</c:v>
                </c:pt>
                <c:pt idx="160">
                  <c:v>45324</c:v>
                </c:pt>
                <c:pt idx="161">
                  <c:v>45331</c:v>
                </c:pt>
                <c:pt idx="162">
                  <c:v>45338</c:v>
                </c:pt>
                <c:pt idx="163">
                  <c:v>45345</c:v>
                </c:pt>
                <c:pt idx="164">
                  <c:v>45352</c:v>
                </c:pt>
                <c:pt idx="165">
                  <c:v>45359</c:v>
                </c:pt>
                <c:pt idx="166">
                  <c:v>45366</c:v>
                </c:pt>
                <c:pt idx="167">
                  <c:v>45373</c:v>
                </c:pt>
                <c:pt idx="168">
                  <c:v>45380</c:v>
                </c:pt>
                <c:pt idx="169">
                  <c:v>45387</c:v>
                </c:pt>
                <c:pt idx="170">
                  <c:v>45394</c:v>
                </c:pt>
                <c:pt idx="171">
                  <c:v>45401</c:v>
                </c:pt>
                <c:pt idx="172">
                  <c:v>45408</c:v>
                </c:pt>
                <c:pt idx="173">
                  <c:v>45415</c:v>
                </c:pt>
                <c:pt idx="174">
                  <c:v>45422</c:v>
                </c:pt>
                <c:pt idx="175">
                  <c:v>45429</c:v>
                </c:pt>
                <c:pt idx="176">
                  <c:v>45436</c:v>
                </c:pt>
                <c:pt idx="177">
                  <c:v>45443</c:v>
                </c:pt>
                <c:pt idx="178">
                  <c:v>45450</c:v>
                </c:pt>
                <c:pt idx="179">
                  <c:v>45457</c:v>
                </c:pt>
                <c:pt idx="180">
                  <c:v>45464</c:v>
                </c:pt>
                <c:pt idx="181">
                  <c:v>45471</c:v>
                </c:pt>
                <c:pt idx="182">
                  <c:v>45478</c:v>
                </c:pt>
                <c:pt idx="183">
                  <c:v>45485</c:v>
                </c:pt>
                <c:pt idx="184">
                  <c:v>45492</c:v>
                </c:pt>
                <c:pt idx="185">
                  <c:v>45499</c:v>
                </c:pt>
                <c:pt idx="186">
                  <c:v>45506</c:v>
                </c:pt>
                <c:pt idx="187">
                  <c:v>45513</c:v>
                </c:pt>
                <c:pt idx="188">
                  <c:v>45520</c:v>
                </c:pt>
                <c:pt idx="189">
                  <c:v>45527</c:v>
                </c:pt>
                <c:pt idx="190">
                  <c:v>45534</c:v>
                </c:pt>
                <c:pt idx="191">
                  <c:v>45541</c:v>
                </c:pt>
                <c:pt idx="192">
                  <c:v>45548</c:v>
                </c:pt>
                <c:pt idx="193">
                  <c:v>45555</c:v>
                </c:pt>
                <c:pt idx="194">
                  <c:v>45562</c:v>
                </c:pt>
                <c:pt idx="195">
                  <c:v>45569</c:v>
                </c:pt>
                <c:pt idx="196">
                  <c:v>45576</c:v>
                </c:pt>
                <c:pt idx="197">
                  <c:v>45583</c:v>
                </c:pt>
                <c:pt idx="198">
                  <c:v>45590</c:v>
                </c:pt>
                <c:pt idx="199">
                  <c:v>45597</c:v>
                </c:pt>
                <c:pt idx="200">
                  <c:v>45604</c:v>
                </c:pt>
                <c:pt idx="201">
                  <c:v>45611</c:v>
                </c:pt>
                <c:pt idx="202">
                  <c:v>45618</c:v>
                </c:pt>
                <c:pt idx="203">
                  <c:v>45625</c:v>
                </c:pt>
                <c:pt idx="204">
                  <c:v>45632</c:v>
                </c:pt>
                <c:pt idx="205">
                  <c:v>45639</c:v>
                </c:pt>
                <c:pt idx="206">
                  <c:v>45646</c:v>
                </c:pt>
                <c:pt idx="207">
                  <c:v>45653</c:v>
                </c:pt>
                <c:pt idx="208">
                  <c:v>45660</c:v>
                </c:pt>
                <c:pt idx="209">
                  <c:v>45667</c:v>
                </c:pt>
                <c:pt idx="210">
                  <c:v>45674</c:v>
                </c:pt>
                <c:pt idx="211">
                  <c:v>45681</c:v>
                </c:pt>
                <c:pt idx="212">
                  <c:v>45688</c:v>
                </c:pt>
                <c:pt idx="213">
                  <c:v>45695</c:v>
                </c:pt>
                <c:pt idx="214">
                  <c:v>45702</c:v>
                </c:pt>
                <c:pt idx="215">
                  <c:v>45709</c:v>
                </c:pt>
                <c:pt idx="216">
                  <c:v>45716</c:v>
                </c:pt>
                <c:pt idx="217">
                  <c:v>45723</c:v>
                </c:pt>
                <c:pt idx="218">
                  <c:v>45730</c:v>
                </c:pt>
                <c:pt idx="219">
                  <c:v>45737</c:v>
                </c:pt>
                <c:pt idx="220">
                  <c:v>45744</c:v>
                </c:pt>
                <c:pt idx="221">
                  <c:v>45751</c:v>
                </c:pt>
                <c:pt idx="222">
                  <c:v>45758</c:v>
                </c:pt>
                <c:pt idx="223">
                  <c:v>45765</c:v>
                </c:pt>
                <c:pt idx="224">
                  <c:v>45772</c:v>
                </c:pt>
                <c:pt idx="225">
                  <c:v>45779</c:v>
                </c:pt>
                <c:pt idx="226">
                  <c:v>45786</c:v>
                </c:pt>
                <c:pt idx="227">
                  <c:v>45793</c:v>
                </c:pt>
                <c:pt idx="228">
                  <c:v>45800</c:v>
                </c:pt>
                <c:pt idx="229">
                  <c:v>45807</c:v>
                </c:pt>
                <c:pt idx="230">
                  <c:v>45814</c:v>
                </c:pt>
                <c:pt idx="231">
                  <c:v>45821</c:v>
                </c:pt>
                <c:pt idx="232">
                  <c:v>45828</c:v>
                </c:pt>
                <c:pt idx="233">
                  <c:v>45835</c:v>
                </c:pt>
                <c:pt idx="234">
                  <c:v>45842</c:v>
                </c:pt>
                <c:pt idx="235">
                  <c:v>45849</c:v>
                </c:pt>
                <c:pt idx="236">
                  <c:v>45856</c:v>
                </c:pt>
                <c:pt idx="237">
                  <c:v>45863</c:v>
                </c:pt>
                <c:pt idx="238">
                  <c:v>45870</c:v>
                </c:pt>
                <c:pt idx="239">
                  <c:v>45877</c:v>
                </c:pt>
                <c:pt idx="240">
                  <c:v>45884</c:v>
                </c:pt>
                <c:pt idx="241">
                  <c:v>45891</c:v>
                </c:pt>
                <c:pt idx="242">
                  <c:v>45898</c:v>
                </c:pt>
                <c:pt idx="243">
                  <c:v>45905</c:v>
                </c:pt>
                <c:pt idx="244">
                  <c:v>45912</c:v>
                </c:pt>
                <c:pt idx="245">
                  <c:v>45919</c:v>
                </c:pt>
                <c:pt idx="246">
                  <c:v>45926</c:v>
                </c:pt>
                <c:pt idx="247">
                  <c:v>45933</c:v>
                </c:pt>
                <c:pt idx="248">
                  <c:v>45940</c:v>
                </c:pt>
                <c:pt idx="249">
                  <c:v>45947</c:v>
                </c:pt>
                <c:pt idx="250">
                  <c:v>45954</c:v>
                </c:pt>
                <c:pt idx="251">
                  <c:v>45961</c:v>
                </c:pt>
                <c:pt idx="252">
                  <c:v>45968</c:v>
                </c:pt>
                <c:pt idx="253">
                  <c:v>45975</c:v>
                </c:pt>
                <c:pt idx="254">
                  <c:v>45982</c:v>
                </c:pt>
                <c:pt idx="255">
                  <c:v>45989</c:v>
                </c:pt>
                <c:pt idx="256">
                  <c:v>45996</c:v>
                </c:pt>
                <c:pt idx="257">
                  <c:v>46003</c:v>
                </c:pt>
                <c:pt idx="258">
                  <c:v>46010</c:v>
                </c:pt>
                <c:pt idx="259">
                  <c:v>46017</c:v>
                </c:pt>
                <c:pt idx="260">
                  <c:v>46024</c:v>
                </c:pt>
                <c:pt idx="261">
                  <c:v>46031</c:v>
                </c:pt>
                <c:pt idx="262">
                  <c:v>46038</c:v>
                </c:pt>
                <c:pt idx="263">
                  <c:v>46045</c:v>
                </c:pt>
                <c:pt idx="264">
                  <c:v>46052</c:v>
                </c:pt>
                <c:pt idx="265">
                  <c:v>46059</c:v>
                </c:pt>
                <c:pt idx="266">
                  <c:v>46066</c:v>
                </c:pt>
                <c:pt idx="267">
                  <c:v>46073</c:v>
                </c:pt>
                <c:pt idx="268">
                  <c:v>46080</c:v>
                </c:pt>
                <c:pt idx="269">
                  <c:v>46087</c:v>
                </c:pt>
                <c:pt idx="270">
                  <c:v>46094</c:v>
                </c:pt>
                <c:pt idx="271">
                  <c:v>46101</c:v>
                </c:pt>
                <c:pt idx="272">
                  <c:v>46108</c:v>
                </c:pt>
                <c:pt idx="273">
                  <c:v>46115</c:v>
                </c:pt>
                <c:pt idx="274">
                  <c:v>46122</c:v>
                </c:pt>
                <c:pt idx="275">
                  <c:v>46129</c:v>
                </c:pt>
                <c:pt idx="276">
                  <c:v>46136</c:v>
                </c:pt>
                <c:pt idx="277">
                  <c:v>46143</c:v>
                </c:pt>
                <c:pt idx="278">
                  <c:v>46150</c:v>
                </c:pt>
                <c:pt idx="279">
                  <c:v>46157</c:v>
                </c:pt>
                <c:pt idx="280">
                  <c:v>46164</c:v>
                </c:pt>
                <c:pt idx="281">
                  <c:v>46171</c:v>
                </c:pt>
                <c:pt idx="282">
                  <c:v>46178</c:v>
                </c:pt>
                <c:pt idx="283">
                  <c:v>46185</c:v>
                </c:pt>
                <c:pt idx="284">
                  <c:v>46192</c:v>
                </c:pt>
                <c:pt idx="285">
                  <c:v>46199</c:v>
                </c:pt>
                <c:pt idx="286">
                  <c:v>46206</c:v>
                </c:pt>
                <c:pt idx="287">
                  <c:v>46213</c:v>
                </c:pt>
                <c:pt idx="288">
                  <c:v>46220</c:v>
                </c:pt>
                <c:pt idx="289">
                  <c:v>46227</c:v>
                </c:pt>
                <c:pt idx="290">
                  <c:v>46234</c:v>
                </c:pt>
                <c:pt idx="291">
                  <c:v>46241</c:v>
                </c:pt>
                <c:pt idx="292">
                  <c:v>46248</c:v>
                </c:pt>
                <c:pt idx="293">
                  <c:v>46255</c:v>
                </c:pt>
                <c:pt idx="294">
                  <c:v>46262</c:v>
                </c:pt>
                <c:pt idx="295">
                  <c:v>46269</c:v>
                </c:pt>
                <c:pt idx="296">
                  <c:v>46276</c:v>
                </c:pt>
                <c:pt idx="297">
                  <c:v>46283</c:v>
                </c:pt>
              </c:numCache>
            </c:numRef>
          </c:cat>
          <c:val>
            <c:numRef>
              <c:f>Sheet1!$C$2:$C$299</c:f>
              <c:numCache>
                <c:formatCode>General</c:formatCode>
                <c:ptCount val="298"/>
                <c:pt idx="0">
                  <c:v>10.15593853999299</c:v>
                </c:pt>
                <c:pt idx="1">
                  <c:v>10.15593853999299</c:v>
                </c:pt>
                <c:pt idx="2">
                  <c:v>10.15593853999299</c:v>
                </c:pt>
                <c:pt idx="3">
                  <c:v>10.15593853999299</c:v>
                </c:pt>
                <c:pt idx="4">
                  <c:v>10.15593853999299</c:v>
                </c:pt>
                <c:pt idx="5">
                  <c:v>10.15593853999299</c:v>
                </c:pt>
                <c:pt idx="6">
                  <c:v>10.15593853999299</c:v>
                </c:pt>
                <c:pt idx="7">
                  <c:v>10.15593853999299</c:v>
                </c:pt>
                <c:pt idx="8">
                  <c:v>10.15593853999299</c:v>
                </c:pt>
                <c:pt idx="9">
                  <c:v>10.15593853999299</c:v>
                </c:pt>
                <c:pt idx="10">
                  <c:v>10.15593853999299</c:v>
                </c:pt>
                <c:pt idx="11">
                  <c:v>10.15593853999299</c:v>
                </c:pt>
                <c:pt idx="12">
                  <c:v>10.15593853999299</c:v>
                </c:pt>
                <c:pt idx="13">
                  <c:v>10.15593853999299</c:v>
                </c:pt>
                <c:pt idx="14">
                  <c:v>10.15593853999299</c:v>
                </c:pt>
                <c:pt idx="15">
                  <c:v>10.15593853999299</c:v>
                </c:pt>
                <c:pt idx="16">
                  <c:v>10.15593853999299</c:v>
                </c:pt>
                <c:pt idx="17">
                  <c:v>10.15593853999299</c:v>
                </c:pt>
                <c:pt idx="18">
                  <c:v>10.15593853999299</c:v>
                </c:pt>
                <c:pt idx="19">
                  <c:v>10.15593853999299</c:v>
                </c:pt>
                <c:pt idx="20">
                  <c:v>10.15593853999299</c:v>
                </c:pt>
                <c:pt idx="21">
                  <c:v>10.15593853999299</c:v>
                </c:pt>
                <c:pt idx="22">
                  <c:v>10.15593853999299</c:v>
                </c:pt>
                <c:pt idx="23">
                  <c:v>10.15593853999299</c:v>
                </c:pt>
                <c:pt idx="24">
                  <c:v>10.15593853999299</c:v>
                </c:pt>
                <c:pt idx="25">
                  <c:v>10.15593853999299</c:v>
                </c:pt>
                <c:pt idx="26">
                  <c:v>10.15593853999299</c:v>
                </c:pt>
                <c:pt idx="27">
                  <c:v>10.15593853999299</c:v>
                </c:pt>
                <c:pt idx="28">
                  <c:v>10.15593853999299</c:v>
                </c:pt>
                <c:pt idx="29">
                  <c:v>10.15593853999299</c:v>
                </c:pt>
                <c:pt idx="30">
                  <c:v>10.15593853999299</c:v>
                </c:pt>
                <c:pt idx="31">
                  <c:v>10.15593853999299</c:v>
                </c:pt>
                <c:pt idx="32">
                  <c:v>10.15593853999299</c:v>
                </c:pt>
                <c:pt idx="33">
                  <c:v>10.15593853999299</c:v>
                </c:pt>
                <c:pt idx="34">
                  <c:v>10.15593853999299</c:v>
                </c:pt>
                <c:pt idx="35">
                  <c:v>10.15593853999299</c:v>
                </c:pt>
                <c:pt idx="36">
                  <c:v>10.15593853999299</c:v>
                </c:pt>
                <c:pt idx="37">
                  <c:v>10.15593853999299</c:v>
                </c:pt>
                <c:pt idx="38">
                  <c:v>10.15593853999299</c:v>
                </c:pt>
                <c:pt idx="39">
                  <c:v>10.15593853999299</c:v>
                </c:pt>
                <c:pt idx="40">
                  <c:v>10.15593853999299</c:v>
                </c:pt>
                <c:pt idx="41">
                  <c:v>10.15593853999299</c:v>
                </c:pt>
                <c:pt idx="42">
                  <c:v>10.15593853999299</c:v>
                </c:pt>
                <c:pt idx="43">
                  <c:v>10.15593853999299</c:v>
                </c:pt>
                <c:pt idx="44">
                  <c:v>10.15593853999299</c:v>
                </c:pt>
                <c:pt idx="45">
                  <c:v>10.15593853999299</c:v>
                </c:pt>
                <c:pt idx="46">
                  <c:v>10.15593853999299</c:v>
                </c:pt>
                <c:pt idx="47">
                  <c:v>10.15593853999299</c:v>
                </c:pt>
                <c:pt idx="48">
                  <c:v>10.15593853999299</c:v>
                </c:pt>
                <c:pt idx="49">
                  <c:v>10.15593853999299</c:v>
                </c:pt>
                <c:pt idx="50">
                  <c:v>10.15593853999299</c:v>
                </c:pt>
                <c:pt idx="51">
                  <c:v>10.15593853999299</c:v>
                </c:pt>
                <c:pt idx="52">
                  <c:v>10.15593853999299</c:v>
                </c:pt>
                <c:pt idx="53">
                  <c:v>10.15593853999299</c:v>
                </c:pt>
                <c:pt idx="54">
                  <c:v>10.15593853999299</c:v>
                </c:pt>
                <c:pt idx="55">
                  <c:v>10.15593853999299</c:v>
                </c:pt>
                <c:pt idx="56">
                  <c:v>10.15593853999299</c:v>
                </c:pt>
                <c:pt idx="57">
                  <c:v>10.15593853999299</c:v>
                </c:pt>
                <c:pt idx="58">
                  <c:v>10.15593853999299</c:v>
                </c:pt>
                <c:pt idx="59">
                  <c:v>10.15593853999299</c:v>
                </c:pt>
                <c:pt idx="60">
                  <c:v>10.15593853999299</c:v>
                </c:pt>
                <c:pt idx="61">
                  <c:v>10.15593853999299</c:v>
                </c:pt>
                <c:pt idx="62">
                  <c:v>10.15593853999299</c:v>
                </c:pt>
                <c:pt idx="63">
                  <c:v>10.15593853999299</c:v>
                </c:pt>
                <c:pt idx="64">
                  <c:v>10.15593853999299</c:v>
                </c:pt>
                <c:pt idx="65">
                  <c:v>10.15593853999299</c:v>
                </c:pt>
                <c:pt idx="66">
                  <c:v>10.15593853999299</c:v>
                </c:pt>
                <c:pt idx="67">
                  <c:v>10.15593853999299</c:v>
                </c:pt>
                <c:pt idx="68">
                  <c:v>10.15593853999299</c:v>
                </c:pt>
                <c:pt idx="69">
                  <c:v>10.15593853999299</c:v>
                </c:pt>
                <c:pt idx="70">
                  <c:v>10.15593853999299</c:v>
                </c:pt>
                <c:pt idx="71">
                  <c:v>10.15593853999299</c:v>
                </c:pt>
                <c:pt idx="72">
                  <c:v>10.15593853999299</c:v>
                </c:pt>
                <c:pt idx="73">
                  <c:v>10.15593853999299</c:v>
                </c:pt>
                <c:pt idx="74">
                  <c:v>10.15593853999299</c:v>
                </c:pt>
                <c:pt idx="75">
                  <c:v>10.15593853999299</c:v>
                </c:pt>
                <c:pt idx="76">
                  <c:v>10.15593853999299</c:v>
                </c:pt>
                <c:pt idx="77">
                  <c:v>10.15593853999299</c:v>
                </c:pt>
                <c:pt idx="78">
                  <c:v>10.15593853999299</c:v>
                </c:pt>
                <c:pt idx="79">
                  <c:v>10.15593853999299</c:v>
                </c:pt>
                <c:pt idx="80">
                  <c:v>10.15593853999299</c:v>
                </c:pt>
                <c:pt idx="81">
                  <c:v>10.15593853999299</c:v>
                </c:pt>
                <c:pt idx="82">
                  <c:v>10.15593853999299</c:v>
                </c:pt>
                <c:pt idx="83">
                  <c:v>10.15593853999299</c:v>
                </c:pt>
                <c:pt idx="84">
                  <c:v>10.15593853999299</c:v>
                </c:pt>
                <c:pt idx="85">
                  <c:v>10.15593853999299</c:v>
                </c:pt>
                <c:pt idx="86">
                  <c:v>10.15593853999299</c:v>
                </c:pt>
                <c:pt idx="87">
                  <c:v>10.15593853999299</c:v>
                </c:pt>
                <c:pt idx="88">
                  <c:v>10.15593853999299</c:v>
                </c:pt>
                <c:pt idx="89">
                  <c:v>10.15593853999299</c:v>
                </c:pt>
                <c:pt idx="90">
                  <c:v>10.15593853999299</c:v>
                </c:pt>
                <c:pt idx="91">
                  <c:v>10.15593853999299</c:v>
                </c:pt>
                <c:pt idx="92">
                  <c:v>10.15593853999299</c:v>
                </c:pt>
                <c:pt idx="93">
                  <c:v>10.15593853999299</c:v>
                </c:pt>
                <c:pt idx="94">
                  <c:v>10.15593853999299</c:v>
                </c:pt>
                <c:pt idx="95">
                  <c:v>10.15593853999299</c:v>
                </c:pt>
                <c:pt idx="96">
                  <c:v>10.15593853999299</c:v>
                </c:pt>
                <c:pt idx="97">
                  <c:v>10.15593853999299</c:v>
                </c:pt>
                <c:pt idx="98">
                  <c:v>10.15593853999299</c:v>
                </c:pt>
                <c:pt idx="99">
                  <c:v>10.15593853999299</c:v>
                </c:pt>
                <c:pt idx="100">
                  <c:v>10.15593853999299</c:v>
                </c:pt>
                <c:pt idx="101">
                  <c:v>10.15593853999299</c:v>
                </c:pt>
                <c:pt idx="102">
                  <c:v>10.15593853999299</c:v>
                </c:pt>
                <c:pt idx="103">
                  <c:v>10.15593853999299</c:v>
                </c:pt>
                <c:pt idx="104">
                  <c:v>10.15593853999299</c:v>
                </c:pt>
                <c:pt idx="105">
                  <c:v>10.15593853999299</c:v>
                </c:pt>
                <c:pt idx="106">
                  <c:v>10.15593853999299</c:v>
                </c:pt>
                <c:pt idx="107">
                  <c:v>10.15593853999299</c:v>
                </c:pt>
                <c:pt idx="108">
                  <c:v>10.15593853999299</c:v>
                </c:pt>
                <c:pt idx="109">
                  <c:v>10.15593853999299</c:v>
                </c:pt>
                <c:pt idx="110">
                  <c:v>10.15593853999299</c:v>
                </c:pt>
                <c:pt idx="111">
                  <c:v>10.15593853999299</c:v>
                </c:pt>
                <c:pt idx="112">
                  <c:v>10.15593853999299</c:v>
                </c:pt>
                <c:pt idx="113">
                  <c:v>10.15593853999299</c:v>
                </c:pt>
                <c:pt idx="114">
                  <c:v>10.15593853999299</c:v>
                </c:pt>
                <c:pt idx="115">
                  <c:v>10.15593853999299</c:v>
                </c:pt>
                <c:pt idx="116">
                  <c:v>10.15593853999299</c:v>
                </c:pt>
                <c:pt idx="117">
                  <c:v>10.15593853999299</c:v>
                </c:pt>
                <c:pt idx="118">
                  <c:v>10.15593853999299</c:v>
                </c:pt>
                <c:pt idx="119">
                  <c:v>10.15593853999299</c:v>
                </c:pt>
                <c:pt idx="120">
                  <c:v>10.15593853999299</c:v>
                </c:pt>
                <c:pt idx="121">
                  <c:v>10.15593853999299</c:v>
                </c:pt>
                <c:pt idx="122">
                  <c:v>10.15593853999299</c:v>
                </c:pt>
                <c:pt idx="123">
                  <c:v>10.15593853999299</c:v>
                </c:pt>
                <c:pt idx="124">
                  <c:v>10.15593853999299</c:v>
                </c:pt>
                <c:pt idx="125">
                  <c:v>10.15593853999299</c:v>
                </c:pt>
                <c:pt idx="126">
                  <c:v>10.15593853999299</c:v>
                </c:pt>
                <c:pt idx="127">
                  <c:v>10.15593853999299</c:v>
                </c:pt>
                <c:pt idx="128">
                  <c:v>10.15593853999299</c:v>
                </c:pt>
                <c:pt idx="129">
                  <c:v>10.15593853999299</c:v>
                </c:pt>
                <c:pt idx="130">
                  <c:v>10.15593853999299</c:v>
                </c:pt>
                <c:pt idx="131">
                  <c:v>10.15593853999299</c:v>
                </c:pt>
                <c:pt idx="132">
                  <c:v>10.15593853999299</c:v>
                </c:pt>
                <c:pt idx="133">
                  <c:v>10.15593853999299</c:v>
                </c:pt>
                <c:pt idx="134">
                  <c:v>10.15593853999299</c:v>
                </c:pt>
                <c:pt idx="135">
                  <c:v>10.15593853999299</c:v>
                </c:pt>
                <c:pt idx="136">
                  <c:v>10.15593853999299</c:v>
                </c:pt>
                <c:pt idx="137">
                  <c:v>10.15593853999299</c:v>
                </c:pt>
                <c:pt idx="138">
                  <c:v>10.15593853999299</c:v>
                </c:pt>
                <c:pt idx="139">
                  <c:v>10.15593853999299</c:v>
                </c:pt>
                <c:pt idx="140">
                  <c:v>10.15593853999299</c:v>
                </c:pt>
                <c:pt idx="141">
                  <c:v>10.15593853999299</c:v>
                </c:pt>
                <c:pt idx="142">
                  <c:v>10.15593853999299</c:v>
                </c:pt>
                <c:pt idx="143">
                  <c:v>10.15593853999299</c:v>
                </c:pt>
                <c:pt idx="144">
                  <c:v>10.15593853999299</c:v>
                </c:pt>
                <c:pt idx="145">
                  <c:v>10.15593853999299</c:v>
                </c:pt>
                <c:pt idx="146">
                  <c:v>10.15593853999299</c:v>
                </c:pt>
                <c:pt idx="147">
                  <c:v>10.15593853999299</c:v>
                </c:pt>
                <c:pt idx="148">
                  <c:v>10.15593853999299</c:v>
                </c:pt>
                <c:pt idx="149">
                  <c:v>10.15593853999299</c:v>
                </c:pt>
                <c:pt idx="150">
                  <c:v>10.15593853999299</c:v>
                </c:pt>
                <c:pt idx="151">
                  <c:v>10.15593853999299</c:v>
                </c:pt>
                <c:pt idx="152">
                  <c:v>10.15593853999299</c:v>
                </c:pt>
                <c:pt idx="153">
                  <c:v>10.15593853999299</c:v>
                </c:pt>
                <c:pt idx="154">
                  <c:v>10.15593853999299</c:v>
                </c:pt>
                <c:pt idx="155">
                  <c:v>10.15593853999299</c:v>
                </c:pt>
                <c:pt idx="156">
                  <c:v>10.15593853999299</c:v>
                </c:pt>
                <c:pt idx="157">
                  <c:v>10.15593853999299</c:v>
                </c:pt>
                <c:pt idx="158">
                  <c:v>10.15593853999299</c:v>
                </c:pt>
                <c:pt idx="159">
                  <c:v>10.15593853999299</c:v>
                </c:pt>
                <c:pt idx="160">
                  <c:v>10.15593853999299</c:v>
                </c:pt>
                <c:pt idx="161">
                  <c:v>10.15593853999299</c:v>
                </c:pt>
                <c:pt idx="162">
                  <c:v>10.15593853999299</c:v>
                </c:pt>
                <c:pt idx="163">
                  <c:v>10.15593853999299</c:v>
                </c:pt>
                <c:pt idx="164">
                  <c:v>10.15593853999299</c:v>
                </c:pt>
                <c:pt idx="165">
                  <c:v>10.15593853999299</c:v>
                </c:pt>
                <c:pt idx="166">
                  <c:v>10.15593853999299</c:v>
                </c:pt>
                <c:pt idx="167">
                  <c:v>10.15593853999299</c:v>
                </c:pt>
                <c:pt idx="168">
                  <c:v>10.15593853999299</c:v>
                </c:pt>
                <c:pt idx="169">
                  <c:v>10.15593853999299</c:v>
                </c:pt>
                <c:pt idx="170">
                  <c:v>10.15593853999299</c:v>
                </c:pt>
                <c:pt idx="171">
                  <c:v>10.15593853999299</c:v>
                </c:pt>
                <c:pt idx="172">
                  <c:v>10.15593853999299</c:v>
                </c:pt>
                <c:pt idx="173">
                  <c:v>10.15593853999299</c:v>
                </c:pt>
                <c:pt idx="174">
                  <c:v>10.15593853999299</c:v>
                </c:pt>
                <c:pt idx="175">
                  <c:v>10.15593853999299</c:v>
                </c:pt>
                <c:pt idx="176">
                  <c:v>10.15593853999299</c:v>
                </c:pt>
                <c:pt idx="177">
                  <c:v>10.15593853999299</c:v>
                </c:pt>
                <c:pt idx="178">
                  <c:v>10.15593853999299</c:v>
                </c:pt>
                <c:pt idx="179">
                  <c:v>10.15593853999299</c:v>
                </c:pt>
                <c:pt idx="180">
                  <c:v>10.15593853999299</c:v>
                </c:pt>
                <c:pt idx="181">
                  <c:v>10.15593853999299</c:v>
                </c:pt>
                <c:pt idx="182">
                  <c:v>10.15593853999299</c:v>
                </c:pt>
                <c:pt idx="183">
                  <c:v>10.15593853999299</c:v>
                </c:pt>
                <c:pt idx="184">
                  <c:v>10.15593853999299</c:v>
                </c:pt>
                <c:pt idx="185">
                  <c:v>10.15593853999299</c:v>
                </c:pt>
                <c:pt idx="186">
                  <c:v>10.15593853999299</c:v>
                </c:pt>
                <c:pt idx="187">
                  <c:v>10.15593853999299</c:v>
                </c:pt>
                <c:pt idx="188">
                  <c:v>10.15593853999299</c:v>
                </c:pt>
                <c:pt idx="189">
                  <c:v>10.15593853999299</c:v>
                </c:pt>
                <c:pt idx="190">
                  <c:v>10.15593853999299</c:v>
                </c:pt>
                <c:pt idx="191">
                  <c:v>10.15593853999299</c:v>
                </c:pt>
                <c:pt idx="192">
                  <c:v>10.15593853999299</c:v>
                </c:pt>
                <c:pt idx="193">
                  <c:v>10.15593853999299</c:v>
                </c:pt>
                <c:pt idx="194">
                  <c:v>10.15593853999299</c:v>
                </c:pt>
                <c:pt idx="195">
                  <c:v>10.15593853999299</c:v>
                </c:pt>
                <c:pt idx="196">
                  <c:v>10.15593853999299</c:v>
                </c:pt>
                <c:pt idx="197">
                  <c:v>10.15593853999299</c:v>
                </c:pt>
                <c:pt idx="198">
                  <c:v>10.15593853999299</c:v>
                </c:pt>
                <c:pt idx="199">
                  <c:v>10.15593853999299</c:v>
                </c:pt>
                <c:pt idx="200">
                  <c:v>10.15593853999299</c:v>
                </c:pt>
                <c:pt idx="201">
                  <c:v>10.15593853999299</c:v>
                </c:pt>
                <c:pt idx="202">
                  <c:v>10.15593853999299</c:v>
                </c:pt>
                <c:pt idx="203">
                  <c:v>10.15593853999299</c:v>
                </c:pt>
                <c:pt idx="204">
                  <c:v>10.15593853999299</c:v>
                </c:pt>
                <c:pt idx="205">
                  <c:v>10.15593853999299</c:v>
                </c:pt>
                <c:pt idx="206">
                  <c:v>10.15593853999299</c:v>
                </c:pt>
                <c:pt idx="207">
                  <c:v>10.15593853999299</c:v>
                </c:pt>
                <c:pt idx="208">
                  <c:v>10.15593853999299</c:v>
                </c:pt>
                <c:pt idx="209">
                  <c:v>10.15593853999299</c:v>
                </c:pt>
                <c:pt idx="210">
                  <c:v>10.15593853999299</c:v>
                </c:pt>
                <c:pt idx="211">
                  <c:v>10.15593853999299</c:v>
                </c:pt>
                <c:pt idx="212">
                  <c:v>10.15593853999299</c:v>
                </c:pt>
                <c:pt idx="213">
                  <c:v>10.15593853999299</c:v>
                </c:pt>
                <c:pt idx="214">
                  <c:v>10.15593853999299</c:v>
                </c:pt>
                <c:pt idx="215">
                  <c:v>10.15593853999299</c:v>
                </c:pt>
                <c:pt idx="216">
                  <c:v>10.15593853999299</c:v>
                </c:pt>
                <c:pt idx="217">
                  <c:v>10.15593853999299</c:v>
                </c:pt>
                <c:pt idx="218">
                  <c:v>10.15593853999299</c:v>
                </c:pt>
                <c:pt idx="219">
                  <c:v>10.15593853999299</c:v>
                </c:pt>
                <c:pt idx="220">
                  <c:v>10.15593853999299</c:v>
                </c:pt>
                <c:pt idx="221">
                  <c:v>10.15593853999299</c:v>
                </c:pt>
                <c:pt idx="222">
                  <c:v>10.15593853999299</c:v>
                </c:pt>
                <c:pt idx="223">
                  <c:v>10.15593853999299</c:v>
                </c:pt>
                <c:pt idx="224">
                  <c:v>10.15593853999299</c:v>
                </c:pt>
                <c:pt idx="225">
                  <c:v>10.15593853999299</c:v>
                </c:pt>
                <c:pt idx="226">
                  <c:v>10.15593853999299</c:v>
                </c:pt>
                <c:pt idx="227">
                  <c:v>10.15593853999299</c:v>
                </c:pt>
                <c:pt idx="228">
                  <c:v>10.15593853999299</c:v>
                </c:pt>
                <c:pt idx="229">
                  <c:v>10.15593853999299</c:v>
                </c:pt>
                <c:pt idx="230">
                  <c:v>10.15593853999299</c:v>
                </c:pt>
                <c:pt idx="231">
                  <c:v>10.15593853999299</c:v>
                </c:pt>
                <c:pt idx="232">
                  <c:v>10.15593853999299</c:v>
                </c:pt>
                <c:pt idx="233">
                  <c:v>10.15593853999299</c:v>
                </c:pt>
                <c:pt idx="234">
                  <c:v>10.15593853999299</c:v>
                </c:pt>
                <c:pt idx="235">
                  <c:v>10.15593853999299</c:v>
                </c:pt>
                <c:pt idx="236">
                  <c:v>10.15593853999299</c:v>
                </c:pt>
                <c:pt idx="237">
                  <c:v>10.15593853999299</c:v>
                </c:pt>
                <c:pt idx="238">
                  <c:v>10.15593853999299</c:v>
                </c:pt>
                <c:pt idx="239">
                  <c:v>10.15593853999299</c:v>
                </c:pt>
                <c:pt idx="240">
                  <c:v>10.15593853999299</c:v>
                </c:pt>
                <c:pt idx="241">
                  <c:v>10.15593853999299</c:v>
                </c:pt>
                <c:pt idx="242">
                  <c:v>10.15593853999299</c:v>
                </c:pt>
                <c:pt idx="243">
                  <c:v>10.15593853999299</c:v>
                </c:pt>
                <c:pt idx="244">
                  <c:v>10.15593853999299</c:v>
                </c:pt>
                <c:pt idx="245">
                  <c:v>10.15593853999299</c:v>
                </c:pt>
                <c:pt idx="246">
                  <c:v>10.15593853999299</c:v>
                </c:pt>
                <c:pt idx="247">
                  <c:v>10.15593853999299</c:v>
                </c:pt>
                <c:pt idx="248">
                  <c:v>10.15593853999299</c:v>
                </c:pt>
                <c:pt idx="249">
                  <c:v>10.15593853999299</c:v>
                </c:pt>
                <c:pt idx="250">
                  <c:v>10.15593853999299</c:v>
                </c:pt>
                <c:pt idx="251">
                  <c:v>10.15593853999299</c:v>
                </c:pt>
                <c:pt idx="252">
                  <c:v>10.15593853999299</c:v>
                </c:pt>
                <c:pt idx="253">
                  <c:v>10.15593853999299</c:v>
                </c:pt>
                <c:pt idx="254">
                  <c:v>10.15593853999299</c:v>
                </c:pt>
                <c:pt idx="255">
                  <c:v>10.15593853999299</c:v>
                </c:pt>
                <c:pt idx="256">
                  <c:v>10.15593853999299</c:v>
                </c:pt>
                <c:pt idx="257">
                  <c:v>10.15593853999299</c:v>
                </c:pt>
                <c:pt idx="258">
                  <c:v>10.15593853999299</c:v>
                </c:pt>
                <c:pt idx="259">
                  <c:v>10.15593853999299</c:v>
                </c:pt>
                <c:pt idx="260">
                  <c:v>10.15593853999299</c:v>
                </c:pt>
                <c:pt idx="261">
                  <c:v>10.15593853999299</c:v>
                </c:pt>
                <c:pt idx="262">
                  <c:v>10.15593853999299</c:v>
                </c:pt>
                <c:pt idx="263">
                  <c:v>10.15593853999299</c:v>
                </c:pt>
                <c:pt idx="264">
                  <c:v>10.15593853999299</c:v>
                </c:pt>
                <c:pt idx="265">
                  <c:v>10.15593853999299</c:v>
                </c:pt>
                <c:pt idx="266">
                  <c:v>10.15593853999299</c:v>
                </c:pt>
                <c:pt idx="267">
                  <c:v>10.15593853999299</c:v>
                </c:pt>
                <c:pt idx="268">
                  <c:v>10.15593853999299</c:v>
                </c:pt>
                <c:pt idx="269">
                  <c:v>10.15593853999299</c:v>
                </c:pt>
                <c:pt idx="270">
                  <c:v>10.15593853999299</c:v>
                </c:pt>
                <c:pt idx="271">
                  <c:v>10.15593853999299</c:v>
                </c:pt>
                <c:pt idx="272">
                  <c:v>10.15593853999299</c:v>
                </c:pt>
                <c:pt idx="273">
                  <c:v>10.15593853999299</c:v>
                </c:pt>
                <c:pt idx="274">
                  <c:v>10.15593853999299</c:v>
                </c:pt>
                <c:pt idx="275">
                  <c:v>10.15593853999299</c:v>
                </c:pt>
                <c:pt idx="276">
                  <c:v>10.15593853999299</c:v>
                </c:pt>
                <c:pt idx="277">
                  <c:v>10.15593853999299</c:v>
                </c:pt>
                <c:pt idx="278">
                  <c:v>10.15593853999299</c:v>
                </c:pt>
                <c:pt idx="279">
                  <c:v>10.15593853999299</c:v>
                </c:pt>
                <c:pt idx="280">
                  <c:v>10.15593853999299</c:v>
                </c:pt>
                <c:pt idx="281">
                  <c:v>10.15593853999299</c:v>
                </c:pt>
                <c:pt idx="282">
                  <c:v>10.15593853999299</c:v>
                </c:pt>
                <c:pt idx="283">
                  <c:v>10.15593853999299</c:v>
                </c:pt>
                <c:pt idx="284">
                  <c:v>10.15593853999299</c:v>
                </c:pt>
                <c:pt idx="285">
                  <c:v>10.15593853999299</c:v>
                </c:pt>
                <c:pt idx="286">
                  <c:v>10.15593853999299</c:v>
                </c:pt>
                <c:pt idx="287">
                  <c:v>10.15593853999299</c:v>
                </c:pt>
                <c:pt idx="288">
                  <c:v>10.15593853999299</c:v>
                </c:pt>
                <c:pt idx="289">
                  <c:v>10.15593853999299</c:v>
                </c:pt>
                <c:pt idx="290">
                  <c:v>10.15593853999299</c:v>
                </c:pt>
                <c:pt idx="291">
                  <c:v>10.15593853999299</c:v>
                </c:pt>
                <c:pt idx="292">
                  <c:v>10.15593853999299</c:v>
                </c:pt>
                <c:pt idx="293">
                  <c:v>10.15593853999299</c:v>
                </c:pt>
                <c:pt idx="294">
                  <c:v>10.15593853999299</c:v>
                </c:pt>
                <c:pt idx="295">
                  <c:v>10.15593853999299</c:v>
                </c:pt>
                <c:pt idx="296">
                  <c:v>10.15593853999299</c:v>
                </c:pt>
                <c:pt idx="297">
                  <c:v>10.15593853999299</c:v>
                </c:pt>
              </c:numCache>
            </c:numRef>
          </c:val>
          <c:smooth val="1"/>
          <c:extLst>
            <c:ext xmlns:c16="http://schemas.microsoft.com/office/drawing/2014/chart" uri="{C3380CC4-5D6E-409C-BE32-E72D297353CC}">
              <c16:uniqueId val="{00000001-FDDD-4C45-B10B-7F55DCEB7390}"/>
            </c:ext>
          </c:extLst>
        </c:ser>
        <c:ser>
          <c:idx val="2"/>
          <c:order val="2"/>
          <c:tx>
            <c:v>±1 s.d.</c:v>
          </c:tx>
          <c:spPr>
            <a:ln w="19050">
              <a:solidFill>
                <a:srgbClr val="8EB3DF"/>
              </a:solidFill>
              <a:prstDash val="dash"/>
            </a:ln>
          </c:spPr>
          <c:marker>
            <c:symbol val="none"/>
          </c:marker>
          <c:cat>
            <c:numRef>
              <c:f>Sheet1!$A$2:$A$299</c:f>
              <c:numCache>
                <c:formatCode>yyyy\-mm\-dd</c:formatCode>
                <c:ptCount val="298"/>
                <c:pt idx="0">
                  <c:v>44204</c:v>
                </c:pt>
                <c:pt idx="1">
                  <c:v>44211</c:v>
                </c:pt>
                <c:pt idx="2">
                  <c:v>44218</c:v>
                </c:pt>
                <c:pt idx="3">
                  <c:v>44225</c:v>
                </c:pt>
                <c:pt idx="4">
                  <c:v>44232</c:v>
                </c:pt>
                <c:pt idx="5">
                  <c:v>44239</c:v>
                </c:pt>
                <c:pt idx="6">
                  <c:v>44246</c:v>
                </c:pt>
                <c:pt idx="7">
                  <c:v>44253</c:v>
                </c:pt>
                <c:pt idx="8">
                  <c:v>44260</c:v>
                </c:pt>
                <c:pt idx="9">
                  <c:v>44267</c:v>
                </c:pt>
                <c:pt idx="10">
                  <c:v>44274</c:v>
                </c:pt>
                <c:pt idx="11">
                  <c:v>44281</c:v>
                </c:pt>
                <c:pt idx="12">
                  <c:v>44288</c:v>
                </c:pt>
                <c:pt idx="13">
                  <c:v>44295</c:v>
                </c:pt>
                <c:pt idx="14">
                  <c:v>44302</c:v>
                </c:pt>
                <c:pt idx="15">
                  <c:v>44309</c:v>
                </c:pt>
                <c:pt idx="16">
                  <c:v>44316</c:v>
                </c:pt>
                <c:pt idx="17">
                  <c:v>44323</c:v>
                </c:pt>
                <c:pt idx="18">
                  <c:v>44330</c:v>
                </c:pt>
                <c:pt idx="19">
                  <c:v>44337</c:v>
                </c:pt>
                <c:pt idx="20">
                  <c:v>44344</c:v>
                </c:pt>
                <c:pt idx="21">
                  <c:v>44351</c:v>
                </c:pt>
                <c:pt idx="22">
                  <c:v>44358</c:v>
                </c:pt>
                <c:pt idx="23">
                  <c:v>44365</c:v>
                </c:pt>
                <c:pt idx="24">
                  <c:v>44372</c:v>
                </c:pt>
                <c:pt idx="25">
                  <c:v>44379</c:v>
                </c:pt>
                <c:pt idx="26">
                  <c:v>44386</c:v>
                </c:pt>
                <c:pt idx="27">
                  <c:v>44393</c:v>
                </c:pt>
                <c:pt idx="28">
                  <c:v>44400</c:v>
                </c:pt>
                <c:pt idx="29">
                  <c:v>44407</c:v>
                </c:pt>
                <c:pt idx="30">
                  <c:v>44414</c:v>
                </c:pt>
                <c:pt idx="31">
                  <c:v>44421</c:v>
                </c:pt>
                <c:pt idx="32">
                  <c:v>44428</c:v>
                </c:pt>
                <c:pt idx="33">
                  <c:v>44435</c:v>
                </c:pt>
                <c:pt idx="34">
                  <c:v>44442</c:v>
                </c:pt>
                <c:pt idx="35">
                  <c:v>44449</c:v>
                </c:pt>
                <c:pt idx="36">
                  <c:v>44456</c:v>
                </c:pt>
                <c:pt idx="37">
                  <c:v>44463</c:v>
                </c:pt>
                <c:pt idx="38">
                  <c:v>44470</c:v>
                </c:pt>
                <c:pt idx="39">
                  <c:v>44477</c:v>
                </c:pt>
                <c:pt idx="40">
                  <c:v>44484</c:v>
                </c:pt>
                <c:pt idx="41">
                  <c:v>44491</c:v>
                </c:pt>
                <c:pt idx="42">
                  <c:v>44498</c:v>
                </c:pt>
                <c:pt idx="43">
                  <c:v>44505</c:v>
                </c:pt>
                <c:pt idx="44">
                  <c:v>44512</c:v>
                </c:pt>
                <c:pt idx="45">
                  <c:v>44519</c:v>
                </c:pt>
                <c:pt idx="46">
                  <c:v>44526</c:v>
                </c:pt>
                <c:pt idx="47">
                  <c:v>44533</c:v>
                </c:pt>
                <c:pt idx="48">
                  <c:v>44540</c:v>
                </c:pt>
                <c:pt idx="49">
                  <c:v>44547</c:v>
                </c:pt>
                <c:pt idx="50">
                  <c:v>44554</c:v>
                </c:pt>
                <c:pt idx="51">
                  <c:v>44561</c:v>
                </c:pt>
                <c:pt idx="52">
                  <c:v>44568</c:v>
                </c:pt>
                <c:pt idx="53">
                  <c:v>44575</c:v>
                </c:pt>
                <c:pt idx="54">
                  <c:v>44582</c:v>
                </c:pt>
                <c:pt idx="55">
                  <c:v>44589</c:v>
                </c:pt>
                <c:pt idx="56">
                  <c:v>44596</c:v>
                </c:pt>
                <c:pt idx="57">
                  <c:v>44603</c:v>
                </c:pt>
                <c:pt idx="58">
                  <c:v>44610</c:v>
                </c:pt>
                <c:pt idx="59">
                  <c:v>44617</c:v>
                </c:pt>
                <c:pt idx="60">
                  <c:v>44624</c:v>
                </c:pt>
                <c:pt idx="61">
                  <c:v>44631</c:v>
                </c:pt>
                <c:pt idx="62">
                  <c:v>44638</c:v>
                </c:pt>
                <c:pt idx="63">
                  <c:v>44645</c:v>
                </c:pt>
                <c:pt idx="64">
                  <c:v>44652</c:v>
                </c:pt>
                <c:pt idx="65">
                  <c:v>44659</c:v>
                </c:pt>
                <c:pt idx="66">
                  <c:v>44666</c:v>
                </c:pt>
                <c:pt idx="67">
                  <c:v>44673</c:v>
                </c:pt>
                <c:pt idx="68">
                  <c:v>44680</c:v>
                </c:pt>
                <c:pt idx="69">
                  <c:v>44687</c:v>
                </c:pt>
                <c:pt idx="70">
                  <c:v>44694</c:v>
                </c:pt>
                <c:pt idx="71">
                  <c:v>44701</c:v>
                </c:pt>
                <c:pt idx="72">
                  <c:v>44708</c:v>
                </c:pt>
                <c:pt idx="73">
                  <c:v>44715</c:v>
                </c:pt>
                <c:pt idx="74">
                  <c:v>44722</c:v>
                </c:pt>
                <c:pt idx="75">
                  <c:v>44729</c:v>
                </c:pt>
                <c:pt idx="76">
                  <c:v>44736</c:v>
                </c:pt>
                <c:pt idx="77">
                  <c:v>44743</c:v>
                </c:pt>
                <c:pt idx="78">
                  <c:v>44750</c:v>
                </c:pt>
                <c:pt idx="79">
                  <c:v>44757</c:v>
                </c:pt>
                <c:pt idx="80">
                  <c:v>44764</c:v>
                </c:pt>
                <c:pt idx="81">
                  <c:v>44771</c:v>
                </c:pt>
                <c:pt idx="82">
                  <c:v>44778</c:v>
                </c:pt>
                <c:pt idx="83">
                  <c:v>44785</c:v>
                </c:pt>
                <c:pt idx="84">
                  <c:v>44792</c:v>
                </c:pt>
                <c:pt idx="85">
                  <c:v>44799</c:v>
                </c:pt>
                <c:pt idx="86">
                  <c:v>44806</c:v>
                </c:pt>
                <c:pt idx="87">
                  <c:v>44813</c:v>
                </c:pt>
                <c:pt idx="88">
                  <c:v>44820</c:v>
                </c:pt>
                <c:pt idx="89">
                  <c:v>44827</c:v>
                </c:pt>
                <c:pt idx="90">
                  <c:v>44834</c:v>
                </c:pt>
                <c:pt idx="91">
                  <c:v>44841</c:v>
                </c:pt>
                <c:pt idx="92">
                  <c:v>44848</c:v>
                </c:pt>
                <c:pt idx="93">
                  <c:v>44855</c:v>
                </c:pt>
                <c:pt idx="94">
                  <c:v>44862</c:v>
                </c:pt>
                <c:pt idx="95">
                  <c:v>44869</c:v>
                </c:pt>
                <c:pt idx="96">
                  <c:v>44876</c:v>
                </c:pt>
                <c:pt idx="97">
                  <c:v>44883</c:v>
                </c:pt>
                <c:pt idx="98">
                  <c:v>44890</c:v>
                </c:pt>
                <c:pt idx="99">
                  <c:v>44897</c:v>
                </c:pt>
                <c:pt idx="100">
                  <c:v>44904</c:v>
                </c:pt>
                <c:pt idx="101">
                  <c:v>44911</c:v>
                </c:pt>
                <c:pt idx="102">
                  <c:v>44918</c:v>
                </c:pt>
                <c:pt idx="103">
                  <c:v>44925</c:v>
                </c:pt>
                <c:pt idx="104">
                  <c:v>44932</c:v>
                </c:pt>
                <c:pt idx="105">
                  <c:v>44939</c:v>
                </c:pt>
                <c:pt idx="106">
                  <c:v>44946</c:v>
                </c:pt>
                <c:pt idx="107">
                  <c:v>44953</c:v>
                </c:pt>
                <c:pt idx="108">
                  <c:v>44960</c:v>
                </c:pt>
                <c:pt idx="109">
                  <c:v>44967</c:v>
                </c:pt>
                <c:pt idx="110">
                  <c:v>44974</c:v>
                </c:pt>
                <c:pt idx="111">
                  <c:v>44981</c:v>
                </c:pt>
                <c:pt idx="112">
                  <c:v>44988</c:v>
                </c:pt>
                <c:pt idx="113">
                  <c:v>44995</c:v>
                </c:pt>
                <c:pt idx="114">
                  <c:v>45002</c:v>
                </c:pt>
                <c:pt idx="115">
                  <c:v>45009</c:v>
                </c:pt>
                <c:pt idx="116">
                  <c:v>45016</c:v>
                </c:pt>
                <c:pt idx="117">
                  <c:v>45023</c:v>
                </c:pt>
                <c:pt idx="118">
                  <c:v>45030</c:v>
                </c:pt>
                <c:pt idx="119">
                  <c:v>45037</c:v>
                </c:pt>
                <c:pt idx="120">
                  <c:v>45044</c:v>
                </c:pt>
                <c:pt idx="121">
                  <c:v>45051</c:v>
                </c:pt>
                <c:pt idx="122">
                  <c:v>45058</c:v>
                </c:pt>
                <c:pt idx="123">
                  <c:v>45065</c:v>
                </c:pt>
                <c:pt idx="124">
                  <c:v>45072</c:v>
                </c:pt>
                <c:pt idx="125">
                  <c:v>45079</c:v>
                </c:pt>
                <c:pt idx="126">
                  <c:v>45086</c:v>
                </c:pt>
                <c:pt idx="127">
                  <c:v>45093</c:v>
                </c:pt>
                <c:pt idx="128">
                  <c:v>45100</c:v>
                </c:pt>
                <c:pt idx="129">
                  <c:v>45107</c:v>
                </c:pt>
                <c:pt idx="130">
                  <c:v>45114</c:v>
                </c:pt>
                <c:pt idx="131">
                  <c:v>45121</c:v>
                </c:pt>
                <c:pt idx="132">
                  <c:v>45128</c:v>
                </c:pt>
                <c:pt idx="133">
                  <c:v>45135</c:v>
                </c:pt>
                <c:pt idx="134">
                  <c:v>45142</c:v>
                </c:pt>
                <c:pt idx="135">
                  <c:v>45149</c:v>
                </c:pt>
                <c:pt idx="136">
                  <c:v>45156</c:v>
                </c:pt>
                <c:pt idx="137">
                  <c:v>45163</c:v>
                </c:pt>
                <c:pt idx="138">
                  <c:v>45170</c:v>
                </c:pt>
                <c:pt idx="139">
                  <c:v>45177</c:v>
                </c:pt>
                <c:pt idx="140">
                  <c:v>45184</c:v>
                </c:pt>
                <c:pt idx="141">
                  <c:v>45191</c:v>
                </c:pt>
                <c:pt idx="142">
                  <c:v>45198</c:v>
                </c:pt>
                <c:pt idx="143">
                  <c:v>45205</c:v>
                </c:pt>
                <c:pt idx="144">
                  <c:v>45212</c:v>
                </c:pt>
                <c:pt idx="145">
                  <c:v>45219</c:v>
                </c:pt>
                <c:pt idx="146">
                  <c:v>45226</c:v>
                </c:pt>
                <c:pt idx="147">
                  <c:v>45233</c:v>
                </c:pt>
                <c:pt idx="148">
                  <c:v>45240</c:v>
                </c:pt>
                <c:pt idx="149">
                  <c:v>45247</c:v>
                </c:pt>
                <c:pt idx="150">
                  <c:v>45254</c:v>
                </c:pt>
                <c:pt idx="151">
                  <c:v>45261</c:v>
                </c:pt>
                <c:pt idx="152">
                  <c:v>45268</c:v>
                </c:pt>
                <c:pt idx="153">
                  <c:v>45275</c:v>
                </c:pt>
                <c:pt idx="154">
                  <c:v>45282</c:v>
                </c:pt>
                <c:pt idx="155">
                  <c:v>45289</c:v>
                </c:pt>
                <c:pt idx="156">
                  <c:v>45296</c:v>
                </c:pt>
                <c:pt idx="157">
                  <c:v>45303</c:v>
                </c:pt>
                <c:pt idx="158">
                  <c:v>45310</c:v>
                </c:pt>
                <c:pt idx="159">
                  <c:v>45317</c:v>
                </c:pt>
                <c:pt idx="160">
                  <c:v>45324</c:v>
                </c:pt>
                <c:pt idx="161">
                  <c:v>45331</c:v>
                </c:pt>
                <c:pt idx="162">
                  <c:v>45338</c:v>
                </c:pt>
                <c:pt idx="163">
                  <c:v>45345</c:v>
                </c:pt>
                <c:pt idx="164">
                  <c:v>45352</c:v>
                </c:pt>
                <c:pt idx="165">
                  <c:v>45359</c:v>
                </c:pt>
                <c:pt idx="166">
                  <c:v>45366</c:v>
                </c:pt>
                <c:pt idx="167">
                  <c:v>45373</c:v>
                </c:pt>
                <c:pt idx="168">
                  <c:v>45380</c:v>
                </c:pt>
                <c:pt idx="169">
                  <c:v>45387</c:v>
                </c:pt>
                <c:pt idx="170">
                  <c:v>45394</c:v>
                </c:pt>
                <c:pt idx="171">
                  <c:v>45401</c:v>
                </c:pt>
                <c:pt idx="172">
                  <c:v>45408</c:v>
                </c:pt>
                <c:pt idx="173">
                  <c:v>45415</c:v>
                </c:pt>
                <c:pt idx="174">
                  <c:v>45422</c:v>
                </c:pt>
                <c:pt idx="175">
                  <c:v>45429</c:v>
                </c:pt>
                <c:pt idx="176">
                  <c:v>45436</c:v>
                </c:pt>
                <c:pt idx="177">
                  <c:v>45443</c:v>
                </c:pt>
                <c:pt idx="178">
                  <c:v>45450</c:v>
                </c:pt>
                <c:pt idx="179">
                  <c:v>45457</c:v>
                </c:pt>
                <c:pt idx="180">
                  <c:v>45464</c:v>
                </c:pt>
                <c:pt idx="181">
                  <c:v>45471</c:v>
                </c:pt>
                <c:pt idx="182">
                  <c:v>45478</c:v>
                </c:pt>
                <c:pt idx="183">
                  <c:v>45485</c:v>
                </c:pt>
                <c:pt idx="184">
                  <c:v>45492</c:v>
                </c:pt>
                <c:pt idx="185">
                  <c:v>45499</c:v>
                </c:pt>
                <c:pt idx="186">
                  <c:v>45506</c:v>
                </c:pt>
                <c:pt idx="187">
                  <c:v>45513</c:v>
                </c:pt>
                <c:pt idx="188">
                  <c:v>45520</c:v>
                </c:pt>
                <c:pt idx="189">
                  <c:v>45527</c:v>
                </c:pt>
                <c:pt idx="190">
                  <c:v>45534</c:v>
                </c:pt>
                <c:pt idx="191">
                  <c:v>45541</c:v>
                </c:pt>
                <c:pt idx="192">
                  <c:v>45548</c:v>
                </c:pt>
                <c:pt idx="193">
                  <c:v>45555</c:v>
                </c:pt>
                <c:pt idx="194">
                  <c:v>45562</c:v>
                </c:pt>
                <c:pt idx="195">
                  <c:v>45569</c:v>
                </c:pt>
                <c:pt idx="196">
                  <c:v>45576</c:v>
                </c:pt>
                <c:pt idx="197">
                  <c:v>45583</c:v>
                </c:pt>
                <c:pt idx="198">
                  <c:v>45590</c:v>
                </c:pt>
                <c:pt idx="199">
                  <c:v>45597</c:v>
                </c:pt>
                <c:pt idx="200">
                  <c:v>45604</c:v>
                </c:pt>
                <c:pt idx="201">
                  <c:v>45611</c:v>
                </c:pt>
                <c:pt idx="202">
                  <c:v>45618</c:v>
                </c:pt>
                <c:pt idx="203">
                  <c:v>45625</c:v>
                </c:pt>
                <c:pt idx="204">
                  <c:v>45632</c:v>
                </c:pt>
                <c:pt idx="205">
                  <c:v>45639</c:v>
                </c:pt>
                <c:pt idx="206">
                  <c:v>45646</c:v>
                </c:pt>
                <c:pt idx="207">
                  <c:v>45653</c:v>
                </c:pt>
                <c:pt idx="208">
                  <c:v>45660</c:v>
                </c:pt>
                <c:pt idx="209">
                  <c:v>45667</c:v>
                </c:pt>
                <c:pt idx="210">
                  <c:v>45674</c:v>
                </c:pt>
                <c:pt idx="211">
                  <c:v>45681</c:v>
                </c:pt>
                <c:pt idx="212">
                  <c:v>45688</c:v>
                </c:pt>
                <c:pt idx="213">
                  <c:v>45695</c:v>
                </c:pt>
                <c:pt idx="214">
                  <c:v>45702</c:v>
                </c:pt>
                <c:pt idx="215">
                  <c:v>45709</c:v>
                </c:pt>
                <c:pt idx="216">
                  <c:v>45716</c:v>
                </c:pt>
                <c:pt idx="217">
                  <c:v>45723</c:v>
                </c:pt>
                <c:pt idx="218">
                  <c:v>45730</c:v>
                </c:pt>
                <c:pt idx="219">
                  <c:v>45737</c:v>
                </c:pt>
                <c:pt idx="220">
                  <c:v>45744</c:v>
                </c:pt>
                <c:pt idx="221">
                  <c:v>45751</c:v>
                </c:pt>
                <c:pt idx="222">
                  <c:v>45758</c:v>
                </c:pt>
                <c:pt idx="223">
                  <c:v>45765</c:v>
                </c:pt>
                <c:pt idx="224">
                  <c:v>45772</c:v>
                </c:pt>
                <c:pt idx="225">
                  <c:v>45779</c:v>
                </c:pt>
                <c:pt idx="226">
                  <c:v>45786</c:v>
                </c:pt>
                <c:pt idx="227">
                  <c:v>45793</c:v>
                </c:pt>
                <c:pt idx="228">
                  <c:v>45800</c:v>
                </c:pt>
                <c:pt idx="229">
                  <c:v>45807</c:v>
                </c:pt>
                <c:pt idx="230">
                  <c:v>45814</c:v>
                </c:pt>
                <c:pt idx="231">
                  <c:v>45821</c:v>
                </c:pt>
                <c:pt idx="232">
                  <c:v>45828</c:v>
                </c:pt>
                <c:pt idx="233">
                  <c:v>45835</c:v>
                </c:pt>
                <c:pt idx="234">
                  <c:v>45842</c:v>
                </c:pt>
                <c:pt idx="235">
                  <c:v>45849</c:v>
                </c:pt>
                <c:pt idx="236">
                  <c:v>45856</c:v>
                </c:pt>
                <c:pt idx="237">
                  <c:v>45863</c:v>
                </c:pt>
                <c:pt idx="238">
                  <c:v>45870</c:v>
                </c:pt>
                <c:pt idx="239">
                  <c:v>45877</c:v>
                </c:pt>
                <c:pt idx="240">
                  <c:v>45884</c:v>
                </c:pt>
                <c:pt idx="241">
                  <c:v>45891</c:v>
                </c:pt>
                <c:pt idx="242">
                  <c:v>45898</c:v>
                </c:pt>
                <c:pt idx="243">
                  <c:v>45905</c:v>
                </c:pt>
                <c:pt idx="244">
                  <c:v>45912</c:v>
                </c:pt>
                <c:pt idx="245">
                  <c:v>45919</c:v>
                </c:pt>
                <c:pt idx="246">
                  <c:v>45926</c:v>
                </c:pt>
                <c:pt idx="247">
                  <c:v>45933</c:v>
                </c:pt>
                <c:pt idx="248">
                  <c:v>45940</c:v>
                </c:pt>
                <c:pt idx="249">
                  <c:v>45947</c:v>
                </c:pt>
                <c:pt idx="250">
                  <c:v>45954</c:v>
                </c:pt>
                <c:pt idx="251">
                  <c:v>45961</c:v>
                </c:pt>
                <c:pt idx="252">
                  <c:v>45968</c:v>
                </c:pt>
                <c:pt idx="253">
                  <c:v>45975</c:v>
                </c:pt>
                <c:pt idx="254">
                  <c:v>45982</c:v>
                </c:pt>
                <c:pt idx="255">
                  <c:v>45989</c:v>
                </c:pt>
                <c:pt idx="256">
                  <c:v>45996</c:v>
                </c:pt>
                <c:pt idx="257">
                  <c:v>46003</c:v>
                </c:pt>
                <c:pt idx="258">
                  <c:v>46010</c:v>
                </c:pt>
                <c:pt idx="259">
                  <c:v>46017</c:v>
                </c:pt>
                <c:pt idx="260">
                  <c:v>46024</c:v>
                </c:pt>
                <c:pt idx="261">
                  <c:v>46031</c:v>
                </c:pt>
                <c:pt idx="262">
                  <c:v>46038</c:v>
                </c:pt>
                <c:pt idx="263">
                  <c:v>46045</c:v>
                </c:pt>
                <c:pt idx="264">
                  <c:v>46052</c:v>
                </c:pt>
                <c:pt idx="265">
                  <c:v>46059</c:v>
                </c:pt>
                <c:pt idx="266">
                  <c:v>46066</c:v>
                </c:pt>
                <c:pt idx="267">
                  <c:v>46073</c:v>
                </c:pt>
                <c:pt idx="268">
                  <c:v>46080</c:v>
                </c:pt>
                <c:pt idx="269">
                  <c:v>46087</c:v>
                </c:pt>
                <c:pt idx="270">
                  <c:v>46094</c:v>
                </c:pt>
                <c:pt idx="271">
                  <c:v>46101</c:v>
                </c:pt>
                <c:pt idx="272">
                  <c:v>46108</c:v>
                </c:pt>
                <c:pt idx="273">
                  <c:v>46115</c:v>
                </c:pt>
                <c:pt idx="274">
                  <c:v>46122</c:v>
                </c:pt>
                <c:pt idx="275">
                  <c:v>46129</c:v>
                </c:pt>
                <c:pt idx="276">
                  <c:v>46136</c:v>
                </c:pt>
                <c:pt idx="277">
                  <c:v>46143</c:v>
                </c:pt>
                <c:pt idx="278">
                  <c:v>46150</c:v>
                </c:pt>
                <c:pt idx="279">
                  <c:v>46157</c:v>
                </c:pt>
                <c:pt idx="280">
                  <c:v>46164</c:v>
                </c:pt>
                <c:pt idx="281">
                  <c:v>46171</c:v>
                </c:pt>
                <c:pt idx="282">
                  <c:v>46178</c:v>
                </c:pt>
                <c:pt idx="283">
                  <c:v>46185</c:v>
                </c:pt>
                <c:pt idx="284">
                  <c:v>46192</c:v>
                </c:pt>
                <c:pt idx="285">
                  <c:v>46199</c:v>
                </c:pt>
                <c:pt idx="286">
                  <c:v>46206</c:v>
                </c:pt>
                <c:pt idx="287">
                  <c:v>46213</c:v>
                </c:pt>
                <c:pt idx="288">
                  <c:v>46220</c:v>
                </c:pt>
                <c:pt idx="289">
                  <c:v>46227</c:v>
                </c:pt>
                <c:pt idx="290">
                  <c:v>46234</c:v>
                </c:pt>
                <c:pt idx="291">
                  <c:v>46241</c:v>
                </c:pt>
                <c:pt idx="292">
                  <c:v>46248</c:v>
                </c:pt>
                <c:pt idx="293">
                  <c:v>46255</c:v>
                </c:pt>
                <c:pt idx="294">
                  <c:v>46262</c:v>
                </c:pt>
                <c:pt idx="295">
                  <c:v>46269</c:v>
                </c:pt>
                <c:pt idx="296">
                  <c:v>46276</c:v>
                </c:pt>
                <c:pt idx="297">
                  <c:v>46283</c:v>
                </c:pt>
              </c:numCache>
            </c:numRef>
          </c:cat>
          <c:val>
            <c:numRef>
              <c:f>Sheet1!$D$2:$D$299</c:f>
              <c:numCache>
                <c:formatCode>General</c:formatCode>
                <c:ptCount val="298"/>
                <c:pt idx="0">
                  <c:v>11.66374128618259</c:v>
                </c:pt>
                <c:pt idx="1">
                  <c:v>11.66374128618259</c:v>
                </c:pt>
                <c:pt idx="2">
                  <c:v>11.66374128618259</c:v>
                </c:pt>
                <c:pt idx="3">
                  <c:v>11.66374128618259</c:v>
                </c:pt>
                <c:pt idx="4">
                  <c:v>11.66374128618259</c:v>
                </c:pt>
                <c:pt idx="5">
                  <c:v>11.66374128618259</c:v>
                </c:pt>
                <c:pt idx="6">
                  <c:v>11.66374128618259</c:v>
                </c:pt>
                <c:pt idx="7">
                  <c:v>11.66374128618259</c:v>
                </c:pt>
                <c:pt idx="8">
                  <c:v>11.66374128618259</c:v>
                </c:pt>
                <c:pt idx="9">
                  <c:v>11.66374128618259</c:v>
                </c:pt>
                <c:pt idx="10">
                  <c:v>11.66374128618259</c:v>
                </c:pt>
                <c:pt idx="11">
                  <c:v>11.66374128618259</c:v>
                </c:pt>
                <c:pt idx="12">
                  <c:v>11.66374128618259</c:v>
                </c:pt>
                <c:pt idx="13">
                  <c:v>11.66374128618259</c:v>
                </c:pt>
                <c:pt idx="14">
                  <c:v>11.66374128618259</c:v>
                </c:pt>
                <c:pt idx="15">
                  <c:v>11.66374128618259</c:v>
                </c:pt>
                <c:pt idx="16">
                  <c:v>11.66374128618259</c:v>
                </c:pt>
                <c:pt idx="17">
                  <c:v>11.66374128618259</c:v>
                </c:pt>
                <c:pt idx="18">
                  <c:v>11.66374128618259</c:v>
                </c:pt>
                <c:pt idx="19">
                  <c:v>11.66374128618259</c:v>
                </c:pt>
                <c:pt idx="20">
                  <c:v>11.66374128618259</c:v>
                </c:pt>
                <c:pt idx="21">
                  <c:v>11.66374128618259</c:v>
                </c:pt>
                <c:pt idx="22">
                  <c:v>11.66374128618259</c:v>
                </c:pt>
                <c:pt idx="23">
                  <c:v>11.66374128618259</c:v>
                </c:pt>
                <c:pt idx="24">
                  <c:v>11.66374128618259</c:v>
                </c:pt>
                <c:pt idx="25">
                  <c:v>11.66374128618259</c:v>
                </c:pt>
                <c:pt idx="26">
                  <c:v>11.66374128618259</c:v>
                </c:pt>
                <c:pt idx="27">
                  <c:v>11.66374128618259</c:v>
                </c:pt>
                <c:pt idx="28">
                  <c:v>11.66374128618259</c:v>
                </c:pt>
                <c:pt idx="29">
                  <c:v>11.66374128618259</c:v>
                </c:pt>
                <c:pt idx="30">
                  <c:v>11.66374128618259</c:v>
                </c:pt>
                <c:pt idx="31">
                  <c:v>11.66374128618259</c:v>
                </c:pt>
                <c:pt idx="32">
                  <c:v>11.66374128618259</c:v>
                </c:pt>
                <c:pt idx="33">
                  <c:v>11.66374128618259</c:v>
                </c:pt>
                <c:pt idx="34">
                  <c:v>11.66374128618259</c:v>
                </c:pt>
                <c:pt idx="35">
                  <c:v>11.66374128618259</c:v>
                </c:pt>
                <c:pt idx="36">
                  <c:v>11.66374128618259</c:v>
                </c:pt>
                <c:pt idx="37">
                  <c:v>11.66374128618259</c:v>
                </c:pt>
                <c:pt idx="38">
                  <c:v>11.66374128618259</c:v>
                </c:pt>
                <c:pt idx="39">
                  <c:v>11.66374128618259</c:v>
                </c:pt>
                <c:pt idx="40">
                  <c:v>11.66374128618259</c:v>
                </c:pt>
                <c:pt idx="41">
                  <c:v>11.66374128618259</c:v>
                </c:pt>
                <c:pt idx="42">
                  <c:v>11.66374128618259</c:v>
                </c:pt>
                <c:pt idx="43">
                  <c:v>11.66374128618259</c:v>
                </c:pt>
                <c:pt idx="44">
                  <c:v>11.66374128618259</c:v>
                </c:pt>
                <c:pt idx="45">
                  <c:v>11.66374128618259</c:v>
                </c:pt>
                <c:pt idx="46">
                  <c:v>11.66374128618259</c:v>
                </c:pt>
                <c:pt idx="47">
                  <c:v>11.66374128618259</c:v>
                </c:pt>
                <c:pt idx="48">
                  <c:v>11.66374128618259</c:v>
                </c:pt>
                <c:pt idx="49">
                  <c:v>11.66374128618259</c:v>
                </c:pt>
                <c:pt idx="50">
                  <c:v>11.66374128618259</c:v>
                </c:pt>
                <c:pt idx="51">
                  <c:v>11.66374128618259</c:v>
                </c:pt>
                <c:pt idx="52">
                  <c:v>11.66374128618259</c:v>
                </c:pt>
                <c:pt idx="53">
                  <c:v>11.66374128618259</c:v>
                </c:pt>
                <c:pt idx="54">
                  <c:v>11.66374128618259</c:v>
                </c:pt>
                <c:pt idx="55">
                  <c:v>11.66374128618259</c:v>
                </c:pt>
                <c:pt idx="56">
                  <c:v>11.66374128618259</c:v>
                </c:pt>
                <c:pt idx="57">
                  <c:v>11.66374128618259</c:v>
                </c:pt>
                <c:pt idx="58">
                  <c:v>11.66374128618259</c:v>
                </c:pt>
                <c:pt idx="59">
                  <c:v>11.66374128618259</c:v>
                </c:pt>
                <c:pt idx="60">
                  <c:v>11.66374128618259</c:v>
                </c:pt>
                <c:pt idx="61">
                  <c:v>11.66374128618259</c:v>
                </c:pt>
                <c:pt idx="62">
                  <c:v>11.66374128618259</c:v>
                </c:pt>
                <c:pt idx="63">
                  <c:v>11.66374128618259</c:v>
                </c:pt>
                <c:pt idx="64">
                  <c:v>11.66374128618259</c:v>
                </c:pt>
                <c:pt idx="65">
                  <c:v>11.66374128618259</c:v>
                </c:pt>
                <c:pt idx="66">
                  <c:v>11.66374128618259</c:v>
                </c:pt>
                <c:pt idx="67">
                  <c:v>11.66374128618259</c:v>
                </c:pt>
                <c:pt idx="68">
                  <c:v>11.66374128618259</c:v>
                </c:pt>
                <c:pt idx="69">
                  <c:v>11.66374128618259</c:v>
                </c:pt>
                <c:pt idx="70">
                  <c:v>11.66374128618259</c:v>
                </c:pt>
                <c:pt idx="71">
                  <c:v>11.66374128618259</c:v>
                </c:pt>
                <c:pt idx="72">
                  <c:v>11.66374128618259</c:v>
                </c:pt>
                <c:pt idx="73">
                  <c:v>11.66374128618259</c:v>
                </c:pt>
                <c:pt idx="74">
                  <c:v>11.66374128618259</c:v>
                </c:pt>
                <c:pt idx="75">
                  <c:v>11.66374128618259</c:v>
                </c:pt>
                <c:pt idx="76">
                  <c:v>11.66374128618259</c:v>
                </c:pt>
                <c:pt idx="77">
                  <c:v>11.66374128618259</c:v>
                </c:pt>
                <c:pt idx="78">
                  <c:v>11.66374128618259</c:v>
                </c:pt>
                <c:pt idx="79">
                  <c:v>11.66374128618259</c:v>
                </c:pt>
                <c:pt idx="80">
                  <c:v>11.66374128618259</c:v>
                </c:pt>
                <c:pt idx="81">
                  <c:v>11.66374128618259</c:v>
                </c:pt>
                <c:pt idx="82">
                  <c:v>11.66374128618259</c:v>
                </c:pt>
                <c:pt idx="83">
                  <c:v>11.66374128618259</c:v>
                </c:pt>
                <c:pt idx="84">
                  <c:v>11.66374128618259</c:v>
                </c:pt>
                <c:pt idx="85">
                  <c:v>11.66374128618259</c:v>
                </c:pt>
                <c:pt idx="86">
                  <c:v>11.66374128618259</c:v>
                </c:pt>
                <c:pt idx="87">
                  <c:v>11.66374128618259</c:v>
                </c:pt>
                <c:pt idx="88">
                  <c:v>11.66374128618259</c:v>
                </c:pt>
                <c:pt idx="89">
                  <c:v>11.66374128618259</c:v>
                </c:pt>
                <c:pt idx="90">
                  <c:v>11.66374128618259</c:v>
                </c:pt>
                <c:pt idx="91">
                  <c:v>11.66374128618259</c:v>
                </c:pt>
                <c:pt idx="92">
                  <c:v>11.66374128618259</c:v>
                </c:pt>
                <c:pt idx="93">
                  <c:v>11.66374128618259</c:v>
                </c:pt>
                <c:pt idx="94">
                  <c:v>11.66374128618259</c:v>
                </c:pt>
                <c:pt idx="95">
                  <c:v>11.66374128618259</c:v>
                </c:pt>
                <c:pt idx="96">
                  <c:v>11.66374128618259</c:v>
                </c:pt>
                <c:pt idx="97">
                  <c:v>11.66374128618259</c:v>
                </c:pt>
                <c:pt idx="98">
                  <c:v>11.66374128618259</c:v>
                </c:pt>
                <c:pt idx="99">
                  <c:v>11.66374128618259</c:v>
                </c:pt>
                <c:pt idx="100">
                  <c:v>11.66374128618259</c:v>
                </c:pt>
                <c:pt idx="101">
                  <c:v>11.66374128618259</c:v>
                </c:pt>
                <c:pt idx="102">
                  <c:v>11.66374128618259</c:v>
                </c:pt>
                <c:pt idx="103">
                  <c:v>11.66374128618259</c:v>
                </c:pt>
                <c:pt idx="104">
                  <c:v>11.66374128618259</c:v>
                </c:pt>
                <c:pt idx="105">
                  <c:v>11.66374128618259</c:v>
                </c:pt>
                <c:pt idx="106">
                  <c:v>11.66374128618259</c:v>
                </c:pt>
                <c:pt idx="107">
                  <c:v>11.66374128618259</c:v>
                </c:pt>
                <c:pt idx="108">
                  <c:v>11.66374128618259</c:v>
                </c:pt>
                <c:pt idx="109">
                  <c:v>11.66374128618259</c:v>
                </c:pt>
                <c:pt idx="110">
                  <c:v>11.66374128618259</c:v>
                </c:pt>
                <c:pt idx="111">
                  <c:v>11.66374128618259</c:v>
                </c:pt>
                <c:pt idx="112">
                  <c:v>11.66374128618259</c:v>
                </c:pt>
                <c:pt idx="113">
                  <c:v>11.66374128618259</c:v>
                </c:pt>
                <c:pt idx="114">
                  <c:v>11.66374128618259</c:v>
                </c:pt>
                <c:pt idx="115">
                  <c:v>11.66374128618259</c:v>
                </c:pt>
                <c:pt idx="116">
                  <c:v>11.66374128618259</c:v>
                </c:pt>
                <c:pt idx="117">
                  <c:v>11.66374128618259</c:v>
                </c:pt>
                <c:pt idx="118">
                  <c:v>11.66374128618259</c:v>
                </c:pt>
                <c:pt idx="119">
                  <c:v>11.66374128618259</c:v>
                </c:pt>
                <c:pt idx="120">
                  <c:v>11.66374128618259</c:v>
                </c:pt>
                <c:pt idx="121">
                  <c:v>11.66374128618259</c:v>
                </c:pt>
                <c:pt idx="122">
                  <c:v>11.66374128618259</c:v>
                </c:pt>
                <c:pt idx="123">
                  <c:v>11.66374128618259</c:v>
                </c:pt>
                <c:pt idx="124">
                  <c:v>11.66374128618259</c:v>
                </c:pt>
                <c:pt idx="125">
                  <c:v>11.66374128618259</c:v>
                </c:pt>
                <c:pt idx="126">
                  <c:v>11.66374128618259</c:v>
                </c:pt>
                <c:pt idx="127">
                  <c:v>11.66374128618259</c:v>
                </c:pt>
                <c:pt idx="128">
                  <c:v>11.66374128618259</c:v>
                </c:pt>
                <c:pt idx="129">
                  <c:v>11.66374128618259</c:v>
                </c:pt>
                <c:pt idx="130">
                  <c:v>11.66374128618259</c:v>
                </c:pt>
                <c:pt idx="131">
                  <c:v>11.66374128618259</c:v>
                </c:pt>
                <c:pt idx="132">
                  <c:v>11.66374128618259</c:v>
                </c:pt>
                <c:pt idx="133">
                  <c:v>11.66374128618259</c:v>
                </c:pt>
                <c:pt idx="134">
                  <c:v>11.66374128618259</c:v>
                </c:pt>
                <c:pt idx="135">
                  <c:v>11.66374128618259</c:v>
                </c:pt>
                <c:pt idx="136">
                  <c:v>11.66374128618259</c:v>
                </c:pt>
                <c:pt idx="137">
                  <c:v>11.66374128618259</c:v>
                </c:pt>
                <c:pt idx="138">
                  <c:v>11.66374128618259</c:v>
                </c:pt>
                <c:pt idx="139">
                  <c:v>11.66374128618259</c:v>
                </c:pt>
                <c:pt idx="140">
                  <c:v>11.66374128618259</c:v>
                </c:pt>
                <c:pt idx="141">
                  <c:v>11.66374128618259</c:v>
                </c:pt>
                <c:pt idx="142">
                  <c:v>11.66374128618259</c:v>
                </c:pt>
                <c:pt idx="143">
                  <c:v>11.66374128618259</c:v>
                </c:pt>
                <c:pt idx="144">
                  <c:v>11.66374128618259</c:v>
                </c:pt>
                <c:pt idx="145">
                  <c:v>11.66374128618259</c:v>
                </c:pt>
                <c:pt idx="146">
                  <c:v>11.66374128618259</c:v>
                </c:pt>
                <c:pt idx="147">
                  <c:v>11.66374128618259</c:v>
                </c:pt>
                <c:pt idx="148">
                  <c:v>11.66374128618259</c:v>
                </c:pt>
                <c:pt idx="149">
                  <c:v>11.66374128618259</c:v>
                </c:pt>
                <c:pt idx="150">
                  <c:v>11.66374128618259</c:v>
                </c:pt>
                <c:pt idx="151">
                  <c:v>11.66374128618259</c:v>
                </c:pt>
                <c:pt idx="152">
                  <c:v>11.66374128618259</c:v>
                </c:pt>
                <c:pt idx="153">
                  <c:v>11.66374128618259</c:v>
                </c:pt>
                <c:pt idx="154">
                  <c:v>11.66374128618259</c:v>
                </c:pt>
                <c:pt idx="155">
                  <c:v>11.66374128618259</c:v>
                </c:pt>
                <c:pt idx="156">
                  <c:v>11.66374128618259</c:v>
                </c:pt>
                <c:pt idx="157">
                  <c:v>11.66374128618259</c:v>
                </c:pt>
                <c:pt idx="158">
                  <c:v>11.66374128618259</c:v>
                </c:pt>
                <c:pt idx="159">
                  <c:v>11.66374128618259</c:v>
                </c:pt>
                <c:pt idx="160">
                  <c:v>11.66374128618259</c:v>
                </c:pt>
                <c:pt idx="161">
                  <c:v>11.66374128618259</c:v>
                </c:pt>
                <c:pt idx="162">
                  <c:v>11.66374128618259</c:v>
                </c:pt>
                <c:pt idx="163">
                  <c:v>11.66374128618259</c:v>
                </c:pt>
                <c:pt idx="164">
                  <c:v>11.66374128618259</c:v>
                </c:pt>
                <c:pt idx="165">
                  <c:v>11.66374128618259</c:v>
                </c:pt>
                <c:pt idx="166">
                  <c:v>11.66374128618259</c:v>
                </c:pt>
                <c:pt idx="167">
                  <c:v>11.66374128618259</c:v>
                </c:pt>
                <c:pt idx="168">
                  <c:v>11.66374128618259</c:v>
                </c:pt>
                <c:pt idx="169">
                  <c:v>11.66374128618259</c:v>
                </c:pt>
                <c:pt idx="170">
                  <c:v>11.66374128618259</c:v>
                </c:pt>
                <c:pt idx="171">
                  <c:v>11.66374128618259</c:v>
                </c:pt>
                <c:pt idx="172">
                  <c:v>11.66374128618259</c:v>
                </c:pt>
                <c:pt idx="173">
                  <c:v>11.66374128618259</c:v>
                </c:pt>
                <c:pt idx="174">
                  <c:v>11.66374128618259</c:v>
                </c:pt>
                <c:pt idx="175">
                  <c:v>11.66374128618259</c:v>
                </c:pt>
                <c:pt idx="176">
                  <c:v>11.66374128618259</c:v>
                </c:pt>
                <c:pt idx="177">
                  <c:v>11.66374128618259</c:v>
                </c:pt>
                <c:pt idx="178">
                  <c:v>11.66374128618259</c:v>
                </c:pt>
                <c:pt idx="179">
                  <c:v>11.66374128618259</c:v>
                </c:pt>
                <c:pt idx="180">
                  <c:v>11.66374128618259</c:v>
                </c:pt>
                <c:pt idx="181">
                  <c:v>11.66374128618259</c:v>
                </c:pt>
                <c:pt idx="182">
                  <c:v>11.66374128618259</c:v>
                </c:pt>
                <c:pt idx="183">
                  <c:v>11.66374128618259</c:v>
                </c:pt>
                <c:pt idx="184">
                  <c:v>11.66374128618259</c:v>
                </c:pt>
                <c:pt idx="185">
                  <c:v>11.66374128618259</c:v>
                </c:pt>
                <c:pt idx="186">
                  <c:v>11.66374128618259</c:v>
                </c:pt>
                <c:pt idx="187">
                  <c:v>11.66374128618259</c:v>
                </c:pt>
                <c:pt idx="188">
                  <c:v>11.66374128618259</c:v>
                </c:pt>
                <c:pt idx="189">
                  <c:v>11.66374128618259</c:v>
                </c:pt>
                <c:pt idx="190">
                  <c:v>11.66374128618259</c:v>
                </c:pt>
                <c:pt idx="191">
                  <c:v>11.66374128618259</c:v>
                </c:pt>
                <c:pt idx="192">
                  <c:v>11.66374128618259</c:v>
                </c:pt>
                <c:pt idx="193">
                  <c:v>11.66374128618259</c:v>
                </c:pt>
                <c:pt idx="194">
                  <c:v>11.66374128618259</c:v>
                </c:pt>
                <c:pt idx="195">
                  <c:v>11.66374128618259</c:v>
                </c:pt>
                <c:pt idx="196">
                  <c:v>11.66374128618259</c:v>
                </c:pt>
                <c:pt idx="197">
                  <c:v>11.66374128618259</c:v>
                </c:pt>
                <c:pt idx="198">
                  <c:v>11.66374128618259</c:v>
                </c:pt>
                <c:pt idx="199">
                  <c:v>11.66374128618259</c:v>
                </c:pt>
                <c:pt idx="200">
                  <c:v>11.66374128618259</c:v>
                </c:pt>
                <c:pt idx="201">
                  <c:v>11.66374128618259</c:v>
                </c:pt>
                <c:pt idx="202">
                  <c:v>11.66374128618259</c:v>
                </c:pt>
                <c:pt idx="203">
                  <c:v>11.66374128618259</c:v>
                </c:pt>
                <c:pt idx="204">
                  <c:v>11.66374128618259</c:v>
                </c:pt>
                <c:pt idx="205">
                  <c:v>11.66374128618259</c:v>
                </c:pt>
                <c:pt idx="206">
                  <c:v>11.66374128618259</c:v>
                </c:pt>
                <c:pt idx="207">
                  <c:v>11.66374128618259</c:v>
                </c:pt>
                <c:pt idx="208">
                  <c:v>11.66374128618259</c:v>
                </c:pt>
                <c:pt idx="209">
                  <c:v>11.66374128618259</c:v>
                </c:pt>
                <c:pt idx="210">
                  <c:v>11.66374128618259</c:v>
                </c:pt>
                <c:pt idx="211">
                  <c:v>11.66374128618259</c:v>
                </c:pt>
                <c:pt idx="212">
                  <c:v>11.66374128618259</c:v>
                </c:pt>
                <c:pt idx="213">
                  <c:v>11.66374128618259</c:v>
                </c:pt>
                <c:pt idx="214">
                  <c:v>11.66374128618259</c:v>
                </c:pt>
                <c:pt idx="215">
                  <c:v>11.66374128618259</c:v>
                </c:pt>
                <c:pt idx="216">
                  <c:v>11.66374128618259</c:v>
                </c:pt>
                <c:pt idx="217">
                  <c:v>11.66374128618259</c:v>
                </c:pt>
                <c:pt idx="218">
                  <c:v>11.66374128618259</c:v>
                </c:pt>
                <c:pt idx="219">
                  <c:v>11.66374128618259</c:v>
                </c:pt>
                <c:pt idx="220">
                  <c:v>11.66374128618259</c:v>
                </c:pt>
                <c:pt idx="221">
                  <c:v>11.66374128618259</c:v>
                </c:pt>
                <c:pt idx="222">
                  <c:v>11.66374128618259</c:v>
                </c:pt>
                <c:pt idx="223">
                  <c:v>11.66374128618259</c:v>
                </c:pt>
                <c:pt idx="224">
                  <c:v>11.66374128618259</c:v>
                </c:pt>
                <c:pt idx="225">
                  <c:v>11.66374128618259</c:v>
                </c:pt>
                <c:pt idx="226">
                  <c:v>11.66374128618259</c:v>
                </c:pt>
                <c:pt idx="227">
                  <c:v>11.66374128618259</c:v>
                </c:pt>
                <c:pt idx="228">
                  <c:v>11.66374128618259</c:v>
                </c:pt>
                <c:pt idx="229">
                  <c:v>11.66374128618259</c:v>
                </c:pt>
                <c:pt idx="230">
                  <c:v>11.66374128618259</c:v>
                </c:pt>
                <c:pt idx="231">
                  <c:v>11.66374128618259</c:v>
                </c:pt>
                <c:pt idx="232">
                  <c:v>11.66374128618259</c:v>
                </c:pt>
                <c:pt idx="233">
                  <c:v>11.66374128618259</c:v>
                </c:pt>
                <c:pt idx="234">
                  <c:v>11.66374128618259</c:v>
                </c:pt>
                <c:pt idx="235">
                  <c:v>11.66374128618259</c:v>
                </c:pt>
                <c:pt idx="236">
                  <c:v>11.66374128618259</c:v>
                </c:pt>
                <c:pt idx="237">
                  <c:v>11.66374128618259</c:v>
                </c:pt>
                <c:pt idx="238">
                  <c:v>11.66374128618259</c:v>
                </c:pt>
                <c:pt idx="239">
                  <c:v>11.66374128618259</c:v>
                </c:pt>
                <c:pt idx="240">
                  <c:v>11.66374128618259</c:v>
                </c:pt>
                <c:pt idx="241">
                  <c:v>11.66374128618259</c:v>
                </c:pt>
                <c:pt idx="242">
                  <c:v>11.66374128618259</c:v>
                </c:pt>
                <c:pt idx="243">
                  <c:v>11.66374128618259</c:v>
                </c:pt>
                <c:pt idx="244">
                  <c:v>11.66374128618259</c:v>
                </c:pt>
                <c:pt idx="245">
                  <c:v>11.66374128618259</c:v>
                </c:pt>
                <c:pt idx="246">
                  <c:v>11.66374128618259</c:v>
                </c:pt>
                <c:pt idx="247">
                  <c:v>11.66374128618259</c:v>
                </c:pt>
                <c:pt idx="248">
                  <c:v>11.66374128618259</c:v>
                </c:pt>
                <c:pt idx="249">
                  <c:v>11.66374128618259</c:v>
                </c:pt>
                <c:pt idx="250">
                  <c:v>11.66374128618259</c:v>
                </c:pt>
                <c:pt idx="251">
                  <c:v>11.66374128618259</c:v>
                </c:pt>
                <c:pt idx="252">
                  <c:v>11.66374128618259</c:v>
                </c:pt>
                <c:pt idx="253">
                  <c:v>11.66374128618259</c:v>
                </c:pt>
                <c:pt idx="254">
                  <c:v>11.66374128618259</c:v>
                </c:pt>
                <c:pt idx="255">
                  <c:v>11.66374128618259</c:v>
                </c:pt>
                <c:pt idx="256">
                  <c:v>11.66374128618259</c:v>
                </c:pt>
                <c:pt idx="257">
                  <c:v>11.66374128618259</c:v>
                </c:pt>
                <c:pt idx="258">
                  <c:v>11.66374128618259</c:v>
                </c:pt>
                <c:pt idx="259">
                  <c:v>11.66374128618259</c:v>
                </c:pt>
                <c:pt idx="260">
                  <c:v>11.66374128618259</c:v>
                </c:pt>
                <c:pt idx="261">
                  <c:v>11.66374128618259</c:v>
                </c:pt>
                <c:pt idx="262">
                  <c:v>11.66374128618259</c:v>
                </c:pt>
                <c:pt idx="263">
                  <c:v>11.66374128618259</c:v>
                </c:pt>
                <c:pt idx="264">
                  <c:v>11.66374128618259</c:v>
                </c:pt>
                <c:pt idx="265">
                  <c:v>11.66374128618259</c:v>
                </c:pt>
                <c:pt idx="266">
                  <c:v>11.66374128618259</c:v>
                </c:pt>
                <c:pt idx="267">
                  <c:v>11.66374128618259</c:v>
                </c:pt>
                <c:pt idx="268">
                  <c:v>11.66374128618259</c:v>
                </c:pt>
                <c:pt idx="269">
                  <c:v>11.66374128618259</c:v>
                </c:pt>
                <c:pt idx="270">
                  <c:v>11.66374128618259</c:v>
                </c:pt>
                <c:pt idx="271">
                  <c:v>11.66374128618259</c:v>
                </c:pt>
                <c:pt idx="272">
                  <c:v>11.66374128618259</c:v>
                </c:pt>
                <c:pt idx="273">
                  <c:v>11.66374128618259</c:v>
                </c:pt>
                <c:pt idx="274">
                  <c:v>11.66374128618259</c:v>
                </c:pt>
                <c:pt idx="275">
                  <c:v>11.66374128618259</c:v>
                </c:pt>
                <c:pt idx="276">
                  <c:v>11.66374128618259</c:v>
                </c:pt>
                <c:pt idx="277">
                  <c:v>11.66374128618259</c:v>
                </c:pt>
                <c:pt idx="278">
                  <c:v>11.66374128618259</c:v>
                </c:pt>
                <c:pt idx="279">
                  <c:v>11.66374128618259</c:v>
                </c:pt>
                <c:pt idx="280">
                  <c:v>11.66374128618259</c:v>
                </c:pt>
                <c:pt idx="281">
                  <c:v>11.66374128618259</c:v>
                </c:pt>
                <c:pt idx="282">
                  <c:v>11.66374128618259</c:v>
                </c:pt>
                <c:pt idx="283">
                  <c:v>11.66374128618259</c:v>
                </c:pt>
                <c:pt idx="284">
                  <c:v>11.66374128618259</c:v>
                </c:pt>
                <c:pt idx="285">
                  <c:v>11.66374128618259</c:v>
                </c:pt>
                <c:pt idx="286">
                  <c:v>11.66374128618259</c:v>
                </c:pt>
                <c:pt idx="287">
                  <c:v>11.66374128618259</c:v>
                </c:pt>
                <c:pt idx="288">
                  <c:v>11.66374128618259</c:v>
                </c:pt>
                <c:pt idx="289">
                  <c:v>11.66374128618259</c:v>
                </c:pt>
                <c:pt idx="290">
                  <c:v>11.66374128618259</c:v>
                </c:pt>
                <c:pt idx="291">
                  <c:v>11.66374128618259</c:v>
                </c:pt>
                <c:pt idx="292">
                  <c:v>11.66374128618259</c:v>
                </c:pt>
                <c:pt idx="293">
                  <c:v>11.66374128618259</c:v>
                </c:pt>
                <c:pt idx="294">
                  <c:v>11.66374128618259</c:v>
                </c:pt>
                <c:pt idx="295">
                  <c:v>11.66374128618259</c:v>
                </c:pt>
                <c:pt idx="296">
                  <c:v>11.66374128618259</c:v>
                </c:pt>
                <c:pt idx="297">
                  <c:v>11.66374128618259</c:v>
                </c:pt>
              </c:numCache>
            </c:numRef>
          </c:val>
          <c:smooth val="1"/>
          <c:extLst>
            <c:ext xmlns:c16="http://schemas.microsoft.com/office/drawing/2014/chart" uri="{C3380CC4-5D6E-409C-BE32-E72D297353CC}">
              <c16:uniqueId val="{00000002-FDDD-4C45-B10B-7F55DCEB7390}"/>
            </c:ext>
          </c:extLst>
        </c:ser>
        <c:ser>
          <c:idx val="3"/>
          <c:order val="3"/>
          <c:tx>
            <c:v>-1 s.d.</c:v>
          </c:tx>
          <c:spPr>
            <a:ln w="19050">
              <a:solidFill>
                <a:srgbClr val="8EB3DF"/>
              </a:solidFill>
              <a:prstDash val="dash"/>
            </a:ln>
          </c:spPr>
          <c:marker>
            <c:symbol val="none"/>
          </c:marker>
          <c:cat>
            <c:numRef>
              <c:f>Sheet1!$A$2:$A$299</c:f>
              <c:numCache>
                <c:formatCode>yyyy\-mm\-dd</c:formatCode>
                <c:ptCount val="298"/>
                <c:pt idx="0">
                  <c:v>44204</c:v>
                </c:pt>
                <c:pt idx="1">
                  <c:v>44211</c:v>
                </c:pt>
                <c:pt idx="2">
                  <c:v>44218</c:v>
                </c:pt>
                <c:pt idx="3">
                  <c:v>44225</c:v>
                </c:pt>
                <c:pt idx="4">
                  <c:v>44232</c:v>
                </c:pt>
                <c:pt idx="5">
                  <c:v>44239</c:v>
                </c:pt>
                <c:pt idx="6">
                  <c:v>44246</c:v>
                </c:pt>
                <c:pt idx="7">
                  <c:v>44253</c:v>
                </c:pt>
                <c:pt idx="8">
                  <c:v>44260</c:v>
                </c:pt>
                <c:pt idx="9">
                  <c:v>44267</c:v>
                </c:pt>
                <c:pt idx="10">
                  <c:v>44274</c:v>
                </c:pt>
                <c:pt idx="11">
                  <c:v>44281</c:v>
                </c:pt>
                <c:pt idx="12">
                  <c:v>44288</c:v>
                </c:pt>
                <c:pt idx="13">
                  <c:v>44295</c:v>
                </c:pt>
                <c:pt idx="14">
                  <c:v>44302</c:v>
                </c:pt>
                <c:pt idx="15">
                  <c:v>44309</c:v>
                </c:pt>
                <c:pt idx="16">
                  <c:v>44316</c:v>
                </c:pt>
                <c:pt idx="17">
                  <c:v>44323</c:v>
                </c:pt>
                <c:pt idx="18">
                  <c:v>44330</c:v>
                </c:pt>
                <c:pt idx="19">
                  <c:v>44337</c:v>
                </c:pt>
                <c:pt idx="20">
                  <c:v>44344</c:v>
                </c:pt>
                <c:pt idx="21">
                  <c:v>44351</c:v>
                </c:pt>
                <c:pt idx="22">
                  <c:v>44358</c:v>
                </c:pt>
                <c:pt idx="23">
                  <c:v>44365</c:v>
                </c:pt>
                <c:pt idx="24">
                  <c:v>44372</c:v>
                </c:pt>
                <c:pt idx="25">
                  <c:v>44379</c:v>
                </c:pt>
                <c:pt idx="26">
                  <c:v>44386</c:v>
                </c:pt>
                <c:pt idx="27">
                  <c:v>44393</c:v>
                </c:pt>
                <c:pt idx="28">
                  <c:v>44400</c:v>
                </c:pt>
                <c:pt idx="29">
                  <c:v>44407</c:v>
                </c:pt>
                <c:pt idx="30">
                  <c:v>44414</c:v>
                </c:pt>
                <c:pt idx="31">
                  <c:v>44421</c:v>
                </c:pt>
                <c:pt idx="32">
                  <c:v>44428</c:v>
                </c:pt>
                <c:pt idx="33">
                  <c:v>44435</c:v>
                </c:pt>
                <c:pt idx="34">
                  <c:v>44442</c:v>
                </c:pt>
                <c:pt idx="35">
                  <c:v>44449</c:v>
                </c:pt>
                <c:pt idx="36">
                  <c:v>44456</c:v>
                </c:pt>
                <c:pt idx="37">
                  <c:v>44463</c:v>
                </c:pt>
                <c:pt idx="38">
                  <c:v>44470</c:v>
                </c:pt>
                <c:pt idx="39">
                  <c:v>44477</c:v>
                </c:pt>
                <c:pt idx="40">
                  <c:v>44484</c:v>
                </c:pt>
                <c:pt idx="41">
                  <c:v>44491</c:v>
                </c:pt>
                <c:pt idx="42">
                  <c:v>44498</c:v>
                </c:pt>
                <c:pt idx="43">
                  <c:v>44505</c:v>
                </c:pt>
                <c:pt idx="44">
                  <c:v>44512</c:v>
                </c:pt>
                <c:pt idx="45">
                  <c:v>44519</c:v>
                </c:pt>
                <c:pt idx="46">
                  <c:v>44526</c:v>
                </c:pt>
                <c:pt idx="47">
                  <c:v>44533</c:v>
                </c:pt>
                <c:pt idx="48">
                  <c:v>44540</c:v>
                </c:pt>
                <c:pt idx="49">
                  <c:v>44547</c:v>
                </c:pt>
                <c:pt idx="50">
                  <c:v>44554</c:v>
                </c:pt>
                <c:pt idx="51">
                  <c:v>44561</c:v>
                </c:pt>
                <c:pt idx="52">
                  <c:v>44568</c:v>
                </c:pt>
                <c:pt idx="53">
                  <c:v>44575</c:v>
                </c:pt>
                <c:pt idx="54">
                  <c:v>44582</c:v>
                </c:pt>
                <c:pt idx="55">
                  <c:v>44589</c:v>
                </c:pt>
                <c:pt idx="56">
                  <c:v>44596</c:v>
                </c:pt>
                <c:pt idx="57">
                  <c:v>44603</c:v>
                </c:pt>
                <c:pt idx="58">
                  <c:v>44610</c:v>
                </c:pt>
                <c:pt idx="59">
                  <c:v>44617</c:v>
                </c:pt>
                <c:pt idx="60">
                  <c:v>44624</c:v>
                </c:pt>
                <c:pt idx="61">
                  <c:v>44631</c:v>
                </c:pt>
                <c:pt idx="62">
                  <c:v>44638</c:v>
                </c:pt>
                <c:pt idx="63">
                  <c:v>44645</c:v>
                </c:pt>
                <c:pt idx="64">
                  <c:v>44652</c:v>
                </c:pt>
                <c:pt idx="65">
                  <c:v>44659</c:v>
                </c:pt>
                <c:pt idx="66">
                  <c:v>44666</c:v>
                </c:pt>
                <c:pt idx="67">
                  <c:v>44673</c:v>
                </c:pt>
                <c:pt idx="68">
                  <c:v>44680</c:v>
                </c:pt>
                <c:pt idx="69">
                  <c:v>44687</c:v>
                </c:pt>
                <c:pt idx="70">
                  <c:v>44694</c:v>
                </c:pt>
                <c:pt idx="71">
                  <c:v>44701</c:v>
                </c:pt>
                <c:pt idx="72">
                  <c:v>44708</c:v>
                </c:pt>
                <c:pt idx="73">
                  <c:v>44715</c:v>
                </c:pt>
                <c:pt idx="74">
                  <c:v>44722</c:v>
                </c:pt>
                <c:pt idx="75">
                  <c:v>44729</c:v>
                </c:pt>
                <c:pt idx="76">
                  <c:v>44736</c:v>
                </c:pt>
                <c:pt idx="77">
                  <c:v>44743</c:v>
                </c:pt>
                <c:pt idx="78">
                  <c:v>44750</c:v>
                </c:pt>
                <c:pt idx="79">
                  <c:v>44757</c:v>
                </c:pt>
                <c:pt idx="80">
                  <c:v>44764</c:v>
                </c:pt>
                <c:pt idx="81">
                  <c:v>44771</c:v>
                </c:pt>
                <c:pt idx="82">
                  <c:v>44778</c:v>
                </c:pt>
                <c:pt idx="83">
                  <c:v>44785</c:v>
                </c:pt>
                <c:pt idx="84">
                  <c:v>44792</c:v>
                </c:pt>
                <c:pt idx="85">
                  <c:v>44799</c:v>
                </c:pt>
                <c:pt idx="86">
                  <c:v>44806</c:v>
                </c:pt>
                <c:pt idx="87">
                  <c:v>44813</c:v>
                </c:pt>
                <c:pt idx="88">
                  <c:v>44820</c:v>
                </c:pt>
                <c:pt idx="89">
                  <c:v>44827</c:v>
                </c:pt>
                <c:pt idx="90">
                  <c:v>44834</c:v>
                </c:pt>
                <c:pt idx="91">
                  <c:v>44841</c:v>
                </c:pt>
                <c:pt idx="92">
                  <c:v>44848</c:v>
                </c:pt>
                <c:pt idx="93">
                  <c:v>44855</c:v>
                </c:pt>
                <c:pt idx="94">
                  <c:v>44862</c:v>
                </c:pt>
                <c:pt idx="95">
                  <c:v>44869</c:v>
                </c:pt>
                <c:pt idx="96">
                  <c:v>44876</c:v>
                </c:pt>
                <c:pt idx="97">
                  <c:v>44883</c:v>
                </c:pt>
                <c:pt idx="98">
                  <c:v>44890</c:v>
                </c:pt>
                <c:pt idx="99">
                  <c:v>44897</c:v>
                </c:pt>
                <c:pt idx="100">
                  <c:v>44904</c:v>
                </c:pt>
                <c:pt idx="101">
                  <c:v>44911</c:v>
                </c:pt>
                <c:pt idx="102">
                  <c:v>44918</c:v>
                </c:pt>
                <c:pt idx="103">
                  <c:v>44925</c:v>
                </c:pt>
                <c:pt idx="104">
                  <c:v>44932</c:v>
                </c:pt>
                <c:pt idx="105">
                  <c:v>44939</c:v>
                </c:pt>
                <c:pt idx="106">
                  <c:v>44946</c:v>
                </c:pt>
                <c:pt idx="107">
                  <c:v>44953</c:v>
                </c:pt>
                <c:pt idx="108">
                  <c:v>44960</c:v>
                </c:pt>
                <c:pt idx="109">
                  <c:v>44967</c:v>
                </c:pt>
                <c:pt idx="110">
                  <c:v>44974</c:v>
                </c:pt>
                <c:pt idx="111">
                  <c:v>44981</c:v>
                </c:pt>
                <c:pt idx="112">
                  <c:v>44988</c:v>
                </c:pt>
                <c:pt idx="113">
                  <c:v>44995</c:v>
                </c:pt>
                <c:pt idx="114">
                  <c:v>45002</c:v>
                </c:pt>
                <c:pt idx="115">
                  <c:v>45009</c:v>
                </c:pt>
                <c:pt idx="116">
                  <c:v>45016</c:v>
                </c:pt>
                <c:pt idx="117">
                  <c:v>45023</c:v>
                </c:pt>
                <c:pt idx="118">
                  <c:v>45030</c:v>
                </c:pt>
                <c:pt idx="119">
                  <c:v>45037</c:v>
                </c:pt>
                <c:pt idx="120">
                  <c:v>45044</c:v>
                </c:pt>
                <c:pt idx="121">
                  <c:v>45051</c:v>
                </c:pt>
                <c:pt idx="122">
                  <c:v>45058</c:v>
                </c:pt>
                <c:pt idx="123">
                  <c:v>45065</c:v>
                </c:pt>
                <c:pt idx="124">
                  <c:v>45072</c:v>
                </c:pt>
                <c:pt idx="125">
                  <c:v>45079</c:v>
                </c:pt>
                <c:pt idx="126">
                  <c:v>45086</c:v>
                </c:pt>
                <c:pt idx="127">
                  <c:v>45093</c:v>
                </c:pt>
                <c:pt idx="128">
                  <c:v>45100</c:v>
                </c:pt>
                <c:pt idx="129">
                  <c:v>45107</c:v>
                </c:pt>
                <c:pt idx="130">
                  <c:v>45114</c:v>
                </c:pt>
                <c:pt idx="131">
                  <c:v>45121</c:v>
                </c:pt>
                <c:pt idx="132">
                  <c:v>45128</c:v>
                </c:pt>
                <c:pt idx="133">
                  <c:v>45135</c:v>
                </c:pt>
                <c:pt idx="134">
                  <c:v>45142</c:v>
                </c:pt>
                <c:pt idx="135">
                  <c:v>45149</c:v>
                </c:pt>
                <c:pt idx="136">
                  <c:v>45156</c:v>
                </c:pt>
                <c:pt idx="137">
                  <c:v>45163</c:v>
                </c:pt>
                <c:pt idx="138">
                  <c:v>45170</c:v>
                </c:pt>
                <c:pt idx="139">
                  <c:v>45177</c:v>
                </c:pt>
                <c:pt idx="140">
                  <c:v>45184</c:v>
                </c:pt>
                <c:pt idx="141">
                  <c:v>45191</c:v>
                </c:pt>
                <c:pt idx="142">
                  <c:v>45198</c:v>
                </c:pt>
                <c:pt idx="143">
                  <c:v>45205</c:v>
                </c:pt>
                <c:pt idx="144">
                  <c:v>45212</c:v>
                </c:pt>
                <c:pt idx="145">
                  <c:v>45219</c:v>
                </c:pt>
                <c:pt idx="146">
                  <c:v>45226</c:v>
                </c:pt>
                <c:pt idx="147">
                  <c:v>45233</c:v>
                </c:pt>
                <c:pt idx="148">
                  <c:v>45240</c:v>
                </c:pt>
                <c:pt idx="149">
                  <c:v>45247</c:v>
                </c:pt>
                <c:pt idx="150">
                  <c:v>45254</c:v>
                </c:pt>
                <c:pt idx="151">
                  <c:v>45261</c:v>
                </c:pt>
                <c:pt idx="152">
                  <c:v>45268</c:v>
                </c:pt>
                <c:pt idx="153">
                  <c:v>45275</c:v>
                </c:pt>
                <c:pt idx="154">
                  <c:v>45282</c:v>
                </c:pt>
                <c:pt idx="155">
                  <c:v>45289</c:v>
                </c:pt>
                <c:pt idx="156">
                  <c:v>45296</c:v>
                </c:pt>
                <c:pt idx="157">
                  <c:v>45303</c:v>
                </c:pt>
                <c:pt idx="158">
                  <c:v>45310</c:v>
                </c:pt>
                <c:pt idx="159">
                  <c:v>45317</c:v>
                </c:pt>
                <c:pt idx="160">
                  <c:v>45324</c:v>
                </c:pt>
                <c:pt idx="161">
                  <c:v>45331</c:v>
                </c:pt>
                <c:pt idx="162">
                  <c:v>45338</c:v>
                </c:pt>
                <c:pt idx="163">
                  <c:v>45345</c:v>
                </c:pt>
                <c:pt idx="164">
                  <c:v>45352</c:v>
                </c:pt>
                <c:pt idx="165">
                  <c:v>45359</c:v>
                </c:pt>
                <c:pt idx="166">
                  <c:v>45366</c:v>
                </c:pt>
                <c:pt idx="167">
                  <c:v>45373</c:v>
                </c:pt>
                <c:pt idx="168">
                  <c:v>45380</c:v>
                </c:pt>
                <c:pt idx="169">
                  <c:v>45387</c:v>
                </c:pt>
                <c:pt idx="170">
                  <c:v>45394</c:v>
                </c:pt>
                <c:pt idx="171">
                  <c:v>45401</c:v>
                </c:pt>
                <c:pt idx="172">
                  <c:v>45408</c:v>
                </c:pt>
                <c:pt idx="173">
                  <c:v>45415</c:v>
                </c:pt>
                <c:pt idx="174">
                  <c:v>45422</c:v>
                </c:pt>
                <c:pt idx="175">
                  <c:v>45429</c:v>
                </c:pt>
                <c:pt idx="176">
                  <c:v>45436</c:v>
                </c:pt>
                <c:pt idx="177">
                  <c:v>45443</c:v>
                </c:pt>
                <c:pt idx="178">
                  <c:v>45450</c:v>
                </c:pt>
                <c:pt idx="179">
                  <c:v>45457</c:v>
                </c:pt>
                <c:pt idx="180">
                  <c:v>45464</c:v>
                </c:pt>
                <c:pt idx="181">
                  <c:v>45471</c:v>
                </c:pt>
                <c:pt idx="182">
                  <c:v>45478</c:v>
                </c:pt>
                <c:pt idx="183">
                  <c:v>45485</c:v>
                </c:pt>
                <c:pt idx="184">
                  <c:v>45492</c:v>
                </c:pt>
                <c:pt idx="185">
                  <c:v>45499</c:v>
                </c:pt>
                <c:pt idx="186">
                  <c:v>45506</c:v>
                </c:pt>
                <c:pt idx="187">
                  <c:v>45513</c:v>
                </c:pt>
                <c:pt idx="188">
                  <c:v>45520</c:v>
                </c:pt>
                <c:pt idx="189">
                  <c:v>45527</c:v>
                </c:pt>
                <c:pt idx="190">
                  <c:v>45534</c:v>
                </c:pt>
                <c:pt idx="191">
                  <c:v>45541</c:v>
                </c:pt>
                <c:pt idx="192">
                  <c:v>45548</c:v>
                </c:pt>
                <c:pt idx="193">
                  <c:v>45555</c:v>
                </c:pt>
                <c:pt idx="194">
                  <c:v>45562</c:v>
                </c:pt>
                <c:pt idx="195">
                  <c:v>45569</c:v>
                </c:pt>
                <c:pt idx="196">
                  <c:v>45576</c:v>
                </c:pt>
                <c:pt idx="197">
                  <c:v>45583</c:v>
                </c:pt>
                <c:pt idx="198">
                  <c:v>45590</c:v>
                </c:pt>
                <c:pt idx="199">
                  <c:v>45597</c:v>
                </c:pt>
                <c:pt idx="200">
                  <c:v>45604</c:v>
                </c:pt>
                <c:pt idx="201">
                  <c:v>45611</c:v>
                </c:pt>
                <c:pt idx="202">
                  <c:v>45618</c:v>
                </c:pt>
                <c:pt idx="203">
                  <c:v>45625</c:v>
                </c:pt>
                <c:pt idx="204">
                  <c:v>45632</c:v>
                </c:pt>
                <c:pt idx="205">
                  <c:v>45639</c:v>
                </c:pt>
                <c:pt idx="206">
                  <c:v>45646</c:v>
                </c:pt>
                <c:pt idx="207">
                  <c:v>45653</c:v>
                </c:pt>
                <c:pt idx="208">
                  <c:v>45660</c:v>
                </c:pt>
                <c:pt idx="209">
                  <c:v>45667</c:v>
                </c:pt>
                <c:pt idx="210">
                  <c:v>45674</c:v>
                </c:pt>
                <c:pt idx="211">
                  <c:v>45681</c:v>
                </c:pt>
                <c:pt idx="212">
                  <c:v>45688</c:v>
                </c:pt>
                <c:pt idx="213">
                  <c:v>45695</c:v>
                </c:pt>
                <c:pt idx="214">
                  <c:v>45702</c:v>
                </c:pt>
                <c:pt idx="215">
                  <c:v>45709</c:v>
                </c:pt>
                <c:pt idx="216">
                  <c:v>45716</c:v>
                </c:pt>
                <c:pt idx="217">
                  <c:v>45723</c:v>
                </c:pt>
                <c:pt idx="218">
                  <c:v>45730</c:v>
                </c:pt>
                <c:pt idx="219">
                  <c:v>45737</c:v>
                </c:pt>
                <c:pt idx="220">
                  <c:v>45744</c:v>
                </c:pt>
                <c:pt idx="221">
                  <c:v>45751</c:v>
                </c:pt>
                <c:pt idx="222">
                  <c:v>45758</c:v>
                </c:pt>
                <c:pt idx="223">
                  <c:v>45765</c:v>
                </c:pt>
                <c:pt idx="224">
                  <c:v>45772</c:v>
                </c:pt>
                <c:pt idx="225">
                  <c:v>45779</c:v>
                </c:pt>
                <c:pt idx="226">
                  <c:v>45786</c:v>
                </c:pt>
                <c:pt idx="227">
                  <c:v>45793</c:v>
                </c:pt>
                <c:pt idx="228">
                  <c:v>45800</c:v>
                </c:pt>
                <c:pt idx="229">
                  <c:v>45807</c:v>
                </c:pt>
                <c:pt idx="230">
                  <c:v>45814</c:v>
                </c:pt>
                <c:pt idx="231">
                  <c:v>45821</c:v>
                </c:pt>
                <c:pt idx="232">
                  <c:v>45828</c:v>
                </c:pt>
                <c:pt idx="233">
                  <c:v>45835</c:v>
                </c:pt>
                <c:pt idx="234">
                  <c:v>45842</c:v>
                </c:pt>
                <c:pt idx="235">
                  <c:v>45849</c:v>
                </c:pt>
                <c:pt idx="236">
                  <c:v>45856</c:v>
                </c:pt>
                <c:pt idx="237">
                  <c:v>45863</c:v>
                </c:pt>
                <c:pt idx="238">
                  <c:v>45870</c:v>
                </c:pt>
                <c:pt idx="239">
                  <c:v>45877</c:v>
                </c:pt>
                <c:pt idx="240">
                  <c:v>45884</c:v>
                </c:pt>
                <c:pt idx="241">
                  <c:v>45891</c:v>
                </c:pt>
                <c:pt idx="242">
                  <c:v>45898</c:v>
                </c:pt>
                <c:pt idx="243">
                  <c:v>45905</c:v>
                </c:pt>
                <c:pt idx="244">
                  <c:v>45912</c:v>
                </c:pt>
                <c:pt idx="245">
                  <c:v>45919</c:v>
                </c:pt>
                <c:pt idx="246">
                  <c:v>45926</c:v>
                </c:pt>
                <c:pt idx="247">
                  <c:v>45933</c:v>
                </c:pt>
                <c:pt idx="248">
                  <c:v>45940</c:v>
                </c:pt>
                <c:pt idx="249">
                  <c:v>45947</c:v>
                </c:pt>
                <c:pt idx="250">
                  <c:v>45954</c:v>
                </c:pt>
                <c:pt idx="251">
                  <c:v>45961</c:v>
                </c:pt>
                <c:pt idx="252">
                  <c:v>45968</c:v>
                </c:pt>
                <c:pt idx="253">
                  <c:v>45975</c:v>
                </c:pt>
                <c:pt idx="254">
                  <c:v>45982</c:v>
                </c:pt>
                <c:pt idx="255">
                  <c:v>45989</c:v>
                </c:pt>
                <c:pt idx="256">
                  <c:v>45996</c:v>
                </c:pt>
                <c:pt idx="257">
                  <c:v>46003</c:v>
                </c:pt>
                <c:pt idx="258">
                  <c:v>46010</c:v>
                </c:pt>
                <c:pt idx="259">
                  <c:v>46017</c:v>
                </c:pt>
                <c:pt idx="260">
                  <c:v>46024</c:v>
                </c:pt>
                <c:pt idx="261">
                  <c:v>46031</c:v>
                </c:pt>
                <c:pt idx="262">
                  <c:v>46038</c:v>
                </c:pt>
                <c:pt idx="263">
                  <c:v>46045</c:v>
                </c:pt>
                <c:pt idx="264">
                  <c:v>46052</c:v>
                </c:pt>
                <c:pt idx="265">
                  <c:v>46059</c:v>
                </c:pt>
                <c:pt idx="266">
                  <c:v>46066</c:v>
                </c:pt>
                <c:pt idx="267">
                  <c:v>46073</c:v>
                </c:pt>
                <c:pt idx="268">
                  <c:v>46080</c:v>
                </c:pt>
                <c:pt idx="269">
                  <c:v>46087</c:v>
                </c:pt>
                <c:pt idx="270">
                  <c:v>46094</c:v>
                </c:pt>
                <c:pt idx="271">
                  <c:v>46101</c:v>
                </c:pt>
                <c:pt idx="272">
                  <c:v>46108</c:v>
                </c:pt>
                <c:pt idx="273">
                  <c:v>46115</c:v>
                </c:pt>
                <c:pt idx="274">
                  <c:v>46122</c:v>
                </c:pt>
                <c:pt idx="275">
                  <c:v>46129</c:v>
                </c:pt>
                <c:pt idx="276">
                  <c:v>46136</c:v>
                </c:pt>
                <c:pt idx="277">
                  <c:v>46143</c:v>
                </c:pt>
                <c:pt idx="278">
                  <c:v>46150</c:v>
                </c:pt>
                <c:pt idx="279">
                  <c:v>46157</c:v>
                </c:pt>
                <c:pt idx="280">
                  <c:v>46164</c:v>
                </c:pt>
                <c:pt idx="281">
                  <c:v>46171</c:v>
                </c:pt>
                <c:pt idx="282">
                  <c:v>46178</c:v>
                </c:pt>
                <c:pt idx="283">
                  <c:v>46185</c:v>
                </c:pt>
                <c:pt idx="284">
                  <c:v>46192</c:v>
                </c:pt>
                <c:pt idx="285">
                  <c:v>46199</c:v>
                </c:pt>
                <c:pt idx="286">
                  <c:v>46206</c:v>
                </c:pt>
                <c:pt idx="287">
                  <c:v>46213</c:v>
                </c:pt>
                <c:pt idx="288">
                  <c:v>46220</c:v>
                </c:pt>
                <c:pt idx="289">
                  <c:v>46227</c:v>
                </c:pt>
                <c:pt idx="290">
                  <c:v>46234</c:v>
                </c:pt>
                <c:pt idx="291">
                  <c:v>46241</c:v>
                </c:pt>
                <c:pt idx="292">
                  <c:v>46248</c:v>
                </c:pt>
                <c:pt idx="293">
                  <c:v>46255</c:v>
                </c:pt>
                <c:pt idx="294">
                  <c:v>46262</c:v>
                </c:pt>
                <c:pt idx="295">
                  <c:v>46269</c:v>
                </c:pt>
                <c:pt idx="296">
                  <c:v>46276</c:v>
                </c:pt>
                <c:pt idx="297">
                  <c:v>46283</c:v>
                </c:pt>
              </c:numCache>
            </c:numRef>
          </c:cat>
          <c:val>
            <c:numRef>
              <c:f>Sheet1!$E$2:$E$299</c:f>
              <c:numCache>
                <c:formatCode>General</c:formatCode>
                <c:ptCount val="298"/>
                <c:pt idx="0">
                  <c:v>8.6481357938033945</c:v>
                </c:pt>
                <c:pt idx="1">
                  <c:v>8.6481357938033945</c:v>
                </c:pt>
                <c:pt idx="2">
                  <c:v>8.6481357938033945</c:v>
                </c:pt>
                <c:pt idx="3">
                  <c:v>8.6481357938033945</c:v>
                </c:pt>
                <c:pt idx="4">
                  <c:v>8.6481357938033945</c:v>
                </c:pt>
                <c:pt idx="5">
                  <c:v>8.6481357938033945</c:v>
                </c:pt>
                <c:pt idx="6">
                  <c:v>8.6481357938033945</c:v>
                </c:pt>
                <c:pt idx="7">
                  <c:v>8.6481357938033945</c:v>
                </c:pt>
                <c:pt idx="8">
                  <c:v>8.6481357938033945</c:v>
                </c:pt>
                <c:pt idx="9">
                  <c:v>8.6481357938033945</c:v>
                </c:pt>
                <c:pt idx="10">
                  <c:v>8.6481357938033945</c:v>
                </c:pt>
                <c:pt idx="11">
                  <c:v>8.6481357938033945</c:v>
                </c:pt>
                <c:pt idx="12">
                  <c:v>8.6481357938033945</c:v>
                </c:pt>
                <c:pt idx="13">
                  <c:v>8.6481357938033945</c:v>
                </c:pt>
                <c:pt idx="14">
                  <c:v>8.6481357938033945</c:v>
                </c:pt>
                <c:pt idx="15">
                  <c:v>8.6481357938033945</c:v>
                </c:pt>
                <c:pt idx="16">
                  <c:v>8.6481357938033945</c:v>
                </c:pt>
                <c:pt idx="17">
                  <c:v>8.6481357938033945</c:v>
                </c:pt>
                <c:pt idx="18">
                  <c:v>8.6481357938033945</c:v>
                </c:pt>
                <c:pt idx="19">
                  <c:v>8.6481357938033945</c:v>
                </c:pt>
                <c:pt idx="20">
                  <c:v>8.6481357938033945</c:v>
                </c:pt>
                <c:pt idx="21">
                  <c:v>8.6481357938033945</c:v>
                </c:pt>
                <c:pt idx="22">
                  <c:v>8.6481357938033945</c:v>
                </c:pt>
                <c:pt idx="23">
                  <c:v>8.6481357938033945</c:v>
                </c:pt>
                <c:pt idx="24">
                  <c:v>8.6481357938033945</c:v>
                </c:pt>
                <c:pt idx="25">
                  <c:v>8.6481357938033945</c:v>
                </c:pt>
                <c:pt idx="26">
                  <c:v>8.6481357938033945</c:v>
                </c:pt>
                <c:pt idx="27">
                  <c:v>8.6481357938033945</c:v>
                </c:pt>
                <c:pt idx="28">
                  <c:v>8.6481357938033945</c:v>
                </c:pt>
                <c:pt idx="29">
                  <c:v>8.6481357938033945</c:v>
                </c:pt>
                <c:pt idx="30">
                  <c:v>8.6481357938033945</c:v>
                </c:pt>
                <c:pt idx="31">
                  <c:v>8.6481357938033945</c:v>
                </c:pt>
                <c:pt idx="32">
                  <c:v>8.6481357938033945</c:v>
                </c:pt>
                <c:pt idx="33">
                  <c:v>8.6481357938033945</c:v>
                </c:pt>
                <c:pt idx="34">
                  <c:v>8.6481357938033945</c:v>
                </c:pt>
                <c:pt idx="35">
                  <c:v>8.6481357938033945</c:v>
                </c:pt>
                <c:pt idx="36">
                  <c:v>8.6481357938033945</c:v>
                </c:pt>
                <c:pt idx="37">
                  <c:v>8.6481357938033945</c:v>
                </c:pt>
                <c:pt idx="38">
                  <c:v>8.6481357938033945</c:v>
                </c:pt>
                <c:pt idx="39">
                  <c:v>8.6481357938033945</c:v>
                </c:pt>
                <c:pt idx="40">
                  <c:v>8.6481357938033945</c:v>
                </c:pt>
                <c:pt idx="41">
                  <c:v>8.6481357938033945</c:v>
                </c:pt>
                <c:pt idx="42">
                  <c:v>8.6481357938033945</c:v>
                </c:pt>
                <c:pt idx="43">
                  <c:v>8.6481357938033945</c:v>
                </c:pt>
                <c:pt idx="44">
                  <c:v>8.6481357938033945</c:v>
                </c:pt>
                <c:pt idx="45">
                  <c:v>8.6481357938033945</c:v>
                </c:pt>
                <c:pt idx="46">
                  <c:v>8.6481357938033945</c:v>
                </c:pt>
                <c:pt idx="47">
                  <c:v>8.6481357938033945</c:v>
                </c:pt>
                <c:pt idx="48">
                  <c:v>8.6481357938033945</c:v>
                </c:pt>
                <c:pt idx="49">
                  <c:v>8.6481357938033945</c:v>
                </c:pt>
                <c:pt idx="50">
                  <c:v>8.6481357938033945</c:v>
                </c:pt>
                <c:pt idx="51">
                  <c:v>8.6481357938033945</c:v>
                </c:pt>
                <c:pt idx="52">
                  <c:v>8.6481357938033945</c:v>
                </c:pt>
                <c:pt idx="53">
                  <c:v>8.6481357938033945</c:v>
                </c:pt>
                <c:pt idx="54">
                  <c:v>8.6481357938033945</c:v>
                </c:pt>
                <c:pt idx="55">
                  <c:v>8.6481357938033945</c:v>
                </c:pt>
                <c:pt idx="56">
                  <c:v>8.6481357938033945</c:v>
                </c:pt>
                <c:pt idx="57">
                  <c:v>8.6481357938033945</c:v>
                </c:pt>
                <c:pt idx="58">
                  <c:v>8.6481357938033945</c:v>
                </c:pt>
                <c:pt idx="59">
                  <c:v>8.6481357938033945</c:v>
                </c:pt>
                <c:pt idx="60">
                  <c:v>8.6481357938033945</c:v>
                </c:pt>
                <c:pt idx="61">
                  <c:v>8.6481357938033945</c:v>
                </c:pt>
                <c:pt idx="62">
                  <c:v>8.6481357938033945</c:v>
                </c:pt>
                <c:pt idx="63">
                  <c:v>8.6481357938033945</c:v>
                </c:pt>
                <c:pt idx="64">
                  <c:v>8.6481357938033945</c:v>
                </c:pt>
                <c:pt idx="65">
                  <c:v>8.6481357938033945</c:v>
                </c:pt>
                <c:pt idx="66">
                  <c:v>8.6481357938033945</c:v>
                </c:pt>
                <c:pt idx="67">
                  <c:v>8.6481357938033945</c:v>
                </c:pt>
                <c:pt idx="68">
                  <c:v>8.6481357938033945</c:v>
                </c:pt>
                <c:pt idx="69">
                  <c:v>8.6481357938033945</c:v>
                </c:pt>
                <c:pt idx="70">
                  <c:v>8.6481357938033945</c:v>
                </c:pt>
                <c:pt idx="71">
                  <c:v>8.6481357938033945</c:v>
                </c:pt>
                <c:pt idx="72">
                  <c:v>8.6481357938033945</c:v>
                </c:pt>
                <c:pt idx="73">
                  <c:v>8.6481357938033945</c:v>
                </c:pt>
                <c:pt idx="74">
                  <c:v>8.6481357938033945</c:v>
                </c:pt>
                <c:pt idx="75">
                  <c:v>8.6481357938033945</c:v>
                </c:pt>
                <c:pt idx="76">
                  <c:v>8.6481357938033945</c:v>
                </c:pt>
                <c:pt idx="77">
                  <c:v>8.6481357938033945</c:v>
                </c:pt>
                <c:pt idx="78">
                  <c:v>8.6481357938033945</c:v>
                </c:pt>
                <c:pt idx="79">
                  <c:v>8.6481357938033945</c:v>
                </c:pt>
                <c:pt idx="80">
                  <c:v>8.6481357938033945</c:v>
                </c:pt>
                <c:pt idx="81">
                  <c:v>8.6481357938033945</c:v>
                </c:pt>
                <c:pt idx="82">
                  <c:v>8.6481357938033945</c:v>
                </c:pt>
                <c:pt idx="83">
                  <c:v>8.6481357938033945</c:v>
                </c:pt>
                <c:pt idx="84">
                  <c:v>8.6481357938033945</c:v>
                </c:pt>
                <c:pt idx="85">
                  <c:v>8.6481357938033945</c:v>
                </c:pt>
                <c:pt idx="86">
                  <c:v>8.6481357938033945</c:v>
                </c:pt>
                <c:pt idx="87">
                  <c:v>8.6481357938033945</c:v>
                </c:pt>
                <c:pt idx="88">
                  <c:v>8.6481357938033945</c:v>
                </c:pt>
                <c:pt idx="89">
                  <c:v>8.6481357938033945</c:v>
                </c:pt>
                <c:pt idx="90">
                  <c:v>8.6481357938033945</c:v>
                </c:pt>
                <c:pt idx="91">
                  <c:v>8.6481357938033945</c:v>
                </c:pt>
                <c:pt idx="92">
                  <c:v>8.6481357938033945</c:v>
                </c:pt>
                <c:pt idx="93">
                  <c:v>8.6481357938033945</c:v>
                </c:pt>
                <c:pt idx="94">
                  <c:v>8.6481357938033945</c:v>
                </c:pt>
                <c:pt idx="95">
                  <c:v>8.6481357938033945</c:v>
                </c:pt>
                <c:pt idx="96">
                  <c:v>8.6481357938033945</c:v>
                </c:pt>
                <c:pt idx="97">
                  <c:v>8.6481357938033945</c:v>
                </c:pt>
                <c:pt idx="98">
                  <c:v>8.6481357938033945</c:v>
                </c:pt>
                <c:pt idx="99">
                  <c:v>8.6481357938033945</c:v>
                </c:pt>
                <c:pt idx="100">
                  <c:v>8.6481357938033945</c:v>
                </c:pt>
                <c:pt idx="101">
                  <c:v>8.6481357938033945</c:v>
                </c:pt>
                <c:pt idx="102">
                  <c:v>8.6481357938033945</c:v>
                </c:pt>
                <c:pt idx="103">
                  <c:v>8.6481357938033945</c:v>
                </c:pt>
                <c:pt idx="104">
                  <c:v>8.6481357938033945</c:v>
                </c:pt>
                <c:pt idx="105">
                  <c:v>8.6481357938033945</c:v>
                </c:pt>
                <c:pt idx="106">
                  <c:v>8.6481357938033945</c:v>
                </c:pt>
                <c:pt idx="107">
                  <c:v>8.6481357938033945</c:v>
                </c:pt>
                <c:pt idx="108">
                  <c:v>8.6481357938033945</c:v>
                </c:pt>
                <c:pt idx="109">
                  <c:v>8.6481357938033945</c:v>
                </c:pt>
                <c:pt idx="110">
                  <c:v>8.6481357938033945</c:v>
                </c:pt>
                <c:pt idx="111">
                  <c:v>8.6481357938033945</c:v>
                </c:pt>
                <c:pt idx="112">
                  <c:v>8.6481357938033945</c:v>
                </c:pt>
                <c:pt idx="113">
                  <c:v>8.6481357938033945</c:v>
                </c:pt>
                <c:pt idx="114">
                  <c:v>8.6481357938033945</c:v>
                </c:pt>
                <c:pt idx="115">
                  <c:v>8.6481357938033945</c:v>
                </c:pt>
                <c:pt idx="116">
                  <c:v>8.6481357938033945</c:v>
                </c:pt>
                <c:pt idx="117">
                  <c:v>8.6481357938033945</c:v>
                </c:pt>
                <c:pt idx="118">
                  <c:v>8.6481357938033945</c:v>
                </c:pt>
                <c:pt idx="119">
                  <c:v>8.6481357938033945</c:v>
                </c:pt>
                <c:pt idx="120">
                  <c:v>8.6481357938033945</c:v>
                </c:pt>
                <c:pt idx="121">
                  <c:v>8.6481357938033945</c:v>
                </c:pt>
                <c:pt idx="122">
                  <c:v>8.6481357938033945</c:v>
                </c:pt>
                <c:pt idx="123">
                  <c:v>8.6481357938033945</c:v>
                </c:pt>
                <c:pt idx="124">
                  <c:v>8.6481357938033945</c:v>
                </c:pt>
                <c:pt idx="125">
                  <c:v>8.6481357938033945</c:v>
                </c:pt>
                <c:pt idx="126">
                  <c:v>8.6481357938033945</c:v>
                </c:pt>
                <c:pt idx="127">
                  <c:v>8.6481357938033945</c:v>
                </c:pt>
                <c:pt idx="128">
                  <c:v>8.6481357938033945</c:v>
                </c:pt>
                <c:pt idx="129">
                  <c:v>8.6481357938033945</c:v>
                </c:pt>
                <c:pt idx="130">
                  <c:v>8.6481357938033945</c:v>
                </c:pt>
                <c:pt idx="131">
                  <c:v>8.6481357938033945</c:v>
                </c:pt>
                <c:pt idx="132">
                  <c:v>8.6481357938033945</c:v>
                </c:pt>
                <c:pt idx="133">
                  <c:v>8.6481357938033945</c:v>
                </c:pt>
                <c:pt idx="134">
                  <c:v>8.6481357938033945</c:v>
                </c:pt>
                <c:pt idx="135">
                  <c:v>8.6481357938033945</c:v>
                </c:pt>
                <c:pt idx="136">
                  <c:v>8.6481357938033945</c:v>
                </c:pt>
                <c:pt idx="137">
                  <c:v>8.6481357938033945</c:v>
                </c:pt>
                <c:pt idx="138">
                  <c:v>8.6481357938033945</c:v>
                </c:pt>
                <c:pt idx="139">
                  <c:v>8.6481357938033945</c:v>
                </c:pt>
                <c:pt idx="140">
                  <c:v>8.6481357938033945</c:v>
                </c:pt>
                <c:pt idx="141">
                  <c:v>8.6481357938033945</c:v>
                </c:pt>
                <c:pt idx="142">
                  <c:v>8.6481357938033945</c:v>
                </c:pt>
                <c:pt idx="143">
                  <c:v>8.6481357938033945</c:v>
                </c:pt>
                <c:pt idx="144">
                  <c:v>8.6481357938033945</c:v>
                </c:pt>
                <c:pt idx="145">
                  <c:v>8.6481357938033945</c:v>
                </c:pt>
                <c:pt idx="146">
                  <c:v>8.6481357938033945</c:v>
                </c:pt>
                <c:pt idx="147">
                  <c:v>8.6481357938033945</c:v>
                </c:pt>
                <c:pt idx="148">
                  <c:v>8.6481357938033945</c:v>
                </c:pt>
                <c:pt idx="149">
                  <c:v>8.6481357938033945</c:v>
                </c:pt>
                <c:pt idx="150">
                  <c:v>8.6481357938033945</c:v>
                </c:pt>
                <c:pt idx="151">
                  <c:v>8.6481357938033945</c:v>
                </c:pt>
                <c:pt idx="152">
                  <c:v>8.6481357938033945</c:v>
                </c:pt>
                <c:pt idx="153">
                  <c:v>8.6481357938033945</c:v>
                </c:pt>
                <c:pt idx="154">
                  <c:v>8.6481357938033945</c:v>
                </c:pt>
                <c:pt idx="155">
                  <c:v>8.6481357938033945</c:v>
                </c:pt>
                <c:pt idx="156">
                  <c:v>8.6481357938033945</c:v>
                </c:pt>
                <c:pt idx="157">
                  <c:v>8.6481357938033945</c:v>
                </c:pt>
                <c:pt idx="158">
                  <c:v>8.6481357938033945</c:v>
                </c:pt>
                <c:pt idx="159">
                  <c:v>8.6481357938033945</c:v>
                </c:pt>
                <c:pt idx="160">
                  <c:v>8.6481357938033945</c:v>
                </c:pt>
                <c:pt idx="161">
                  <c:v>8.6481357938033945</c:v>
                </c:pt>
                <c:pt idx="162">
                  <c:v>8.6481357938033945</c:v>
                </c:pt>
                <c:pt idx="163">
                  <c:v>8.6481357938033945</c:v>
                </c:pt>
                <c:pt idx="164">
                  <c:v>8.6481357938033945</c:v>
                </c:pt>
                <c:pt idx="165">
                  <c:v>8.6481357938033945</c:v>
                </c:pt>
                <c:pt idx="166">
                  <c:v>8.6481357938033945</c:v>
                </c:pt>
                <c:pt idx="167">
                  <c:v>8.6481357938033945</c:v>
                </c:pt>
                <c:pt idx="168">
                  <c:v>8.6481357938033945</c:v>
                </c:pt>
                <c:pt idx="169">
                  <c:v>8.6481357938033945</c:v>
                </c:pt>
                <c:pt idx="170">
                  <c:v>8.6481357938033945</c:v>
                </c:pt>
                <c:pt idx="171">
                  <c:v>8.6481357938033945</c:v>
                </c:pt>
                <c:pt idx="172">
                  <c:v>8.6481357938033945</c:v>
                </c:pt>
                <c:pt idx="173">
                  <c:v>8.6481357938033945</c:v>
                </c:pt>
                <c:pt idx="174">
                  <c:v>8.6481357938033945</c:v>
                </c:pt>
                <c:pt idx="175">
                  <c:v>8.6481357938033945</c:v>
                </c:pt>
                <c:pt idx="176">
                  <c:v>8.6481357938033945</c:v>
                </c:pt>
                <c:pt idx="177">
                  <c:v>8.6481357938033945</c:v>
                </c:pt>
                <c:pt idx="178">
                  <c:v>8.6481357938033945</c:v>
                </c:pt>
                <c:pt idx="179">
                  <c:v>8.6481357938033945</c:v>
                </c:pt>
                <c:pt idx="180">
                  <c:v>8.6481357938033945</c:v>
                </c:pt>
                <c:pt idx="181">
                  <c:v>8.6481357938033945</c:v>
                </c:pt>
                <c:pt idx="182">
                  <c:v>8.6481357938033945</c:v>
                </c:pt>
                <c:pt idx="183">
                  <c:v>8.6481357938033945</c:v>
                </c:pt>
                <c:pt idx="184">
                  <c:v>8.6481357938033945</c:v>
                </c:pt>
                <c:pt idx="185">
                  <c:v>8.6481357938033945</c:v>
                </c:pt>
                <c:pt idx="186">
                  <c:v>8.6481357938033945</c:v>
                </c:pt>
                <c:pt idx="187">
                  <c:v>8.6481357938033945</c:v>
                </c:pt>
                <c:pt idx="188">
                  <c:v>8.6481357938033945</c:v>
                </c:pt>
                <c:pt idx="189">
                  <c:v>8.6481357938033945</c:v>
                </c:pt>
                <c:pt idx="190">
                  <c:v>8.6481357938033945</c:v>
                </c:pt>
                <c:pt idx="191">
                  <c:v>8.6481357938033945</c:v>
                </c:pt>
                <c:pt idx="192">
                  <c:v>8.6481357938033945</c:v>
                </c:pt>
                <c:pt idx="193">
                  <c:v>8.6481357938033945</c:v>
                </c:pt>
                <c:pt idx="194">
                  <c:v>8.6481357938033945</c:v>
                </c:pt>
                <c:pt idx="195">
                  <c:v>8.6481357938033945</c:v>
                </c:pt>
                <c:pt idx="196">
                  <c:v>8.6481357938033945</c:v>
                </c:pt>
                <c:pt idx="197">
                  <c:v>8.6481357938033945</c:v>
                </c:pt>
                <c:pt idx="198">
                  <c:v>8.6481357938033945</c:v>
                </c:pt>
                <c:pt idx="199">
                  <c:v>8.6481357938033945</c:v>
                </c:pt>
                <c:pt idx="200">
                  <c:v>8.6481357938033945</c:v>
                </c:pt>
                <c:pt idx="201">
                  <c:v>8.6481357938033945</c:v>
                </c:pt>
                <c:pt idx="202">
                  <c:v>8.6481357938033945</c:v>
                </c:pt>
                <c:pt idx="203">
                  <c:v>8.6481357938033945</c:v>
                </c:pt>
                <c:pt idx="204">
                  <c:v>8.6481357938033945</c:v>
                </c:pt>
                <c:pt idx="205">
                  <c:v>8.6481357938033945</c:v>
                </c:pt>
                <c:pt idx="206">
                  <c:v>8.6481357938033945</c:v>
                </c:pt>
                <c:pt idx="207">
                  <c:v>8.6481357938033945</c:v>
                </c:pt>
                <c:pt idx="208">
                  <c:v>8.6481357938033945</c:v>
                </c:pt>
                <c:pt idx="209">
                  <c:v>8.6481357938033945</c:v>
                </c:pt>
                <c:pt idx="210">
                  <c:v>8.6481357938033945</c:v>
                </c:pt>
                <c:pt idx="211">
                  <c:v>8.6481357938033945</c:v>
                </c:pt>
                <c:pt idx="212">
                  <c:v>8.6481357938033945</c:v>
                </c:pt>
                <c:pt idx="213">
                  <c:v>8.6481357938033945</c:v>
                </c:pt>
                <c:pt idx="214">
                  <c:v>8.6481357938033945</c:v>
                </c:pt>
                <c:pt idx="215">
                  <c:v>8.6481357938033945</c:v>
                </c:pt>
                <c:pt idx="216">
                  <c:v>8.6481357938033945</c:v>
                </c:pt>
                <c:pt idx="217">
                  <c:v>8.6481357938033945</c:v>
                </c:pt>
                <c:pt idx="218">
                  <c:v>8.6481357938033945</c:v>
                </c:pt>
                <c:pt idx="219">
                  <c:v>8.6481357938033945</c:v>
                </c:pt>
                <c:pt idx="220">
                  <c:v>8.6481357938033945</c:v>
                </c:pt>
                <c:pt idx="221">
                  <c:v>8.6481357938033945</c:v>
                </c:pt>
                <c:pt idx="222">
                  <c:v>8.6481357938033945</c:v>
                </c:pt>
                <c:pt idx="223">
                  <c:v>8.6481357938033945</c:v>
                </c:pt>
                <c:pt idx="224">
                  <c:v>8.6481357938033945</c:v>
                </c:pt>
                <c:pt idx="225">
                  <c:v>8.6481357938033945</c:v>
                </c:pt>
                <c:pt idx="226">
                  <c:v>8.6481357938033945</c:v>
                </c:pt>
                <c:pt idx="227">
                  <c:v>8.6481357938033945</c:v>
                </c:pt>
                <c:pt idx="228">
                  <c:v>8.6481357938033945</c:v>
                </c:pt>
                <c:pt idx="229">
                  <c:v>8.6481357938033945</c:v>
                </c:pt>
                <c:pt idx="230">
                  <c:v>8.6481357938033945</c:v>
                </c:pt>
                <c:pt idx="231">
                  <c:v>8.6481357938033945</c:v>
                </c:pt>
                <c:pt idx="232">
                  <c:v>8.6481357938033945</c:v>
                </c:pt>
                <c:pt idx="233">
                  <c:v>8.6481357938033945</c:v>
                </c:pt>
                <c:pt idx="234">
                  <c:v>8.6481357938033945</c:v>
                </c:pt>
                <c:pt idx="235">
                  <c:v>8.6481357938033945</c:v>
                </c:pt>
                <c:pt idx="236">
                  <c:v>8.6481357938033945</c:v>
                </c:pt>
                <c:pt idx="237">
                  <c:v>8.6481357938033945</c:v>
                </c:pt>
                <c:pt idx="238">
                  <c:v>8.6481357938033945</c:v>
                </c:pt>
                <c:pt idx="239">
                  <c:v>8.6481357938033945</c:v>
                </c:pt>
                <c:pt idx="240">
                  <c:v>8.6481357938033945</c:v>
                </c:pt>
                <c:pt idx="241">
                  <c:v>8.6481357938033945</c:v>
                </c:pt>
                <c:pt idx="242">
                  <c:v>8.6481357938033945</c:v>
                </c:pt>
                <c:pt idx="243">
                  <c:v>8.6481357938033945</c:v>
                </c:pt>
                <c:pt idx="244">
                  <c:v>8.6481357938033945</c:v>
                </c:pt>
                <c:pt idx="245">
                  <c:v>8.6481357938033945</c:v>
                </c:pt>
                <c:pt idx="246">
                  <c:v>8.6481357938033945</c:v>
                </c:pt>
                <c:pt idx="247">
                  <c:v>8.6481357938033945</c:v>
                </c:pt>
                <c:pt idx="248">
                  <c:v>8.6481357938033945</c:v>
                </c:pt>
                <c:pt idx="249">
                  <c:v>8.6481357938033945</c:v>
                </c:pt>
                <c:pt idx="250">
                  <c:v>8.6481357938033945</c:v>
                </c:pt>
                <c:pt idx="251">
                  <c:v>8.6481357938033945</c:v>
                </c:pt>
                <c:pt idx="252">
                  <c:v>8.6481357938033945</c:v>
                </c:pt>
                <c:pt idx="253">
                  <c:v>8.6481357938033945</c:v>
                </c:pt>
                <c:pt idx="254">
                  <c:v>8.6481357938033945</c:v>
                </c:pt>
                <c:pt idx="255">
                  <c:v>8.6481357938033945</c:v>
                </c:pt>
                <c:pt idx="256">
                  <c:v>8.6481357938033945</c:v>
                </c:pt>
                <c:pt idx="257">
                  <c:v>8.6481357938033945</c:v>
                </c:pt>
                <c:pt idx="258">
                  <c:v>8.6481357938033945</c:v>
                </c:pt>
                <c:pt idx="259">
                  <c:v>8.6481357938033945</c:v>
                </c:pt>
                <c:pt idx="260">
                  <c:v>8.6481357938033945</c:v>
                </c:pt>
                <c:pt idx="261">
                  <c:v>8.6481357938033945</c:v>
                </c:pt>
                <c:pt idx="262">
                  <c:v>8.6481357938033945</c:v>
                </c:pt>
                <c:pt idx="263">
                  <c:v>8.6481357938033945</c:v>
                </c:pt>
                <c:pt idx="264">
                  <c:v>8.6481357938033945</c:v>
                </c:pt>
                <c:pt idx="265">
                  <c:v>8.6481357938033945</c:v>
                </c:pt>
                <c:pt idx="266">
                  <c:v>8.6481357938033945</c:v>
                </c:pt>
                <c:pt idx="267">
                  <c:v>8.6481357938033945</c:v>
                </c:pt>
                <c:pt idx="268">
                  <c:v>8.6481357938033945</c:v>
                </c:pt>
                <c:pt idx="269">
                  <c:v>8.6481357938033945</c:v>
                </c:pt>
                <c:pt idx="270">
                  <c:v>8.6481357938033945</c:v>
                </c:pt>
                <c:pt idx="271">
                  <c:v>8.6481357938033945</c:v>
                </c:pt>
                <c:pt idx="272">
                  <c:v>8.6481357938033945</c:v>
                </c:pt>
                <c:pt idx="273">
                  <c:v>8.6481357938033945</c:v>
                </c:pt>
                <c:pt idx="274">
                  <c:v>8.6481357938033945</c:v>
                </c:pt>
                <c:pt idx="275">
                  <c:v>8.6481357938033945</c:v>
                </c:pt>
                <c:pt idx="276">
                  <c:v>8.6481357938033945</c:v>
                </c:pt>
                <c:pt idx="277">
                  <c:v>8.6481357938033945</c:v>
                </c:pt>
                <c:pt idx="278">
                  <c:v>8.6481357938033945</c:v>
                </c:pt>
                <c:pt idx="279">
                  <c:v>8.6481357938033945</c:v>
                </c:pt>
                <c:pt idx="280">
                  <c:v>8.6481357938033945</c:v>
                </c:pt>
                <c:pt idx="281">
                  <c:v>8.6481357938033945</c:v>
                </c:pt>
                <c:pt idx="282">
                  <c:v>8.6481357938033945</c:v>
                </c:pt>
                <c:pt idx="283">
                  <c:v>8.6481357938033945</c:v>
                </c:pt>
                <c:pt idx="284">
                  <c:v>8.6481357938033945</c:v>
                </c:pt>
                <c:pt idx="285">
                  <c:v>8.6481357938033945</c:v>
                </c:pt>
                <c:pt idx="286">
                  <c:v>8.6481357938033945</c:v>
                </c:pt>
                <c:pt idx="287">
                  <c:v>8.6481357938033945</c:v>
                </c:pt>
                <c:pt idx="288">
                  <c:v>8.6481357938033945</c:v>
                </c:pt>
                <c:pt idx="289">
                  <c:v>8.6481357938033945</c:v>
                </c:pt>
                <c:pt idx="290">
                  <c:v>8.6481357938033945</c:v>
                </c:pt>
                <c:pt idx="291">
                  <c:v>8.6481357938033945</c:v>
                </c:pt>
                <c:pt idx="292">
                  <c:v>8.6481357938033945</c:v>
                </c:pt>
                <c:pt idx="293">
                  <c:v>8.6481357938033945</c:v>
                </c:pt>
                <c:pt idx="294">
                  <c:v>8.6481357938033945</c:v>
                </c:pt>
                <c:pt idx="295">
                  <c:v>8.6481357938033945</c:v>
                </c:pt>
                <c:pt idx="296">
                  <c:v>8.6481357938033945</c:v>
                </c:pt>
                <c:pt idx="297">
                  <c:v>8.6481357938033945</c:v>
                </c:pt>
              </c:numCache>
            </c:numRef>
          </c:val>
          <c:smooth val="1"/>
          <c:extLst>
            <c:ext xmlns:c16="http://schemas.microsoft.com/office/drawing/2014/chart" uri="{C3380CC4-5D6E-409C-BE32-E72D297353CC}">
              <c16:uniqueId val="{00000003-FDDD-4C45-B10B-7F55DCEB7390}"/>
            </c:ext>
          </c:extLst>
        </c:ser>
        <c:dLbls>
          <c:showLegendKey val="0"/>
          <c:showVal val="0"/>
          <c:showCatName val="0"/>
          <c:showSerName val="0"/>
          <c:showPercent val="0"/>
          <c:showBubbleSize val="0"/>
        </c:dLbls>
        <c:smooth val="0"/>
        <c:axId val="50010001"/>
        <c:axId val="50010002"/>
      </c:lineChart>
      <c:dateAx>
        <c:axId val="50010001"/>
        <c:scaling>
          <c:orientation val="minMax"/>
        </c:scaling>
        <c:delete val="0"/>
        <c:axPos val="b"/>
        <c:numFmt formatCode="yyyy" sourceLinked="0"/>
        <c:majorTickMark val="out"/>
        <c:minorTickMark val="cross"/>
        <c:tickLblPos val="low"/>
        <c:spPr>
          <a:ln w="9525">
            <a:solidFill>
              <a:srgbClr val="D9D9D9"/>
            </a:solidFill>
          </a:ln>
        </c:spPr>
        <c:txPr>
          <a:bodyPr rot="-5400000" vert="horz"/>
          <a:lstStyle/>
          <a:p>
            <a:pPr>
              <a:defRPr sz="900" b="0" baseline="0">
                <a:solidFill>
                  <a:srgbClr val="000000"/>
                </a:solidFill>
                <a:latin typeface="Roboto Light"/>
              </a:defRPr>
            </a:pPr>
            <a:endParaRPr lang="en-US"/>
          </a:p>
        </c:txPr>
        <c:crossAx val="50010002"/>
        <c:crosses val="autoZero"/>
        <c:auto val="1"/>
        <c:lblOffset val="100"/>
        <c:baseTimeUnit val="days"/>
        <c:majorUnit val="1"/>
        <c:majorTimeUnit val="years"/>
      </c:dateAx>
      <c:valAx>
        <c:axId val="50010002"/>
        <c:scaling>
          <c:orientation val="minMax"/>
          <c:min val="5"/>
        </c:scaling>
        <c:delete val="0"/>
        <c:axPos val="l"/>
        <c:majorGridlines>
          <c:spPr>
            <a:ln w="6350">
              <a:solidFill>
                <a:srgbClr val="D9D9D9"/>
              </a:solidFill>
              <a:prstDash val="dash"/>
            </a:ln>
          </c:spPr>
        </c:majorGridlines>
        <c:numFmt formatCode="0" sourceLinked="0"/>
        <c:majorTickMark val="none"/>
        <c:minorTickMark val="cross"/>
        <c:tickLblPos val="nextTo"/>
        <c:spPr>
          <a:ln>
            <a:noFill/>
          </a:ln>
        </c:spPr>
        <c:txPr>
          <a:bodyPr/>
          <a:lstStyle/>
          <a:p>
            <a:pPr>
              <a:defRPr sz="900" b="0" baseline="0">
                <a:solidFill>
                  <a:srgbClr val="000000"/>
                </a:solidFill>
                <a:latin typeface="Roboto Light"/>
              </a:defRPr>
            </a:pPr>
            <a:endParaRPr lang="en-US"/>
          </a:p>
        </c:txPr>
        <c:crossAx val="50010001"/>
        <c:crosses val="autoZero"/>
        <c:crossBetween val="between"/>
      </c:valAx>
      <c:spPr>
        <a:noFill/>
        <a:ln>
          <a:noFill/>
        </a:ln>
      </c:spPr>
    </c:plotArea>
    <c:legend>
      <c:legendPos val="t"/>
      <c:legendEntry>
        <c:idx val="3"/>
        <c:delete val="1"/>
      </c:legendEntry>
      <c:overlay val="0"/>
      <c:txPr>
        <a:bodyPr/>
        <a:lstStyle/>
        <a:p>
          <a:pPr>
            <a:defRPr sz="900" b="0" baseline="0">
              <a:solidFill>
                <a:srgbClr val="000000"/>
              </a:solidFill>
              <a:latin typeface="Roboto Light"/>
            </a:defRPr>
          </a:pPr>
          <a:endParaRPr lang="en-US"/>
        </a:p>
      </c:txPr>
    </c:legend>
    <c:plotVisOnly val="1"/>
    <c:dispBlanksAs val="zero"/>
    <c:showDLblsOverMax val="1"/>
  </c:chart>
  <c:spPr>
    <a:solidFill>
      <a:srgbClr val="FFFFFF"/>
    </a:solidFill>
    <a:ln>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0684832761048267"/>
          <c:y val="0.1585925415856719"/>
          <c:w val="0.89315167238951731"/>
          <c:h val="0.5909826584617438"/>
        </c:manualLayout>
      </c:layout>
      <c:lineChart>
        <c:grouping val="standard"/>
        <c:varyColors val="1"/>
        <c:ser>
          <c:idx val="0"/>
          <c:order val="0"/>
          <c:tx>
            <c:v>Fiscal Deterioration</c:v>
          </c:tx>
          <c:spPr>
            <a:ln w="28575">
              <a:solidFill>
                <a:srgbClr val="1F2F44"/>
              </a:solidFill>
            </a:ln>
          </c:spPr>
          <c:marker>
            <c:symbol val="none"/>
          </c:marker>
          <c:cat>
            <c:numRef>
              <c:f>Sheet1!$A$2:$A$187</c:f>
              <c:numCache>
                <c:formatCode>yyyy\-mm\-dd</c:formatCode>
                <c:ptCount val="186"/>
                <c:pt idx="0">
                  <c:v>46021</c:v>
                </c:pt>
                <c:pt idx="1">
                  <c:v>46022</c:v>
                </c:pt>
                <c:pt idx="2">
                  <c:v>46023</c:v>
                </c:pt>
                <c:pt idx="3">
                  <c:v>46024</c:v>
                </c:pt>
                <c:pt idx="4">
                  <c:v>46027</c:v>
                </c:pt>
                <c:pt idx="5">
                  <c:v>46028</c:v>
                </c:pt>
                <c:pt idx="6">
                  <c:v>46029</c:v>
                </c:pt>
                <c:pt idx="7">
                  <c:v>46030</c:v>
                </c:pt>
                <c:pt idx="8">
                  <c:v>46031</c:v>
                </c:pt>
                <c:pt idx="9">
                  <c:v>46034</c:v>
                </c:pt>
                <c:pt idx="10">
                  <c:v>46035</c:v>
                </c:pt>
                <c:pt idx="11">
                  <c:v>46036</c:v>
                </c:pt>
                <c:pt idx="12">
                  <c:v>46037</c:v>
                </c:pt>
                <c:pt idx="13">
                  <c:v>46038</c:v>
                </c:pt>
                <c:pt idx="14">
                  <c:v>46041</c:v>
                </c:pt>
                <c:pt idx="15">
                  <c:v>46042</c:v>
                </c:pt>
                <c:pt idx="16">
                  <c:v>46043</c:v>
                </c:pt>
                <c:pt idx="17">
                  <c:v>46044</c:v>
                </c:pt>
                <c:pt idx="18">
                  <c:v>46045</c:v>
                </c:pt>
                <c:pt idx="19">
                  <c:v>46048</c:v>
                </c:pt>
                <c:pt idx="20">
                  <c:v>46049</c:v>
                </c:pt>
                <c:pt idx="21">
                  <c:v>46050</c:v>
                </c:pt>
                <c:pt idx="22">
                  <c:v>46051</c:v>
                </c:pt>
                <c:pt idx="23">
                  <c:v>46052</c:v>
                </c:pt>
                <c:pt idx="24">
                  <c:v>46055</c:v>
                </c:pt>
                <c:pt idx="25">
                  <c:v>46056</c:v>
                </c:pt>
                <c:pt idx="26">
                  <c:v>46057</c:v>
                </c:pt>
                <c:pt idx="27">
                  <c:v>46058</c:v>
                </c:pt>
                <c:pt idx="28">
                  <c:v>46059</c:v>
                </c:pt>
                <c:pt idx="29">
                  <c:v>46062</c:v>
                </c:pt>
                <c:pt idx="30">
                  <c:v>46063</c:v>
                </c:pt>
                <c:pt idx="31">
                  <c:v>46064</c:v>
                </c:pt>
                <c:pt idx="32">
                  <c:v>46065</c:v>
                </c:pt>
                <c:pt idx="33">
                  <c:v>46066</c:v>
                </c:pt>
                <c:pt idx="34">
                  <c:v>46069</c:v>
                </c:pt>
                <c:pt idx="35">
                  <c:v>46070</c:v>
                </c:pt>
                <c:pt idx="36">
                  <c:v>46071</c:v>
                </c:pt>
                <c:pt idx="37">
                  <c:v>46072</c:v>
                </c:pt>
                <c:pt idx="38">
                  <c:v>46073</c:v>
                </c:pt>
                <c:pt idx="39">
                  <c:v>46076</c:v>
                </c:pt>
                <c:pt idx="40">
                  <c:v>46077</c:v>
                </c:pt>
                <c:pt idx="41">
                  <c:v>46078</c:v>
                </c:pt>
                <c:pt idx="42">
                  <c:v>46079</c:v>
                </c:pt>
                <c:pt idx="43">
                  <c:v>46080</c:v>
                </c:pt>
                <c:pt idx="44">
                  <c:v>46083</c:v>
                </c:pt>
                <c:pt idx="45">
                  <c:v>46084</c:v>
                </c:pt>
                <c:pt idx="46">
                  <c:v>46085</c:v>
                </c:pt>
                <c:pt idx="47">
                  <c:v>46086</c:v>
                </c:pt>
                <c:pt idx="48">
                  <c:v>46087</c:v>
                </c:pt>
                <c:pt idx="49">
                  <c:v>46090</c:v>
                </c:pt>
                <c:pt idx="50">
                  <c:v>46091</c:v>
                </c:pt>
                <c:pt idx="51">
                  <c:v>46092</c:v>
                </c:pt>
                <c:pt idx="52">
                  <c:v>46093</c:v>
                </c:pt>
                <c:pt idx="53">
                  <c:v>46094</c:v>
                </c:pt>
                <c:pt idx="54">
                  <c:v>46097</c:v>
                </c:pt>
                <c:pt idx="55">
                  <c:v>46098</c:v>
                </c:pt>
                <c:pt idx="56">
                  <c:v>46099</c:v>
                </c:pt>
                <c:pt idx="57">
                  <c:v>46100</c:v>
                </c:pt>
                <c:pt idx="58">
                  <c:v>46101</c:v>
                </c:pt>
                <c:pt idx="59">
                  <c:v>46104</c:v>
                </c:pt>
                <c:pt idx="60">
                  <c:v>46105</c:v>
                </c:pt>
                <c:pt idx="61">
                  <c:v>46106</c:v>
                </c:pt>
                <c:pt idx="62">
                  <c:v>46107</c:v>
                </c:pt>
                <c:pt idx="63">
                  <c:v>46108</c:v>
                </c:pt>
                <c:pt idx="64">
                  <c:v>46111</c:v>
                </c:pt>
                <c:pt idx="65">
                  <c:v>46112</c:v>
                </c:pt>
                <c:pt idx="66">
                  <c:v>46113</c:v>
                </c:pt>
                <c:pt idx="67">
                  <c:v>46114</c:v>
                </c:pt>
                <c:pt idx="68">
                  <c:v>46115</c:v>
                </c:pt>
                <c:pt idx="69">
                  <c:v>46118</c:v>
                </c:pt>
                <c:pt idx="70">
                  <c:v>46119</c:v>
                </c:pt>
                <c:pt idx="71">
                  <c:v>46120</c:v>
                </c:pt>
                <c:pt idx="72">
                  <c:v>46121</c:v>
                </c:pt>
                <c:pt idx="73">
                  <c:v>46122</c:v>
                </c:pt>
                <c:pt idx="74">
                  <c:v>46125</c:v>
                </c:pt>
                <c:pt idx="75">
                  <c:v>46126</c:v>
                </c:pt>
                <c:pt idx="76">
                  <c:v>46127</c:v>
                </c:pt>
                <c:pt idx="77">
                  <c:v>46128</c:v>
                </c:pt>
                <c:pt idx="78">
                  <c:v>46129</c:v>
                </c:pt>
                <c:pt idx="79">
                  <c:v>46132</c:v>
                </c:pt>
                <c:pt idx="80">
                  <c:v>46133</c:v>
                </c:pt>
                <c:pt idx="81">
                  <c:v>46134</c:v>
                </c:pt>
                <c:pt idx="82">
                  <c:v>46135</c:v>
                </c:pt>
                <c:pt idx="83">
                  <c:v>46136</c:v>
                </c:pt>
                <c:pt idx="84">
                  <c:v>46139</c:v>
                </c:pt>
                <c:pt idx="85">
                  <c:v>46140</c:v>
                </c:pt>
                <c:pt idx="86">
                  <c:v>46141</c:v>
                </c:pt>
                <c:pt idx="87">
                  <c:v>46142</c:v>
                </c:pt>
                <c:pt idx="88">
                  <c:v>46143</c:v>
                </c:pt>
                <c:pt idx="89">
                  <c:v>46146</c:v>
                </c:pt>
                <c:pt idx="90">
                  <c:v>46147</c:v>
                </c:pt>
                <c:pt idx="91">
                  <c:v>46148</c:v>
                </c:pt>
                <c:pt idx="92">
                  <c:v>46149</c:v>
                </c:pt>
                <c:pt idx="93">
                  <c:v>46150</c:v>
                </c:pt>
                <c:pt idx="94">
                  <c:v>46153</c:v>
                </c:pt>
                <c:pt idx="95">
                  <c:v>46154</c:v>
                </c:pt>
                <c:pt idx="96">
                  <c:v>46155</c:v>
                </c:pt>
                <c:pt idx="97">
                  <c:v>46156</c:v>
                </c:pt>
                <c:pt idx="98">
                  <c:v>46157</c:v>
                </c:pt>
                <c:pt idx="99">
                  <c:v>46160</c:v>
                </c:pt>
                <c:pt idx="100">
                  <c:v>46161</c:v>
                </c:pt>
                <c:pt idx="101">
                  <c:v>46162</c:v>
                </c:pt>
                <c:pt idx="102">
                  <c:v>46163</c:v>
                </c:pt>
                <c:pt idx="103">
                  <c:v>46164</c:v>
                </c:pt>
                <c:pt idx="104">
                  <c:v>46167</c:v>
                </c:pt>
                <c:pt idx="105">
                  <c:v>46168</c:v>
                </c:pt>
                <c:pt idx="106">
                  <c:v>46169</c:v>
                </c:pt>
                <c:pt idx="107">
                  <c:v>46170</c:v>
                </c:pt>
                <c:pt idx="108">
                  <c:v>46171</c:v>
                </c:pt>
                <c:pt idx="109">
                  <c:v>46174</c:v>
                </c:pt>
                <c:pt idx="110">
                  <c:v>46175</c:v>
                </c:pt>
                <c:pt idx="111">
                  <c:v>46176</c:v>
                </c:pt>
                <c:pt idx="112">
                  <c:v>46177</c:v>
                </c:pt>
                <c:pt idx="113">
                  <c:v>46178</c:v>
                </c:pt>
                <c:pt idx="114">
                  <c:v>46181</c:v>
                </c:pt>
                <c:pt idx="115">
                  <c:v>46182</c:v>
                </c:pt>
                <c:pt idx="116">
                  <c:v>46183</c:v>
                </c:pt>
                <c:pt idx="117">
                  <c:v>46184</c:v>
                </c:pt>
                <c:pt idx="118">
                  <c:v>46185</c:v>
                </c:pt>
                <c:pt idx="119">
                  <c:v>46188</c:v>
                </c:pt>
                <c:pt idx="120">
                  <c:v>46189</c:v>
                </c:pt>
                <c:pt idx="121">
                  <c:v>46190</c:v>
                </c:pt>
                <c:pt idx="122">
                  <c:v>46191</c:v>
                </c:pt>
                <c:pt idx="123">
                  <c:v>46192</c:v>
                </c:pt>
                <c:pt idx="124">
                  <c:v>46195</c:v>
                </c:pt>
                <c:pt idx="125">
                  <c:v>46196</c:v>
                </c:pt>
                <c:pt idx="126">
                  <c:v>46197</c:v>
                </c:pt>
                <c:pt idx="127">
                  <c:v>46198</c:v>
                </c:pt>
                <c:pt idx="128">
                  <c:v>46199</c:v>
                </c:pt>
                <c:pt idx="129">
                  <c:v>46202</c:v>
                </c:pt>
                <c:pt idx="130">
                  <c:v>46203</c:v>
                </c:pt>
                <c:pt idx="131">
                  <c:v>46204</c:v>
                </c:pt>
                <c:pt idx="132">
                  <c:v>46205</c:v>
                </c:pt>
                <c:pt idx="133">
                  <c:v>46206</c:v>
                </c:pt>
                <c:pt idx="134">
                  <c:v>46209</c:v>
                </c:pt>
                <c:pt idx="135">
                  <c:v>46210</c:v>
                </c:pt>
                <c:pt idx="136">
                  <c:v>46211</c:v>
                </c:pt>
                <c:pt idx="137">
                  <c:v>46212</c:v>
                </c:pt>
                <c:pt idx="138">
                  <c:v>46213</c:v>
                </c:pt>
                <c:pt idx="139">
                  <c:v>46216</c:v>
                </c:pt>
                <c:pt idx="140">
                  <c:v>46217</c:v>
                </c:pt>
                <c:pt idx="141">
                  <c:v>46218</c:v>
                </c:pt>
                <c:pt idx="142">
                  <c:v>46219</c:v>
                </c:pt>
                <c:pt idx="143">
                  <c:v>46220</c:v>
                </c:pt>
                <c:pt idx="144">
                  <c:v>46223</c:v>
                </c:pt>
                <c:pt idx="145">
                  <c:v>46224</c:v>
                </c:pt>
                <c:pt idx="146">
                  <c:v>46225</c:v>
                </c:pt>
                <c:pt idx="147">
                  <c:v>46226</c:v>
                </c:pt>
                <c:pt idx="148">
                  <c:v>46227</c:v>
                </c:pt>
                <c:pt idx="149">
                  <c:v>46230</c:v>
                </c:pt>
                <c:pt idx="150">
                  <c:v>46231</c:v>
                </c:pt>
                <c:pt idx="151">
                  <c:v>46232</c:v>
                </c:pt>
                <c:pt idx="152">
                  <c:v>46233</c:v>
                </c:pt>
                <c:pt idx="153">
                  <c:v>46234</c:v>
                </c:pt>
                <c:pt idx="154">
                  <c:v>46237</c:v>
                </c:pt>
                <c:pt idx="155">
                  <c:v>46238</c:v>
                </c:pt>
                <c:pt idx="156">
                  <c:v>46239</c:v>
                </c:pt>
                <c:pt idx="157">
                  <c:v>46240</c:v>
                </c:pt>
                <c:pt idx="158">
                  <c:v>46241</c:v>
                </c:pt>
                <c:pt idx="159">
                  <c:v>46244</c:v>
                </c:pt>
                <c:pt idx="160">
                  <c:v>46245</c:v>
                </c:pt>
                <c:pt idx="161">
                  <c:v>46246</c:v>
                </c:pt>
                <c:pt idx="162">
                  <c:v>46247</c:v>
                </c:pt>
                <c:pt idx="163">
                  <c:v>46248</c:v>
                </c:pt>
                <c:pt idx="164">
                  <c:v>46251</c:v>
                </c:pt>
                <c:pt idx="165">
                  <c:v>46252</c:v>
                </c:pt>
                <c:pt idx="166">
                  <c:v>46253</c:v>
                </c:pt>
                <c:pt idx="167">
                  <c:v>46254</c:v>
                </c:pt>
                <c:pt idx="168">
                  <c:v>46255</c:v>
                </c:pt>
                <c:pt idx="169">
                  <c:v>46258</c:v>
                </c:pt>
                <c:pt idx="170">
                  <c:v>46259</c:v>
                </c:pt>
                <c:pt idx="171">
                  <c:v>46260</c:v>
                </c:pt>
                <c:pt idx="172">
                  <c:v>46261</c:v>
                </c:pt>
                <c:pt idx="173">
                  <c:v>46262</c:v>
                </c:pt>
                <c:pt idx="174">
                  <c:v>46265</c:v>
                </c:pt>
                <c:pt idx="175">
                  <c:v>46266</c:v>
                </c:pt>
                <c:pt idx="176">
                  <c:v>46267</c:v>
                </c:pt>
                <c:pt idx="177">
                  <c:v>46268</c:v>
                </c:pt>
                <c:pt idx="178">
                  <c:v>46269</c:v>
                </c:pt>
                <c:pt idx="179">
                  <c:v>46272</c:v>
                </c:pt>
                <c:pt idx="180">
                  <c:v>46273</c:v>
                </c:pt>
                <c:pt idx="181">
                  <c:v>46274</c:v>
                </c:pt>
                <c:pt idx="182">
                  <c:v>46275</c:v>
                </c:pt>
                <c:pt idx="183">
                  <c:v>46276</c:v>
                </c:pt>
                <c:pt idx="184">
                  <c:v>46279</c:v>
                </c:pt>
                <c:pt idx="185">
                  <c:v>46280</c:v>
                </c:pt>
              </c:numCache>
            </c:numRef>
          </c:cat>
          <c:val>
            <c:numRef>
              <c:f>Sheet1!$B$2:$B$187</c:f>
              <c:numCache>
                <c:formatCode>General</c:formatCode>
                <c:ptCount val="186"/>
                <c:pt idx="0">
                  <c:v>100</c:v>
                </c:pt>
                <c:pt idx="1">
                  <c:v>100</c:v>
                </c:pt>
                <c:pt idx="2">
                  <c:v>100</c:v>
                </c:pt>
                <c:pt idx="3">
                  <c:v>99.823364559558925</c:v>
                </c:pt>
                <c:pt idx="4">
                  <c:v>100.2273944558649</c:v>
                </c:pt>
                <c:pt idx="5">
                  <c:v>100.501513716236</c:v>
                </c:pt>
                <c:pt idx="6">
                  <c:v>99.655244973095236</c:v>
                </c:pt>
                <c:pt idx="7">
                  <c:v>99.09471459438403</c:v>
                </c:pt>
                <c:pt idx="8">
                  <c:v>99.83952754888783</c:v>
                </c:pt>
                <c:pt idx="9">
                  <c:v>102.28880349415419</c:v>
                </c:pt>
                <c:pt idx="10">
                  <c:v>103.25567157538021</c:v>
                </c:pt>
                <c:pt idx="11">
                  <c:v>105.3180805074728</c:v>
                </c:pt>
                <c:pt idx="12">
                  <c:v>105.9314673183185</c:v>
                </c:pt>
                <c:pt idx="13">
                  <c:v>105.1832665622771</c:v>
                </c:pt>
                <c:pt idx="14">
                  <c:v>105.9977146189061</c:v>
                </c:pt>
                <c:pt idx="15">
                  <c:v>106.6740751480815</c:v>
                </c:pt>
                <c:pt idx="16">
                  <c:v>108.86282056924451</c:v>
                </c:pt>
                <c:pt idx="17">
                  <c:v>111.5626815647057</c:v>
                </c:pt>
                <c:pt idx="18">
                  <c:v>112.8982200673055</c:v>
                </c:pt>
                <c:pt idx="19">
                  <c:v>113.3142853135729</c:v>
                </c:pt>
                <c:pt idx="20">
                  <c:v>114.2453314577198</c:v>
                </c:pt>
                <c:pt idx="21">
                  <c:v>116.04999831211769</c:v>
                </c:pt>
                <c:pt idx="22">
                  <c:v>115.1457792698567</c:v>
                </c:pt>
                <c:pt idx="23">
                  <c:v>111.99065859401949</c:v>
                </c:pt>
                <c:pt idx="24">
                  <c:v>110.08465306540489</c:v>
                </c:pt>
                <c:pt idx="25">
                  <c:v>112.8305060464113</c:v>
                </c:pt>
                <c:pt idx="26">
                  <c:v>111.0367461029106</c:v>
                </c:pt>
                <c:pt idx="27">
                  <c:v>111.082148567277</c:v>
                </c:pt>
                <c:pt idx="28">
                  <c:v>111.53184530022619</c:v>
                </c:pt>
                <c:pt idx="29">
                  <c:v>115.75099529771261</c:v>
                </c:pt>
                <c:pt idx="30">
                  <c:v>115.0383617215159</c:v>
                </c:pt>
                <c:pt idx="31">
                  <c:v>120.10845133875929</c:v>
                </c:pt>
                <c:pt idx="32">
                  <c:v>117.79876801087271</c:v>
                </c:pt>
                <c:pt idx="33">
                  <c:v>117.9294485709739</c:v>
                </c:pt>
                <c:pt idx="34">
                  <c:v>117.9294485709739</c:v>
                </c:pt>
                <c:pt idx="35">
                  <c:v>117.9294485709739</c:v>
                </c:pt>
                <c:pt idx="36">
                  <c:v>116.1714537430088</c:v>
                </c:pt>
                <c:pt idx="37">
                  <c:v>116.20755573101761</c:v>
                </c:pt>
                <c:pt idx="38">
                  <c:v>117.8455938739822</c:v>
                </c:pt>
                <c:pt idx="39">
                  <c:v>119.7176234902122</c:v>
                </c:pt>
                <c:pt idx="40">
                  <c:v>120.79025764764781</c:v>
                </c:pt>
                <c:pt idx="41">
                  <c:v>121.6236620938282</c:v>
                </c:pt>
                <c:pt idx="42">
                  <c:v>122.488462810276</c:v>
                </c:pt>
                <c:pt idx="43">
                  <c:v>120.5666142960788</c:v>
                </c:pt>
                <c:pt idx="44">
                  <c:v>121.87257024683311</c:v>
                </c:pt>
                <c:pt idx="45">
                  <c:v>118.9284772134195</c:v>
                </c:pt>
                <c:pt idx="46">
                  <c:v>119.4764429042293</c:v>
                </c:pt>
                <c:pt idx="47">
                  <c:v>116.4857200598306</c:v>
                </c:pt>
                <c:pt idx="48">
                  <c:v>115.88489669293109</c:v>
                </c:pt>
                <c:pt idx="49">
                  <c:v>115.9291354071331</c:v>
                </c:pt>
                <c:pt idx="50">
                  <c:v>117.9899928566261</c:v>
                </c:pt>
                <c:pt idx="51">
                  <c:v>118.3498246361215</c:v>
                </c:pt>
                <c:pt idx="52">
                  <c:v>115.9152904649473</c:v>
                </c:pt>
                <c:pt idx="53">
                  <c:v>114.3839205577313</c:v>
                </c:pt>
                <c:pt idx="54">
                  <c:v>114.5252975462425</c:v>
                </c:pt>
                <c:pt idx="55">
                  <c:v>115.6253811535062</c:v>
                </c:pt>
                <c:pt idx="56">
                  <c:v>113.3308368721146</c:v>
                </c:pt>
                <c:pt idx="57">
                  <c:v>111.17736403460491</c:v>
                </c:pt>
                <c:pt idx="58">
                  <c:v>108.46847504616601</c:v>
                </c:pt>
                <c:pt idx="59">
                  <c:v>111.73770874206591</c:v>
                </c:pt>
                <c:pt idx="60">
                  <c:v>113.0660813735163</c:v>
                </c:pt>
                <c:pt idx="61">
                  <c:v>115.6492715638126</c:v>
                </c:pt>
                <c:pt idx="62">
                  <c:v>113.4344710989032</c:v>
                </c:pt>
                <c:pt idx="63">
                  <c:v>114.69817235370481</c:v>
                </c:pt>
                <c:pt idx="64">
                  <c:v>116.3313854795668</c:v>
                </c:pt>
                <c:pt idx="65">
                  <c:v>121.4132911806356</c:v>
                </c:pt>
                <c:pt idx="66">
                  <c:v>123.1833726586635</c:v>
                </c:pt>
                <c:pt idx="67">
                  <c:v>123.5027063221163</c:v>
                </c:pt>
                <c:pt idx="68">
                  <c:v>123.5027063221163</c:v>
                </c:pt>
                <c:pt idx="69">
                  <c:v>123.2711929661002</c:v>
                </c:pt>
                <c:pt idx="70">
                  <c:v>121.4099691767203</c:v>
                </c:pt>
                <c:pt idx="71">
                  <c:v>124.19305792026699</c:v>
                </c:pt>
                <c:pt idx="72">
                  <c:v>126.9253744165039</c:v>
                </c:pt>
                <c:pt idx="73">
                  <c:v>127.94411823217111</c:v>
                </c:pt>
                <c:pt idx="74">
                  <c:v>128.75330172950049</c:v>
                </c:pt>
                <c:pt idx="75">
                  <c:v>129.57366078516571</c:v>
                </c:pt>
                <c:pt idx="76">
                  <c:v>127.0187136815575</c:v>
                </c:pt>
                <c:pt idx="77">
                  <c:v>127.2393761570312</c:v>
                </c:pt>
                <c:pt idx="78">
                  <c:v>126.9799758701096</c:v>
                </c:pt>
                <c:pt idx="79">
                  <c:v>126.11029744006311</c:v>
                </c:pt>
                <c:pt idx="80">
                  <c:v>126.11029744006311</c:v>
                </c:pt>
                <c:pt idx="81">
                  <c:v>123.9064782556874</c:v>
                </c:pt>
                <c:pt idx="82">
                  <c:v>122.110833361112</c:v>
                </c:pt>
                <c:pt idx="83">
                  <c:v>121.83897750929481</c:v>
                </c:pt>
                <c:pt idx="84">
                  <c:v>121.06871049014769</c:v>
                </c:pt>
                <c:pt idx="85">
                  <c:v>120.5103222024234</c:v>
                </c:pt>
                <c:pt idx="86">
                  <c:v>118.9195803732913</c:v>
                </c:pt>
                <c:pt idx="87">
                  <c:v>119.38755918972841</c:v>
                </c:pt>
                <c:pt idx="88">
                  <c:v>119.38755918972841</c:v>
                </c:pt>
                <c:pt idx="89">
                  <c:v>117.95505237340291</c:v>
                </c:pt>
                <c:pt idx="90">
                  <c:v>117.84443330069961</c:v>
                </c:pt>
                <c:pt idx="91">
                  <c:v>121.42852744596451</c:v>
                </c:pt>
                <c:pt idx="92">
                  <c:v>118.15223073802321</c:v>
                </c:pt>
                <c:pt idx="93">
                  <c:v>118.6277653202547</c:v>
                </c:pt>
                <c:pt idx="94">
                  <c:v>117.4620734250378</c:v>
                </c:pt>
                <c:pt idx="95">
                  <c:v>117.2154606427586</c:v>
                </c:pt>
                <c:pt idx="96">
                  <c:v>115.95982201081659</c:v>
                </c:pt>
                <c:pt idx="97">
                  <c:v>116.6424993025976</c:v>
                </c:pt>
                <c:pt idx="98">
                  <c:v>115.0936339315969</c:v>
                </c:pt>
                <c:pt idx="99">
                  <c:v>114.7417311481134</c:v>
                </c:pt>
                <c:pt idx="100">
                  <c:v>112.40015383157331</c:v>
                </c:pt>
                <c:pt idx="101">
                  <c:v>114.5003353040443</c:v>
                </c:pt>
                <c:pt idx="102">
                  <c:v>114.57695022135709</c:v>
                </c:pt>
                <c:pt idx="103">
                  <c:v>113.90132964491519</c:v>
                </c:pt>
                <c:pt idx="104">
                  <c:v>114.2354550328338</c:v>
                </c:pt>
                <c:pt idx="105">
                  <c:v>114.57191308719059</c:v>
                </c:pt>
                <c:pt idx="106">
                  <c:v>114.34431206935299</c:v>
                </c:pt>
                <c:pt idx="107">
                  <c:v>114.1593967429437</c:v>
                </c:pt>
                <c:pt idx="108">
                  <c:v>114.2726493002509</c:v>
                </c:pt>
                <c:pt idx="109">
                  <c:v>111.7187571185427</c:v>
                </c:pt>
                <c:pt idx="110">
                  <c:v>110.8398196495458</c:v>
                </c:pt>
                <c:pt idx="111">
                  <c:v>109.8996685060512</c:v>
                </c:pt>
                <c:pt idx="112">
                  <c:v>109.8996685060512</c:v>
                </c:pt>
                <c:pt idx="113">
                  <c:v>108.8371367558223</c:v>
                </c:pt>
                <c:pt idx="114">
                  <c:v>109.2427972157333</c:v>
                </c:pt>
                <c:pt idx="115">
                  <c:v>108.3982054670399</c:v>
                </c:pt>
                <c:pt idx="116">
                  <c:v>106.4515345045623</c:v>
                </c:pt>
                <c:pt idx="117">
                  <c:v>107.5588087863936</c:v>
                </c:pt>
                <c:pt idx="118">
                  <c:v>109.216382256689</c:v>
                </c:pt>
                <c:pt idx="119">
                  <c:v>110.0234661076464</c:v>
                </c:pt>
                <c:pt idx="120">
                  <c:v>110.27408114356309</c:v>
                </c:pt>
                <c:pt idx="121">
                  <c:v>109.6506454402827</c:v>
                </c:pt>
                <c:pt idx="122">
                  <c:v>109.8537808559023</c:v>
                </c:pt>
                <c:pt idx="123">
                  <c:v>109.3776365643174</c:v>
                </c:pt>
                <c:pt idx="124">
                  <c:v>109.6509408102489</c:v>
                </c:pt>
                <c:pt idx="125">
                  <c:v>108.5723067868666</c:v>
                </c:pt>
                <c:pt idx="126">
                  <c:v>107.0253952972481</c:v>
                </c:pt>
                <c:pt idx="127">
                  <c:v>108.3479727081306</c:v>
                </c:pt>
                <c:pt idx="128">
                  <c:v>108.3667711691385</c:v>
                </c:pt>
                <c:pt idx="129">
                  <c:v>107.5488550088063</c:v>
                </c:pt>
                <c:pt idx="130">
                  <c:v>106.64897563524551</c:v>
                </c:pt>
                <c:pt idx="131">
                  <c:v>106.58073690223181</c:v>
                </c:pt>
                <c:pt idx="132">
                  <c:v>108.4996418089584</c:v>
                </c:pt>
                <c:pt idx="133">
                  <c:v>109.48222853268059</c:v>
                </c:pt>
                <c:pt idx="134">
                  <c:v>109.84994882596</c:v>
                </c:pt>
                <c:pt idx="135">
                  <c:v>108.5712077852419</c:v>
                </c:pt>
                <c:pt idx="136">
                  <c:v>107.8818061677398</c:v>
                </c:pt>
                <c:pt idx="137">
                  <c:v>109.65078962935991</c:v>
                </c:pt>
                <c:pt idx="138">
                  <c:v>110.1141867247802</c:v>
                </c:pt>
                <c:pt idx="139">
                  <c:v>107.1389294756831</c:v>
                </c:pt>
                <c:pt idx="140">
                  <c:v>108.3105029373277</c:v>
                </c:pt>
                <c:pt idx="141">
                  <c:v>108.5627048776994</c:v>
                </c:pt>
                <c:pt idx="142">
                  <c:v>105.7509783252698</c:v>
                </c:pt>
                <c:pt idx="143">
                  <c:v>106.7132798704193</c:v>
                </c:pt>
                <c:pt idx="144">
                  <c:v>106.0284958054532</c:v>
                </c:pt>
                <c:pt idx="145">
                  <c:v>107.6713075596124</c:v>
                </c:pt>
                <c:pt idx="146">
                  <c:v>111.8515167903695</c:v>
                </c:pt>
                <c:pt idx="147">
                  <c:v>110.96851859956431</c:v>
                </c:pt>
                <c:pt idx="148">
                  <c:v>110.44992957843709</c:v>
                </c:pt>
                <c:pt idx="149">
                  <c:v>110.7752634623666</c:v>
                </c:pt>
                <c:pt idx="150">
                  <c:v>111.9808794705304</c:v>
                </c:pt>
                <c:pt idx="151">
                  <c:v>111.11415503294739</c:v>
                </c:pt>
                <c:pt idx="152">
                  <c:v>113.3799795839912</c:v>
                </c:pt>
                <c:pt idx="153">
                  <c:v>113.2540124912254</c:v>
                </c:pt>
                <c:pt idx="154">
                  <c:v>114.7265327115681</c:v>
                </c:pt>
                <c:pt idx="155">
                  <c:v>115.6455695108871</c:v>
                </c:pt>
                <c:pt idx="156">
                  <c:v>118.61997560378749</c:v>
                </c:pt>
                <c:pt idx="157">
                  <c:v>117.628467243552</c:v>
                </c:pt>
                <c:pt idx="158">
                  <c:v>118.915761324152</c:v>
                </c:pt>
                <c:pt idx="159">
                  <c:v>120.1579726999274</c:v>
                </c:pt>
                <c:pt idx="160">
                  <c:v>118.2271331860764</c:v>
                </c:pt>
                <c:pt idx="161">
                  <c:v>120.26851647470529</c:v>
                </c:pt>
                <c:pt idx="162">
                  <c:v>119.4344963055062</c:v>
                </c:pt>
                <c:pt idx="163">
                  <c:v>120.6009923601929</c:v>
                </c:pt>
                <c:pt idx="164">
                  <c:v>120.9257009343236</c:v>
                </c:pt>
                <c:pt idx="165">
                  <c:v>120.28802201792401</c:v>
                </c:pt>
                <c:pt idx="166">
                  <c:v>123.1218480024752</c:v>
                </c:pt>
                <c:pt idx="167">
                  <c:v>124.37766842245389</c:v>
                </c:pt>
                <c:pt idx="168">
                  <c:v>125.34185885852131</c:v>
                </c:pt>
                <c:pt idx="169">
                  <c:v>125.6245896219616</c:v>
                </c:pt>
                <c:pt idx="170">
                  <c:v>126.569790370353</c:v>
                </c:pt>
                <c:pt idx="171">
                  <c:v>127.290136081687</c:v>
                </c:pt>
                <c:pt idx="172">
                  <c:v>129.32275883791181</c:v>
                </c:pt>
                <c:pt idx="173">
                  <c:v>127.6589746604615</c:v>
                </c:pt>
                <c:pt idx="174">
                  <c:v>127.9400977558517</c:v>
                </c:pt>
                <c:pt idx="175">
                  <c:v>128.39965523934941</c:v>
                </c:pt>
                <c:pt idx="176">
                  <c:v>133.19612712482169</c:v>
                </c:pt>
                <c:pt idx="177">
                  <c:v>133.8281569694625</c:v>
                </c:pt>
                <c:pt idx="178">
                  <c:v>133.08532973836719</c:v>
                </c:pt>
                <c:pt idx="179">
                  <c:v>133.08532973836719</c:v>
                </c:pt>
                <c:pt idx="180">
                  <c:v>134.70236081500931</c:v>
                </c:pt>
                <c:pt idx="181">
                  <c:v>133.88702282824261</c:v>
                </c:pt>
                <c:pt idx="182">
                  <c:v>135.9028841770749</c:v>
                </c:pt>
                <c:pt idx="183">
                  <c:v>135.64964046525159</c:v>
                </c:pt>
                <c:pt idx="184">
                  <c:v>133.92107164397561</c:v>
                </c:pt>
                <c:pt idx="185">
                  <c:v>135.8606066045229</c:v>
                </c:pt>
              </c:numCache>
            </c:numRef>
          </c:val>
          <c:smooth val="1"/>
          <c:extLst>
            <c:ext xmlns:c16="http://schemas.microsoft.com/office/drawing/2014/chart" uri="{C3380CC4-5D6E-409C-BE32-E72D297353CC}">
              <c16:uniqueId val="{00000000-887D-44F3-B22D-3F3438A9A48E}"/>
            </c:ext>
          </c:extLst>
        </c:ser>
        <c:ser>
          <c:idx val="1"/>
          <c:order val="1"/>
          <c:tx>
            <c:v>Ibovespa</c:v>
          </c:tx>
          <c:spPr>
            <a:ln w="19050">
              <a:solidFill>
                <a:srgbClr val="8EB3DF"/>
              </a:solidFill>
            </a:ln>
          </c:spPr>
          <c:marker>
            <c:symbol val="none"/>
          </c:marker>
          <c:cat>
            <c:numRef>
              <c:f>Sheet1!$A$2:$A$187</c:f>
              <c:numCache>
                <c:formatCode>yyyy\-mm\-dd</c:formatCode>
                <c:ptCount val="186"/>
                <c:pt idx="0">
                  <c:v>46021</c:v>
                </c:pt>
                <c:pt idx="1">
                  <c:v>46022</c:v>
                </c:pt>
                <c:pt idx="2">
                  <c:v>46023</c:v>
                </c:pt>
                <c:pt idx="3">
                  <c:v>46024</c:v>
                </c:pt>
                <c:pt idx="4">
                  <c:v>46027</c:v>
                </c:pt>
                <c:pt idx="5">
                  <c:v>46028</c:v>
                </c:pt>
                <c:pt idx="6">
                  <c:v>46029</c:v>
                </c:pt>
                <c:pt idx="7">
                  <c:v>46030</c:v>
                </c:pt>
                <c:pt idx="8">
                  <c:v>46031</c:v>
                </c:pt>
                <c:pt idx="9">
                  <c:v>46034</c:v>
                </c:pt>
                <c:pt idx="10">
                  <c:v>46035</c:v>
                </c:pt>
                <c:pt idx="11">
                  <c:v>46036</c:v>
                </c:pt>
                <c:pt idx="12">
                  <c:v>46037</c:v>
                </c:pt>
                <c:pt idx="13">
                  <c:v>46038</c:v>
                </c:pt>
                <c:pt idx="14">
                  <c:v>46041</c:v>
                </c:pt>
                <c:pt idx="15">
                  <c:v>46042</c:v>
                </c:pt>
                <c:pt idx="16">
                  <c:v>46043</c:v>
                </c:pt>
                <c:pt idx="17">
                  <c:v>46044</c:v>
                </c:pt>
                <c:pt idx="18">
                  <c:v>46045</c:v>
                </c:pt>
                <c:pt idx="19">
                  <c:v>46048</c:v>
                </c:pt>
                <c:pt idx="20">
                  <c:v>46049</c:v>
                </c:pt>
                <c:pt idx="21">
                  <c:v>46050</c:v>
                </c:pt>
                <c:pt idx="22">
                  <c:v>46051</c:v>
                </c:pt>
                <c:pt idx="23">
                  <c:v>46052</c:v>
                </c:pt>
                <c:pt idx="24">
                  <c:v>46055</c:v>
                </c:pt>
                <c:pt idx="25">
                  <c:v>46056</c:v>
                </c:pt>
                <c:pt idx="26">
                  <c:v>46057</c:v>
                </c:pt>
                <c:pt idx="27">
                  <c:v>46058</c:v>
                </c:pt>
                <c:pt idx="28">
                  <c:v>46059</c:v>
                </c:pt>
                <c:pt idx="29">
                  <c:v>46062</c:v>
                </c:pt>
                <c:pt idx="30">
                  <c:v>46063</c:v>
                </c:pt>
                <c:pt idx="31">
                  <c:v>46064</c:v>
                </c:pt>
                <c:pt idx="32">
                  <c:v>46065</c:v>
                </c:pt>
                <c:pt idx="33">
                  <c:v>46066</c:v>
                </c:pt>
                <c:pt idx="34">
                  <c:v>46069</c:v>
                </c:pt>
                <c:pt idx="35">
                  <c:v>46070</c:v>
                </c:pt>
                <c:pt idx="36">
                  <c:v>46071</c:v>
                </c:pt>
                <c:pt idx="37">
                  <c:v>46072</c:v>
                </c:pt>
                <c:pt idx="38">
                  <c:v>46073</c:v>
                </c:pt>
                <c:pt idx="39">
                  <c:v>46076</c:v>
                </c:pt>
                <c:pt idx="40">
                  <c:v>46077</c:v>
                </c:pt>
                <c:pt idx="41">
                  <c:v>46078</c:v>
                </c:pt>
                <c:pt idx="42">
                  <c:v>46079</c:v>
                </c:pt>
                <c:pt idx="43">
                  <c:v>46080</c:v>
                </c:pt>
                <c:pt idx="44">
                  <c:v>46083</c:v>
                </c:pt>
                <c:pt idx="45">
                  <c:v>46084</c:v>
                </c:pt>
                <c:pt idx="46">
                  <c:v>46085</c:v>
                </c:pt>
                <c:pt idx="47">
                  <c:v>46086</c:v>
                </c:pt>
                <c:pt idx="48">
                  <c:v>46087</c:v>
                </c:pt>
                <c:pt idx="49">
                  <c:v>46090</c:v>
                </c:pt>
                <c:pt idx="50">
                  <c:v>46091</c:v>
                </c:pt>
                <c:pt idx="51">
                  <c:v>46092</c:v>
                </c:pt>
                <c:pt idx="52">
                  <c:v>46093</c:v>
                </c:pt>
                <c:pt idx="53">
                  <c:v>46094</c:v>
                </c:pt>
                <c:pt idx="54">
                  <c:v>46097</c:v>
                </c:pt>
                <c:pt idx="55">
                  <c:v>46098</c:v>
                </c:pt>
                <c:pt idx="56">
                  <c:v>46099</c:v>
                </c:pt>
                <c:pt idx="57">
                  <c:v>46100</c:v>
                </c:pt>
                <c:pt idx="58">
                  <c:v>46101</c:v>
                </c:pt>
                <c:pt idx="59">
                  <c:v>46104</c:v>
                </c:pt>
                <c:pt idx="60">
                  <c:v>46105</c:v>
                </c:pt>
                <c:pt idx="61">
                  <c:v>46106</c:v>
                </c:pt>
                <c:pt idx="62">
                  <c:v>46107</c:v>
                </c:pt>
                <c:pt idx="63">
                  <c:v>46108</c:v>
                </c:pt>
                <c:pt idx="64">
                  <c:v>46111</c:v>
                </c:pt>
                <c:pt idx="65">
                  <c:v>46112</c:v>
                </c:pt>
                <c:pt idx="66">
                  <c:v>46113</c:v>
                </c:pt>
                <c:pt idx="67">
                  <c:v>46114</c:v>
                </c:pt>
                <c:pt idx="68">
                  <c:v>46115</c:v>
                </c:pt>
                <c:pt idx="69">
                  <c:v>46118</c:v>
                </c:pt>
                <c:pt idx="70">
                  <c:v>46119</c:v>
                </c:pt>
                <c:pt idx="71">
                  <c:v>46120</c:v>
                </c:pt>
                <c:pt idx="72">
                  <c:v>46121</c:v>
                </c:pt>
                <c:pt idx="73">
                  <c:v>46122</c:v>
                </c:pt>
                <c:pt idx="74">
                  <c:v>46125</c:v>
                </c:pt>
                <c:pt idx="75">
                  <c:v>46126</c:v>
                </c:pt>
                <c:pt idx="76">
                  <c:v>46127</c:v>
                </c:pt>
                <c:pt idx="77">
                  <c:v>46128</c:v>
                </c:pt>
                <c:pt idx="78">
                  <c:v>46129</c:v>
                </c:pt>
                <c:pt idx="79">
                  <c:v>46132</c:v>
                </c:pt>
                <c:pt idx="80">
                  <c:v>46133</c:v>
                </c:pt>
                <c:pt idx="81">
                  <c:v>46134</c:v>
                </c:pt>
                <c:pt idx="82">
                  <c:v>46135</c:v>
                </c:pt>
                <c:pt idx="83">
                  <c:v>46136</c:v>
                </c:pt>
                <c:pt idx="84">
                  <c:v>46139</c:v>
                </c:pt>
                <c:pt idx="85">
                  <c:v>46140</c:v>
                </c:pt>
                <c:pt idx="86">
                  <c:v>46141</c:v>
                </c:pt>
                <c:pt idx="87">
                  <c:v>46142</c:v>
                </c:pt>
                <c:pt idx="88">
                  <c:v>46143</c:v>
                </c:pt>
                <c:pt idx="89">
                  <c:v>46146</c:v>
                </c:pt>
                <c:pt idx="90">
                  <c:v>46147</c:v>
                </c:pt>
                <c:pt idx="91">
                  <c:v>46148</c:v>
                </c:pt>
                <c:pt idx="92">
                  <c:v>46149</c:v>
                </c:pt>
                <c:pt idx="93">
                  <c:v>46150</c:v>
                </c:pt>
                <c:pt idx="94">
                  <c:v>46153</c:v>
                </c:pt>
                <c:pt idx="95">
                  <c:v>46154</c:v>
                </c:pt>
                <c:pt idx="96">
                  <c:v>46155</c:v>
                </c:pt>
                <c:pt idx="97">
                  <c:v>46156</c:v>
                </c:pt>
                <c:pt idx="98">
                  <c:v>46157</c:v>
                </c:pt>
                <c:pt idx="99">
                  <c:v>46160</c:v>
                </c:pt>
                <c:pt idx="100">
                  <c:v>46161</c:v>
                </c:pt>
                <c:pt idx="101">
                  <c:v>46162</c:v>
                </c:pt>
                <c:pt idx="102">
                  <c:v>46163</c:v>
                </c:pt>
                <c:pt idx="103">
                  <c:v>46164</c:v>
                </c:pt>
                <c:pt idx="104">
                  <c:v>46167</c:v>
                </c:pt>
                <c:pt idx="105">
                  <c:v>46168</c:v>
                </c:pt>
                <c:pt idx="106">
                  <c:v>46169</c:v>
                </c:pt>
                <c:pt idx="107">
                  <c:v>46170</c:v>
                </c:pt>
                <c:pt idx="108">
                  <c:v>46171</c:v>
                </c:pt>
                <c:pt idx="109">
                  <c:v>46174</c:v>
                </c:pt>
                <c:pt idx="110">
                  <c:v>46175</c:v>
                </c:pt>
                <c:pt idx="111">
                  <c:v>46176</c:v>
                </c:pt>
                <c:pt idx="112">
                  <c:v>46177</c:v>
                </c:pt>
                <c:pt idx="113">
                  <c:v>46178</c:v>
                </c:pt>
                <c:pt idx="114">
                  <c:v>46181</c:v>
                </c:pt>
                <c:pt idx="115">
                  <c:v>46182</c:v>
                </c:pt>
                <c:pt idx="116">
                  <c:v>46183</c:v>
                </c:pt>
                <c:pt idx="117">
                  <c:v>46184</c:v>
                </c:pt>
                <c:pt idx="118">
                  <c:v>46185</c:v>
                </c:pt>
                <c:pt idx="119">
                  <c:v>46188</c:v>
                </c:pt>
                <c:pt idx="120">
                  <c:v>46189</c:v>
                </c:pt>
                <c:pt idx="121">
                  <c:v>46190</c:v>
                </c:pt>
                <c:pt idx="122">
                  <c:v>46191</c:v>
                </c:pt>
                <c:pt idx="123">
                  <c:v>46192</c:v>
                </c:pt>
                <c:pt idx="124">
                  <c:v>46195</c:v>
                </c:pt>
                <c:pt idx="125">
                  <c:v>46196</c:v>
                </c:pt>
                <c:pt idx="126">
                  <c:v>46197</c:v>
                </c:pt>
                <c:pt idx="127">
                  <c:v>46198</c:v>
                </c:pt>
                <c:pt idx="128">
                  <c:v>46199</c:v>
                </c:pt>
                <c:pt idx="129">
                  <c:v>46202</c:v>
                </c:pt>
                <c:pt idx="130">
                  <c:v>46203</c:v>
                </c:pt>
                <c:pt idx="131">
                  <c:v>46204</c:v>
                </c:pt>
                <c:pt idx="132">
                  <c:v>46205</c:v>
                </c:pt>
                <c:pt idx="133">
                  <c:v>46206</c:v>
                </c:pt>
                <c:pt idx="134">
                  <c:v>46209</c:v>
                </c:pt>
                <c:pt idx="135">
                  <c:v>46210</c:v>
                </c:pt>
                <c:pt idx="136">
                  <c:v>46211</c:v>
                </c:pt>
                <c:pt idx="137">
                  <c:v>46212</c:v>
                </c:pt>
                <c:pt idx="138">
                  <c:v>46213</c:v>
                </c:pt>
                <c:pt idx="139">
                  <c:v>46216</c:v>
                </c:pt>
                <c:pt idx="140">
                  <c:v>46217</c:v>
                </c:pt>
                <c:pt idx="141">
                  <c:v>46218</c:v>
                </c:pt>
                <c:pt idx="142">
                  <c:v>46219</c:v>
                </c:pt>
                <c:pt idx="143">
                  <c:v>46220</c:v>
                </c:pt>
                <c:pt idx="144">
                  <c:v>46223</c:v>
                </c:pt>
                <c:pt idx="145">
                  <c:v>46224</c:v>
                </c:pt>
                <c:pt idx="146">
                  <c:v>46225</c:v>
                </c:pt>
                <c:pt idx="147">
                  <c:v>46226</c:v>
                </c:pt>
                <c:pt idx="148">
                  <c:v>46227</c:v>
                </c:pt>
                <c:pt idx="149">
                  <c:v>46230</c:v>
                </c:pt>
                <c:pt idx="150">
                  <c:v>46231</c:v>
                </c:pt>
                <c:pt idx="151">
                  <c:v>46232</c:v>
                </c:pt>
                <c:pt idx="152">
                  <c:v>46233</c:v>
                </c:pt>
                <c:pt idx="153">
                  <c:v>46234</c:v>
                </c:pt>
                <c:pt idx="154">
                  <c:v>46237</c:v>
                </c:pt>
                <c:pt idx="155">
                  <c:v>46238</c:v>
                </c:pt>
                <c:pt idx="156">
                  <c:v>46239</c:v>
                </c:pt>
                <c:pt idx="157">
                  <c:v>46240</c:v>
                </c:pt>
                <c:pt idx="158">
                  <c:v>46241</c:v>
                </c:pt>
                <c:pt idx="159">
                  <c:v>46244</c:v>
                </c:pt>
                <c:pt idx="160">
                  <c:v>46245</c:v>
                </c:pt>
                <c:pt idx="161">
                  <c:v>46246</c:v>
                </c:pt>
                <c:pt idx="162">
                  <c:v>46247</c:v>
                </c:pt>
                <c:pt idx="163">
                  <c:v>46248</c:v>
                </c:pt>
                <c:pt idx="164">
                  <c:v>46251</c:v>
                </c:pt>
                <c:pt idx="165">
                  <c:v>46252</c:v>
                </c:pt>
                <c:pt idx="166">
                  <c:v>46253</c:v>
                </c:pt>
                <c:pt idx="167">
                  <c:v>46254</c:v>
                </c:pt>
                <c:pt idx="168">
                  <c:v>46255</c:v>
                </c:pt>
                <c:pt idx="169">
                  <c:v>46258</c:v>
                </c:pt>
                <c:pt idx="170">
                  <c:v>46259</c:v>
                </c:pt>
                <c:pt idx="171">
                  <c:v>46260</c:v>
                </c:pt>
                <c:pt idx="172">
                  <c:v>46261</c:v>
                </c:pt>
                <c:pt idx="173">
                  <c:v>46262</c:v>
                </c:pt>
                <c:pt idx="174">
                  <c:v>46265</c:v>
                </c:pt>
                <c:pt idx="175">
                  <c:v>46266</c:v>
                </c:pt>
                <c:pt idx="176">
                  <c:v>46267</c:v>
                </c:pt>
                <c:pt idx="177">
                  <c:v>46268</c:v>
                </c:pt>
                <c:pt idx="178">
                  <c:v>46269</c:v>
                </c:pt>
                <c:pt idx="179">
                  <c:v>46272</c:v>
                </c:pt>
                <c:pt idx="180">
                  <c:v>46273</c:v>
                </c:pt>
                <c:pt idx="181">
                  <c:v>46274</c:v>
                </c:pt>
                <c:pt idx="182">
                  <c:v>46275</c:v>
                </c:pt>
                <c:pt idx="183">
                  <c:v>46276</c:v>
                </c:pt>
                <c:pt idx="184">
                  <c:v>46279</c:v>
                </c:pt>
                <c:pt idx="185">
                  <c:v>46280</c:v>
                </c:pt>
              </c:numCache>
            </c:numRef>
          </c:cat>
          <c:val>
            <c:numRef>
              <c:f>Sheet1!$C$2:$C$187</c:f>
              <c:numCache>
                <c:formatCode>General</c:formatCode>
                <c:ptCount val="186"/>
                <c:pt idx="0">
                  <c:v>100</c:v>
                </c:pt>
                <c:pt idx="1">
                  <c:v>100</c:v>
                </c:pt>
                <c:pt idx="2">
                  <c:v>100</c:v>
                </c:pt>
                <c:pt idx="3">
                  <c:v>99.635886018446385</c:v>
                </c:pt>
                <c:pt idx="4">
                  <c:v>100.46199428432659</c:v>
                </c:pt>
                <c:pt idx="5">
                  <c:v>101.5754874604788</c:v>
                </c:pt>
                <c:pt idx="6">
                  <c:v>100.5274588353156</c:v>
                </c:pt>
                <c:pt idx="7">
                  <c:v>101.1240377601615</c:v>
                </c:pt>
                <c:pt idx="8">
                  <c:v>101.39328772371481</c:v>
                </c:pt>
                <c:pt idx="9">
                  <c:v>101.25677290919489</c:v>
                </c:pt>
                <c:pt idx="10">
                  <c:v>100.5260996452638</c:v>
                </c:pt>
                <c:pt idx="11">
                  <c:v>102.49533018915641</c:v>
                </c:pt>
                <c:pt idx="12">
                  <c:v>102.7574490596981</c:v>
                </c:pt>
                <c:pt idx="13">
                  <c:v>102.2805905736632</c:v>
                </c:pt>
                <c:pt idx="14">
                  <c:v>102.3111816593501</c:v>
                </c:pt>
                <c:pt idx="15">
                  <c:v>103.1972184144558</c:v>
                </c:pt>
                <c:pt idx="16">
                  <c:v>106.6353920552673</c:v>
                </c:pt>
                <c:pt idx="17">
                  <c:v>108.9768482765936</c:v>
                </c:pt>
                <c:pt idx="18">
                  <c:v>111.0058211192936</c:v>
                </c:pt>
                <c:pt idx="19">
                  <c:v>110.9202604158489</c:v>
                </c:pt>
                <c:pt idx="20">
                  <c:v>112.9053295579709</c:v>
                </c:pt>
                <c:pt idx="21">
                  <c:v>114.6256793700458</c:v>
                </c:pt>
                <c:pt idx="22">
                  <c:v>113.6591649099084</c:v>
                </c:pt>
                <c:pt idx="23">
                  <c:v>112.56073453857699</c:v>
                </c:pt>
                <c:pt idx="24">
                  <c:v>113.44793188062189</c:v>
                </c:pt>
                <c:pt idx="25">
                  <c:v>115.23599914774439</c:v>
                </c:pt>
                <c:pt idx="26">
                  <c:v>112.7744376940764</c:v>
                </c:pt>
                <c:pt idx="27">
                  <c:v>113.0344960573248</c:v>
                </c:pt>
                <c:pt idx="28">
                  <c:v>113.5449867392081</c:v>
                </c:pt>
                <c:pt idx="29">
                  <c:v>115.5877252601499</c:v>
                </c:pt>
                <c:pt idx="30">
                  <c:v>115.39419893962069</c:v>
                </c:pt>
                <c:pt idx="31">
                  <c:v>117.7338615265864</c:v>
                </c:pt>
                <c:pt idx="32">
                  <c:v>116.5343607899861</c:v>
                </c:pt>
                <c:pt idx="33">
                  <c:v>115.72621989944849</c:v>
                </c:pt>
                <c:pt idx="34">
                  <c:v>115.72621989944849</c:v>
                </c:pt>
                <c:pt idx="35">
                  <c:v>115.72621989944849</c:v>
                </c:pt>
                <c:pt idx="36">
                  <c:v>115.4481817481629</c:v>
                </c:pt>
                <c:pt idx="37">
                  <c:v>117.0110082602138</c:v>
                </c:pt>
                <c:pt idx="38">
                  <c:v>118.2522777139317</c:v>
                </c:pt>
                <c:pt idx="39">
                  <c:v>117.2090341825127</c:v>
                </c:pt>
                <c:pt idx="40">
                  <c:v>118.8455921001143</c:v>
                </c:pt>
                <c:pt idx="41">
                  <c:v>118.6948150995712</c:v>
                </c:pt>
                <c:pt idx="42">
                  <c:v>118.5443484163915</c:v>
                </c:pt>
                <c:pt idx="43">
                  <c:v>117.1677557668293</c:v>
                </c:pt>
                <c:pt idx="44">
                  <c:v>117.490510650185</c:v>
                </c:pt>
                <c:pt idx="45">
                  <c:v>113.64124097899671</c:v>
                </c:pt>
                <c:pt idx="46">
                  <c:v>115.0448498582191</c:v>
                </c:pt>
                <c:pt idx="47">
                  <c:v>112.0021260463203</c:v>
                </c:pt>
                <c:pt idx="48">
                  <c:v>111.3200360688078</c:v>
                </c:pt>
                <c:pt idx="49">
                  <c:v>112.2823550381917</c:v>
                </c:pt>
                <c:pt idx="50">
                  <c:v>113.8535787380969</c:v>
                </c:pt>
                <c:pt idx="51">
                  <c:v>114.1777672876717</c:v>
                </c:pt>
                <c:pt idx="52">
                  <c:v>111.2701804811992</c:v>
                </c:pt>
                <c:pt idx="53">
                  <c:v>110.2578135274414</c:v>
                </c:pt>
                <c:pt idx="54">
                  <c:v>111.6369445730365</c:v>
                </c:pt>
                <c:pt idx="55">
                  <c:v>111.96854350125</c:v>
                </c:pt>
                <c:pt idx="56">
                  <c:v>111.4907664758194</c:v>
                </c:pt>
                <c:pt idx="57">
                  <c:v>111.88220700439661</c:v>
                </c:pt>
                <c:pt idx="58">
                  <c:v>109.3678791862511</c:v>
                </c:pt>
                <c:pt idx="59">
                  <c:v>112.9132736824747</c:v>
                </c:pt>
                <c:pt idx="60">
                  <c:v>113.271510253165</c:v>
                </c:pt>
                <c:pt idx="61">
                  <c:v>115.0807473708206</c:v>
                </c:pt>
                <c:pt idx="62">
                  <c:v>113.4102407336598</c:v>
                </c:pt>
                <c:pt idx="63">
                  <c:v>112.680430151999</c:v>
                </c:pt>
                <c:pt idx="64">
                  <c:v>113.2746506648829</c:v>
                </c:pt>
                <c:pt idx="65">
                  <c:v>116.34532786487939</c:v>
                </c:pt>
                <c:pt idx="66">
                  <c:v>116.650102960198</c:v>
                </c:pt>
                <c:pt idx="67">
                  <c:v>116.711614067977</c:v>
                </c:pt>
                <c:pt idx="68">
                  <c:v>116.711614067977</c:v>
                </c:pt>
                <c:pt idx="69">
                  <c:v>116.77985285619511</c:v>
                </c:pt>
                <c:pt idx="70">
                  <c:v>116.84001718661681</c:v>
                </c:pt>
                <c:pt idx="71">
                  <c:v>119.2867144385766</c:v>
                </c:pt>
                <c:pt idx="72">
                  <c:v>121.1039887759451</c:v>
                </c:pt>
                <c:pt idx="73">
                  <c:v>122.4660461602043</c:v>
                </c:pt>
                <c:pt idx="74">
                  <c:v>122.8861165687315</c:v>
                </c:pt>
                <c:pt idx="75">
                  <c:v>123.2936377430817</c:v>
                </c:pt>
                <c:pt idx="76">
                  <c:v>122.7228275720949</c:v>
                </c:pt>
                <c:pt idx="77">
                  <c:v>122.152451845417</c:v>
                </c:pt>
                <c:pt idx="78">
                  <c:v>121.4790135159969</c:v>
                </c:pt>
                <c:pt idx="79">
                  <c:v>121.72636748638659</c:v>
                </c:pt>
                <c:pt idx="80">
                  <c:v>121.72636748638659</c:v>
                </c:pt>
                <c:pt idx="81">
                  <c:v>119.7135870037102</c:v>
                </c:pt>
                <c:pt idx="82">
                  <c:v>118.7760996297479</c:v>
                </c:pt>
                <c:pt idx="83">
                  <c:v>118.3829833874082</c:v>
                </c:pt>
                <c:pt idx="84">
                  <c:v>117.6591805499035</c:v>
                </c:pt>
                <c:pt idx="85">
                  <c:v>117.0633091486462</c:v>
                </c:pt>
                <c:pt idx="86">
                  <c:v>114.66252645377951</c:v>
                </c:pt>
                <c:pt idx="87">
                  <c:v>116.2558323372663</c:v>
                </c:pt>
                <c:pt idx="88">
                  <c:v>116.2558323372663</c:v>
                </c:pt>
                <c:pt idx="89">
                  <c:v>115.18987978119149</c:v>
                </c:pt>
                <c:pt idx="90">
                  <c:v>115.9059060655687</c:v>
                </c:pt>
                <c:pt idx="91">
                  <c:v>116.4874656300246</c:v>
                </c:pt>
                <c:pt idx="92">
                  <c:v>113.7116147506752</c:v>
                </c:pt>
                <c:pt idx="93">
                  <c:v>114.26399827662151</c:v>
                </c:pt>
                <c:pt idx="94">
                  <c:v>112.8989618456733</c:v>
                </c:pt>
                <c:pt idx="95">
                  <c:v>111.92671272065969</c:v>
                </c:pt>
                <c:pt idx="96">
                  <c:v>109.9133488413401</c:v>
                </c:pt>
                <c:pt idx="97">
                  <c:v>110.7000468020648</c:v>
                </c:pt>
                <c:pt idx="98">
                  <c:v>110.0285014085615</c:v>
                </c:pt>
                <c:pt idx="99">
                  <c:v>109.83733970634169</c:v>
                </c:pt>
                <c:pt idx="100">
                  <c:v>108.16351267339211</c:v>
                </c:pt>
                <c:pt idx="101">
                  <c:v>110.0731250454227</c:v>
                </c:pt>
                <c:pt idx="102">
                  <c:v>110.2556723376337</c:v>
                </c:pt>
                <c:pt idx="103">
                  <c:v>109.3618031722751</c:v>
                </c:pt>
                <c:pt idx="104">
                  <c:v>110.3586108134306</c:v>
                </c:pt>
                <c:pt idx="105">
                  <c:v>109.5972844003399</c:v>
                </c:pt>
                <c:pt idx="106">
                  <c:v>109.07305907195121</c:v>
                </c:pt>
                <c:pt idx="107">
                  <c:v>108.6504316483494</c:v>
                </c:pt>
                <c:pt idx="108">
                  <c:v>107.8585513876555</c:v>
                </c:pt>
                <c:pt idx="109">
                  <c:v>106.87172355290789</c:v>
                </c:pt>
                <c:pt idx="110">
                  <c:v>108.11310472087671</c:v>
                </c:pt>
                <c:pt idx="111">
                  <c:v>105.7131040257658</c:v>
                </c:pt>
                <c:pt idx="112">
                  <c:v>105.7131040257658</c:v>
                </c:pt>
                <c:pt idx="113">
                  <c:v>104.899135375143</c:v>
                </c:pt>
                <c:pt idx="114">
                  <c:v>104.6816649668516</c:v>
                </c:pt>
                <c:pt idx="115">
                  <c:v>105.3919379673108</c:v>
                </c:pt>
                <c:pt idx="116">
                  <c:v>104.65096837326119</c:v>
                </c:pt>
                <c:pt idx="117">
                  <c:v>106.43714270446669</c:v>
                </c:pt>
                <c:pt idx="118">
                  <c:v>106.21087169574849</c:v>
                </c:pt>
                <c:pt idx="119">
                  <c:v>105.76554766018531</c:v>
                </c:pt>
                <c:pt idx="120">
                  <c:v>105.2897318404917</c:v>
                </c:pt>
                <c:pt idx="121">
                  <c:v>104.5483588338695</c:v>
                </c:pt>
                <c:pt idx="122">
                  <c:v>104.4388912807462</c:v>
                </c:pt>
                <c:pt idx="123">
                  <c:v>104.4736840635339</c:v>
                </c:pt>
                <c:pt idx="124">
                  <c:v>105.7377742561584</c:v>
                </c:pt>
                <c:pt idx="125">
                  <c:v>106.28920200462539</c:v>
                </c:pt>
                <c:pt idx="126">
                  <c:v>105.82235435673481</c:v>
                </c:pt>
                <c:pt idx="127">
                  <c:v>106.74309079941909</c:v>
                </c:pt>
                <c:pt idx="128">
                  <c:v>107.5529818798865</c:v>
                </c:pt>
                <c:pt idx="129">
                  <c:v>107.4972550877618</c:v>
                </c:pt>
                <c:pt idx="130">
                  <c:v>106.76414272935421</c:v>
                </c:pt>
                <c:pt idx="131">
                  <c:v>106.5559135721457</c:v>
                </c:pt>
                <c:pt idx="132">
                  <c:v>107.23799734331099</c:v>
                </c:pt>
                <c:pt idx="133">
                  <c:v>108.0340544757166</c:v>
                </c:pt>
                <c:pt idx="134">
                  <c:v>107.0269567107899</c:v>
                </c:pt>
                <c:pt idx="135">
                  <c:v>106.7620077458938</c:v>
                </c:pt>
                <c:pt idx="136">
                  <c:v>105.91345732829041</c:v>
                </c:pt>
                <c:pt idx="137">
                  <c:v>107.2097584632389</c:v>
                </c:pt>
                <c:pt idx="138">
                  <c:v>110.39004596234599</c:v>
                </c:pt>
                <c:pt idx="139">
                  <c:v>109.06977591424619</c:v>
                </c:pt>
                <c:pt idx="140">
                  <c:v>109.6296008505675</c:v>
                </c:pt>
                <c:pt idx="141">
                  <c:v>109.238476845701</c:v>
                </c:pt>
                <c:pt idx="142">
                  <c:v>107.88199896763621</c:v>
                </c:pt>
                <c:pt idx="143">
                  <c:v>107.8129905923567</c:v>
                </c:pt>
                <c:pt idx="144">
                  <c:v>107.60028045242041</c:v>
                </c:pt>
                <c:pt idx="145">
                  <c:v>107.5719174454029</c:v>
                </c:pt>
                <c:pt idx="146">
                  <c:v>110.19218761142329</c:v>
                </c:pt>
                <c:pt idx="147">
                  <c:v>109.6808156282279</c:v>
                </c:pt>
                <c:pt idx="148">
                  <c:v>108.016478100252</c:v>
                </c:pt>
                <c:pt idx="149">
                  <c:v>108.81865469106449</c:v>
                </c:pt>
                <c:pt idx="150">
                  <c:v>109.58221538917179</c:v>
                </c:pt>
                <c:pt idx="151">
                  <c:v>107.91928049567861</c:v>
                </c:pt>
                <c:pt idx="152">
                  <c:v>109.95094068674599</c:v>
                </c:pt>
                <c:pt idx="153">
                  <c:v>110.4723607461693</c:v>
                </c:pt>
                <c:pt idx="154">
                  <c:v>110.4731303332306</c:v>
                </c:pt>
                <c:pt idx="155">
                  <c:v>110.4077961155341</c:v>
                </c:pt>
                <c:pt idx="156">
                  <c:v>110.3030329736403</c:v>
                </c:pt>
                <c:pt idx="157">
                  <c:v>108.9501671896859</c:v>
                </c:pt>
                <c:pt idx="158">
                  <c:v>107.0678193012063</c:v>
                </c:pt>
                <c:pt idx="159">
                  <c:v>106.86084382614609</c:v>
                </c:pt>
                <c:pt idx="160">
                  <c:v>104.1888313429474</c:v>
                </c:pt>
                <c:pt idx="161">
                  <c:v>103.9507744807661</c:v>
                </c:pt>
                <c:pt idx="162">
                  <c:v>103.7086524611239</c:v>
                </c:pt>
                <c:pt idx="163">
                  <c:v>103.6051616204202</c:v>
                </c:pt>
                <c:pt idx="164">
                  <c:v>103.51167541151339</c:v>
                </c:pt>
                <c:pt idx="165">
                  <c:v>103.2331904032245</c:v>
                </c:pt>
                <c:pt idx="166">
                  <c:v>104.16129378011669</c:v>
                </c:pt>
                <c:pt idx="167">
                  <c:v>104.2214208724548</c:v>
                </c:pt>
                <c:pt idx="168">
                  <c:v>106.1482310327666</c:v>
                </c:pt>
                <c:pt idx="169">
                  <c:v>106.69128021242091</c:v>
                </c:pt>
                <c:pt idx="170">
                  <c:v>108.3484245839125</c:v>
                </c:pt>
                <c:pt idx="171">
                  <c:v>108.3542957884286</c:v>
                </c:pt>
                <c:pt idx="172">
                  <c:v>108.6951173486832</c:v>
                </c:pt>
                <c:pt idx="173">
                  <c:v>109.0235634524842</c:v>
                </c:pt>
                <c:pt idx="174">
                  <c:v>110.1122560649512</c:v>
                </c:pt>
                <c:pt idx="175">
                  <c:v>111.5420122852162</c:v>
                </c:pt>
                <c:pt idx="176">
                  <c:v>114.9447104450404</c:v>
                </c:pt>
                <c:pt idx="177">
                  <c:v>114.9341844800729</c:v>
                </c:pt>
                <c:pt idx="178">
                  <c:v>114.90875086896619</c:v>
                </c:pt>
                <c:pt idx="179">
                  <c:v>114.90875086896619</c:v>
                </c:pt>
                <c:pt idx="180">
                  <c:v>116.2863675658278</c:v>
                </c:pt>
                <c:pt idx="181">
                  <c:v>115.2078285374923</c:v>
                </c:pt>
                <c:pt idx="182">
                  <c:v>116.8460249307729</c:v>
                </c:pt>
                <c:pt idx="183">
                  <c:v>116.1870970412667</c:v>
                </c:pt>
                <c:pt idx="184">
                  <c:v>115.128287990898</c:v>
                </c:pt>
                <c:pt idx="185">
                  <c:v>115.7500150348763</c:v>
                </c:pt>
              </c:numCache>
            </c:numRef>
          </c:val>
          <c:smooth val="1"/>
          <c:extLst>
            <c:ext xmlns:c16="http://schemas.microsoft.com/office/drawing/2014/chart" uri="{C3380CC4-5D6E-409C-BE32-E72D297353CC}">
              <c16:uniqueId val="{00000001-887D-44F3-B22D-3F3438A9A48E}"/>
            </c:ext>
          </c:extLst>
        </c:ser>
        <c:dLbls>
          <c:showLegendKey val="0"/>
          <c:showVal val="0"/>
          <c:showCatName val="0"/>
          <c:showSerName val="0"/>
          <c:showPercent val="0"/>
          <c:showBubbleSize val="0"/>
        </c:dLbls>
        <c:smooth val="0"/>
        <c:axId val="50010001"/>
        <c:axId val="50010002"/>
      </c:lineChart>
      <c:dateAx>
        <c:axId val="50010001"/>
        <c:scaling>
          <c:orientation val="minMax"/>
          <c:max val="46280"/>
          <c:min val="46023"/>
        </c:scaling>
        <c:delete val="0"/>
        <c:axPos val="b"/>
        <c:numFmt formatCode="[$-409]mmm\-yy" sourceLinked="0"/>
        <c:majorTickMark val="out"/>
        <c:minorTickMark val="cross"/>
        <c:tickLblPos val="low"/>
        <c:spPr>
          <a:ln w="9525">
            <a:solidFill>
              <a:srgbClr val="D9D9D9"/>
            </a:solidFill>
          </a:ln>
        </c:spPr>
        <c:txPr>
          <a:bodyPr rot="-5400000" vert="horz"/>
          <a:lstStyle/>
          <a:p>
            <a:pPr>
              <a:defRPr sz="900" b="0" baseline="0">
                <a:solidFill>
                  <a:srgbClr val="000000"/>
                </a:solidFill>
                <a:latin typeface="Roboto Light"/>
              </a:defRPr>
            </a:pPr>
            <a:endParaRPr lang="en-US"/>
          </a:p>
        </c:txPr>
        <c:crossAx val="50010002"/>
        <c:crosses val="autoZero"/>
        <c:auto val="1"/>
        <c:lblOffset val="100"/>
        <c:baseTimeUnit val="days"/>
        <c:majorUnit val="1"/>
        <c:majorTimeUnit val="months"/>
      </c:dateAx>
      <c:valAx>
        <c:axId val="50010002"/>
        <c:scaling>
          <c:orientation val="minMax"/>
          <c:min val="80"/>
        </c:scaling>
        <c:delete val="0"/>
        <c:axPos val="l"/>
        <c:majorGridlines>
          <c:spPr>
            <a:ln w="6350">
              <a:solidFill>
                <a:srgbClr val="D9D9D9"/>
              </a:solidFill>
              <a:prstDash val="dash"/>
            </a:ln>
          </c:spPr>
        </c:majorGridlines>
        <c:numFmt formatCode="#,##0" sourceLinked="0"/>
        <c:majorTickMark val="none"/>
        <c:minorTickMark val="cross"/>
        <c:tickLblPos val="nextTo"/>
        <c:spPr>
          <a:ln>
            <a:noFill/>
          </a:ln>
        </c:spPr>
        <c:txPr>
          <a:bodyPr/>
          <a:lstStyle/>
          <a:p>
            <a:pPr>
              <a:defRPr sz="900" b="0" baseline="0">
                <a:solidFill>
                  <a:srgbClr val="000000"/>
                </a:solidFill>
                <a:latin typeface="Roboto Light"/>
              </a:defRPr>
            </a:pPr>
            <a:endParaRPr lang="en-US"/>
          </a:p>
        </c:txPr>
        <c:crossAx val="50010001"/>
        <c:crosses val="autoZero"/>
        <c:crossBetween val="between"/>
      </c:valAx>
      <c:spPr>
        <a:noFill/>
        <a:ln>
          <a:noFill/>
        </a:ln>
      </c:spPr>
    </c:plotArea>
    <c:legend>
      <c:legendPos val="t"/>
      <c:overlay val="0"/>
      <c:txPr>
        <a:bodyPr/>
        <a:lstStyle/>
        <a:p>
          <a:pPr>
            <a:defRPr sz="900" b="0" baseline="0">
              <a:solidFill>
                <a:srgbClr val="000000"/>
              </a:solidFill>
              <a:latin typeface="Roboto Light"/>
            </a:defRPr>
          </a:pPr>
          <a:endParaRPr lang="en-US"/>
        </a:p>
      </c:txPr>
    </c:legend>
    <c:plotVisOnly val="1"/>
    <c:dispBlanksAs val="zero"/>
    <c:showDLblsOverMax val="1"/>
  </c:chart>
  <c:spPr>
    <a:solidFill>
      <a:srgbClr val="FFFFFF"/>
    </a:solidFill>
    <a:ln>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4493710795742319E-2"/>
          <c:y val="0.16625699079240144"/>
          <c:w val="0.91550628920425769"/>
          <c:h val="0.60691939163866471"/>
        </c:manualLayout>
      </c:layout>
      <c:lineChart>
        <c:grouping val="standard"/>
        <c:varyColors val="1"/>
        <c:ser>
          <c:idx val="0"/>
          <c:order val="0"/>
          <c:tx>
            <c:v>Forward P/E</c:v>
          </c:tx>
          <c:spPr>
            <a:ln w="28575">
              <a:solidFill>
                <a:srgbClr val="1F2F44"/>
              </a:solidFill>
            </a:ln>
          </c:spPr>
          <c:marker>
            <c:symbol val="none"/>
          </c:marker>
          <c:cat>
            <c:numRef>
              <c:f>Sheet1!$A$2:$A$299</c:f>
              <c:numCache>
                <c:formatCode>yyyy\-mm\-dd</c:formatCode>
                <c:ptCount val="298"/>
                <c:pt idx="0">
                  <c:v>44204</c:v>
                </c:pt>
                <c:pt idx="1">
                  <c:v>44211</c:v>
                </c:pt>
                <c:pt idx="2">
                  <c:v>44218</c:v>
                </c:pt>
                <c:pt idx="3">
                  <c:v>44225</c:v>
                </c:pt>
                <c:pt idx="4">
                  <c:v>44232</c:v>
                </c:pt>
                <c:pt idx="5">
                  <c:v>44239</c:v>
                </c:pt>
                <c:pt idx="6">
                  <c:v>44246</c:v>
                </c:pt>
                <c:pt idx="7">
                  <c:v>44253</c:v>
                </c:pt>
                <c:pt idx="8">
                  <c:v>44260</c:v>
                </c:pt>
                <c:pt idx="9">
                  <c:v>44267</c:v>
                </c:pt>
                <c:pt idx="10">
                  <c:v>44274</c:v>
                </c:pt>
                <c:pt idx="11">
                  <c:v>44281</c:v>
                </c:pt>
                <c:pt idx="12">
                  <c:v>44288</c:v>
                </c:pt>
                <c:pt idx="13">
                  <c:v>44295</c:v>
                </c:pt>
                <c:pt idx="14">
                  <c:v>44302</c:v>
                </c:pt>
                <c:pt idx="15">
                  <c:v>44309</c:v>
                </c:pt>
                <c:pt idx="16">
                  <c:v>44316</c:v>
                </c:pt>
                <c:pt idx="17">
                  <c:v>44323</c:v>
                </c:pt>
                <c:pt idx="18">
                  <c:v>44330</c:v>
                </c:pt>
                <c:pt idx="19">
                  <c:v>44337</c:v>
                </c:pt>
                <c:pt idx="20">
                  <c:v>44344</c:v>
                </c:pt>
                <c:pt idx="21">
                  <c:v>44351</c:v>
                </c:pt>
                <c:pt idx="22">
                  <c:v>44358</c:v>
                </c:pt>
                <c:pt idx="23">
                  <c:v>44365</c:v>
                </c:pt>
                <c:pt idx="24">
                  <c:v>44372</c:v>
                </c:pt>
                <c:pt idx="25">
                  <c:v>44379</c:v>
                </c:pt>
                <c:pt idx="26">
                  <c:v>44386</c:v>
                </c:pt>
                <c:pt idx="27">
                  <c:v>44393</c:v>
                </c:pt>
                <c:pt idx="28">
                  <c:v>44400</c:v>
                </c:pt>
                <c:pt idx="29">
                  <c:v>44407</c:v>
                </c:pt>
                <c:pt idx="30">
                  <c:v>44414</c:v>
                </c:pt>
                <c:pt idx="31">
                  <c:v>44421</c:v>
                </c:pt>
                <c:pt idx="32">
                  <c:v>44428</c:v>
                </c:pt>
                <c:pt idx="33">
                  <c:v>44435</c:v>
                </c:pt>
                <c:pt idx="34">
                  <c:v>44442</c:v>
                </c:pt>
                <c:pt idx="35">
                  <c:v>44449</c:v>
                </c:pt>
                <c:pt idx="36">
                  <c:v>44456</c:v>
                </c:pt>
                <c:pt idx="37">
                  <c:v>44463</c:v>
                </c:pt>
                <c:pt idx="38">
                  <c:v>44470</c:v>
                </c:pt>
                <c:pt idx="39">
                  <c:v>44477</c:v>
                </c:pt>
                <c:pt idx="40">
                  <c:v>44484</c:v>
                </c:pt>
                <c:pt idx="41">
                  <c:v>44491</c:v>
                </c:pt>
                <c:pt idx="42">
                  <c:v>44498</c:v>
                </c:pt>
                <c:pt idx="43">
                  <c:v>44505</c:v>
                </c:pt>
                <c:pt idx="44">
                  <c:v>44512</c:v>
                </c:pt>
                <c:pt idx="45">
                  <c:v>44519</c:v>
                </c:pt>
                <c:pt idx="46">
                  <c:v>44526</c:v>
                </c:pt>
                <c:pt idx="47">
                  <c:v>44533</c:v>
                </c:pt>
                <c:pt idx="48">
                  <c:v>44540</c:v>
                </c:pt>
                <c:pt idx="49">
                  <c:v>44547</c:v>
                </c:pt>
                <c:pt idx="50">
                  <c:v>44554</c:v>
                </c:pt>
                <c:pt idx="51">
                  <c:v>44561</c:v>
                </c:pt>
                <c:pt idx="52">
                  <c:v>44568</c:v>
                </c:pt>
                <c:pt idx="53">
                  <c:v>44575</c:v>
                </c:pt>
                <c:pt idx="54">
                  <c:v>44582</c:v>
                </c:pt>
                <c:pt idx="55">
                  <c:v>44589</c:v>
                </c:pt>
                <c:pt idx="56">
                  <c:v>44596</c:v>
                </c:pt>
                <c:pt idx="57">
                  <c:v>44603</c:v>
                </c:pt>
                <c:pt idx="58">
                  <c:v>44610</c:v>
                </c:pt>
                <c:pt idx="59">
                  <c:v>44617</c:v>
                </c:pt>
                <c:pt idx="60">
                  <c:v>44624</c:v>
                </c:pt>
                <c:pt idx="61">
                  <c:v>44631</c:v>
                </c:pt>
                <c:pt idx="62">
                  <c:v>44638</c:v>
                </c:pt>
                <c:pt idx="63">
                  <c:v>44645</c:v>
                </c:pt>
                <c:pt idx="64">
                  <c:v>44652</c:v>
                </c:pt>
                <c:pt idx="65">
                  <c:v>44659</c:v>
                </c:pt>
                <c:pt idx="66">
                  <c:v>44666</c:v>
                </c:pt>
                <c:pt idx="67">
                  <c:v>44673</c:v>
                </c:pt>
                <c:pt idx="68">
                  <c:v>44680</c:v>
                </c:pt>
                <c:pt idx="69">
                  <c:v>44687</c:v>
                </c:pt>
                <c:pt idx="70">
                  <c:v>44694</c:v>
                </c:pt>
                <c:pt idx="71">
                  <c:v>44701</c:v>
                </c:pt>
                <c:pt idx="72">
                  <c:v>44708</c:v>
                </c:pt>
                <c:pt idx="73">
                  <c:v>44715</c:v>
                </c:pt>
                <c:pt idx="74">
                  <c:v>44722</c:v>
                </c:pt>
                <c:pt idx="75">
                  <c:v>44729</c:v>
                </c:pt>
                <c:pt idx="76">
                  <c:v>44736</c:v>
                </c:pt>
                <c:pt idx="77">
                  <c:v>44743</c:v>
                </c:pt>
                <c:pt idx="78">
                  <c:v>44750</c:v>
                </c:pt>
                <c:pt idx="79">
                  <c:v>44757</c:v>
                </c:pt>
                <c:pt idx="80">
                  <c:v>44764</c:v>
                </c:pt>
                <c:pt idx="81">
                  <c:v>44771</c:v>
                </c:pt>
                <c:pt idx="82">
                  <c:v>44778</c:v>
                </c:pt>
                <c:pt idx="83">
                  <c:v>44785</c:v>
                </c:pt>
                <c:pt idx="84">
                  <c:v>44792</c:v>
                </c:pt>
                <c:pt idx="85">
                  <c:v>44799</c:v>
                </c:pt>
                <c:pt idx="86">
                  <c:v>44806</c:v>
                </c:pt>
                <c:pt idx="87">
                  <c:v>44813</c:v>
                </c:pt>
                <c:pt idx="88">
                  <c:v>44820</c:v>
                </c:pt>
                <c:pt idx="89">
                  <c:v>44827</c:v>
                </c:pt>
                <c:pt idx="90">
                  <c:v>44834</c:v>
                </c:pt>
                <c:pt idx="91">
                  <c:v>44841</c:v>
                </c:pt>
                <c:pt idx="92">
                  <c:v>44848</c:v>
                </c:pt>
                <c:pt idx="93">
                  <c:v>44855</c:v>
                </c:pt>
                <c:pt idx="94">
                  <c:v>44862</c:v>
                </c:pt>
                <c:pt idx="95">
                  <c:v>44869</c:v>
                </c:pt>
                <c:pt idx="96">
                  <c:v>44876</c:v>
                </c:pt>
                <c:pt idx="97">
                  <c:v>44883</c:v>
                </c:pt>
                <c:pt idx="98">
                  <c:v>44890</c:v>
                </c:pt>
                <c:pt idx="99">
                  <c:v>44897</c:v>
                </c:pt>
                <c:pt idx="100">
                  <c:v>44904</c:v>
                </c:pt>
                <c:pt idx="101">
                  <c:v>44911</c:v>
                </c:pt>
                <c:pt idx="102">
                  <c:v>44918</c:v>
                </c:pt>
                <c:pt idx="103">
                  <c:v>44925</c:v>
                </c:pt>
                <c:pt idx="104">
                  <c:v>44932</c:v>
                </c:pt>
                <c:pt idx="105">
                  <c:v>44939</c:v>
                </c:pt>
                <c:pt idx="106">
                  <c:v>44946</c:v>
                </c:pt>
                <c:pt idx="107">
                  <c:v>44953</c:v>
                </c:pt>
                <c:pt idx="108">
                  <c:v>44960</c:v>
                </c:pt>
                <c:pt idx="109">
                  <c:v>44967</c:v>
                </c:pt>
                <c:pt idx="110">
                  <c:v>44974</c:v>
                </c:pt>
                <c:pt idx="111">
                  <c:v>44981</c:v>
                </c:pt>
                <c:pt idx="112">
                  <c:v>44988</c:v>
                </c:pt>
                <c:pt idx="113">
                  <c:v>44995</c:v>
                </c:pt>
                <c:pt idx="114">
                  <c:v>45002</c:v>
                </c:pt>
                <c:pt idx="115">
                  <c:v>45009</c:v>
                </c:pt>
                <c:pt idx="116">
                  <c:v>45016</c:v>
                </c:pt>
                <c:pt idx="117">
                  <c:v>45023</c:v>
                </c:pt>
                <c:pt idx="118">
                  <c:v>45030</c:v>
                </c:pt>
                <c:pt idx="119">
                  <c:v>45037</c:v>
                </c:pt>
                <c:pt idx="120">
                  <c:v>45044</c:v>
                </c:pt>
                <c:pt idx="121">
                  <c:v>45051</c:v>
                </c:pt>
                <c:pt idx="122">
                  <c:v>45058</c:v>
                </c:pt>
                <c:pt idx="123">
                  <c:v>45065</c:v>
                </c:pt>
                <c:pt idx="124">
                  <c:v>45072</c:v>
                </c:pt>
                <c:pt idx="125">
                  <c:v>45079</c:v>
                </c:pt>
                <c:pt idx="126">
                  <c:v>45086</c:v>
                </c:pt>
                <c:pt idx="127">
                  <c:v>45093</c:v>
                </c:pt>
                <c:pt idx="128">
                  <c:v>45100</c:v>
                </c:pt>
                <c:pt idx="129">
                  <c:v>45107</c:v>
                </c:pt>
                <c:pt idx="130">
                  <c:v>45114</c:v>
                </c:pt>
                <c:pt idx="131">
                  <c:v>45121</c:v>
                </c:pt>
                <c:pt idx="132">
                  <c:v>45128</c:v>
                </c:pt>
                <c:pt idx="133">
                  <c:v>45135</c:v>
                </c:pt>
                <c:pt idx="134">
                  <c:v>45142</c:v>
                </c:pt>
                <c:pt idx="135">
                  <c:v>45149</c:v>
                </c:pt>
                <c:pt idx="136">
                  <c:v>45156</c:v>
                </c:pt>
                <c:pt idx="137">
                  <c:v>45163</c:v>
                </c:pt>
                <c:pt idx="138">
                  <c:v>45170</c:v>
                </c:pt>
                <c:pt idx="139">
                  <c:v>45177</c:v>
                </c:pt>
                <c:pt idx="140">
                  <c:v>45184</c:v>
                </c:pt>
                <c:pt idx="141">
                  <c:v>45191</c:v>
                </c:pt>
                <c:pt idx="142">
                  <c:v>45198</c:v>
                </c:pt>
                <c:pt idx="143">
                  <c:v>45205</c:v>
                </c:pt>
                <c:pt idx="144">
                  <c:v>45212</c:v>
                </c:pt>
                <c:pt idx="145">
                  <c:v>45219</c:v>
                </c:pt>
                <c:pt idx="146">
                  <c:v>45226</c:v>
                </c:pt>
                <c:pt idx="147">
                  <c:v>45233</c:v>
                </c:pt>
                <c:pt idx="148">
                  <c:v>45240</c:v>
                </c:pt>
                <c:pt idx="149">
                  <c:v>45247</c:v>
                </c:pt>
                <c:pt idx="150">
                  <c:v>45254</c:v>
                </c:pt>
                <c:pt idx="151">
                  <c:v>45261</c:v>
                </c:pt>
                <c:pt idx="152">
                  <c:v>45268</c:v>
                </c:pt>
                <c:pt idx="153">
                  <c:v>45275</c:v>
                </c:pt>
                <c:pt idx="154">
                  <c:v>45282</c:v>
                </c:pt>
                <c:pt idx="155">
                  <c:v>45289</c:v>
                </c:pt>
                <c:pt idx="156">
                  <c:v>45296</c:v>
                </c:pt>
                <c:pt idx="157">
                  <c:v>45303</c:v>
                </c:pt>
                <c:pt idx="158">
                  <c:v>45310</c:v>
                </c:pt>
                <c:pt idx="159">
                  <c:v>45317</c:v>
                </c:pt>
                <c:pt idx="160">
                  <c:v>45324</c:v>
                </c:pt>
                <c:pt idx="161">
                  <c:v>45331</c:v>
                </c:pt>
                <c:pt idx="162">
                  <c:v>45338</c:v>
                </c:pt>
                <c:pt idx="163">
                  <c:v>45345</c:v>
                </c:pt>
                <c:pt idx="164">
                  <c:v>45352</c:v>
                </c:pt>
                <c:pt idx="165">
                  <c:v>45359</c:v>
                </c:pt>
                <c:pt idx="166">
                  <c:v>45366</c:v>
                </c:pt>
                <c:pt idx="167">
                  <c:v>45373</c:v>
                </c:pt>
                <c:pt idx="168">
                  <c:v>45380</c:v>
                </c:pt>
                <c:pt idx="169">
                  <c:v>45387</c:v>
                </c:pt>
                <c:pt idx="170">
                  <c:v>45394</c:v>
                </c:pt>
                <c:pt idx="171">
                  <c:v>45401</c:v>
                </c:pt>
                <c:pt idx="172">
                  <c:v>45408</c:v>
                </c:pt>
                <c:pt idx="173">
                  <c:v>45415</c:v>
                </c:pt>
                <c:pt idx="174">
                  <c:v>45422</c:v>
                </c:pt>
                <c:pt idx="175">
                  <c:v>45429</c:v>
                </c:pt>
                <c:pt idx="176">
                  <c:v>45436</c:v>
                </c:pt>
                <c:pt idx="177">
                  <c:v>45443</c:v>
                </c:pt>
                <c:pt idx="178">
                  <c:v>45450</c:v>
                </c:pt>
                <c:pt idx="179">
                  <c:v>45457</c:v>
                </c:pt>
                <c:pt idx="180">
                  <c:v>45464</c:v>
                </c:pt>
                <c:pt idx="181">
                  <c:v>45471</c:v>
                </c:pt>
                <c:pt idx="182">
                  <c:v>45478</c:v>
                </c:pt>
                <c:pt idx="183">
                  <c:v>45485</c:v>
                </c:pt>
                <c:pt idx="184">
                  <c:v>45492</c:v>
                </c:pt>
                <c:pt idx="185">
                  <c:v>45499</c:v>
                </c:pt>
                <c:pt idx="186">
                  <c:v>45506</c:v>
                </c:pt>
                <c:pt idx="187">
                  <c:v>45513</c:v>
                </c:pt>
                <c:pt idx="188">
                  <c:v>45520</c:v>
                </c:pt>
                <c:pt idx="189">
                  <c:v>45527</c:v>
                </c:pt>
                <c:pt idx="190">
                  <c:v>45534</c:v>
                </c:pt>
                <c:pt idx="191">
                  <c:v>45541</c:v>
                </c:pt>
                <c:pt idx="192">
                  <c:v>45548</c:v>
                </c:pt>
                <c:pt idx="193">
                  <c:v>45555</c:v>
                </c:pt>
                <c:pt idx="194">
                  <c:v>45562</c:v>
                </c:pt>
                <c:pt idx="195">
                  <c:v>45569</c:v>
                </c:pt>
                <c:pt idx="196">
                  <c:v>45576</c:v>
                </c:pt>
                <c:pt idx="197">
                  <c:v>45583</c:v>
                </c:pt>
                <c:pt idx="198">
                  <c:v>45590</c:v>
                </c:pt>
                <c:pt idx="199">
                  <c:v>45597</c:v>
                </c:pt>
                <c:pt idx="200">
                  <c:v>45604</c:v>
                </c:pt>
                <c:pt idx="201">
                  <c:v>45611</c:v>
                </c:pt>
                <c:pt idx="202">
                  <c:v>45618</c:v>
                </c:pt>
                <c:pt idx="203">
                  <c:v>45625</c:v>
                </c:pt>
                <c:pt idx="204">
                  <c:v>45632</c:v>
                </c:pt>
                <c:pt idx="205">
                  <c:v>45639</c:v>
                </c:pt>
                <c:pt idx="206">
                  <c:v>45646</c:v>
                </c:pt>
                <c:pt idx="207">
                  <c:v>45653</c:v>
                </c:pt>
                <c:pt idx="208">
                  <c:v>45660</c:v>
                </c:pt>
                <c:pt idx="209">
                  <c:v>45667</c:v>
                </c:pt>
                <c:pt idx="210">
                  <c:v>45674</c:v>
                </c:pt>
                <c:pt idx="211">
                  <c:v>45681</c:v>
                </c:pt>
                <c:pt idx="212">
                  <c:v>45688</c:v>
                </c:pt>
                <c:pt idx="213">
                  <c:v>45695</c:v>
                </c:pt>
                <c:pt idx="214">
                  <c:v>45702</c:v>
                </c:pt>
                <c:pt idx="215">
                  <c:v>45709</c:v>
                </c:pt>
                <c:pt idx="216">
                  <c:v>45716</c:v>
                </c:pt>
                <c:pt idx="217">
                  <c:v>45723</c:v>
                </c:pt>
                <c:pt idx="218">
                  <c:v>45730</c:v>
                </c:pt>
                <c:pt idx="219">
                  <c:v>45737</c:v>
                </c:pt>
                <c:pt idx="220">
                  <c:v>45744</c:v>
                </c:pt>
                <c:pt idx="221">
                  <c:v>45751</c:v>
                </c:pt>
                <c:pt idx="222">
                  <c:v>45758</c:v>
                </c:pt>
                <c:pt idx="223">
                  <c:v>45765</c:v>
                </c:pt>
                <c:pt idx="224">
                  <c:v>45772</c:v>
                </c:pt>
                <c:pt idx="225">
                  <c:v>45779</c:v>
                </c:pt>
                <c:pt idx="226">
                  <c:v>45786</c:v>
                </c:pt>
                <c:pt idx="227">
                  <c:v>45793</c:v>
                </c:pt>
                <c:pt idx="228">
                  <c:v>45800</c:v>
                </c:pt>
                <c:pt idx="229">
                  <c:v>45807</c:v>
                </c:pt>
                <c:pt idx="230">
                  <c:v>45814</c:v>
                </c:pt>
                <c:pt idx="231">
                  <c:v>45821</c:v>
                </c:pt>
                <c:pt idx="232">
                  <c:v>45828</c:v>
                </c:pt>
                <c:pt idx="233">
                  <c:v>45835</c:v>
                </c:pt>
                <c:pt idx="234">
                  <c:v>45842</c:v>
                </c:pt>
                <c:pt idx="235">
                  <c:v>45849</c:v>
                </c:pt>
                <c:pt idx="236">
                  <c:v>45856</c:v>
                </c:pt>
                <c:pt idx="237">
                  <c:v>45863</c:v>
                </c:pt>
                <c:pt idx="238">
                  <c:v>45870</c:v>
                </c:pt>
                <c:pt idx="239">
                  <c:v>45877</c:v>
                </c:pt>
                <c:pt idx="240">
                  <c:v>45884</c:v>
                </c:pt>
                <c:pt idx="241">
                  <c:v>45891</c:v>
                </c:pt>
                <c:pt idx="242">
                  <c:v>45898</c:v>
                </c:pt>
                <c:pt idx="243">
                  <c:v>45905</c:v>
                </c:pt>
                <c:pt idx="244">
                  <c:v>45912</c:v>
                </c:pt>
                <c:pt idx="245">
                  <c:v>45919</c:v>
                </c:pt>
                <c:pt idx="246">
                  <c:v>45926</c:v>
                </c:pt>
                <c:pt idx="247">
                  <c:v>45933</c:v>
                </c:pt>
                <c:pt idx="248">
                  <c:v>45940</c:v>
                </c:pt>
                <c:pt idx="249">
                  <c:v>45947</c:v>
                </c:pt>
                <c:pt idx="250">
                  <c:v>45954</c:v>
                </c:pt>
                <c:pt idx="251">
                  <c:v>45961</c:v>
                </c:pt>
                <c:pt idx="252">
                  <c:v>45968</c:v>
                </c:pt>
                <c:pt idx="253">
                  <c:v>45975</c:v>
                </c:pt>
                <c:pt idx="254">
                  <c:v>45982</c:v>
                </c:pt>
                <c:pt idx="255">
                  <c:v>45989</c:v>
                </c:pt>
                <c:pt idx="256">
                  <c:v>45996</c:v>
                </c:pt>
                <c:pt idx="257">
                  <c:v>46003</c:v>
                </c:pt>
                <c:pt idx="258">
                  <c:v>46010</c:v>
                </c:pt>
                <c:pt idx="259">
                  <c:v>46017</c:v>
                </c:pt>
                <c:pt idx="260">
                  <c:v>46024</c:v>
                </c:pt>
                <c:pt idx="261">
                  <c:v>46031</c:v>
                </c:pt>
                <c:pt idx="262">
                  <c:v>46038</c:v>
                </c:pt>
                <c:pt idx="263">
                  <c:v>46045</c:v>
                </c:pt>
                <c:pt idx="264">
                  <c:v>46052</c:v>
                </c:pt>
                <c:pt idx="265">
                  <c:v>46059</c:v>
                </c:pt>
                <c:pt idx="266">
                  <c:v>46066</c:v>
                </c:pt>
                <c:pt idx="267">
                  <c:v>46073</c:v>
                </c:pt>
                <c:pt idx="268">
                  <c:v>46080</c:v>
                </c:pt>
                <c:pt idx="269">
                  <c:v>46087</c:v>
                </c:pt>
                <c:pt idx="270">
                  <c:v>46094</c:v>
                </c:pt>
                <c:pt idx="271">
                  <c:v>46101</c:v>
                </c:pt>
                <c:pt idx="272">
                  <c:v>46108</c:v>
                </c:pt>
                <c:pt idx="273">
                  <c:v>46115</c:v>
                </c:pt>
                <c:pt idx="274">
                  <c:v>46122</c:v>
                </c:pt>
                <c:pt idx="275">
                  <c:v>46129</c:v>
                </c:pt>
                <c:pt idx="276">
                  <c:v>46136</c:v>
                </c:pt>
                <c:pt idx="277">
                  <c:v>46143</c:v>
                </c:pt>
                <c:pt idx="278">
                  <c:v>46150</c:v>
                </c:pt>
                <c:pt idx="279">
                  <c:v>46157</c:v>
                </c:pt>
                <c:pt idx="280">
                  <c:v>46164</c:v>
                </c:pt>
                <c:pt idx="281">
                  <c:v>46171</c:v>
                </c:pt>
                <c:pt idx="282">
                  <c:v>46178</c:v>
                </c:pt>
                <c:pt idx="283">
                  <c:v>46185</c:v>
                </c:pt>
                <c:pt idx="284">
                  <c:v>46192</c:v>
                </c:pt>
                <c:pt idx="285">
                  <c:v>46199</c:v>
                </c:pt>
                <c:pt idx="286">
                  <c:v>46206</c:v>
                </c:pt>
                <c:pt idx="287">
                  <c:v>46213</c:v>
                </c:pt>
                <c:pt idx="288">
                  <c:v>46220</c:v>
                </c:pt>
                <c:pt idx="289">
                  <c:v>46227</c:v>
                </c:pt>
                <c:pt idx="290">
                  <c:v>46234</c:v>
                </c:pt>
                <c:pt idx="291">
                  <c:v>46241</c:v>
                </c:pt>
                <c:pt idx="292">
                  <c:v>46248</c:v>
                </c:pt>
                <c:pt idx="293">
                  <c:v>46255</c:v>
                </c:pt>
                <c:pt idx="294">
                  <c:v>46262</c:v>
                </c:pt>
                <c:pt idx="295">
                  <c:v>46269</c:v>
                </c:pt>
                <c:pt idx="296">
                  <c:v>46276</c:v>
                </c:pt>
                <c:pt idx="297">
                  <c:v>46283</c:v>
                </c:pt>
              </c:numCache>
            </c:numRef>
          </c:cat>
          <c:val>
            <c:numRef>
              <c:f>Sheet1!$B$2:$B$299</c:f>
              <c:numCache>
                <c:formatCode>General</c:formatCode>
                <c:ptCount val="298"/>
                <c:pt idx="0">
                  <c:v>11.66858541158822</c:v>
                </c:pt>
                <c:pt idx="1">
                  <c:v>11.18880457456542</c:v>
                </c:pt>
                <c:pt idx="2">
                  <c:v>11.776735590118941</c:v>
                </c:pt>
                <c:pt idx="3">
                  <c:v>11.091522091974751</c:v>
                </c:pt>
                <c:pt idx="4">
                  <c:v>11.378325633127989</c:v>
                </c:pt>
                <c:pt idx="5">
                  <c:v>11.237741556534511</c:v>
                </c:pt>
                <c:pt idx="6">
                  <c:v>11.582222092001169</c:v>
                </c:pt>
                <c:pt idx="7">
                  <c:v>12.141237140880969</c:v>
                </c:pt>
                <c:pt idx="8">
                  <c:v>12.77137094097815</c:v>
                </c:pt>
                <c:pt idx="9">
                  <c:v>11.7382472260932</c:v>
                </c:pt>
                <c:pt idx="10">
                  <c:v>11.815406663619401</c:v>
                </c:pt>
                <c:pt idx="11">
                  <c:v>11.31483319077927</c:v>
                </c:pt>
                <c:pt idx="12">
                  <c:v>9.8904719134497991</c:v>
                </c:pt>
                <c:pt idx="13">
                  <c:v>9.9556508467718103</c:v>
                </c:pt>
                <c:pt idx="14">
                  <c:v>10.150271391539221</c:v>
                </c:pt>
                <c:pt idx="15">
                  <c:v>9.7388668598066594</c:v>
                </c:pt>
                <c:pt idx="16">
                  <c:v>9.4878197018013353</c:v>
                </c:pt>
                <c:pt idx="17">
                  <c:v>9.4181667687865609</c:v>
                </c:pt>
                <c:pt idx="18">
                  <c:v>9.0110339428848256</c:v>
                </c:pt>
                <c:pt idx="19">
                  <c:v>7.6956329704039739</c:v>
                </c:pt>
                <c:pt idx="20">
                  <c:v>7.3924997121204061</c:v>
                </c:pt>
                <c:pt idx="21">
                  <c:v>7.1310285787479746</c:v>
                </c:pt>
                <c:pt idx="22">
                  <c:v>7.1750865809350923</c:v>
                </c:pt>
                <c:pt idx="23">
                  <c:v>6.8423516851225017</c:v>
                </c:pt>
                <c:pt idx="24">
                  <c:v>6.9170204684945746</c:v>
                </c:pt>
                <c:pt idx="25">
                  <c:v>6.8357996758971176</c:v>
                </c:pt>
                <c:pt idx="26">
                  <c:v>6.8356280940231606</c:v>
                </c:pt>
                <c:pt idx="27">
                  <c:v>6.6200768043553779</c:v>
                </c:pt>
                <c:pt idx="28">
                  <c:v>6.8420772704613304</c:v>
                </c:pt>
                <c:pt idx="29">
                  <c:v>6.6626085511674296</c:v>
                </c:pt>
                <c:pt idx="30">
                  <c:v>6.6605788727405839</c:v>
                </c:pt>
                <c:pt idx="31">
                  <c:v>6.7287277092796884</c:v>
                </c:pt>
                <c:pt idx="32">
                  <c:v>6.3506928050268741</c:v>
                </c:pt>
                <c:pt idx="33">
                  <c:v>6.8058233106754713</c:v>
                </c:pt>
                <c:pt idx="34">
                  <c:v>6.7045055609373456</c:v>
                </c:pt>
                <c:pt idx="35">
                  <c:v>6.7443786681234439</c:v>
                </c:pt>
                <c:pt idx="36">
                  <c:v>5.9905407899314804</c:v>
                </c:pt>
                <c:pt idx="37">
                  <c:v>6.3528469816495594</c:v>
                </c:pt>
                <c:pt idx="38">
                  <c:v>6.5075314227567889</c:v>
                </c:pt>
                <c:pt idx="39">
                  <c:v>6.2832192466254044</c:v>
                </c:pt>
                <c:pt idx="40">
                  <c:v>6.5440876396714618</c:v>
                </c:pt>
                <c:pt idx="41">
                  <c:v>6.5763378663420049</c:v>
                </c:pt>
                <c:pt idx="42">
                  <c:v>6.3664534704474258</c:v>
                </c:pt>
                <c:pt idx="43">
                  <c:v>6.7599719711493709</c:v>
                </c:pt>
                <c:pt idx="44">
                  <c:v>7.5821068538022711</c:v>
                </c:pt>
                <c:pt idx="45">
                  <c:v>7.7853161336309693</c:v>
                </c:pt>
                <c:pt idx="46">
                  <c:v>7.9919134561715133</c:v>
                </c:pt>
                <c:pt idx="47">
                  <c:v>8.4705684945966269</c:v>
                </c:pt>
                <c:pt idx="48">
                  <c:v>8.8225556870236304</c:v>
                </c:pt>
                <c:pt idx="49">
                  <c:v>9.1695918126249332</c:v>
                </c:pt>
                <c:pt idx="50">
                  <c:v>8.8624171093809192</c:v>
                </c:pt>
                <c:pt idx="51">
                  <c:v>8.9143068618780195</c:v>
                </c:pt>
                <c:pt idx="52">
                  <c:v>8.8878973477277654</c:v>
                </c:pt>
                <c:pt idx="53">
                  <c:v>9.3752198046292818</c:v>
                </c:pt>
                <c:pt idx="54">
                  <c:v>5.6285639767591986</c:v>
                </c:pt>
                <c:pt idx="55">
                  <c:v>5.7077209838585707</c:v>
                </c:pt>
                <c:pt idx="56">
                  <c:v>5.671623541097591</c:v>
                </c:pt>
                <c:pt idx="57">
                  <c:v>5.5156667491340921</c:v>
                </c:pt>
                <c:pt idx="58">
                  <c:v>4.9876099421680822</c:v>
                </c:pt>
                <c:pt idx="59">
                  <c:v>4.9731620524178659</c:v>
                </c:pt>
                <c:pt idx="60">
                  <c:v>5.7666995305164317</c:v>
                </c:pt>
                <c:pt idx="61">
                  <c:v>5.9856119775421091</c:v>
                </c:pt>
                <c:pt idx="62">
                  <c:v>6.070988332706059</c:v>
                </c:pt>
                <c:pt idx="63">
                  <c:v>6.1134270243042437</c:v>
                </c:pt>
                <c:pt idx="64">
                  <c:v>6.1613265771472001</c:v>
                </c:pt>
                <c:pt idx="65">
                  <c:v>5.9099285533316426</c:v>
                </c:pt>
                <c:pt idx="66">
                  <c:v>5.8179212166542014</c:v>
                </c:pt>
                <c:pt idx="67">
                  <c:v>5.4651577152600188</c:v>
                </c:pt>
                <c:pt idx="68">
                  <c:v>5.2993434403724491</c:v>
                </c:pt>
                <c:pt idx="69">
                  <c:v>5.2301944379527923</c:v>
                </c:pt>
                <c:pt idx="70">
                  <c:v>5.1229719061992114</c:v>
                </c:pt>
                <c:pt idx="71">
                  <c:v>5.0888177961242969</c:v>
                </c:pt>
                <c:pt idx="72">
                  <c:v>5.2955270622943376</c:v>
                </c:pt>
                <c:pt idx="73">
                  <c:v>5.4032301425661906</c:v>
                </c:pt>
                <c:pt idx="74">
                  <c:v>4.912766369886171</c:v>
                </c:pt>
                <c:pt idx="75">
                  <c:v>4.0974986737400538</c:v>
                </c:pt>
                <c:pt idx="76">
                  <c:v>4.0097049323439551</c:v>
                </c:pt>
                <c:pt idx="77">
                  <c:v>3.8334940385866032</c:v>
                </c:pt>
                <c:pt idx="78">
                  <c:v>4.0219696509863434</c:v>
                </c:pt>
                <c:pt idx="79">
                  <c:v>4.0686128048780477</c:v>
                </c:pt>
                <c:pt idx="80">
                  <c:v>4.1804114134041148</c:v>
                </c:pt>
                <c:pt idx="81">
                  <c:v>4.311408394403732</c:v>
                </c:pt>
                <c:pt idx="82">
                  <c:v>4.373239436619718</c:v>
                </c:pt>
                <c:pt idx="83">
                  <c:v>4.6525906793935983</c:v>
                </c:pt>
                <c:pt idx="84">
                  <c:v>4.3386164478230818</c:v>
                </c:pt>
                <c:pt idx="85">
                  <c:v>4.4327264074289046</c:v>
                </c:pt>
                <c:pt idx="86">
                  <c:v>4.4778879381080774</c:v>
                </c:pt>
                <c:pt idx="87">
                  <c:v>4.6896412232121349</c:v>
                </c:pt>
                <c:pt idx="88">
                  <c:v>4.5237443590379369</c:v>
                </c:pt>
                <c:pt idx="89">
                  <c:v>4.8411380175658723</c:v>
                </c:pt>
                <c:pt idx="90">
                  <c:v>4.9267396494792983</c:v>
                </c:pt>
                <c:pt idx="91">
                  <c:v>5.220328104911288</c:v>
                </c:pt>
                <c:pt idx="92">
                  <c:v>5.2275717261129913</c:v>
                </c:pt>
                <c:pt idx="93">
                  <c:v>5.6447259786476867</c:v>
                </c:pt>
                <c:pt idx="94">
                  <c:v>5.4137736351531291</c:v>
                </c:pt>
                <c:pt idx="95">
                  <c:v>5.8361511183851604</c:v>
                </c:pt>
                <c:pt idx="96">
                  <c:v>6.8582149402943617</c:v>
                </c:pt>
                <c:pt idx="97">
                  <c:v>6.5742838100527639</c:v>
                </c:pt>
                <c:pt idx="98">
                  <c:v>6.4093712714776636</c:v>
                </c:pt>
                <c:pt idx="99">
                  <c:v>6.7416260584539742</c:v>
                </c:pt>
                <c:pt idx="100">
                  <c:v>6.8402497261774373</c:v>
                </c:pt>
                <c:pt idx="101">
                  <c:v>6.5257697233955572</c:v>
                </c:pt>
                <c:pt idx="102">
                  <c:v>6.2493657064471888</c:v>
                </c:pt>
                <c:pt idx="103">
                  <c:v>6.4278064159292043</c:v>
                </c:pt>
                <c:pt idx="104">
                  <c:v>6.7040320289653259</c:v>
                </c:pt>
                <c:pt idx="105">
                  <c:v>7.2606043165467611</c:v>
                </c:pt>
                <c:pt idx="106">
                  <c:v>6.9597977411973124</c:v>
                </c:pt>
                <c:pt idx="107">
                  <c:v>7.0128569428238032</c:v>
                </c:pt>
                <c:pt idx="108">
                  <c:v>6.8805307831913991</c:v>
                </c:pt>
                <c:pt idx="109">
                  <c:v>6.2393294476824872</c:v>
                </c:pt>
                <c:pt idx="110">
                  <c:v>6.2967826810990841</c:v>
                </c:pt>
                <c:pt idx="111">
                  <c:v>6.1938266796494643</c:v>
                </c:pt>
                <c:pt idx="112">
                  <c:v>6.5802564463857971</c:v>
                </c:pt>
                <c:pt idx="113">
                  <c:v>6.0407037924714508</c:v>
                </c:pt>
                <c:pt idx="114">
                  <c:v>5.7332696883852696</c:v>
                </c:pt>
                <c:pt idx="115">
                  <c:v>5.8201425731326344</c:v>
                </c:pt>
                <c:pt idx="116">
                  <c:v>5.9451612357173076</c:v>
                </c:pt>
                <c:pt idx="117">
                  <c:v>5.6310700169395833</c:v>
                </c:pt>
                <c:pt idx="118">
                  <c:v>6.1288381380959063</c:v>
                </c:pt>
                <c:pt idx="119">
                  <c:v>5.9960500417014178</c:v>
                </c:pt>
                <c:pt idx="120">
                  <c:v>5.7720712419199556</c:v>
                </c:pt>
                <c:pt idx="121">
                  <c:v>5.6395773955773958</c:v>
                </c:pt>
                <c:pt idx="122">
                  <c:v>5.5124570493591492</c:v>
                </c:pt>
                <c:pt idx="123">
                  <c:v>5.4821253927059139</c:v>
                </c:pt>
                <c:pt idx="124">
                  <c:v>5.6991301369863008</c:v>
                </c:pt>
                <c:pt idx="125">
                  <c:v>5.709117181098061</c:v>
                </c:pt>
                <c:pt idx="126">
                  <c:v>5.7640043739748492</c:v>
                </c:pt>
                <c:pt idx="127">
                  <c:v>5.8755513586956516</c:v>
                </c:pt>
                <c:pt idx="128">
                  <c:v>5.4202847527828117</c:v>
                </c:pt>
                <c:pt idx="129">
                  <c:v>5.4079886098886876</c:v>
                </c:pt>
                <c:pt idx="130">
                  <c:v>5.6676323663327697</c:v>
                </c:pt>
                <c:pt idx="131">
                  <c:v>6.1138125590817012</c:v>
                </c:pt>
                <c:pt idx="132">
                  <c:v>6.1538548562126962</c:v>
                </c:pt>
                <c:pt idx="133">
                  <c:v>6.4468736540820499</c:v>
                </c:pt>
                <c:pt idx="134">
                  <c:v>6.406775951794029</c:v>
                </c:pt>
                <c:pt idx="135">
                  <c:v>5.8779549202858714</c:v>
                </c:pt>
                <c:pt idx="136">
                  <c:v>5.8818424913494809</c:v>
                </c:pt>
                <c:pt idx="137">
                  <c:v>5.8037112359550571</c:v>
                </c:pt>
                <c:pt idx="138">
                  <c:v>6.1199754237288131</c:v>
                </c:pt>
                <c:pt idx="139">
                  <c:v>5.9739810225180578</c:v>
                </c:pt>
                <c:pt idx="140">
                  <c:v>6.0955766775429154</c:v>
                </c:pt>
                <c:pt idx="141">
                  <c:v>5.7540563620836904</c:v>
                </c:pt>
                <c:pt idx="142">
                  <c:v>5.8396341463414636</c:v>
                </c:pt>
                <c:pt idx="143">
                  <c:v>5.6177603330359789</c:v>
                </c:pt>
                <c:pt idx="144">
                  <c:v>5.6603431700638893</c:v>
                </c:pt>
                <c:pt idx="145">
                  <c:v>5.4764859068627452</c:v>
                </c:pt>
                <c:pt idx="146">
                  <c:v>5.644340517909753</c:v>
                </c:pt>
                <c:pt idx="147">
                  <c:v>6.0044578997161784</c:v>
                </c:pt>
                <c:pt idx="148">
                  <c:v>6.2440892462945454</c:v>
                </c:pt>
                <c:pt idx="149">
                  <c:v>6.398725877192982</c:v>
                </c:pt>
                <c:pt idx="150">
                  <c:v>5.7976278054862833</c:v>
                </c:pt>
                <c:pt idx="151">
                  <c:v>5.7250829585982324</c:v>
                </c:pt>
                <c:pt idx="152">
                  <c:v>5.8401730739299609</c:v>
                </c:pt>
                <c:pt idx="153">
                  <c:v>6.0554631628343509</c:v>
                </c:pt>
                <c:pt idx="154">
                  <c:v>6.1745160582798064</c:v>
                </c:pt>
                <c:pt idx="155">
                  <c:v>6.6344313988594434</c:v>
                </c:pt>
                <c:pt idx="156">
                  <c:v>6.6081643554185918</c:v>
                </c:pt>
                <c:pt idx="157">
                  <c:v>6.1142582200034434</c:v>
                </c:pt>
                <c:pt idx="158">
                  <c:v>6.0504066161268089</c:v>
                </c:pt>
                <c:pt idx="159">
                  <c:v>6.430681505034447</c:v>
                </c:pt>
                <c:pt idx="160">
                  <c:v>6.5833741721854304</c:v>
                </c:pt>
                <c:pt idx="161">
                  <c:v>6.792582750582751</c:v>
                </c:pt>
                <c:pt idx="162">
                  <c:v>7.2760032935364336</c:v>
                </c:pt>
                <c:pt idx="163">
                  <c:v>7.3658776519052518</c:v>
                </c:pt>
                <c:pt idx="164">
                  <c:v>7.7045589447650444</c:v>
                </c:pt>
                <c:pt idx="165">
                  <c:v>7.5472170575692958</c:v>
                </c:pt>
                <c:pt idx="166">
                  <c:v>7.3973424481948298</c:v>
                </c:pt>
                <c:pt idx="167">
                  <c:v>7.731429920583814</c:v>
                </c:pt>
                <c:pt idx="168">
                  <c:v>8.0404928292046947</c:v>
                </c:pt>
                <c:pt idx="169">
                  <c:v>8.2475621327529911</c:v>
                </c:pt>
                <c:pt idx="170">
                  <c:v>8.1080532170119959</c:v>
                </c:pt>
                <c:pt idx="171">
                  <c:v>8.3798374019180475</c:v>
                </c:pt>
                <c:pt idx="172">
                  <c:v>8.1045706829056101</c:v>
                </c:pt>
                <c:pt idx="173">
                  <c:v>8.5040562283737025</c:v>
                </c:pt>
                <c:pt idx="174">
                  <c:v>8.2342783394278332</c:v>
                </c:pt>
                <c:pt idx="175">
                  <c:v>7.8019792498004792</c:v>
                </c:pt>
                <c:pt idx="176">
                  <c:v>6.9303092019996306</c:v>
                </c:pt>
                <c:pt idx="177">
                  <c:v>6.6949796672828086</c:v>
                </c:pt>
                <c:pt idx="178">
                  <c:v>6.1925925925925931</c:v>
                </c:pt>
                <c:pt idx="179">
                  <c:v>6.1721473951715362</c:v>
                </c:pt>
                <c:pt idx="180">
                  <c:v>6.4414133236522053</c:v>
                </c:pt>
                <c:pt idx="181">
                  <c:v>6.6837251408834746</c:v>
                </c:pt>
                <c:pt idx="182">
                  <c:v>6.5554071376547718</c:v>
                </c:pt>
                <c:pt idx="183">
                  <c:v>6.9740806618407456</c:v>
                </c:pt>
                <c:pt idx="184">
                  <c:v>6.9769898580121712</c:v>
                </c:pt>
                <c:pt idx="185">
                  <c:v>6.717606599450046</c:v>
                </c:pt>
                <c:pt idx="186">
                  <c:v>6.475446233097232</c:v>
                </c:pt>
                <c:pt idx="187">
                  <c:v>6.431215794306703</c:v>
                </c:pt>
                <c:pt idx="188">
                  <c:v>6.4206288824847899</c:v>
                </c:pt>
                <c:pt idx="189">
                  <c:v>8.3618034970857611</c:v>
                </c:pt>
                <c:pt idx="190">
                  <c:v>8.6034246382479473</c:v>
                </c:pt>
                <c:pt idx="191">
                  <c:v>8.4975716183480507</c:v>
                </c:pt>
                <c:pt idx="192">
                  <c:v>8.4474370185948811</c:v>
                </c:pt>
                <c:pt idx="193">
                  <c:v>8.0121164944508223</c:v>
                </c:pt>
                <c:pt idx="194">
                  <c:v>8.3243585151167263</c:v>
                </c:pt>
                <c:pt idx="195">
                  <c:v>8.5429885832503256</c:v>
                </c:pt>
                <c:pt idx="196">
                  <c:v>8.3834407238419306</c:v>
                </c:pt>
                <c:pt idx="197">
                  <c:v>8.6755927193528315</c:v>
                </c:pt>
                <c:pt idx="198">
                  <c:v>9.1777100186683267</c:v>
                </c:pt>
                <c:pt idx="199">
                  <c:v>9.0317594098163205</c:v>
                </c:pt>
                <c:pt idx="200">
                  <c:v>8.5673470255996502</c:v>
                </c:pt>
                <c:pt idx="201">
                  <c:v>8.6287243904172897</c:v>
                </c:pt>
                <c:pt idx="202">
                  <c:v>8.5109097027481777</c:v>
                </c:pt>
                <c:pt idx="203">
                  <c:v>8.6304475485789354</c:v>
                </c:pt>
                <c:pt idx="204">
                  <c:v>8.8418025809066947</c:v>
                </c:pt>
                <c:pt idx="205">
                  <c:v>8.3058242182302049</c:v>
                </c:pt>
                <c:pt idx="206">
                  <c:v>7.5210546899640436</c:v>
                </c:pt>
                <c:pt idx="207">
                  <c:v>7.6096581418334566</c:v>
                </c:pt>
                <c:pt idx="208">
                  <c:v>7.6842098810837314</c:v>
                </c:pt>
                <c:pt idx="209">
                  <c:v>7.4500454738373847</c:v>
                </c:pt>
                <c:pt idx="210">
                  <c:v>6.0706438308283817</c:v>
                </c:pt>
                <c:pt idx="211">
                  <c:v>6.4203795940756994</c:v>
                </c:pt>
                <c:pt idx="212">
                  <c:v>6.3613498337643151</c:v>
                </c:pt>
                <c:pt idx="213">
                  <c:v>6.8814836397271364</c:v>
                </c:pt>
                <c:pt idx="214">
                  <c:v>6.7653959215082722</c:v>
                </c:pt>
                <c:pt idx="215">
                  <c:v>6.4247991507905464</c:v>
                </c:pt>
                <c:pt idx="216">
                  <c:v>6.3965613361489728</c:v>
                </c:pt>
                <c:pt idx="217">
                  <c:v>6.4175709421112366</c:v>
                </c:pt>
                <c:pt idx="218">
                  <c:v>6.398583806280743</c:v>
                </c:pt>
                <c:pt idx="219">
                  <c:v>6.5254825813820672</c:v>
                </c:pt>
                <c:pt idx="220">
                  <c:v>6.5231746767033396</c:v>
                </c:pt>
                <c:pt idx="221">
                  <c:v>5.8525563067413566</c:v>
                </c:pt>
                <c:pt idx="222">
                  <c:v>5.6766630581867394</c:v>
                </c:pt>
                <c:pt idx="223">
                  <c:v>6.0173111916264093</c:v>
                </c:pt>
                <c:pt idx="224">
                  <c:v>6.2534831735672034</c:v>
                </c:pt>
                <c:pt idx="225">
                  <c:v>6.1766362133112862</c:v>
                </c:pt>
                <c:pt idx="226">
                  <c:v>6.150036697247705</c:v>
                </c:pt>
                <c:pt idx="227">
                  <c:v>6.6590626979100689</c:v>
                </c:pt>
                <c:pt idx="228">
                  <c:v>6.7671705714911319</c:v>
                </c:pt>
                <c:pt idx="229">
                  <c:v>6.9758279963403478</c:v>
                </c:pt>
                <c:pt idx="230">
                  <c:v>7.6338956999085097</c:v>
                </c:pt>
                <c:pt idx="231">
                  <c:v>7.6665617566331203</c:v>
                </c:pt>
                <c:pt idx="232">
                  <c:v>7.1530634495084886</c:v>
                </c:pt>
                <c:pt idx="233">
                  <c:v>6.9709984652488499</c:v>
                </c:pt>
                <c:pt idx="234">
                  <c:v>7.357453190089891</c:v>
                </c:pt>
                <c:pt idx="235">
                  <c:v>7.3353494505494501</c:v>
                </c:pt>
                <c:pt idx="236">
                  <c:v>7.125276144152112</c:v>
                </c:pt>
                <c:pt idx="237">
                  <c:v>7.651397906924962</c:v>
                </c:pt>
                <c:pt idx="238">
                  <c:v>7.3002264665757162</c:v>
                </c:pt>
                <c:pt idx="239">
                  <c:v>7.471518121723272</c:v>
                </c:pt>
                <c:pt idx="240">
                  <c:v>7.4553985756949226</c:v>
                </c:pt>
                <c:pt idx="241">
                  <c:v>7.5458966789667894</c:v>
                </c:pt>
                <c:pt idx="242">
                  <c:v>7.6837541512915122</c:v>
                </c:pt>
                <c:pt idx="243">
                  <c:v>8.0133394579696819</c:v>
                </c:pt>
                <c:pt idx="244">
                  <c:v>7.485592558566835</c:v>
                </c:pt>
                <c:pt idx="245">
                  <c:v>7.7220897996776428</c:v>
                </c:pt>
                <c:pt idx="246">
                  <c:v>7.6847896440129437</c:v>
                </c:pt>
                <c:pt idx="247">
                  <c:v>8.1109351251158479</c:v>
                </c:pt>
                <c:pt idx="248">
                  <c:v>8.0404077849860975</c:v>
                </c:pt>
                <c:pt idx="249">
                  <c:v>8.4670275229357816</c:v>
                </c:pt>
                <c:pt idx="250">
                  <c:v>7.8764393063583809</c:v>
                </c:pt>
                <c:pt idx="251">
                  <c:v>6.7818030207677804</c:v>
                </c:pt>
                <c:pt idx="252">
                  <c:v>7.0840559859518626</c:v>
                </c:pt>
                <c:pt idx="253">
                  <c:v>7.1830407000406993</c:v>
                </c:pt>
                <c:pt idx="254">
                  <c:v>7.0522673209028452</c:v>
                </c:pt>
                <c:pt idx="255">
                  <c:v>7.4832519596864504</c:v>
                </c:pt>
                <c:pt idx="256">
                  <c:v>7.6095873719191367</c:v>
                </c:pt>
                <c:pt idx="257">
                  <c:v>8.2957998753672211</c:v>
                </c:pt>
                <c:pt idx="258">
                  <c:v>8.6678979733240951</c:v>
                </c:pt>
                <c:pt idx="259">
                  <c:v>9.0531488862837044</c:v>
                </c:pt>
                <c:pt idx="260">
                  <c:v>8.7719462247400006</c:v>
                </c:pt>
                <c:pt idx="261">
                  <c:v>8.6857841751128522</c:v>
                </c:pt>
                <c:pt idx="262">
                  <c:v>9.6704519526107955</c:v>
                </c:pt>
                <c:pt idx="263">
                  <c:v>10.179165754324501</c:v>
                </c:pt>
                <c:pt idx="264">
                  <c:v>9.7586898803046775</c:v>
                </c:pt>
                <c:pt idx="265">
                  <c:v>9.2401198486122773</c:v>
                </c:pt>
                <c:pt idx="266">
                  <c:v>10.595364635364639</c:v>
                </c:pt>
                <c:pt idx="267">
                  <c:v>10.32800563073291</c:v>
                </c:pt>
                <c:pt idx="268">
                  <c:v>10.361633229120139</c:v>
                </c:pt>
                <c:pt idx="269">
                  <c:v>9.7697141332384589</c:v>
                </c:pt>
                <c:pt idx="270">
                  <c:v>8.8592909166321032</c:v>
                </c:pt>
                <c:pt idx="271">
                  <c:v>7.8777714532125911</c:v>
                </c:pt>
                <c:pt idx="272">
                  <c:v>8.1555554638494545</c:v>
                </c:pt>
                <c:pt idx="273">
                  <c:v>8.2849575580179824</c:v>
                </c:pt>
                <c:pt idx="274">
                  <c:v>8.9123064043532843</c:v>
                </c:pt>
                <c:pt idx="275">
                  <c:v>9.005208777429468</c:v>
                </c:pt>
                <c:pt idx="276">
                  <c:v>8.9269487494874937</c:v>
                </c:pt>
                <c:pt idx="277">
                  <c:v>9.1877590410402288</c:v>
                </c:pt>
                <c:pt idx="278">
                  <c:v>9.6951134564643819</c:v>
                </c:pt>
                <c:pt idx="279">
                  <c:v>9.062284604931083</c:v>
                </c:pt>
                <c:pt idx="280">
                  <c:v>9.1951648295958446</c:v>
                </c:pt>
                <c:pt idx="281">
                  <c:v>8.8010535265700458</c:v>
                </c:pt>
                <c:pt idx="282">
                  <c:v>7.6479777158774356</c:v>
                </c:pt>
                <c:pt idx="283">
                  <c:v>6.8758929539295401</c:v>
                </c:pt>
                <c:pt idx="284">
                  <c:v>6.9496707670439024</c:v>
                </c:pt>
                <c:pt idx="285">
                  <c:v>6.9823954666811963</c:v>
                </c:pt>
                <c:pt idx="286">
                  <c:v>7.1165682632779399</c:v>
                </c:pt>
                <c:pt idx="287">
                  <c:v>6.0443025694547989</c:v>
                </c:pt>
                <c:pt idx="288">
                  <c:v>5.8141852468108706</c:v>
                </c:pt>
                <c:pt idx="289">
                  <c:v>5.9383769026596616</c:v>
                </c:pt>
                <c:pt idx="290">
                  <c:v>7.211792005285762</c:v>
                </c:pt>
                <c:pt idx="291">
                  <c:v>9.0117970858068013</c:v>
                </c:pt>
                <c:pt idx="292">
                  <c:v>8.8516570299874306</c:v>
                </c:pt>
                <c:pt idx="293">
                  <c:v>7.9311265890778886</c:v>
                </c:pt>
                <c:pt idx="294">
                  <c:v>8.3752180186521201</c:v>
                </c:pt>
                <c:pt idx="295">
                  <c:v>8.8612363636363636</c:v>
                </c:pt>
                <c:pt idx="296">
                  <c:v>9.0667083550460301</c:v>
                </c:pt>
                <c:pt idx="297">
                  <c:v>8.9660228928199786</c:v>
                </c:pt>
              </c:numCache>
            </c:numRef>
          </c:val>
          <c:smooth val="1"/>
          <c:extLst>
            <c:ext xmlns:c16="http://schemas.microsoft.com/office/drawing/2014/chart" uri="{C3380CC4-5D6E-409C-BE32-E72D297353CC}">
              <c16:uniqueId val="{00000000-FCBC-47C7-89AD-1F38A168BF09}"/>
            </c:ext>
          </c:extLst>
        </c:ser>
        <c:ser>
          <c:idx val="1"/>
          <c:order val="1"/>
          <c:tx>
            <c:v>Average</c:v>
          </c:tx>
          <c:spPr>
            <a:ln w="19050">
              <a:solidFill>
                <a:srgbClr val="8EB3DF"/>
              </a:solidFill>
              <a:prstDash val="dash"/>
            </a:ln>
          </c:spPr>
          <c:marker>
            <c:symbol val="none"/>
          </c:marker>
          <c:cat>
            <c:numRef>
              <c:f>Sheet1!$A$2:$A$299</c:f>
              <c:numCache>
                <c:formatCode>yyyy\-mm\-dd</c:formatCode>
                <c:ptCount val="298"/>
                <c:pt idx="0">
                  <c:v>44204</c:v>
                </c:pt>
                <c:pt idx="1">
                  <c:v>44211</c:v>
                </c:pt>
                <c:pt idx="2">
                  <c:v>44218</c:v>
                </c:pt>
                <c:pt idx="3">
                  <c:v>44225</c:v>
                </c:pt>
                <c:pt idx="4">
                  <c:v>44232</c:v>
                </c:pt>
                <c:pt idx="5">
                  <c:v>44239</c:v>
                </c:pt>
                <c:pt idx="6">
                  <c:v>44246</c:v>
                </c:pt>
                <c:pt idx="7">
                  <c:v>44253</c:v>
                </c:pt>
                <c:pt idx="8">
                  <c:v>44260</c:v>
                </c:pt>
                <c:pt idx="9">
                  <c:v>44267</c:v>
                </c:pt>
                <c:pt idx="10">
                  <c:v>44274</c:v>
                </c:pt>
                <c:pt idx="11">
                  <c:v>44281</c:v>
                </c:pt>
                <c:pt idx="12">
                  <c:v>44288</c:v>
                </c:pt>
                <c:pt idx="13">
                  <c:v>44295</c:v>
                </c:pt>
                <c:pt idx="14">
                  <c:v>44302</c:v>
                </c:pt>
                <c:pt idx="15">
                  <c:v>44309</c:v>
                </c:pt>
                <c:pt idx="16">
                  <c:v>44316</c:v>
                </c:pt>
                <c:pt idx="17">
                  <c:v>44323</c:v>
                </c:pt>
                <c:pt idx="18">
                  <c:v>44330</c:v>
                </c:pt>
                <c:pt idx="19">
                  <c:v>44337</c:v>
                </c:pt>
                <c:pt idx="20">
                  <c:v>44344</c:v>
                </c:pt>
                <c:pt idx="21">
                  <c:v>44351</c:v>
                </c:pt>
                <c:pt idx="22">
                  <c:v>44358</c:v>
                </c:pt>
                <c:pt idx="23">
                  <c:v>44365</c:v>
                </c:pt>
                <c:pt idx="24">
                  <c:v>44372</c:v>
                </c:pt>
                <c:pt idx="25">
                  <c:v>44379</c:v>
                </c:pt>
                <c:pt idx="26">
                  <c:v>44386</c:v>
                </c:pt>
                <c:pt idx="27">
                  <c:v>44393</c:v>
                </c:pt>
                <c:pt idx="28">
                  <c:v>44400</c:v>
                </c:pt>
                <c:pt idx="29">
                  <c:v>44407</c:v>
                </c:pt>
                <c:pt idx="30">
                  <c:v>44414</c:v>
                </c:pt>
                <c:pt idx="31">
                  <c:v>44421</c:v>
                </c:pt>
                <c:pt idx="32">
                  <c:v>44428</c:v>
                </c:pt>
                <c:pt idx="33">
                  <c:v>44435</c:v>
                </c:pt>
                <c:pt idx="34">
                  <c:v>44442</c:v>
                </c:pt>
                <c:pt idx="35">
                  <c:v>44449</c:v>
                </c:pt>
                <c:pt idx="36">
                  <c:v>44456</c:v>
                </c:pt>
                <c:pt idx="37">
                  <c:v>44463</c:v>
                </c:pt>
                <c:pt idx="38">
                  <c:v>44470</c:v>
                </c:pt>
                <c:pt idx="39">
                  <c:v>44477</c:v>
                </c:pt>
                <c:pt idx="40">
                  <c:v>44484</c:v>
                </c:pt>
                <c:pt idx="41">
                  <c:v>44491</c:v>
                </c:pt>
                <c:pt idx="42">
                  <c:v>44498</c:v>
                </c:pt>
                <c:pt idx="43">
                  <c:v>44505</c:v>
                </c:pt>
                <c:pt idx="44">
                  <c:v>44512</c:v>
                </c:pt>
                <c:pt idx="45">
                  <c:v>44519</c:v>
                </c:pt>
                <c:pt idx="46">
                  <c:v>44526</c:v>
                </c:pt>
                <c:pt idx="47">
                  <c:v>44533</c:v>
                </c:pt>
                <c:pt idx="48">
                  <c:v>44540</c:v>
                </c:pt>
                <c:pt idx="49">
                  <c:v>44547</c:v>
                </c:pt>
                <c:pt idx="50">
                  <c:v>44554</c:v>
                </c:pt>
                <c:pt idx="51">
                  <c:v>44561</c:v>
                </c:pt>
                <c:pt idx="52">
                  <c:v>44568</c:v>
                </c:pt>
                <c:pt idx="53">
                  <c:v>44575</c:v>
                </c:pt>
                <c:pt idx="54">
                  <c:v>44582</c:v>
                </c:pt>
                <c:pt idx="55">
                  <c:v>44589</c:v>
                </c:pt>
                <c:pt idx="56">
                  <c:v>44596</c:v>
                </c:pt>
                <c:pt idx="57">
                  <c:v>44603</c:v>
                </c:pt>
                <c:pt idx="58">
                  <c:v>44610</c:v>
                </c:pt>
                <c:pt idx="59">
                  <c:v>44617</c:v>
                </c:pt>
                <c:pt idx="60">
                  <c:v>44624</c:v>
                </c:pt>
                <c:pt idx="61">
                  <c:v>44631</c:v>
                </c:pt>
                <c:pt idx="62">
                  <c:v>44638</c:v>
                </c:pt>
                <c:pt idx="63">
                  <c:v>44645</c:v>
                </c:pt>
                <c:pt idx="64">
                  <c:v>44652</c:v>
                </c:pt>
                <c:pt idx="65">
                  <c:v>44659</c:v>
                </c:pt>
                <c:pt idx="66">
                  <c:v>44666</c:v>
                </c:pt>
                <c:pt idx="67">
                  <c:v>44673</c:v>
                </c:pt>
                <c:pt idx="68">
                  <c:v>44680</c:v>
                </c:pt>
                <c:pt idx="69">
                  <c:v>44687</c:v>
                </c:pt>
                <c:pt idx="70">
                  <c:v>44694</c:v>
                </c:pt>
                <c:pt idx="71">
                  <c:v>44701</c:v>
                </c:pt>
                <c:pt idx="72">
                  <c:v>44708</c:v>
                </c:pt>
                <c:pt idx="73">
                  <c:v>44715</c:v>
                </c:pt>
                <c:pt idx="74">
                  <c:v>44722</c:v>
                </c:pt>
                <c:pt idx="75">
                  <c:v>44729</c:v>
                </c:pt>
                <c:pt idx="76">
                  <c:v>44736</c:v>
                </c:pt>
                <c:pt idx="77">
                  <c:v>44743</c:v>
                </c:pt>
                <c:pt idx="78">
                  <c:v>44750</c:v>
                </c:pt>
                <c:pt idx="79">
                  <c:v>44757</c:v>
                </c:pt>
                <c:pt idx="80">
                  <c:v>44764</c:v>
                </c:pt>
                <c:pt idx="81">
                  <c:v>44771</c:v>
                </c:pt>
                <c:pt idx="82">
                  <c:v>44778</c:v>
                </c:pt>
                <c:pt idx="83">
                  <c:v>44785</c:v>
                </c:pt>
                <c:pt idx="84">
                  <c:v>44792</c:v>
                </c:pt>
                <c:pt idx="85">
                  <c:v>44799</c:v>
                </c:pt>
                <c:pt idx="86">
                  <c:v>44806</c:v>
                </c:pt>
                <c:pt idx="87">
                  <c:v>44813</c:v>
                </c:pt>
                <c:pt idx="88">
                  <c:v>44820</c:v>
                </c:pt>
                <c:pt idx="89">
                  <c:v>44827</c:v>
                </c:pt>
                <c:pt idx="90">
                  <c:v>44834</c:v>
                </c:pt>
                <c:pt idx="91">
                  <c:v>44841</c:v>
                </c:pt>
                <c:pt idx="92">
                  <c:v>44848</c:v>
                </c:pt>
                <c:pt idx="93">
                  <c:v>44855</c:v>
                </c:pt>
                <c:pt idx="94">
                  <c:v>44862</c:v>
                </c:pt>
                <c:pt idx="95">
                  <c:v>44869</c:v>
                </c:pt>
                <c:pt idx="96">
                  <c:v>44876</c:v>
                </c:pt>
                <c:pt idx="97">
                  <c:v>44883</c:v>
                </c:pt>
                <c:pt idx="98">
                  <c:v>44890</c:v>
                </c:pt>
                <c:pt idx="99">
                  <c:v>44897</c:v>
                </c:pt>
                <c:pt idx="100">
                  <c:v>44904</c:v>
                </c:pt>
                <c:pt idx="101">
                  <c:v>44911</c:v>
                </c:pt>
                <c:pt idx="102">
                  <c:v>44918</c:v>
                </c:pt>
                <c:pt idx="103">
                  <c:v>44925</c:v>
                </c:pt>
                <c:pt idx="104">
                  <c:v>44932</c:v>
                </c:pt>
                <c:pt idx="105">
                  <c:v>44939</c:v>
                </c:pt>
                <c:pt idx="106">
                  <c:v>44946</c:v>
                </c:pt>
                <c:pt idx="107">
                  <c:v>44953</c:v>
                </c:pt>
                <c:pt idx="108">
                  <c:v>44960</c:v>
                </c:pt>
                <c:pt idx="109">
                  <c:v>44967</c:v>
                </c:pt>
                <c:pt idx="110">
                  <c:v>44974</c:v>
                </c:pt>
                <c:pt idx="111">
                  <c:v>44981</c:v>
                </c:pt>
                <c:pt idx="112">
                  <c:v>44988</c:v>
                </c:pt>
                <c:pt idx="113">
                  <c:v>44995</c:v>
                </c:pt>
                <c:pt idx="114">
                  <c:v>45002</c:v>
                </c:pt>
                <c:pt idx="115">
                  <c:v>45009</c:v>
                </c:pt>
                <c:pt idx="116">
                  <c:v>45016</c:v>
                </c:pt>
                <c:pt idx="117">
                  <c:v>45023</c:v>
                </c:pt>
                <c:pt idx="118">
                  <c:v>45030</c:v>
                </c:pt>
                <c:pt idx="119">
                  <c:v>45037</c:v>
                </c:pt>
                <c:pt idx="120">
                  <c:v>45044</c:v>
                </c:pt>
                <c:pt idx="121">
                  <c:v>45051</c:v>
                </c:pt>
                <c:pt idx="122">
                  <c:v>45058</c:v>
                </c:pt>
                <c:pt idx="123">
                  <c:v>45065</c:v>
                </c:pt>
                <c:pt idx="124">
                  <c:v>45072</c:v>
                </c:pt>
                <c:pt idx="125">
                  <c:v>45079</c:v>
                </c:pt>
                <c:pt idx="126">
                  <c:v>45086</c:v>
                </c:pt>
                <c:pt idx="127">
                  <c:v>45093</c:v>
                </c:pt>
                <c:pt idx="128">
                  <c:v>45100</c:v>
                </c:pt>
                <c:pt idx="129">
                  <c:v>45107</c:v>
                </c:pt>
                <c:pt idx="130">
                  <c:v>45114</c:v>
                </c:pt>
                <c:pt idx="131">
                  <c:v>45121</c:v>
                </c:pt>
                <c:pt idx="132">
                  <c:v>45128</c:v>
                </c:pt>
                <c:pt idx="133">
                  <c:v>45135</c:v>
                </c:pt>
                <c:pt idx="134">
                  <c:v>45142</c:v>
                </c:pt>
                <c:pt idx="135">
                  <c:v>45149</c:v>
                </c:pt>
                <c:pt idx="136">
                  <c:v>45156</c:v>
                </c:pt>
                <c:pt idx="137">
                  <c:v>45163</c:v>
                </c:pt>
                <c:pt idx="138">
                  <c:v>45170</c:v>
                </c:pt>
                <c:pt idx="139">
                  <c:v>45177</c:v>
                </c:pt>
                <c:pt idx="140">
                  <c:v>45184</c:v>
                </c:pt>
                <c:pt idx="141">
                  <c:v>45191</c:v>
                </c:pt>
                <c:pt idx="142">
                  <c:v>45198</c:v>
                </c:pt>
                <c:pt idx="143">
                  <c:v>45205</c:v>
                </c:pt>
                <c:pt idx="144">
                  <c:v>45212</c:v>
                </c:pt>
                <c:pt idx="145">
                  <c:v>45219</c:v>
                </c:pt>
                <c:pt idx="146">
                  <c:v>45226</c:v>
                </c:pt>
                <c:pt idx="147">
                  <c:v>45233</c:v>
                </c:pt>
                <c:pt idx="148">
                  <c:v>45240</c:v>
                </c:pt>
                <c:pt idx="149">
                  <c:v>45247</c:v>
                </c:pt>
                <c:pt idx="150">
                  <c:v>45254</c:v>
                </c:pt>
                <c:pt idx="151">
                  <c:v>45261</c:v>
                </c:pt>
                <c:pt idx="152">
                  <c:v>45268</c:v>
                </c:pt>
                <c:pt idx="153">
                  <c:v>45275</c:v>
                </c:pt>
                <c:pt idx="154">
                  <c:v>45282</c:v>
                </c:pt>
                <c:pt idx="155">
                  <c:v>45289</c:v>
                </c:pt>
                <c:pt idx="156">
                  <c:v>45296</c:v>
                </c:pt>
                <c:pt idx="157">
                  <c:v>45303</c:v>
                </c:pt>
                <c:pt idx="158">
                  <c:v>45310</c:v>
                </c:pt>
                <c:pt idx="159">
                  <c:v>45317</c:v>
                </c:pt>
                <c:pt idx="160">
                  <c:v>45324</c:v>
                </c:pt>
                <c:pt idx="161">
                  <c:v>45331</c:v>
                </c:pt>
                <c:pt idx="162">
                  <c:v>45338</c:v>
                </c:pt>
                <c:pt idx="163">
                  <c:v>45345</c:v>
                </c:pt>
                <c:pt idx="164">
                  <c:v>45352</c:v>
                </c:pt>
                <c:pt idx="165">
                  <c:v>45359</c:v>
                </c:pt>
                <c:pt idx="166">
                  <c:v>45366</c:v>
                </c:pt>
                <c:pt idx="167">
                  <c:v>45373</c:v>
                </c:pt>
                <c:pt idx="168">
                  <c:v>45380</c:v>
                </c:pt>
                <c:pt idx="169">
                  <c:v>45387</c:v>
                </c:pt>
                <c:pt idx="170">
                  <c:v>45394</c:v>
                </c:pt>
                <c:pt idx="171">
                  <c:v>45401</c:v>
                </c:pt>
                <c:pt idx="172">
                  <c:v>45408</c:v>
                </c:pt>
                <c:pt idx="173">
                  <c:v>45415</c:v>
                </c:pt>
                <c:pt idx="174">
                  <c:v>45422</c:v>
                </c:pt>
                <c:pt idx="175">
                  <c:v>45429</c:v>
                </c:pt>
                <c:pt idx="176">
                  <c:v>45436</c:v>
                </c:pt>
                <c:pt idx="177">
                  <c:v>45443</c:v>
                </c:pt>
                <c:pt idx="178">
                  <c:v>45450</c:v>
                </c:pt>
                <c:pt idx="179">
                  <c:v>45457</c:v>
                </c:pt>
                <c:pt idx="180">
                  <c:v>45464</c:v>
                </c:pt>
                <c:pt idx="181">
                  <c:v>45471</c:v>
                </c:pt>
                <c:pt idx="182">
                  <c:v>45478</c:v>
                </c:pt>
                <c:pt idx="183">
                  <c:v>45485</c:v>
                </c:pt>
                <c:pt idx="184">
                  <c:v>45492</c:v>
                </c:pt>
                <c:pt idx="185">
                  <c:v>45499</c:v>
                </c:pt>
                <c:pt idx="186">
                  <c:v>45506</c:v>
                </c:pt>
                <c:pt idx="187">
                  <c:v>45513</c:v>
                </c:pt>
                <c:pt idx="188">
                  <c:v>45520</c:v>
                </c:pt>
                <c:pt idx="189">
                  <c:v>45527</c:v>
                </c:pt>
                <c:pt idx="190">
                  <c:v>45534</c:v>
                </c:pt>
                <c:pt idx="191">
                  <c:v>45541</c:v>
                </c:pt>
                <c:pt idx="192">
                  <c:v>45548</c:v>
                </c:pt>
                <c:pt idx="193">
                  <c:v>45555</c:v>
                </c:pt>
                <c:pt idx="194">
                  <c:v>45562</c:v>
                </c:pt>
                <c:pt idx="195">
                  <c:v>45569</c:v>
                </c:pt>
                <c:pt idx="196">
                  <c:v>45576</c:v>
                </c:pt>
                <c:pt idx="197">
                  <c:v>45583</c:v>
                </c:pt>
                <c:pt idx="198">
                  <c:v>45590</c:v>
                </c:pt>
                <c:pt idx="199">
                  <c:v>45597</c:v>
                </c:pt>
                <c:pt idx="200">
                  <c:v>45604</c:v>
                </c:pt>
                <c:pt idx="201">
                  <c:v>45611</c:v>
                </c:pt>
                <c:pt idx="202">
                  <c:v>45618</c:v>
                </c:pt>
                <c:pt idx="203">
                  <c:v>45625</c:v>
                </c:pt>
                <c:pt idx="204">
                  <c:v>45632</c:v>
                </c:pt>
                <c:pt idx="205">
                  <c:v>45639</c:v>
                </c:pt>
                <c:pt idx="206">
                  <c:v>45646</c:v>
                </c:pt>
                <c:pt idx="207">
                  <c:v>45653</c:v>
                </c:pt>
                <c:pt idx="208">
                  <c:v>45660</c:v>
                </c:pt>
                <c:pt idx="209">
                  <c:v>45667</c:v>
                </c:pt>
                <c:pt idx="210">
                  <c:v>45674</c:v>
                </c:pt>
                <c:pt idx="211">
                  <c:v>45681</c:v>
                </c:pt>
                <c:pt idx="212">
                  <c:v>45688</c:v>
                </c:pt>
                <c:pt idx="213">
                  <c:v>45695</c:v>
                </c:pt>
                <c:pt idx="214">
                  <c:v>45702</c:v>
                </c:pt>
                <c:pt idx="215">
                  <c:v>45709</c:v>
                </c:pt>
                <c:pt idx="216">
                  <c:v>45716</c:v>
                </c:pt>
                <c:pt idx="217">
                  <c:v>45723</c:v>
                </c:pt>
                <c:pt idx="218">
                  <c:v>45730</c:v>
                </c:pt>
                <c:pt idx="219">
                  <c:v>45737</c:v>
                </c:pt>
                <c:pt idx="220">
                  <c:v>45744</c:v>
                </c:pt>
                <c:pt idx="221">
                  <c:v>45751</c:v>
                </c:pt>
                <c:pt idx="222">
                  <c:v>45758</c:v>
                </c:pt>
                <c:pt idx="223">
                  <c:v>45765</c:v>
                </c:pt>
                <c:pt idx="224">
                  <c:v>45772</c:v>
                </c:pt>
                <c:pt idx="225">
                  <c:v>45779</c:v>
                </c:pt>
                <c:pt idx="226">
                  <c:v>45786</c:v>
                </c:pt>
                <c:pt idx="227">
                  <c:v>45793</c:v>
                </c:pt>
                <c:pt idx="228">
                  <c:v>45800</c:v>
                </c:pt>
                <c:pt idx="229">
                  <c:v>45807</c:v>
                </c:pt>
                <c:pt idx="230">
                  <c:v>45814</c:v>
                </c:pt>
                <c:pt idx="231">
                  <c:v>45821</c:v>
                </c:pt>
                <c:pt idx="232">
                  <c:v>45828</c:v>
                </c:pt>
                <c:pt idx="233">
                  <c:v>45835</c:v>
                </c:pt>
                <c:pt idx="234">
                  <c:v>45842</c:v>
                </c:pt>
                <c:pt idx="235">
                  <c:v>45849</c:v>
                </c:pt>
                <c:pt idx="236">
                  <c:v>45856</c:v>
                </c:pt>
                <c:pt idx="237">
                  <c:v>45863</c:v>
                </c:pt>
                <c:pt idx="238">
                  <c:v>45870</c:v>
                </c:pt>
                <c:pt idx="239">
                  <c:v>45877</c:v>
                </c:pt>
                <c:pt idx="240">
                  <c:v>45884</c:v>
                </c:pt>
                <c:pt idx="241">
                  <c:v>45891</c:v>
                </c:pt>
                <c:pt idx="242">
                  <c:v>45898</c:v>
                </c:pt>
                <c:pt idx="243">
                  <c:v>45905</c:v>
                </c:pt>
                <c:pt idx="244">
                  <c:v>45912</c:v>
                </c:pt>
                <c:pt idx="245">
                  <c:v>45919</c:v>
                </c:pt>
                <c:pt idx="246">
                  <c:v>45926</c:v>
                </c:pt>
                <c:pt idx="247">
                  <c:v>45933</c:v>
                </c:pt>
                <c:pt idx="248">
                  <c:v>45940</c:v>
                </c:pt>
                <c:pt idx="249">
                  <c:v>45947</c:v>
                </c:pt>
                <c:pt idx="250">
                  <c:v>45954</c:v>
                </c:pt>
                <c:pt idx="251">
                  <c:v>45961</c:v>
                </c:pt>
                <c:pt idx="252">
                  <c:v>45968</c:v>
                </c:pt>
                <c:pt idx="253">
                  <c:v>45975</c:v>
                </c:pt>
                <c:pt idx="254">
                  <c:v>45982</c:v>
                </c:pt>
                <c:pt idx="255">
                  <c:v>45989</c:v>
                </c:pt>
                <c:pt idx="256">
                  <c:v>45996</c:v>
                </c:pt>
                <c:pt idx="257">
                  <c:v>46003</c:v>
                </c:pt>
                <c:pt idx="258">
                  <c:v>46010</c:v>
                </c:pt>
                <c:pt idx="259">
                  <c:v>46017</c:v>
                </c:pt>
                <c:pt idx="260">
                  <c:v>46024</c:v>
                </c:pt>
                <c:pt idx="261">
                  <c:v>46031</c:v>
                </c:pt>
                <c:pt idx="262">
                  <c:v>46038</c:v>
                </c:pt>
                <c:pt idx="263">
                  <c:v>46045</c:v>
                </c:pt>
                <c:pt idx="264">
                  <c:v>46052</c:v>
                </c:pt>
                <c:pt idx="265">
                  <c:v>46059</c:v>
                </c:pt>
                <c:pt idx="266">
                  <c:v>46066</c:v>
                </c:pt>
                <c:pt idx="267">
                  <c:v>46073</c:v>
                </c:pt>
                <c:pt idx="268">
                  <c:v>46080</c:v>
                </c:pt>
                <c:pt idx="269">
                  <c:v>46087</c:v>
                </c:pt>
                <c:pt idx="270">
                  <c:v>46094</c:v>
                </c:pt>
                <c:pt idx="271">
                  <c:v>46101</c:v>
                </c:pt>
                <c:pt idx="272">
                  <c:v>46108</c:v>
                </c:pt>
                <c:pt idx="273">
                  <c:v>46115</c:v>
                </c:pt>
                <c:pt idx="274">
                  <c:v>46122</c:v>
                </c:pt>
                <c:pt idx="275">
                  <c:v>46129</c:v>
                </c:pt>
                <c:pt idx="276">
                  <c:v>46136</c:v>
                </c:pt>
                <c:pt idx="277">
                  <c:v>46143</c:v>
                </c:pt>
                <c:pt idx="278">
                  <c:v>46150</c:v>
                </c:pt>
                <c:pt idx="279">
                  <c:v>46157</c:v>
                </c:pt>
                <c:pt idx="280">
                  <c:v>46164</c:v>
                </c:pt>
                <c:pt idx="281">
                  <c:v>46171</c:v>
                </c:pt>
                <c:pt idx="282">
                  <c:v>46178</c:v>
                </c:pt>
                <c:pt idx="283">
                  <c:v>46185</c:v>
                </c:pt>
                <c:pt idx="284">
                  <c:v>46192</c:v>
                </c:pt>
                <c:pt idx="285">
                  <c:v>46199</c:v>
                </c:pt>
                <c:pt idx="286">
                  <c:v>46206</c:v>
                </c:pt>
                <c:pt idx="287">
                  <c:v>46213</c:v>
                </c:pt>
                <c:pt idx="288">
                  <c:v>46220</c:v>
                </c:pt>
                <c:pt idx="289">
                  <c:v>46227</c:v>
                </c:pt>
                <c:pt idx="290">
                  <c:v>46234</c:v>
                </c:pt>
                <c:pt idx="291">
                  <c:v>46241</c:v>
                </c:pt>
                <c:pt idx="292">
                  <c:v>46248</c:v>
                </c:pt>
                <c:pt idx="293">
                  <c:v>46255</c:v>
                </c:pt>
                <c:pt idx="294">
                  <c:v>46262</c:v>
                </c:pt>
                <c:pt idx="295">
                  <c:v>46269</c:v>
                </c:pt>
                <c:pt idx="296">
                  <c:v>46276</c:v>
                </c:pt>
                <c:pt idx="297">
                  <c:v>46283</c:v>
                </c:pt>
              </c:numCache>
            </c:numRef>
          </c:cat>
          <c:val>
            <c:numRef>
              <c:f>Sheet1!$C$2:$C$299</c:f>
              <c:numCache>
                <c:formatCode>General</c:formatCode>
                <c:ptCount val="298"/>
                <c:pt idx="0">
                  <c:v>7.1566427079809296</c:v>
                </c:pt>
                <c:pt idx="1">
                  <c:v>7.1566427079809296</c:v>
                </c:pt>
                <c:pt idx="2">
                  <c:v>7.1566427079809296</c:v>
                </c:pt>
                <c:pt idx="3">
                  <c:v>7.1566427079809296</c:v>
                </c:pt>
                <c:pt idx="4">
                  <c:v>7.1566427079809296</c:v>
                </c:pt>
                <c:pt idx="5">
                  <c:v>7.1566427079809296</c:v>
                </c:pt>
                <c:pt idx="6">
                  <c:v>7.1566427079809296</c:v>
                </c:pt>
                <c:pt idx="7">
                  <c:v>7.1566427079809296</c:v>
                </c:pt>
                <c:pt idx="8">
                  <c:v>7.1566427079809296</c:v>
                </c:pt>
                <c:pt idx="9">
                  <c:v>7.1566427079809296</c:v>
                </c:pt>
                <c:pt idx="10">
                  <c:v>7.1566427079809296</c:v>
                </c:pt>
                <c:pt idx="11">
                  <c:v>7.1566427079809296</c:v>
                </c:pt>
                <c:pt idx="12">
                  <c:v>7.1566427079809296</c:v>
                </c:pt>
                <c:pt idx="13">
                  <c:v>7.1566427079809296</c:v>
                </c:pt>
                <c:pt idx="14">
                  <c:v>7.1566427079809296</c:v>
                </c:pt>
                <c:pt idx="15">
                  <c:v>7.1566427079809296</c:v>
                </c:pt>
                <c:pt idx="16">
                  <c:v>7.1566427079809296</c:v>
                </c:pt>
                <c:pt idx="17">
                  <c:v>7.1566427079809296</c:v>
                </c:pt>
                <c:pt idx="18">
                  <c:v>7.1566427079809296</c:v>
                </c:pt>
                <c:pt idx="19">
                  <c:v>7.1566427079809296</c:v>
                </c:pt>
                <c:pt idx="20">
                  <c:v>7.1566427079809296</c:v>
                </c:pt>
                <c:pt idx="21">
                  <c:v>7.1566427079809296</c:v>
                </c:pt>
                <c:pt idx="22">
                  <c:v>7.1566427079809296</c:v>
                </c:pt>
                <c:pt idx="23">
                  <c:v>7.1566427079809296</c:v>
                </c:pt>
                <c:pt idx="24">
                  <c:v>7.1566427079809296</c:v>
                </c:pt>
                <c:pt idx="25">
                  <c:v>7.1566427079809296</c:v>
                </c:pt>
                <c:pt idx="26">
                  <c:v>7.1566427079809296</c:v>
                </c:pt>
                <c:pt idx="27">
                  <c:v>7.1566427079809296</c:v>
                </c:pt>
                <c:pt idx="28">
                  <c:v>7.1566427079809296</c:v>
                </c:pt>
                <c:pt idx="29">
                  <c:v>7.1566427079809296</c:v>
                </c:pt>
                <c:pt idx="30">
                  <c:v>7.1566427079809296</c:v>
                </c:pt>
                <c:pt idx="31">
                  <c:v>7.1566427079809296</c:v>
                </c:pt>
                <c:pt idx="32">
                  <c:v>7.1566427079809296</c:v>
                </c:pt>
                <c:pt idx="33">
                  <c:v>7.1566427079809296</c:v>
                </c:pt>
                <c:pt idx="34">
                  <c:v>7.1566427079809296</c:v>
                </c:pt>
                <c:pt idx="35">
                  <c:v>7.1566427079809296</c:v>
                </c:pt>
                <c:pt idx="36">
                  <c:v>7.1566427079809296</c:v>
                </c:pt>
                <c:pt idx="37">
                  <c:v>7.1566427079809296</c:v>
                </c:pt>
                <c:pt idx="38">
                  <c:v>7.1566427079809296</c:v>
                </c:pt>
                <c:pt idx="39">
                  <c:v>7.1566427079809296</c:v>
                </c:pt>
                <c:pt idx="40">
                  <c:v>7.1566427079809296</c:v>
                </c:pt>
                <c:pt idx="41">
                  <c:v>7.1566427079809296</c:v>
                </c:pt>
                <c:pt idx="42">
                  <c:v>7.1566427079809296</c:v>
                </c:pt>
                <c:pt idx="43">
                  <c:v>7.1566427079809296</c:v>
                </c:pt>
                <c:pt idx="44">
                  <c:v>7.1566427079809296</c:v>
                </c:pt>
                <c:pt idx="45">
                  <c:v>7.1566427079809296</c:v>
                </c:pt>
                <c:pt idx="46">
                  <c:v>7.1566427079809296</c:v>
                </c:pt>
                <c:pt idx="47">
                  <c:v>7.1566427079809296</c:v>
                </c:pt>
                <c:pt idx="48">
                  <c:v>7.1566427079809296</c:v>
                </c:pt>
                <c:pt idx="49">
                  <c:v>7.1566427079809296</c:v>
                </c:pt>
                <c:pt idx="50">
                  <c:v>7.1566427079809296</c:v>
                </c:pt>
                <c:pt idx="51">
                  <c:v>7.1566427079809296</c:v>
                </c:pt>
                <c:pt idx="52">
                  <c:v>7.1566427079809296</c:v>
                </c:pt>
                <c:pt idx="53">
                  <c:v>7.1566427079809296</c:v>
                </c:pt>
                <c:pt idx="54">
                  <c:v>7.1566427079809296</c:v>
                </c:pt>
                <c:pt idx="55">
                  <c:v>7.1566427079809296</c:v>
                </c:pt>
                <c:pt idx="56">
                  <c:v>7.1566427079809296</c:v>
                </c:pt>
                <c:pt idx="57">
                  <c:v>7.1566427079809296</c:v>
                </c:pt>
                <c:pt idx="58">
                  <c:v>7.1566427079809296</c:v>
                </c:pt>
                <c:pt idx="59">
                  <c:v>7.1566427079809296</c:v>
                </c:pt>
                <c:pt idx="60">
                  <c:v>7.1566427079809296</c:v>
                </c:pt>
                <c:pt idx="61">
                  <c:v>7.1566427079809296</c:v>
                </c:pt>
                <c:pt idx="62">
                  <c:v>7.1566427079809296</c:v>
                </c:pt>
                <c:pt idx="63">
                  <c:v>7.1566427079809296</c:v>
                </c:pt>
                <c:pt idx="64">
                  <c:v>7.1566427079809296</c:v>
                </c:pt>
                <c:pt idx="65">
                  <c:v>7.1566427079809296</c:v>
                </c:pt>
                <c:pt idx="66">
                  <c:v>7.1566427079809296</c:v>
                </c:pt>
                <c:pt idx="67">
                  <c:v>7.1566427079809296</c:v>
                </c:pt>
                <c:pt idx="68">
                  <c:v>7.1566427079809296</c:v>
                </c:pt>
                <c:pt idx="69">
                  <c:v>7.1566427079809296</c:v>
                </c:pt>
                <c:pt idx="70">
                  <c:v>7.1566427079809296</c:v>
                </c:pt>
                <c:pt idx="71">
                  <c:v>7.1566427079809296</c:v>
                </c:pt>
                <c:pt idx="72">
                  <c:v>7.1566427079809296</c:v>
                </c:pt>
                <c:pt idx="73">
                  <c:v>7.1566427079809296</c:v>
                </c:pt>
                <c:pt idx="74">
                  <c:v>7.1566427079809296</c:v>
                </c:pt>
                <c:pt idx="75">
                  <c:v>7.1566427079809296</c:v>
                </c:pt>
                <c:pt idx="76">
                  <c:v>7.1566427079809296</c:v>
                </c:pt>
                <c:pt idx="77">
                  <c:v>7.1566427079809296</c:v>
                </c:pt>
                <c:pt idx="78">
                  <c:v>7.1566427079809296</c:v>
                </c:pt>
                <c:pt idx="79">
                  <c:v>7.1566427079809296</c:v>
                </c:pt>
                <c:pt idx="80">
                  <c:v>7.1566427079809296</c:v>
                </c:pt>
                <c:pt idx="81">
                  <c:v>7.1566427079809296</c:v>
                </c:pt>
                <c:pt idx="82">
                  <c:v>7.1566427079809296</c:v>
                </c:pt>
                <c:pt idx="83">
                  <c:v>7.1566427079809296</c:v>
                </c:pt>
                <c:pt idx="84">
                  <c:v>7.1566427079809296</c:v>
                </c:pt>
                <c:pt idx="85">
                  <c:v>7.1566427079809296</c:v>
                </c:pt>
                <c:pt idx="86">
                  <c:v>7.1566427079809296</c:v>
                </c:pt>
                <c:pt idx="87">
                  <c:v>7.1566427079809296</c:v>
                </c:pt>
                <c:pt idx="88">
                  <c:v>7.1566427079809296</c:v>
                </c:pt>
                <c:pt idx="89">
                  <c:v>7.1566427079809296</c:v>
                </c:pt>
                <c:pt idx="90">
                  <c:v>7.1566427079809296</c:v>
                </c:pt>
                <c:pt idx="91">
                  <c:v>7.1566427079809296</c:v>
                </c:pt>
                <c:pt idx="92">
                  <c:v>7.1566427079809296</c:v>
                </c:pt>
                <c:pt idx="93">
                  <c:v>7.1566427079809296</c:v>
                </c:pt>
                <c:pt idx="94">
                  <c:v>7.1566427079809296</c:v>
                </c:pt>
                <c:pt idx="95">
                  <c:v>7.1566427079809296</c:v>
                </c:pt>
                <c:pt idx="96">
                  <c:v>7.1566427079809296</c:v>
                </c:pt>
                <c:pt idx="97">
                  <c:v>7.1566427079809296</c:v>
                </c:pt>
                <c:pt idx="98">
                  <c:v>7.1566427079809296</c:v>
                </c:pt>
                <c:pt idx="99">
                  <c:v>7.1566427079809296</c:v>
                </c:pt>
                <c:pt idx="100">
                  <c:v>7.1566427079809296</c:v>
                </c:pt>
                <c:pt idx="101">
                  <c:v>7.1566427079809296</c:v>
                </c:pt>
                <c:pt idx="102">
                  <c:v>7.1566427079809296</c:v>
                </c:pt>
                <c:pt idx="103">
                  <c:v>7.1566427079809296</c:v>
                </c:pt>
                <c:pt idx="104">
                  <c:v>7.1566427079809296</c:v>
                </c:pt>
                <c:pt idx="105">
                  <c:v>7.1566427079809296</c:v>
                </c:pt>
                <c:pt idx="106">
                  <c:v>7.1566427079809296</c:v>
                </c:pt>
                <c:pt idx="107">
                  <c:v>7.1566427079809296</c:v>
                </c:pt>
                <c:pt idx="108">
                  <c:v>7.1566427079809296</c:v>
                </c:pt>
                <c:pt idx="109">
                  <c:v>7.1566427079809296</c:v>
                </c:pt>
                <c:pt idx="110">
                  <c:v>7.1566427079809296</c:v>
                </c:pt>
                <c:pt idx="111">
                  <c:v>7.1566427079809296</c:v>
                </c:pt>
                <c:pt idx="112">
                  <c:v>7.1566427079809296</c:v>
                </c:pt>
                <c:pt idx="113">
                  <c:v>7.1566427079809296</c:v>
                </c:pt>
                <c:pt idx="114">
                  <c:v>7.1566427079809296</c:v>
                </c:pt>
                <c:pt idx="115">
                  <c:v>7.1566427079809296</c:v>
                </c:pt>
                <c:pt idx="116">
                  <c:v>7.1566427079809296</c:v>
                </c:pt>
                <c:pt idx="117">
                  <c:v>7.1566427079809296</c:v>
                </c:pt>
                <c:pt idx="118">
                  <c:v>7.1566427079809296</c:v>
                </c:pt>
                <c:pt idx="119">
                  <c:v>7.1566427079809296</c:v>
                </c:pt>
                <c:pt idx="120">
                  <c:v>7.1566427079809296</c:v>
                </c:pt>
                <c:pt idx="121">
                  <c:v>7.1566427079809296</c:v>
                </c:pt>
                <c:pt idx="122">
                  <c:v>7.1566427079809296</c:v>
                </c:pt>
                <c:pt idx="123">
                  <c:v>7.1566427079809296</c:v>
                </c:pt>
                <c:pt idx="124">
                  <c:v>7.1566427079809296</c:v>
                </c:pt>
                <c:pt idx="125">
                  <c:v>7.1566427079809296</c:v>
                </c:pt>
                <c:pt idx="126">
                  <c:v>7.1566427079809296</c:v>
                </c:pt>
                <c:pt idx="127">
                  <c:v>7.1566427079809296</c:v>
                </c:pt>
                <c:pt idx="128">
                  <c:v>7.1566427079809296</c:v>
                </c:pt>
                <c:pt idx="129">
                  <c:v>7.1566427079809296</c:v>
                </c:pt>
                <c:pt idx="130">
                  <c:v>7.1566427079809296</c:v>
                </c:pt>
                <c:pt idx="131">
                  <c:v>7.1566427079809296</c:v>
                </c:pt>
                <c:pt idx="132">
                  <c:v>7.1566427079809296</c:v>
                </c:pt>
                <c:pt idx="133">
                  <c:v>7.1566427079809296</c:v>
                </c:pt>
                <c:pt idx="134">
                  <c:v>7.1566427079809296</c:v>
                </c:pt>
                <c:pt idx="135">
                  <c:v>7.1566427079809296</c:v>
                </c:pt>
                <c:pt idx="136">
                  <c:v>7.1566427079809296</c:v>
                </c:pt>
                <c:pt idx="137">
                  <c:v>7.1566427079809296</c:v>
                </c:pt>
                <c:pt idx="138">
                  <c:v>7.1566427079809296</c:v>
                </c:pt>
                <c:pt idx="139">
                  <c:v>7.1566427079809296</c:v>
                </c:pt>
                <c:pt idx="140">
                  <c:v>7.1566427079809296</c:v>
                </c:pt>
                <c:pt idx="141">
                  <c:v>7.1566427079809296</c:v>
                </c:pt>
                <c:pt idx="142">
                  <c:v>7.1566427079809296</c:v>
                </c:pt>
                <c:pt idx="143">
                  <c:v>7.1566427079809296</c:v>
                </c:pt>
                <c:pt idx="144">
                  <c:v>7.1566427079809296</c:v>
                </c:pt>
                <c:pt idx="145">
                  <c:v>7.1566427079809296</c:v>
                </c:pt>
                <c:pt idx="146">
                  <c:v>7.1566427079809296</c:v>
                </c:pt>
                <c:pt idx="147">
                  <c:v>7.1566427079809296</c:v>
                </c:pt>
                <c:pt idx="148">
                  <c:v>7.1566427079809296</c:v>
                </c:pt>
                <c:pt idx="149">
                  <c:v>7.1566427079809296</c:v>
                </c:pt>
                <c:pt idx="150">
                  <c:v>7.1566427079809296</c:v>
                </c:pt>
                <c:pt idx="151">
                  <c:v>7.1566427079809296</c:v>
                </c:pt>
                <c:pt idx="152">
                  <c:v>7.1566427079809296</c:v>
                </c:pt>
                <c:pt idx="153">
                  <c:v>7.1566427079809296</c:v>
                </c:pt>
                <c:pt idx="154">
                  <c:v>7.1566427079809296</c:v>
                </c:pt>
                <c:pt idx="155">
                  <c:v>7.1566427079809296</c:v>
                </c:pt>
                <c:pt idx="156">
                  <c:v>7.1566427079809296</c:v>
                </c:pt>
                <c:pt idx="157">
                  <c:v>7.1566427079809296</c:v>
                </c:pt>
                <c:pt idx="158">
                  <c:v>7.1566427079809296</c:v>
                </c:pt>
                <c:pt idx="159">
                  <c:v>7.1566427079809296</c:v>
                </c:pt>
                <c:pt idx="160">
                  <c:v>7.1566427079809296</c:v>
                </c:pt>
                <c:pt idx="161">
                  <c:v>7.1566427079809296</c:v>
                </c:pt>
                <c:pt idx="162">
                  <c:v>7.1566427079809296</c:v>
                </c:pt>
                <c:pt idx="163">
                  <c:v>7.1566427079809296</c:v>
                </c:pt>
                <c:pt idx="164">
                  <c:v>7.1566427079809296</c:v>
                </c:pt>
                <c:pt idx="165">
                  <c:v>7.1566427079809296</c:v>
                </c:pt>
                <c:pt idx="166">
                  <c:v>7.1566427079809296</c:v>
                </c:pt>
                <c:pt idx="167">
                  <c:v>7.1566427079809296</c:v>
                </c:pt>
                <c:pt idx="168">
                  <c:v>7.1566427079809296</c:v>
                </c:pt>
                <c:pt idx="169">
                  <c:v>7.1566427079809296</c:v>
                </c:pt>
                <c:pt idx="170">
                  <c:v>7.1566427079809296</c:v>
                </c:pt>
                <c:pt idx="171">
                  <c:v>7.1566427079809296</c:v>
                </c:pt>
                <c:pt idx="172">
                  <c:v>7.1566427079809296</c:v>
                </c:pt>
                <c:pt idx="173">
                  <c:v>7.1566427079809296</c:v>
                </c:pt>
                <c:pt idx="174">
                  <c:v>7.1566427079809296</c:v>
                </c:pt>
                <c:pt idx="175">
                  <c:v>7.1566427079809296</c:v>
                </c:pt>
                <c:pt idx="176">
                  <c:v>7.1566427079809296</c:v>
                </c:pt>
                <c:pt idx="177">
                  <c:v>7.1566427079809296</c:v>
                </c:pt>
                <c:pt idx="178">
                  <c:v>7.1566427079809296</c:v>
                </c:pt>
                <c:pt idx="179">
                  <c:v>7.1566427079809296</c:v>
                </c:pt>
                <c:pt idx="180">
                  <c:v>7.1566427079809296</c:v>
                </c:pt>
                <c:pt idx="181">
                  <c:v>7.1566427079809296</c:v>
                </c:pt>
                <c:pt idx="182">
                  <c:v>7.1566427079809296</c:v>
                </c:pt>
                <c:pt idx="183">
                  <c:v>7.1566427079809296</c:v>
                </c:pt>
                <c:pt idx="184">
                  <c:v>7.1566427079809296</c:v>
                </c:pt>
                <c:pt idx="185">
                  <c:v>7.1566427079809296</c:v>
                </c:pt>
                <c:pt idx="186">
                  <c:v>7.1566427079809296</c:v>
                </c:pt>
                <c:pt idx="187">
                  <c:v>7.1566427079809296</c:v>
                </c:pt>
                <c:pt idx="188">
                  <c:v>7.1566427079809296</c:v>
                </c:pt>
                <c:pt idx="189">
                  <c:v>7.1566427079809296</c:v>
                </c:pt>
                <c:pt idx="190">
                  <c:v>7.1566427079809296</c:v>
                </c:pt>
                <c:pt idx="191">
                  <c:v>7.1566427079809296</c:v>
                </c:pt>
                <c:pt idx="192">
                  <c:v>7.1566427079809296</c:v>
                </c:pt>
                <c:pt idx="193">
                  <c:v>7.1566427079809296</c:v>
                </c:pt>
                <c:pt idx="194">
                  <c:v>7.1566427079809296</c:v>
                </c:pt>
                <c:pt idx="195">
                  <c:v>7.1566427079809296</c:v>
                </c:pt>
                <c:pt idx="196">
                  <c:v>7.1566427079809296</c:v>
                </c:pt>
                <c:pt idx="197">
                  <c:v>7.1566427079809296</c:v>
                </c:pt>
                <c:pt idx="198">
                  <c:v>7.1566427079809296</c:v>
                </c:pt>
                <c:pt idx="199">
                  <c:v>7.1566427079809296</c:v>
                </c:pt>
                <c:pt idx="200">
                  <c:v>7.1566427079809296</c:v>
                </c:pt>
                <c:pt idx="201">
                  <c:v>7.1566427079809296</c:v>
                </c:pt>
                <c:pt idx="202">
                  <c:v>7.1566427079809296</c:v>
                </c:pt>
                <c:pt idx="203">
                  <c:v>7.1566427079809296</c:v>
                </c:pt>
                <c:pt idx="204">
                  <c:v>7.1566427079809296</c:v>
                </c:pt>
                <c:pt idx="205">
                  <c:v>7.1566427079809296</c:v>
                </c:pt>
                <c:pt idx="206">
                  <c:v>7.1566427079809296</c:v>
                </c:pt>
                <c:pt idx="207">
                  <c:v>7.1566427079809296</c:v>
                </c:pt>
                <c:pt idx="208">
                  <c:v>7.1566427079809296</c:v>
                </c:pt>
                <c:pt idx="209">
                  <c:v>7.1566427079809296</c:v>
                </c:pt>
                <c:pt idx="210">
                  <c:v>7.1566427079809296</c:v>
                </c:pt>
                <c:pt idx="211">
                  <c:v>7.1566427079809296</c:v>
                </c:pt>
                <c:pt idx="212">
                  <c:v>7.1566427079809296</c:v>
                </c:pt>
                <c:pt idx="213">
                  <c:v>7.1566427079809296</c:v>
                </c:pt>
                <c:pt idx="214">
                  <c:v>7.1566427079809296</c:v>
                </c:pt>
                <c:pt idx="215">
                  <c:v>7.1566427079809296</c:v>
                </c:pt>
                <c:pt idx="216">
                  <c:v>7.1566427079809296</c:v>
                </c:pt>
                <c:pt idx="217">
                  <c:v>7.1566427079809296</c:v>
                </c:pt>
                <c:pt idx="218">
                  <c:v>7.1566427079809296</c:v>
                </c:pt>
                <c:pt idx="219">
                  <c:v>7.1566427079809296</c:v>
                </c:pt>
                <c:pt idx="220">
                  <c:v>7.1566427079809296</c:v>
                </c:pt>
                <c:pt idx="221">
                  <c:v>7.1566427079809296</c:v>
                </c:pt>
                <c:pt idx="222">
                  <c:v>7.1566427079809296</c:v>
                </c:pt>
                <c:pt idx="223">
                  <c:v>7.1566427079809296</c:v>
                </c:pt>
                <c:pt idx="224">
                  <c:v>7.1566427079809296</c:v>
                </c:pt>
                <c:pt idx="225">
                  <c:v>7.1566427079809296</c:v>
                </c:pt>
                <c:pt idx="226">
                  <c:v>7.1566427079809296</c:v>
                </c:pt>
                <c:pt idx="227">
                  <c:v>7.1566427079809296</c:v>
                </c:pt>
                <c:pt idx="228">
                  <c:v>7.1566427079809296</c:v>
                </c:pt>
                <c:pt idx="229">
                  <c:v>7.1566427079809296</c:v>
                </c:pt>
                <c:pt idx="230">
                  <c:v>7.1566427079809296</c:v>
                </c:pt>
                <c:pt idx="231">
                  <c:v>7.1566427079809296</c:v>
                </c:pt>
                <c:pt idx="232">
                  <c:v>7.1566427079809296</c:v>
                </c:pt>
                <c:pt idx="233">
                  <c:v>7.1566427079809296</c:v>
                </c:pt>
                <c:pt idx="234">
                  <c:v>7.1566427079809296</c:v>
                </c:pt>
                <c:pt idx="235">
                  <c:v>7.1566427079809296</c:v>
                </c:pt>
                <c:pt idx="236">
                  <c:v>7.1566427079809296</c:v>
                </c:pt>
                <c:pt idx="237">
                  <c:v>7.1566427079809296</c:v>
                </c:pt>
                <c:pt idx="238">
                  <c:v>7.1566427079809296</c:v>
                </c:pt>
                <c:pt idx="239">
                  <c:v>7.1566427079809296</c:v>
                </c:pt>
                <c:pt idx="240">
                  <c:v>7.1566427079809296</c:v>
                </c:pt>
                <c:pt idx="241">
                  <c:v>7.1566427079809296</c:v>
                </c:pt>
                <c:pt idx="242">
                  <c:v>7.1566427079809296</c:v>
                </c:pt>
                <c:pt idx="243">
                  <c:v>7.1566427079809296</c:v>
                </c:pt>
                <c:pt idx="244">
                  <c:v>7.1566427079809296</c:v>
                </c:pt>
                <c:pt idx="245">
                  <c:v>7.1566427079809296</c:v>
                </c:pt>
                <c:pt idx="246">
                  <c:v>7.1566427079809296</c:v>
                </c:pt>
                <c:pt idx="247">
                  <c:v>7.1566427079809296</c:v>
                </c:pt>
                <c:pt idx="248">
                  <c:v>7.1566427079809296</c:v>
                </c:pt>
                <c:pt idx="249">
                  <c:v>7.1566427079809296</c:v>
                </c:pt>
                <c:pt idx="250">
                  <c:v>7.1566427079809296</c:v>
                </c:pt>
                <c:pt idx="251">
                  <c:v>7.1566427079809296</c:v>
                </c:pt>
                <c:pt idx="252">
                  <c:v>7.1566427079809296</c:v>
                </c:pt>
                <c:pt idx="253">
                  <c:v>7.1566427079809296</c:v>
                </c:pt>
                <c:pt idx="254">
                  <c:v>7.1566427079809296</c:v>
                </c:pt>
                <c:pt idx="255">
                  <c:v>7.1566427079809296</c:v>
                </c:pt>
                <c:pt idx="256">
                  <c:v>7.1566427079809296</c:v>
                </c:pt>
                <c:pt idx="257">
                  <c:v>7.1566427079809296</c:v>
                </c:pt>
                <c:pt idx="258">
                  <c:v>7.1566427079809296</c:v>
                </c:pt>
                <c:pt idx="259">
                  <c:v>7.1566427079809296</c:v>
                </c:pt>
                <c:pt idx="260">
                  <c:v>7.1566427079809296</c:v>
                </c:pt>
                <c:pt idx="261">
                  <c:v>7.1566427079809296</c:v>
                </c:pt>
                <c:pt idx="262">
                  <c:v>7.1566427079809296</c:v>
                </c:pt>
                <c:pt idx="263">
                  <c:v>7.1566427079809296</c:v>
                </c:pt>
                <c:pt idx="264">
                  <c:v>7.1566427079809296</c:v>
                </c:pt>
                <c:pt idx="265">
                  <c:v>7.1566427079809296</c:v>
                </c:pt>
                <c:pt idx="266">
                  <c:v>7.1566427079809296</c:v>
                </c:pt>
                <c:pt idx="267">
                  <c:v>7.1566427079809296</c:v>
                </c:pt>
                <c:pt idx="268">
                  <c:v>7.1566427079809296</c:v>
                </c:pt>
                <c:pt idx="269">
                  <c:v>7.1566427079809296</c:v>
                </c:pt>
                <c:pt idx="270">
                  <c:v>7.1566427079809296</c:v>
                </c:pt>
                <c:pt idx="271">
                  <c:v>7.1566427079809296</c:v>
                </c:pt>
                <c:pt idx="272">
                  <c:v>7.1566427079809296</c:v>
                </c:pt>
                <c:pt idx="273">
                  <c:v>7.1566427079809296</c:v>
                </c:pt>
                <c:pt idx="274">
                  <c:v>7.1566427079809296</c:v>
                </c:pt>
                <c:pt idx="275">
                  <c:v>7.1566427079809296</c:v>
                </c:pt>
                <c:pt idx="276">
                  <c:v>7.1566427079809296</c:v>
                </c:pt>
                <c:pt idx="277">
                  <c:v>7.1566427079809296</c:v>
                </c:pt>
                <c:pt idx="278">
                  <c:v>7.1566427079809296</c:v>
                </c:pt>
                <c:pt idx="279">
                  <c:v>7.1566427079809296</c:v>
                </c:pt>
                <c:pt idx="280">
                  <c:v>7.1566427079809296</c:v>
                </c:pt>
                <c:pt idx="281">
                  <c:v>7.1566427079809296</c:v>
                </c:pt>
                <c:pt idx="282">
                  <c:v>7.1566427079809296</c:v>
                </c:pt>
                <c:pt idx="283">
                  <c:v>7.1566427079809296</c:v>
                </c:pt>
                <c:pt idx="284">
                  <c:v>7.1566427079809296</c:v>
                </c:pt>
                <c:pt idx="285">
                  <c:v>7.1566427079809296</c:v>
                </c:pt>
                <c:pt idx="286">
                  <c:v>7.1566427079809296</c:v>
                </c:pt>
                <c:pt idx="287">
                  <c:v>7.1566427079809296</c:v>
                </c:pt>
                <c:pt idx="288">
                  <c:v>7.1566427079809296</c:v>
                </c:pt>
                <c:pt idx="289">
                  <c:v>7.1566427079809296</c:v>
                </c:pt>
                <c:pt idx="290">
                  <c:v>7.1566427079809296</c:v>
                </c:pt>
                <c:pt idx="291">
                  <c:v>7.1566427079809296</c:v>
                </c:pt>
                <c:pt idx="292">
                  <c:v>7.1566427079809296</c:v>
                </c:pt>
                <c:pt idx="293">
                  <c:v>7.1566427079809296</c:v>
                </c:pt>
                <c:pt idx="294">
                  <c:v>7.1566427079809296</c:v>
                </c:pt>
                <c:pt idx="295">
                  <c:v>7.1566427079809296</c:v>
                </c:pt>
                <c:pt idx="296">
                  <c:v>7.1566427079809296</c:v>
                </c:pt>
                <c:pt idx="297">
                  <c:v>7.1566427079809296</c:v>
                </c:pt>
              </c:numCache>
            </c:numRef>
          </c:val>
          <c:smooth val="1"/>
          <c:extLst>
            <c:ext xmlns:c16="http://schemas.microsoft.com/office/drawing/2014/chart" uri="{C3380CC4-5D6E-409C-BE32-E72D297353CC}">
              <c16:uniqueId val="{00000001-FCBC-47C7-89AD-1F38A168BF09}"/>
            </c:ext>
          </c:extLst>
        </c:ser>
        <c:ser>
          <c:idx val="2"/>
          <c:order val="2"/>
          <c:tx>
            <c:v>±1 s.d.</c:v>
          </c:tx>
          <c:spPr>
            <a:ln w="19050">
              <a:solidFill>
                <a:srgbClr val="8EB3DF"/>
              </a:solidFill>
              <a:prstDash val="dash"/>
            </a:ln>
          </c:spPr>
          <c:marker>
            <c:symbol val="none"/>
          </c:marker>
          <c:cat>
            <c:numRef>
              <c:f>Sheet1!$A$2:$A$299</c:f>
              <c:numCache>
                <c:formatCode>yyyy\-mm\-dd</c:formatCode>
                <c:ptCount val="298"/>
                <c:pt idx="0">
                  <c:v>44204</c:v>
                </c:pt>
                <c:pt idx="1">
                  <c:v>44211</c:v>
                </c:pt>
                <c:pt idx="2">
                  <c:v>44218</c:v>
                </c:pt>
                <c:pt idx="3">
                  <c:v>44225</c:v>
                </c:pt>
                <c:pt idx="4">
                  <c:v>44232</c:v>
                </c:pt>
                <c:pt idx="5">
                  <c:v>44239</c:v>
                </c:pt>
                <c:pt idx="6">
                  <c:v>44246</c:v>
                </c:pt>
                <c:pt idx="7">
                  <c:v>44253</c:v>
                </c:pt>
                <c:pt idx="8">
                  <c:v>44260</c:v>
                </c:pt>
                <c:pt idx="9">
                  <c:v>44267</c:v>
                </c:pt>
                <c:pt idx="10">
                  <c:v>44274</c:v>
                </c:pt>
                <c:pt idx="11">
                  <c:v>44281</c:v>
                </c:pt>
                <c:pt idx="12">
                  <c:v>44288</c:v>
                </c:pt>
                <c:pt idx="13">
                  <c:v>44295</c:v>
                </c:pt>
                <c:pt idx="14">
                  <c:v>44302</c:v>
                </c:pt>
                <c:pt idx="15">
                  <c:v>44309</c:v>
                </c:pt>
                <c:pt idx="16">
                  <c:v>44316</c:v>
                </c:pt>
                <c:pt idx="17">
                  <c:v>44323</c:v>
                </c:pt>
                <c:pt idx="18">
                  <c:v>44330</c:v>
                </c:pt>
                <c:pt idx="19">
                  <c:v>44337</c:v>
                </c:pt>
                <c:pt idx="20">
                  <c:v>44344</c:v>
                </c:pt>
                <c:pt idx="21">
                  <c:v>44351</c:v>
                </c:pt>
                <c:pt idx="22">
                  <c:v>44358</c:v>
                </c:pt>
                <c:pt idx="23">
                  <c:v>44365</c:v>
                </c:pt>
                <c:pt idx="24">
                  <c:v>44372</c:v>
                </c:pt>
                <c:pt idx="25">
                  <c:v>44379</c:v>
                </c:pt>
                <c:pt idx="26">
                  <c:v>44386</c:v>
                </c:pt>
                <c:pt idx="27">
                  <c:v>44393</c:v>
                </c:pt>
                <c:pt idx="28">
                  <c:v>44400</c:v>
                </c:pt>
                <c:pt idx="29">
                  <c:v>44407</c:v>
                </c:pt>
                <c:pt idx="30">
                  <c:v>44414</c:v>
                </c:pt>
                <c:pt idx="31">
                  <c:v>44421</c:v>
                </c:pt>
                <c:pt idx="32">
                  <c:v>44428</c:v>
                </c:pt>
                <c:pt idx="33">
                  <c:v>44435</c:v>
                </c:pt>
                <c:pt idx="34">
                  <c:v>44442</c:v>
                </c:pt>
                <c:pt idx="35">
                  <c:v>44449</c:v>
                </c:pt>
                <c:pt idx="36">
                  <c:v>44456</c:v>
                </c:pt>
                <c:pt idx="37">
                  <c:v>44463</c:v>
                </c:pt>
                <c:pt idx="38">
                  <c:v>44470</c:v>
                </c:pt>
                <c:pt idx="39">
                  <c:v>44477</c:v>
                </c:pt>
                <c:pt idx="40">
                  <c:v>44484</c:v>
                </c:pt>
                <c:pt idx="41">
                  <c:v>44491</c:v>
                </c:pt>
                <c:pt idx="42">
                  <c:v>44498</c:v>
                </c:pt>
                <c:pt idx="43">
                  <c:v>44505</c:v>
                </c:pt>
                <c:pt idx="44">
                  <c:v>44512</c:v>
                </c:pt>
                <c:pt idx="45">
                  <c:v>44519</c:v>
                </c:pt>
                <c:pt idx="46">
                  <c:v>44526</c:v>
                </c:pt>
                <c:pt idx="47">
                  <c:v>44533</c:v>
                </c:pt>
                <c:pt idx="48">
                  <c:v>44540</c:v>
                </c:pt>
                <c:pt idx="49">
                  <c:v>44547</c:v>
                </c:pt>
                <c:pt idx="50">
                  <c:v>44554</c:v>
                </c:pt>
                <c:pt idx="51">
                  <c:v>44561</c:v>
                </c:pt>
                <c:pt idx="52">
                  <c:v>44568</c:v>
                </c:pt>
                <c:pt idx="53">
                  <c:v>44575</c:v>
                </c:pt>
                <c:pt idx="54">
                  <c:v>44582</c:v>
                </c:pt>
                <c:pt idx="55">
                  <c:v>44589</c:v>
                </c:pt>
                <c:pt idx="56">
                  <c:v>44596</c:v>
                </c:pt>
                <c:pt idx="57">
                  <c:v>44603</c:v>
                </c:pt>
                <c:pt idx="58">
                  <c:v>44610</c:v>
                </c:pt>
                <c:pt idx="59">
                  <c:v>44617</c:v>
                </c:pt>
                <c:pt idx="60">
                  <c:v>44624</c:v>
                </c:pt>
                <c:pt idx="61">
                  <c:v>44631</c:v>
                </c:pt>
                <c:pt idx="62">
                  <c:v>44638</c:v>
                </c:pt>
                <c:pt idx="63">
                  <c:v>44645</c:v>
                </c:pt>
                <c:pt idx="64">
                  <c:v>44652</c:v>
                </c:pt>
                <c:pt idx="65">
                  <c:v>44659</c:v>
                </c:pt>
                <c:pt idx="66">
                  <c:v>44666</c:v>
                </c:pt>
                <c:pt idx="67">
                  <c:v>44673</c:v>
                </c:pt>
                <c:pt idx="68">
                  <c:v>44680</c:v>
                </c:pt>
                <c:pt idx="69">
                  <c:v>44687</c:v>
                </c:pt>
                <c:pt idx="70">
                  <c:v>44694</c:v>
                </c:pt>
                <c:pt idx="71">
                  <c:v>44701</c:v>
                </c:pt>
                <c:pt idx="72">
                  <c:v>44708</c:v>
                </c:pt>
                <c:pt idx="73">
                  <c:v>44715</c:v>
                </c:pt>
                <c:pt idx="74">
                  <c:v>44722</c:v>
                </c:pt>
                <c:pt idx="75">
                  <c:v>44729</c:v>
                </c:pt>
                <c:pt idx="76">
                  <c:v>44736</c:v>
                </c:pt>
                <c:pt idx="77">
                  <c:v>44743</c:v>
                </c:pt>
                <c:pt idx="78">
                  <c:v>44750</c:v>
                </c:pt>
                <c:pt idx="79">
                  <c:v>44757</c:v>
                </c:pt>
                <c:pt idx="80">
                  <c:v>44764</c:v>
                </c:pt>
                <c:pt idx="81">
                  <c:v>44771</c:v>
                </c:pt>
                <c:pt idx="82">
                  <c:v>44778</c:v>
                </c:pt>
                <c:pt idx="83">
                  <c:v>44785</c:v>
                </c:pt>
                <c:pt idx="84">
                  <c:v>44792</c:v>
                </c:pt>
                <c:pt idx="85">
                  <c:v>44799</c:v>
                </c:pt>
                <c:pt idx="86">
                  <c:v>44806</c:v>
                </c:pt>
                <c:pt idx="87">
                  <c:v>44813</c:v>
                </c:pt>
                <c:pt idx="88">
                  <c:v>44820</c:v>
                </c:pt>
                <c:pt idx="89">
                  <c:v>44827</c:v>
                </c:pt>
                <c:pt idx="90">
                  <c:v>44834</c:v>
                </c:pt>
                <c:pt idx="91">
                  <c:v>44841</c:v>
                </c:pt>
                <c:pt idx="92">
                  <c:v>44848</c:v>
                </c:pt>
                <c:pt idx="93">
                  <c:v>44855</c:v>
                </c:pt>
                <c:pt idx="94">
                  <c:v>44862</c:v>
                </c:pt>
                <c:pt idx="95">
                  <c:v>44869</c:v>
                </c:pt>
                <c:pt idx="96">
                  <c:v>44876</c:v>
                </c:pt>
                <c:pt idx="97">
                  <c:v>44883</c:v>
                </c:pt>
                <c:pt idx="98">
                  <c:v>44890</c:v>
                </c:pt>
                <c:pt idx="99">
                  <c:v>44897</c:v>
                </c:pt>
                <c:pt idx="100">
                  <c:v>44904</c:v>
                </c:pt>
                <c:pt idx="101">
                  <c:v>44911</c:v>
                </c:pt>
                <c:pt idx="102">
                  <c:v>44918</c:v>
                </c:pt>
                <c:pt idx="103">
                  <c:v>44925</c:v>
                </c:pt>
                <c:pt idx="104">
                  <c:v>44932</c:v>
                </c:pt>
                <c:pt idx="105">
                  <c:v>44939</c:v>
                </c:pt>
                <c:pt idx="106">
                  <c:v>44946</c:v>
                </c:pt>
                <c:pt idx="107">
                  <c:v>44953</c:v>
                </c:pt>
                <c:pt idx="108">
                  <c:v>44960</c:v>
                </c:pt>
                <c:pt idx="109">
                  <c:v>44967</c:v>
                </c:pt>
                <c:pt idx="110">
                  <c:v>44974</c:v>
                </c:pt>
                <c:pt idx="111">
                  <c:v>44981</c:v>
                </c:pt>
                <c:pt idx="112">
                  <c:v>44988</c:v>
                </c:pt>
                <c:pt idx="113">
                  <c:v>44995</c:v>
                </c:pt>
                <c:pt idx="114">
                  <c:v>45002</c:v>
                </c:pt>
                <c:pt idx="115">
                  <c:v>45009</c:v>
                </c:pt>
                <c:pt idx="116">
                  <c:v>45016</c:v>
                </c:pt>
                <c:pt idx="117">
                  <c:v>45023</c:v>
                </c:pt>
                <c:pt idx="118">
                  <c:v>45030</c:v>
                </c:pt>
                <c:pt idx="119">
                  <c:v>45037</c:v>
                </c:pt>
                <c:pt idx="120">
                  <c:v>45044</c:v>
                </c:pt>
                <c:pt idx="121">
                  <c:v>45051</c:v>
                </c:pt>
                <c:pt idx="122">
                  <c:v>45058</c:v>
                </c:pt>
                <c:pt idx="123">
                  <c:v>45065</c:v>
                </c:pt>
                <c:pt idx="124">
                  <c:v>45072</c:v>
                </c:pt>
                <c:pt idx="125">
                  <c:v>45079</c:v>
                </c:pt>
                <c:pt idx="126">
                  <c:v>45086</c:v>
                </c:pt>
                <c:pt idx="127">
                  <c:v>45093</c:v>
                </c:pt>
                <c:pt idx="128">
                  <c:v>45100</c:v>
                </c:pt>
                <c:pt idx="129">
                  <c:v>45107</c:v>
                </c:pt>
                <c:pt idx="130">
                  <c:v>45114</c:v>
                </c:pt>
                <c:pt idx="131">
                  <c:v>45121</c:v>
                </c:pt>
                <c:pt idx="132">
                  <c:v>45128</c:v>
                </c:pt>
                <c:pt idx="133">
                  <c:v>45135</c:v>
                </c:pt>
                <c:pt idx="134">
                  <c:v>45142</c:v>
                </c:pt>
                <c:pt idx="135">
                  <c:v>45149</c:v>
                </c:pt>
                <c:pt idx="136">
                  <c:v>45156</c:v>
                </c:pt>
                <c:pt idx="137">
                  <c:v>45163</c:v>
                </c:pt>
                <c:pt idx="138">
                  <c:v>45170</c:v>
                </c:pt>
                <c:pt idx="139">
                  <c:v>45177</c:v>
                </c:pt>
                <c:pt idx="140">
                  <c:v>45184</c:v>
                </c:pt>
                <c:pt idx="141">
                  <c:v>45191</c:v>
                </c:pt>
                <c:pt idx="142">
                  <c:v>45198</c:v>
                </c:pt>
                <c:pt idx="143">
                  <c:v>45205</c:v>
                </c:pt>
                <c:pt idx="144">
                  <c:v>45212</c:v>
                </c:pt>
                <c:pt idx="145">
                  <c:v>45219</c:v>
                </c:pt>
                <c:pt idx="146">
                  <c:v>45226</c:v>
                </c:pt>
                <c:pt idx="147">
                  <c:v>45233</c:v>
                </c:pt>
                <c:pt idx="148">
                  <c:v>45240</c:v>
                </c:pt>
                <c:pt idx="149">
                  <c:v>45247</c:v>
                </c:pt>
                <c:pt idx="150">
                  <c:v>45254</c:v>
                </c:pt>
                <c:pt idx="151">
                  <c:v>45261</c:v>
                </c:pt>
                <c:pt idx="152">
                  <c:v>45268</c:v>
                </c:pt>
                <c:pt idx="153">
                  <c:v>45275</c:v>
                </c:pt>
                <c:pt idx="154">
                  <c:v>45282</c:v>
                </c:pt>
                <c:pt idx="155">
                  <c:v>45289</c:v>
                </c:pt>
                <c:pt idx="156">
                  <c:v>45296</c:v>
                </c:pt>
                <c:pt idx="157">
                  <c:v>45303</c:v>
                </c:pt>
                <c:pt idx="158">
                  <c:v>45310</c:v>
                </c:pt>
                <c:pt idx="159">
                  <c:v>45317</c:v>
                </c:pt>
                <c:pt idx="160">
                  <c:v>45324</c:v>
                </c:pt>
                <c:pt idx="161">
                  <c:v>45331</c:v>
                </c:pt>
                <c:pt idx="162">
                  <c:v>45338</c:v>
                </c:pt>
                <c:pt idx="163">
                  <c:v>45345</c:v>
                </c:pt>
                <c:pt idx="164">
                  <c:v>45352</c:v>
                </c:pt>
                <c:pt idx="165">
                  <c:v>45359</c:v>
                </c:pt>
                <c:pt idx="166">
                  <c:v>45366</c:v>
                </c:pt>
                <c:pt idx="167">
                  <c:v>45373</c:v>
                </c:pt>
                <c:pt idx="168">
                  <c:v>45380</c:v>
                </c:pt>
                <c:pt idx="169">
                  <c:v>45387</c:v>
                </c:pt>
                <c:pt idx="170">
                  <c:v>45394</c:v>
                </c:pt>
                <c:pt idx="171">
                  <c:v>45401</c:v>
                </c:pt>
                <c:pt idx="172">
                  <c:v>45408</c:v>
                </c:pt>
                <c:pt idx="173">
                  <c:v>45415</c:v>
                </c:pt>
                <c:pt idx="174">
                  <c:v>45422</c:v>
                </c:pt>
                <c:pt idx="175">
                  <c:v>45429</c:v>
                </c:pt>
                <c:pt idx="176">
                  <c:v>45436</c:v>
                </c:pt>
                <c:pt idx="177">
                  <c:v>45443</c:v>
                </c:pt>
                <c:pt idx="178">
                  <c:v>45450</c:v>
                </c:pt>
                <c:pt idx="179">
                  <c:v>45457</c:v>
                </c:pt>
                <c:pt idx="180">
                  <c:v>45464</c:v>
                </c:pt>
                <c:pt idx="181">
                  <c:v>45471</c:v>
                </c:pt>
                <c:pt idx="182">
                  <c:v>45478</c:v>
                </c:pt>
                <c:pt idx="183">
                  <c:v>45485</c:v>
                </c:pt>
                <c:pt idx="184">
                  <c:v>45492</c:v>
                </c:pt>
                <c:pt idx="185">
                  <c:v>45499</c:v>
                </c:pt>
                <c:pt idx="186">
                  <c:v>45506</c:v>
                </c:pt>
                <c:pt idx="187">
                  <c:v>45513</c:v>
                </c:pt>
                <c:pt idx="188">
                  <c:v>45520</c:v>
                </c:pt>
                <c:pt idx="189">
                  <c:v>45527</c:v>
                </c:pt>
                <c:pt idx="190">
                  <c:v>45534</c:v>
                </c:pt>
                <c:pt idx="191">
                  <c:v>45541</c:v>
                </c:pt>
                <c:pt idx="192">
                  <c:v>45548</c:v>
                </c:pt>
                <c:pt idx="193">
                  <c:v>45555</c:v>
                </c:pt>
                <c:pt idx="194">
                  <c:v>45562</c:v>
                </c:pt>
                <c:pt idx="195">
                  <c:v>45569</c:v>
                </c:pt>
                <c:pt idx="196">
                  <c:v>45576</c:v>
                </c:pt>
                <c:pt idx="197">
                  <c:v>45583</c:v>
                </c:pt>
                <c:pt idx="198">
                  <c:v>45590</c:v>
                </c:pt>
                <c:pt idx="199">
                  <c:v>45597</c:v>
                </c:pt>
                <c:pt idx="200">
                  <c:v>45604</c:v>
                </c:pt>
                <c:pt idx="201">
                  <c:v>45611</c:v>
                </c:pt>
                <c:pt idx="202">
                  <c:v>45618</c:v>
                </c:pt>
                <c:pt idx="203">
                  <c:v>45625</c:v>
                </c:pt>
                <c:pt idx="204">
                  <c:v>45632</c:v>
                </c:pt>
                <c:pt idx="205">
                  <c:v>45639</c:v>
                </c:pt>
                <c:pt idx="206">
                  <c:v>45646</c:v>
                </c:pt>
                <c:pt idx="207">
                  <c:v>45653</c:v>
                </c:pt>
                <c:pt idx="208">
                  <c:v>45660</c:v>
                </c:pt>
                <c:pt idx="209">
                  <c:v>45667</c:v>
                </c:pt>
                <c:pt idx="210">
                  <c:v>45674</c:v>
                </c:pt>
                <c:pt idx="211">
                  <c:v>45681</c:v>
                </c:pt>
                <c:pt idx="212">
                  <c:v>45688</c:v>
                </c:pt>
                <c:pt idx="213">
                  <c:v>45695</c:v>
                </c:pt>
                <c:pt idx="214">
                  <c:v>45702</c:v>
                </c:pt>
                <c:pt idx="215">
                  <c:v>45709</c:v>
                </c:pt>
                <c:pt idx="216">
                  <c:v>45716</c:v>
                </c:pt>
                <c:pt idx="217">
                  <c:v>45723</c:v>
                </c:pt>
                <c:pt idx="218">
                  <c:v>45730</c:v>
                </c:pt>
                <c:pt idx="219">
                  <c:v>45737</c:v>
                </c:pt>
                <c:pt idx="220">
                  <c:v>45744</c:v>
                </c:pt>
                <c:pt idx="221">
                  <c:v>45751</c:v>
                </c:pt>
                <c:pt idx="222">
                  <c:v>45758</c:v>
                </c:pt>
                <c:pt idx="223">
                  <c:v>45765</c:v>
                </c:pt>
                <c:pt idx="224">
                  <c:v>45772</c:v>
                </c:pt>
                <c:pt idx="225">
                  <c:v>45779</c:v>
                </c:pt>
                <c:pt idx="226">
                  <c:v>45786</c:v>
                </c:pt>
                <c:pt idx="227">
                  <c:v>45793</c:v>
                </c:pt>
                <c:pt idx="228">
                  <c:v>45800</c:v>
                </c:pt>
                <c:pt idx="229">
                  <c:v>45807</c:v>
                </c:pt>
                <c:pt idx="230">
                  <c:v>45814</c:v>
                </c:pt>
                <c:pt idx="231">
                  <c:v>45821</c:v>
                </c:pt>
                <c:pt idx="232">
                  <c:v>45828</c:v>
                </c:pt>
                <c:pt idx="233">
                  <c:v>45835</c:v>
                </c:pt>
                <c:pt idx="234">
                  <c:v>45842</c:v>
                </c:pt>
                <c:pt idx="235">
                  <c:v>45849</c:v>
                </c:pt>
                <c:pt idx="236">
                  <c:v>45856</c:v>
                </c:pt>
                <c:pt idx="237">
                  <c:v>45863</c:v>
                </c:pt>
                <c:pt idx="238">
                  <c:v>45870</c:v>
                </c:pt>
                <c:pt idx="239">
                  <c:v>45877</c:v>
                </c:pt>
                <c:pt idx="240">
                  <c:v>45884</c:v>
                </c:pt>
                <c:pt idx="241">
                  <c:v>45891</c:v>
                </c:pt>
                <c:pt idx="242">
                  <c:v>45898</c:v>
                </c:pt>
                <c:pt idx="243">
                  <c:v>45905</c:v>
                </c:pt>
                <c:pt idx="244">
                  <c:v>45912</c:v>
                </c:pt>
                <c:pt idx="245">
                  <c:v>45919</c:v>
                </c:pt>
                <c:pt idx="246">
                  <c:v>45926</c:v>
                </c:pt>
                <c:pt idx="247">
                  <c:v>45933</c:v>
                </c:pt>
                <c:pt idx="248">
                  <c:v>45940</c:v>
                </c:pt>
                <c:pt idx="249">
                  <c:v>45947</c:v>
                </c:pt>
                <c:pt idx="250">
                  <c:v>45954</c:v>
                </c:pt>
                <c:pt idx="251">
                  <c:v>45961</c:v>
                </c:pt>
                <c:pt idx="252">
                  <c:v>45968</c:v>
                </c:pt>
                <c:pt idx="253">
                  <c:v>45975</c:v>
                </c:pt>
                <c:pt idx="254">
                  <c:v>45982</c:v>
                </c:pt>
                <c:pt idx="255">
                  <c:v>45989</c:v>
                </c:pt>
                <c:pt idx="256">
                  <c:v>45996</c:v>
                </c:pt>
                <c:pt idx="257">
                  <c:v>46003</c:v>
                </c:pt>
                <c:pt idx="258">
                  <c:v>46010</c:v>
                </c:pt>
                <c:pt idx="259">
                  <c:v>46017</c:v>
                </c:pt>
                <c:pt idx="260">
                  <c:v>46024</c:v>
                </c:pt>
                <c:pt idx="261">
                  <c:v>46031</c:v>
                </c:pt>
                <c:pt idx="262">
                  <c:v>46038</c:v>
                </c:pt>
                <c:pt idx="263">
                  <c:v>46045</c:v>
                </c:pt>
                <c:pt idx="264">
                  <c:v>46052</c:v>
                </c:pt>
                <c:pt idx="265">
                  <c:v>46059</c:v>
                </c:pt>
                <c:pt idx="266">
                  <c:v>46066</c:v>
                </c:pt>
                <c:pt idx="267">
                  <c:v>46073</c:v>
                </c:pt>
                <c:pt idx="268">
                  <c:v>46080</c:v>
                </c:pt>
                <c:pt idx="269">
                  <c:v>46087</c:v>
                </c:pt>
                <c:pt idx="270">
                  <c:v>46094</c:v>
                </c:pt>
                <c:pt idx="271">
                  <c:v>46101</c:v>
                </c:pt>
                <c:pt idx="272">
                  <c:v>46108</c:v>
                </c:pt>
                <c:pt idx="273">
                  <c:v>46115</c:v>
                </c:pt>
                <c:pt idx="274">
                  <c:v>46122</c:v>
                </c:pt>
                <c:pt idx="275">
                  <c:v>46129</c:v>
                </c:pt>
                <c:pt idx="276">
                  <c:v>46136</c:v>
                </c:pt>
                <c:pt idx="277">
                  <c:v>46143</c:v>
                </c:pt>
                <c:pt idx="278">
                  <c:v>46150</c:v>
                </c:pt>
                <c:pt idx="279">
                  <c:v>46157</c:v>
                </c:pt>
                <c:pt idx="280">
                  <c:v>46164</c:v>
                </c:pt>
                <c:pt idx="281">
                  <c:v>46171</c:v>
                </c:pt>
                <c:pt idx="282">
                  <c:v>46178</c:v>
                </c:pt>
                <c:pt idx="283">
                  <c:v>46185</c:v>
                </c:pt>
                <c:pt idx="284">
                  <c:v>46192</c:v>
                </c:pt>
                <c:pt idx="285">
                  <c:v>46199</c:v>
                </c:pt>
                <c:pt idx="286">
                  <c:v>46206</c:v>
                </c:pt>
                <c:pt idx="287">
                  <c:v>46213</c:v>
                </c:pt>
                <c:pt idx="288">
                  <c:v>46220</c:v>
                </c:pt>
                <c:pt idx="289">
                  <c:v>46227</c:v>
                </c:pt>
                <c:pt idx="290">
                  <c:v>46234</c:v>
                </c:pt>
                <c:pt idx="291">
                  <c:v>46241</c:v>
                </c:pt>
                <c:pt idx="292">
                  <c:v>46248</c:v>
                </c:pt>
                <c:pt idx="293">
                  <c:v>46255</c:v>
                </c:pt>
                <c:pt idx="294">
                  <c:v>46262</c:v>
                </c:pt>
                <c:pt idx="295">
                  <c:v>46269</c:v>
                </c:pt>
                <c:pt idx="296">
                  <c:v>46276</c:v>
                </c:pt>
                <c:pt idx="297">
                  <c:v>46283</c:v>
                </c:pt>
              </c:numCache>
            </c:numRef>
          </c:cat>
          <c:val>
            <c:numRef>
              <c:f>Sheet1!$D$2:$D$299</c:f>
              <c:numCache>
                <c:formatCode>General</c:formatCode>
                <c:ptCount val="298"/>
                <c:pt idx="0">
                  <c:v>8.8096235264588607</c:v>
                </c:pt>
                <c:pt idx="1">
                  <c:v>8.8096235264588607</c:v>
                </c:pt>
                <c:pt idx="2">
                  <c:v>8.8096235264588607</c:v>
                </c:pt>
                <c:pt idx="3">
                  <c:v>8.8096235264588607</c:v>
                </c:pt>
                <c:pt idx="4">
                  <c:v>8.8096235264588607</c:v>
                </c:pt>
                <c:pt idx="5">
                  <c:v>8.8096235264588607</c:v>
                </c:pt>
                <c:pt idx="6">
                  <c:v>8.8096235264588607</c:v>
                </c:pt>
                <c:pt idx="7">
                  <c:v>8.8096235264588607</c:v>
                </c:pt>
                <c:pt idx="8">
                  <c:v>8.8096235264588607</c:v>
                </c:pt>
                <c:pt idx="9">
                  <c:v>8.8096235264588607</c:v>
                </c:pt>
                <c:pt idx="10">
                  <c:v>8.8096235264588607</c:v>
                </c:pt>
                <c:pt idx="11">
                  <c:v>8.8096235264588607</c:v>
                </c:pt>
                <c:pt idx="12">
                  <c:v>8.8096235264588607</c:v>
                </c:pt>
                <c:pt idx="13">
                  <c:v>8.8096235264588607</c:v>
                </c:pt>
                <c:pt idx="14">
                  <c:v>8.8096235264588607</c:v>
                </c:pt>
                <c:pt idx="15">
                  <c:v>8.8096235264588607</c:v>
                </c:pt>
                <c:pt idx="16">
                  <c:v>8.8096235264588607</c:v>
                </c:pt>
                <c:pt idx="17">
                  <c:v>8.8096235264588607</c:v>
                </c:pt>
                <c:pt idx="18">
                  <c:v>8.8096235264588607</c:v>
                </c:pt>
                <c:pt idx="19">
                  <c:v>8.8096235264588607</c:v>
                </c:pt>
                <c:pt idx="20">
                  <c:v>8.8096235264588607</c:v>
                </c:pt>
                <c:pt idx="21">
                  <c:v>8.8096235264588607</c:v>
                </c:pt>
                <c:pt idx="22">
                  <c:v>8.8096235264588607</c:v>
                </c:pt>
                <c:pt idx="23">
                  <c:v>8.8096235264588607</c:v>
                </c:pt>
                <c:pt idx="24">
                  <c:v>8.8096235264588607</c:v>
                </c:pt>
                <c:pt idx="25">
                  <c:v>8.8096235264588607</c:v>
                </c:pt>
                <c:pt idx="26">
                  <c:v>8.8096235264588607</c:v>
                </c:pt>
                <c:pt idx="27">
                  <c:v>8.8096235264588607</c:v>
                </c:pt>
                <c:pt idx="28">
                  <c:v>8.8096235264588607</c:v>
                </c:pt>
                <c:pt idx="29">
                  <c:v>8.8096235264588607</c:v>
                </c:pt>
                <c:pt idx="30">
                  <c:v>8.8096235264588607</c:v>
                </c:pt>
                <c:pt idx="31">
                  <c:v>8.8096235264588607</c:v>
                </c:pt>
                <c:pt idx="32">
                  <c:v>8.8096235264588607</c:v>
                </c:pt>
                <c:pt idx="33">
                  <c:v>8.8096235264588607</c:v>
                </c:pt>
                <c:pt idx="34">
                  <c:v>8.8096235264588607</c:v>
                </c:pt>
                <c:pt idx="35">
                  <c:v>8.8096235264588607</c:v>
                </c:pt>
                <c:pt idx="36">
                  <c:v>8.8096235264588607</c:v>
                </c:pt>
                <c:pt idx="37">
                  <c:v>8.8096235264588607</c:v>
                </c:pt>
                <c:pt idx="38">
                  <c:v>8.8096235264588607</c:v>
                </c:pt>
                <c:pt idx="39">
                  <c:v>8.8096235264588607</c:v>
                </c:pt>
                <c:pt idx="40">
                  <c:v>8.8096235264588607</c:v>
                </c:pt>
                <c:pt idx="41">
                  <c:v>8.8096235264588607</c:v>
                </c:pt>
                <c:pt idx="42">
                  <c:v>8.8096235264588607</c:v>
                </c:pt>
                <c:pt idx="43">
                  <c:v>8.8096235264588607</c:v>
                </c:pt>
                <c:pt idx="44">
                  <c:v>8.8096235264588607</c:v>
                </c:pt>
                <c:pt idx="45">
                  <c:v>8.8096235264588607</c:v>
                </c:pt>
                <c:pt idx="46">
                  <c:v>8.8096235264588607</c:v>
                </c:pt>
                <c:pt idx="47">
                  <c:v>8.8096235264588607</c:v>
                </c:pt>
                <c:pt idx="48">
                  <c:v>8.8096235264588607</c:v>
                </c:pt>
                <c:pt idx="49">
                  <c:v>8.8096235264588607</c:v>
                </c:pt>
                <c:pt idx="50">
                  <c:v>8.8096235264588607</c:v>
                </c:pt>
                <c:pt idx="51">
                  <c:v>8.8096235264588607</c:v>
                </c:pt>
                <c:pt idx="52">
                  <c:v>8.8096235264588607</c:v>
                </c:pt>
                <c:pt idx="53">
                  <c:v>8.8096235264588607</c:v>
                </c:pt>
                <c:pt idx="54">
                  <c:v>8.8096235264588607</c:v>
                </c:pt>
                <c:pt idx="55">
                  <c:v>8.8096235264588607</c:v>
                </c:pt>
                <c:pt idx="56">
                  <c:v>8.8096235264588607</c:v>
                </c:pt>
                <c:pt idx="57">
                  <c:v>8.8096235264588607</c:v>
                </c:pt>
                <c:pt idx="58">
                  <c:v>8.8096235264588607</c:v>
                </c:pt>
                <c:pt idx="59">
                  <c:v>8.8096235264588607</c:v>
                </c:pt>
                <c:pt idx="60">
                  <c:v>8.8096235264588607</c:v>
                </c:pt>
                <c:pt idx="61">
                  <c:v>8.8096235264588607</c:v>
                </c:pt>
                <c:pt idx="62">
                  <c:v>8.8096235264588607</c:v>
                </c:pt>
                <c:pt idx="63">
                  <c:v>8.8096235264588607</c:v>
                </c:pt>
                <c:pt idx="64">
                  <c:v>8.8096235264588607</c:v>
                </c:pt>
                <c:pt idx="65">
                  <c:v>8.8096235264588607</c:v>
                </c:pt>
                <c:pt idx="66">
                  <c:v>8.8096235264588607</c:v>
                </c:pt>
                <c:pt idx="67">
                  <c:v>8.8096235264588607</c:v>
                </c:pt>
                <c:pt idx="68">
                  <c:v>8.8096235264588607</c:v>
                </c:pt>
                <c:pt idx="69">
                  <c:v>8.8096235264588607</c:v>
                </c:pt>
                <c:pt idx="70">
                  <c:v>8.8096235264588607</c:v>
                </c:pt>
                <c:pt idx="71">
                  <c:v>8.8096235264588607</c:v>
                </c:pt>
                <c:pt idx="72">
                  <c:v>8.8096235264588607</c:v>
                </c:pt>
                <c:pt idx="73">
                  <c:v>8.8096235264588607</c:v>
                </c:pt>
                <c:pt idx="74">
                  <c:v>8.8096235264588607</c:v>
                </c:pt>
                <c:pt idx="75">
                  <c:v>8.8096235264588607</c:v>
                </c:pt>
                <c:pt idx="76">
                  <c:v>8.8096235264588607</c:v>
                </c:pt>
                <c:pt idx="77">
                  <c:v>8.8096235264588607</c:v>
                </c:pt>
                <c:pt idx="78">
                  <c:v>8.8096235264588607</c:v>
                </c:pt>
                <c:pt idx="79">
                  <c:v>8.8096235264588607</c:v>
                </c:pt>
                <c:pt idx="80">
                  <c:v>8.8096235264588607</c:v>
                </c:pt>
                <c:pt idx="81">
                  <c:v>8.8096235264588607</c:v>
                </c:pt>
                <c:pt idx="82">
                  <c:v>8.8096235264588607</c:v>
                </c:pt>
                <c:pt idx="83">
                  <c:v>8.8096235264588607</c:v>
                </c:pt>
                <c:pt idx="84">
                  <c:v>8.8096235264588607</c:v>
                </c:pt>
                <c:pt idx="85">
                  <c:v>8.8096235264588607</c:v>
                </c:pt>
                <c:pt idx="86">
                  <c:v>8.8096235264588607</c:v>
                </c:pt>
                <c:pt idx="87">
                  <c:v>8.8096235264588607</c:v>
                </c:pt>
                <c:pt idx="88">
                  <c:v>8.8096235264588607</c:v>
                </c:pt>
                <c:pt idx="89">
                  <c:v>8.8096235264588607</c:v>
                </c:pt>
                <c:pt idx="90">
                  <c:v>8.8096235264588607</c:v>
                </c:pt>
                <c:pt idx="91">
                  <c:v>8.8096235264588607</c:v>
                </c:pt>
                <c:pt idx="92">
                  <c:v>8.8096235264588607</c:v>
                </c:pt>
                <c:pt idx="93">
                  <c:v>8.8096235264588607</c:v>
                </c:pt>
                <c:pt idx="94">
                  <c:v>8.8096235264588607</c:v>
                </c:pt>
                <c:pt idx="95">
                  <c:v>8.8096235264588607</c:v>
                </c:pt>
                <c:pt idx="96">
                  <c:v>8.8096235264588607</c:v>
                </c:pt>
                <c:pt idx="97">
                  <c:v>8.8096235264588607</c:v>
                </c:pt>
                <c:pt idx="98">
                  <c:v>8.8096235264588607</c:v>
                </c:pt>
                <c:pt idx="99">
                  <c:v>8.8096235264588607</c:v>
                </c:pt>
                <c:pt idx="100">
                  <c:v>8.8096235264588607</c:v>
                </c:pt>
                <c:pt idx="101">
                  <c:v>8.8096235264588607</c:v>
                </c:pt>
                <c:pt idx="102">
                  <c:v>8.8096235264588607</c:v>
                </c:pt>
                <c:pt idx="103">
                  <c:v>8.8096235264588607</c:v>
                </c:pt>
                <c:pt idx="104">
                  <c:v>8.8096235264588607</c:v>
                </c:pt>
                <c:pt idx="105">
                  <c:v>8.8096235264588607</c:v>
                </c:pt>
                <c:pt idx="106">
                  <c:v>8.8096235264588607</c:v>
                </c:pt>
                <c:pt idx="107">
                  <c:v>8.8096235264588607</c:v>
                </c:pt>
                <c:pt idx="108">
                  <c:v>8.8096235264588607</c:v>
                </c:pt>
                <c:pt idx="109">
                  <c:v>8.8096235264588607</c:v>
                </c:pt>
                <c:pt idx="110">
                  <c:v>8.8096235264588607</c:v>
                </c:pt>
                <c:pt idx="111">
                  <c:v>8.8096235264588607</c:v>
                </c:pt>
                <c:pt idx="112">
                  <c:v>8.8096235264588607</c:v>
                </c:pt>
                <c:pt idx="113">
                  <c:v>8.8096235264588607</c:v>
                </c:pt>
                <c:pt idx="114">
                  <c:v>8.8096235264588607</c:v>
                </c:pt>
                <c:pt idx="115">
                  <c:v>8.8096235264588607</c:v>
                </c:pt>
                <c:pt idx="116">
                  <c:v>8.8096235264588607</c:v>
                </c:pt>
                <c:pt idx="117">
                  <c:v>8.8096235264588607</c:v>
                </c:pt>
                <c:pt idx="118">
                  <c:v>8.8096235264588607</c:v>
                </c:pt>
                <c:pt idx="119">
                  <c:v>8.8096235264588607</c:v>
                </c:pt>
                <c:pt idx="120">
                  <c:v>8.8096235264588607</c:v>
                </c:pt>
                <c:pt idx="121">
                  <c:v>8.8096235264588607</c:v>
                </c:pt>
                <c:pt idx="122">
                  <c:v>8.8096235264588607</c:v>
                </c:pt>
                <c:pt idx="123">
                  <c:v>8.8096235264588607</c:v>
                </c:pt>
                <c:pt idx="124">
                  <c:v>8.8096235264588607</c:v>
                </c:pt>
                <c:pt idx="125">
                  <c:v>8.8096235264588607</c:v>
                </c:pt>
                <c:pt idx="126">
                  <c:v>8.8096235264588607</c:v>
                </c:pt>
                <c:pt idx="127">
                  <c:v>8.8096235264588607</c:v>
                </c:pt>
                <c:pt idx="128">
                  <c:v>8.8096235264588607</c:v>
                </c:pt>
                <c:pt idx="129">
                  <c:v>8.8096235264588607</c:v>
                </c:pt>
                <c:pt idx="130">
                  <c:v>8.8096235264588607</c:v>
                </c:pt>
                <c:pt idx="131">
                  <c:v>8.8096235264588607</c:v>
                </c:pt>
                <c:pt idx="132">
                  <c:v>8.8096235264588607</c:v>
                </c:pt>
                <c:pt idx="133">
                  <c:v>8.8096235264588607</c:v>
                </c:pt>
                <c:pt idx="134">
                  <c:v>8.8096235264588607</c:v>
                </c:pt>
                <c:pt idx="135">
                  <c:v>8.8096235264588607</c:v>
                </c:pt>
                <c:pt idx="136">
                  <c:v>8.8096235264588607</c:v>
                </c:pt>
                <c:pt idx="137">
                  <c:v>8.8096235264588607</c:v>
                </c:pt>
                <c:pt idx="138">
                  <c:v>8.8096235264588607</c:v>
                </c:pt>
                <c:pt idx="139">
                  <c:v>8.8096235264588607</c:v>
                </c:pt>
                <c:pt idx="140">
                  <c:v>8.8096235264588607</c:v>
                </c:pt>
                <c:pt idx="141">
                  <c:v>8.8096235264588607</c:v>
                </c:pt>
                <c:pt idx="142">
                  <c:v>8.8096235264588607</c:v>
                </c:pt>
                <c:pt idx="143">
                  <c:v>8.8096235264588607</c:v>
                </c:pt>
                <c:pt idx="144">
                  <c:v>8.8096235264588607</c:v>
                </c:pt>
                <c:pt idx="145">
                  <c:v>8.8096235264588607</c:v>
                </c:pt>
                <c:pt idx="146">
                  <c:v>8.8096235264588607</c:v>
                </c:pt>
                <c:pt idx="147">
                  <c:v>8.8096235264588607</c:v>
                </c:pt>
                <c:pt idx="148">
                  <c:v>8.8096235264588607</c:v>
                </c:pt>
                <c:pt idx="149">
                  <c:v>8.8096235264588607</c:v>
                </c:pt>
                <c:pt idx="150">
                  <c:v>8.8096235264588607</c:v>
                </c:pt>
                <c:pt idx="151">
                  <c:v>8.8096235264588607</c:v>
                </c:pt>
                <c:pt idx="152">
                  <c:v>8.8096235264588607</c:v>
                </c:pt>
                <c:pt idx="153">
                  <c:v>8.8096235264588607</c:v>
                </c:pt>
                <c:pt idx="154">
                  <c:v>8.8096235264588607</c:v>
                </c:pt>
                <c:pt idx="155">
                  <c:v>8.8096235264588607</c:v>
                </c:pt>
                <c:pt idx="156">
                  <c:v>8.8096235264588607</c:v>
                </c:pt>
                <c:pt idx="157">
                  <c:v>8.8096235264588607</c:v>
                </c:pt>
                <c:pt idx="158">
                  <c:v>8.8096235264588607</c:v>
                </c:pt>
                <c:pt idx="159">
                  <c:v>8.8096235264588607</c:v>
                </c:pt>
                <c:pt idx="160">
                  <c:v>8.8096235264588607</c:v>
                </c:pt>
                <c:pt idx="161">
                  <c:v>8.8096235264588607</c:v>
                </c:pt>
                <c:pt idx="162">
                  <c:v>8.8096235264588607</c:v>
                </c:pt>
                <c:pt idx="163">
                  <c:v>8.8096235264588607</c:v>
                </c:pt>
                <c:pt idx="164">
                  <c:v>8.8096235264588607</c:v>
                </c:pt>
                <c:pt idx="165">
                  <c:v>8.8096235264588607</c:v>
                </c:pt>
                <c:pt idx="166">
                  <c:v>8.8096235264588607</c:v>
                </c:pt>
                <c:pt idx="167">
                  <c:v>8.8096235264588607</c:v>
                </c:pt>
                <c:pt idx="168">
                  <c:v>8.8096235264588607</c:v>
                </c:pt>
                <c:pt idx="169">
                  <c:v>8.8096235264588607</c:v>
                </c:pt>
                <c:pt idx="170">
                  <c:v>8.8096235264588607</c:v>
                </c:pt>
                <c:pt idx="171">
                  <c:v>8.8096235264588607</c:v>
                </c:pt>
                <c:pt idx="172">
                  <c:v>8.8096235264588607</c:v>
                </c:pt>
                <c:pt idx="173">
                  <c:v>8.8096235264588607</c:v>
                </c:pt>
                <c:pt idx="174">
                  <c:v>8.8096235264588607</c:v>
                </c:pt>
                <c:pt idx="175">
                  <c:v>8.8096235264588607</c:v>
                </c:pt>
                <c:pt idx="176">
                  <c:v>8.8096235264588607</c:v>
                </c:pt>
                <c:pt idx="177">
                  <c:v>8.8096235264588607</c:v>
                </c:pt>
                <c:pt idx="178">
                  <c:v>8.8096235264588607</c:v>
                </c:pt>
                <c:pt idx="179">
                  <c:v>8.8096235264588607</c:v>
                </c:pt>
                <c:pt idx="180">
                  <c:v>8.8096235264588607</c:v>
                </c:pt>
                <c:pt idx="181">
                  <c:v>8.8096235264588607</c:v>
                </c:pt>
                <c:pt idx="182">
                  <c:v>8.8096235264588607</c:v>
                </c:pt>
                <c:pt idx="183">
                  <c:v>8.8096235264588607</c:v>
                </c:pt>
                <c:pt idx="184">
                  <c:v>8.8096235264588607</c:v>
                </c:pt>
                <c:pt idx="185">
                  <c:v>8.8096235264588607</c:v>
                </c:pt>
                <c:pt idx="186">
                  <c:v>8.8096235264588607</c:v>
                </c:pt>
                <c:pt idx="187">
                  <c:v>8.8096235264588607</c:v>
                </c:pt>
                <c:pt idx="188">
                  <c:v>8.8096235264588607</c:v>
                </c:pt>
                <c:pt idx="189">
                  <c:v>8.8096235264588607</c:v>
                </c:pt>
                <c:pt idx="190">
                  <c:v>8.8096235264588607</c:v>
                </c:pt>
                <c:pt idx="191">
                  <c:v>8.8096235264588607</c:v>
                </c:pt>
                <c:pt idx="192">
                  <c:v>8.8096235264588607</c:v>
                </c:pt>
                <c:pt idx="193">
                  <c:v>8.8096235264588607</c:v>
                </c:pt>
                <c:pt idx="194">
                  <c:v>8.8096235264588607</c:v>
                </c:pt>
                <c:pt idx="195">
                  <c:v>8.8096235264588607</c:v>
                </c:pt>
                <c:pt idx="196">
                  <c:v>8.8096235264588607</c:v>
                </c:pt>
                <c:pt idx="197">
                  <c:v>8.8096235264588607</c:v>
                </c:pt>
                <c:pt idx="198">
                  <c:v>8.8096235264588607</c:v>
                </c:pt>
                <c:pt idx="199">
                  <c:v>8.8096235264588607</c:v>
                </c:pt>
                <c:pt idx="200">
                  <c:v>8.8096235264588607</c:v>
                </c:pt>
                <c:pt idx="201">
                  <c:v>8.8096235264588607</c:v>
                </c:pt>
                <c:pt idx="202">
                  <c:v>8.8096235264588607</c:v>
                </c:pt>
                <c:pt idx="203">
                  <c:v>8.8096235264588607</c:v>
                </c:pt>
                <c:pt idx="204">
                  <c:v>8.8096235264588607</c:v>
                </c:pt>
                <c:pt idx="205">
                  <c:v>8.8096235264588607</c:v>
                </c:pt>
                <c:pt idx="206">
                  <c:v>8.8096235264588607</c:v>
                </c:pt>
                <c:pt idx="207">
                  <c:v>8.8096235264588607</c:v>
                </c:pt>
                <c:pt idx="208">
                  <c:v>8.8096235264588607</c:v>
                </c:pt>
                <c:pt idx="209">
                  <c:v>8.8096235264588607</c:v>
                </c:pt>
                <c:pt idx="210">
                  <c:v>8.8096235264588607</c:v>
                </c:pt>
                <c:pt idx="211">
                  <c:v>8.8096235264588607</c:v>
                </c:pt>
                <c:pt idx="212">
                  <c:v>8.8096235264588607</c:v>
                </c:pt>
                <c:pt idx="213">
                  <c:v>8.8096235264588607</c:v>
                </c:pt>
                <c:pt idx="214">
                  <c:v>8.8096235264588607</c:v>
                </c:pt>
                <c:pt idx="215">
                  <c:v>8.8096235264588607</c:v>
                </c:pt>
                <c:pt idx="216">
                  <c:v>8.8096235264588607</c:v>
                </c:pt>
                <c:pt idx="217">
                  <c:v>8.8096235264588607</c:v>
                </c:pt>
                <c:pt idx="218">
                  <c:v>8.8096235264588607</c:v>
                </c:pt>
                <c:pt idx="219">
                  <c:v>8.8096235264588607</c:v>
                </c:pt>
                <c:pt idx="220">
                  <c:v>8.8096235264588607</c:v>
                </c:pt>
                <c:pt idx="221">
                  <c:v>8.8096235264588607</c:v>
                </c:pt>
                <c:pt idx="222">
                  <c:v>8.8096235264588607</c:v>
                </c:pt>
                <c:pt idx="223">
                  <c:v>8.8096235264588607</c:v>
                </c:pt>
                <c:pt idx="224">
                  <c:v>8.8096235264588607</c:v>
                </c:pt>
                <c:pt idx="225">
                  <c:v>8.8096235264588607</c:v>
                </c:pt>
                <c:pt idx="226">
                  <c:v>8.8096235264588607</c:v>
                </c:pt>
                <c:pt idx="227">
                  <c:v>8.8096235264588607</c:v>
                </c:pt>
                <c:pt idx="228">
                  <c:v>8.8096235264588607</c:v>
                </c:pt>
                <c:pt idx="229">
                  <c:v>8.8096235264588607</c:v>
                </c:pt>
                <c:pt idx="230">
                  <c:v>8.8096235264588607</c:v>
                </c:pt>
                <c:pt idx="231">
                  <c:v>8.8096235264588607</c:v>
                </c:pt>
                <c:pt idx="232">
                  <c:v>8.8096235264588607</c:v>
                </c:pt>
                <c:pt idx="233">
                  <c:v>8.8096235264588607</c:v>
                </c:pt>
                <c:pt idx="234">
                  <c:v>8.8096235264588607</c:v>
                </c:pt>
                <c:pt idx="235">
                  <c:v>8.8096235264588607</c:v>
                </c:pt>
                <c:pt idx="236">
                  <c:v>8.8096235264588607</c:v>
                </c:pt>
                <c:pt idx="237">
                  <c:v>8.8096235264588607</c:v>
                </c:pt>
                <c:pt idx="238">
                  <c:v>8.8096235264588607</c:v>
                </c:pt>
                <c:pt idx="239">
                  <c:v>8.8096235264588607</c:v>
                </c:pt>
                <c:pt idx="240">
                  <c:v>8.8096235264588607</c:v>
                </c:pt>
                <c:pt idx="241">
                  <c:v>8.8096235264588607</c:v>
                </c:pt>
                <c:pt idx="242">
                  <c:v>8.8096235264588607</c:v>
                </c:pt>
                <c:pt idx="243">
                  <c:v>8.8096235264588607</c:v>
                </c:pt>
                <c:pt idx="244">
                  <c:v>8.8096235264588607</c:v>
                </c:pt>
                <c:pt idx="245">
                  <c:v>8.8096235264588607</c:v>
                </c:pt>
                <c:pt idx="246">
                  <c:v>8.8096235264588607</c:v>
                </c:pt>
                <c:pt idx="247">
                  <c:v>8.8096235264588607</c:v>
                </c:pt>
                <c:pt idx="248">
                  <c:v>8.8096235264588607</c:v>
                </c:pt>
                <c:pt idx="249">
                  <c:v>8.8096235264588607</c:v>
                </c:pt>
                <c:pt idx="250">
                  <c:v>8.8096235264588607</c:v>
                </c:pt>
                <c:pt idx="251">
                  <c:v>8.8096235264588607</c:v>
                </c:pt>
                <c:pt idx="252">
                  <c:v>8.8096235264588607</c:v>
                </c:pt>
                <c:pt idx="253">
                  <c:v>8.8096235264588607</c:v>
                </c:pt>
                <c:pt idx="254">
                  <c:v>8.8096235264588607</c:v>
                </c:pt>
                <c:pt idx="255">
                  <c:v>8.8096235264588607</c:v>
                </c:pt>
                <c:pt idx="256">
                  <c:v>8.8096235264588607</c:v>
                </c:pt>
                <c:pt idx="257">
                  <c:v>8.8096235264588607</c:v>
                </c:pt>
                <c:pt idx="258">
                  <c:v>8.8096235264588607</c:v>
                </c:pt>
                <c:pt idx="259">
                  <c:v>8.8096235264588607</c:v>
                </c:pt>
                <c:pt idx="260">
                  <c:v>8.8096235264588607</c:v>
                </c:pt>
                <c:pt idx="261">
                  <c:v>8.8096235264588607</c:v>
                </c:pt>
                <c:pt idx="262">
                  <c:v>8.8096235264588607</c:v>
                </c:pt>
                <c:pt idx="263">
                  <c:v>8.8096235264588607</c:v>
                </c:pt>
                <c:pt idx="264">
                  <c:v>8.8096235264588607</c:v>
                </c:pt>
                <c:pt idx="265">
                  <c:v>8.8096235264588607</c:v>
                </c:pt>
                <c:pt idx="266">
                  <c:v>8.8096235264588607</c:v>
                </c:pt>
                <c:pt idx="267">
                  <c:v>8.8096235264588607</c:v>
                </c:pt>
                <c:pt idx="268">
                  <c:v>8.8096235264588607</c:v>
                </c:pt>
                <c:pt idx="269">
                  <c:v>8.8096235264588607</c:v>
                </c:pt>
                <c:pt idx="270">
                  <c:v>8.8096235264588607</c:v>
                </c:pt>
                <c:pt idx="271">
                  <c:v>8.8096235264588607</c:v>
                </c:pt>
                <c:pt idx="272">
                  <c:v>8.8096235264588607</c:v>
                </c:pt>
                <c:pt idx="273">
                  <c:v>8.8096235264588607</c:v>
                </c:pt>
                <c:pt idx="274">
                  <c:v>8.8096235264588607</c:v>
                </c:pt>
                <c:pt idx="275">
                  <c:v>8.8096235264588607</c:v>
                </c:pt>
                <c:pt idx="276">
                  <c:v>8.8096235264588607</c:v>
                </c:pt>
                <c:pt idx="277">
                  <c:v>8.8096235264588607</c:v>
                </c:pt>
                <c:pt idx="278">
                  <c:v>8.8096235264588607</c:v>
                </c:pt>
                <c:pt idx="279">
                  <c:v>8.8096235264588607</c:v>
                </c:pt>
                <c:pt idx="280">
                  <c:v>8.8096235264588607</c:v>
                </c:pt>
                <c:pt idx="281">
                  <c:v>8.8096235264588607</c:v>
                </c:pt>
                <c:pt idx="282">
                  <c:v>8.8096235264588607</c:v>
                </c:pt>
                <c:pt idx="283">
                  <c:v>8.8096235264588607</c:v>
                </c:pt>
                <c:pt idx="284">
                  <c:v>8.8096235264588607</c:v>
                </c:pt>
                <c:pt idx="285">
                  <c:v>8.8096235264588607</c:v>
                </c:pt>
                <c:pt idx="286">
                  <c:v>8.8096235264588607</c:v>
                </c:pt>
                <c:pt idx="287">
                  <c:v>8.8096235264588607</c:v>
                </c:pt>
                <c:pt idx="288">
                  <c:v>8.8096235264588607</c:v>
                </c:pt>
                <c:pt idx="289">
                  <c:v>8.8096235264588607</c:v>
                </c:pt>
                <c:pt idx="290">
                  <c:v>8.8096235264588607</c:v>
                </c:pt>
                <c:pt idx="291">
                  <c:v>8.8096235264588607</c:v>
                </c:pt>
                <c:pt idx="292">
                  <c:v>8.8096235264588607</c:v>
                </c:pt>
                <c:pt idx="293">
                  <c:v>8.8096235264588607</c:v>
                </c:pt>
                <c:pt idx="294">
                  <c:v>8.8096235264588607</c:v>
                </c:pt>
                <c:pt idx="295">
                  <c:v>8.8096235264588607</c:v>
                </c:pt>
                <c:pt idx="296">
                  <c:v>8.8096235264588607</c:v>
                </c:pt>
                <c:pt idx="297">
                  <c:v>8.8096235264588607</c:v>
                </c:pt>
              </c:numCache>
            </c:numRef>
          </c:val>
          <c:smooth val="1"/>
          <c:extLst>
            <c:ext xmlns:c16="http://schemas.microsoft.com/office/drawing/2014/chart" uri="{C3380CC4-5D6E-409C-BE32-E72D297353CC}">
              <c16:uniqueId val="{00000002-FCBC-47C7-89AD-1F38A168BF09}"/>
            </c:ext>
          </c:extLst>
        </c:ser>
        <c:ser>
          <c:idx val="3"/>
          <c:order val="3"/>
          <c:tx>
            <c:v>-1 s.d.</c:v>
          </c:tx>
          <c:spPr>
            <a:ln w="19050">
              <a:solidFill>
                <a:srgbClr val="8EB3DF"/>
              </a:solidFill>
              <a:prstDash val="dash"/>
            </a:ln>
          </c:spPr>
          <c:marker>
            <c:symbol val="none"/>
          </c:marker>
          <c:cat>
            <c:numRef>
              <c:f>Sheet1!$A$2:$A$299</c:f>
              <c:numCache>
                <c:formatCode>yyyy\-mm\-dd</c:formatCode>
                <c:ptCount val="298"/>
                <c:pt idx="0">
                  <c:v>44204</c:v>
                </c:pt>
                <c:pt idx="1">
                  <c:v>44211</c:v>
                </c:pt>
                <c:pt idx="2">
                  <c:v>44218</c:v>
                </c:pt>
                <c:pt idx="3">
                  <c:v>44225</c:v>
                </c:pt>
                <c:pt idx="4">
                  <c:v>44232</c:v>
                </c:pt>
                <c:pt idx="5">
                  <c:v>44239</c:v>
                </c:pt>
                <c:pt idx="6">
                  <c:v>44246</c:v>
                </c:pt>
                <c:pt idx="7">
                  <c:v>44253</c:v>
                </c:pt>
                <c:pt idx="8">
                  <c:v>44260</c:v>
                </c:pt>
                <c:pt idx="9">
                  <c:v>44267</c:v>
                </c:pt>
                <c:pt idx="10">
                  <c:v>44274</c:v>
                </c:pt>
                <c:pt idx="11">
                  <c:v>44281</c:v>
                </c:pt>
                <c:pt idx="12">
                  <c:v>44288</c:v>
                </c:pt>
                <c:pt idx="13">
                  <c:v>44295</c:v>
                </c:pt>
                <c:pt idx="14">
                  <c:v>44302</c:v>
                </c:pt>
                <c:pt idx="15">
                  <c:v>44309</c:v>
                </c:pt>
                <c:pt idx="16">
                  <c:v>44316</c:v>
                </c:pt>
                <c:pt idx="17">
                  <c:v>44323</c:v>
                </c:pt>
                <c:pt idx="18">
                  <c:v>44330</c:v>
                </c:pt>
                <c:pt idx="19">
                  <c:v>44337</c:v>
                </c:pt>
                <c:pt idx="20">
                  <c:v>44344</c:v>
                </c:pt>
                <c:pt idx="21">
                  <c:v>44351</c:v>
                </c:pt>
                <c:pt idx="22">
                  <c:v>44358</c:v>
                </c:pt>
                <c:pt idx="23">
                  <c:v>44365</c:v>
                </c:pt>
                <c:pt idx="24">
                  <c:v>44372</c:v>
                </c:pt>
                <c:pt idx="25">
                  <c:v>44379</c:v>
                </c:pt>
                <c:pt idx="26">
                  <c:v>44386</c:v>
                </c:pt>
                <c:pt idx="27">
                  <c:v>44393</c:v>
                </c:pt>
                <c:pt idx="28">
                  <c:v>44400</c:v>
                </c:pt>
                <c:pt idx="29">
                  <c:v>44407</c:v>
                </c:pt>
                <c:pt idx="30">
                  <c:v>44414</c:v>
                </c:pt>
                <c:pt idx="31">
                  <c:v>44421</c:v>
                </c:pt>
                <c:pt idx="32">
                  <c:v>44428</c:v>
                </c:pt>
                <c:pt idx="33">
                  <c:v>44435</c:v>
                </c:pt>
                <c:pt idx="34">
                  <c:v>44442</c:v>
                </c:pt>
                <c:pt idx="35">
                  <c:v>44449</c:v>
                </c:pt>
                <c:pt idx="36">
                  <c:v>44456</c:v>
                </c:pt>
                <c:pt idx="37">
                  <c:v>44463</c:v>
                </c:pt>
                <c:pt idx="38">
                  <c:v>44470</c:v>
                </c:pt>
                <c:pt idx="39">
                  <c:v>44477</c:v>
                </c:pt>
                <c:pt idx="40">
                  <c:v>44484</c:v>
                </c:pt>
                <c:pt idx="41">
                  <c:v>44491</c:v>
                </c:pt>
                <c:pt idx="42">
                  <c:v>44498</c:v>
                </c:pt>
                <c:pt idx="43">
                  <c:v>44505</c:v>
                </c:pt>
                <c:pt idx="44">
                  <c:v>44512</c:v>
                </c:pt>
                <c:pt idx="45">
                  <c:v>44519</c:v>
                </c:pt>
                <c:pt idx="46">
                  <c:v>44526</c:v>
                </c:pt>
                <c:pt idx="47">
                  <c:v>44533</c:v>
                </c:pt>
                <c:pt idx="48">
                  <c:v>44540</c:v>
                </c:pt>
                <c:pt idx="49">
                  <c:v>44547</c:v>
                </c:pt>
                <c:pt idx="50">
                  <c:v>44554</c:v>
                </c:pt>
                <c:pt idx="51">
                  <c:v>44561</c:v>
                </c:pt>
                <c:pt idx="52">
                  <c:v>44568</c:v>
                </c:pt>
                <c:pt idx="53">
                  <c:v>44575</c:v>
                </c:pt>
                <c:pt idx="54">
                  <c:v>44582</c:v>
                </c:pt>
                <c:pt idx="55">
                  <c:v>44589</c:v>
                </c:pt>
                <c:pt idx="56">
                  <c:v>44596</c:v>
                </c:pt>
                <c:pt idx="57">
                  <c:v>44603</c:v>
                </c:pt>
                <c:pt idx="58">
                  <c:v>44610</c:v>
                </c:pt>
                <c:pt idx="59">
                  <c:v>44617</c:v>
                </c:pt>
                <c:pt idx="60">
                  <c:v>44624</c:v>
                </c:pt>
                <c:pt idx="61">
                  <c:v>44631</c:v>
                </c:pt>
                <c:pt idx="62">
                  <c:v>44638</c:v>
                </c:pt>
                <c:pt idx="63">
                  <c:v>44645</c:v>
                </c:pt>
                <c:pt idx="64">
                  <c:v>44652</c:v>
                </c:pt>
                <c:pt idx="65">
                  <c:v>44659</c:v>
                </c:pt>
                <c:pt idx="66">
                  <c:v>44666</c:v>
                </c:pt>
                <c:pt idx="67">
                  <c:v>44673</c:v>
                </c:pt>
                <c:pt idx="68">
                  <c:v>44680</c:v>
                </c:pt>
                <c:pt idx="69">
                  <c:v>44687</c:v>
                </c:pt>
                <c:pt idx="70">
                  <c:v>44694</c:v>
                </c:pt>
                <c:pt idx="71">
                  <c:v>44701</c:v>
                </c:pt>
                <c:pt idx="72">
                  <c:v>44708</c:v>
                </c:pt>
                <c:pt idx="73">
                  <c:v>44715</c:v>
                </c:pt>
                <c:pt idx="74">
                  <c:v>44722</c:v>
                </c:pt>
                <c:pt idx="75">
                  <c:v>44729</c:v>
                </c:pt>
                <c:pt idx="76">
                  <c:v>44736</c:v>
                </c:pt>
                <c:pt idx="77">
                  <c:v>44743</c:v>
                </c:pt>
                <c:pt idx="78">
                  <c:v>44750</c:v>
                </c:pt>
                <c:pt idx="79">
                  <c:v>44757</c:v>
                </c:pt>
                <c:pt idx="80">
                  <c:v>44764</c:v>
                </c:pt>
                <c:pt idx="81">
                  <c:v>44771</c:v>
                </c:pt>
                <c:pt idx="82">
                  <c:v>44778</c:v>
                </c:pt>
                <c:pt idx="83">
                  <c:v>44785</c:v>
                </c:pt>
                <c:pt idx="84">
                  <c:v>44792</c:v>
                </c:pt>
                <c:pt idx="85">
                  <c:v>44799</c:v>
                </c:pt>
                <c:pt idx="86">
                  <c:v>44806</c:v>
                </c:pt>
                <c:pt idx="87">
                  <c:v>44813</c:v>
                </c:pt>
                <c:pt idx="88">
                  <c:v>44820</c:v>
                </c:pt>
                <c:pt idx="89">
                  <c:v>44827</c:v>
                </c:pt>
                <c:pt idx="90">
                  <c:v>44834</c:v>
                </c:pt>
                <c:pt idx="91">
                  <c:v>44841</c:v>
                </c:pt>
                <c:pt idx="92">
                  <c:v>44848</c:v>
                </c:pt>
                <c:pt idx="93">
                  <c:v>44855</c:v>
                </c:pt>
                <c:pt idx="94">
                  <c:v>44862</c:v>
                </c:pt>
                <c:pt idx="95">
                  <c:v>44869</c:v>
                </c:pt>
                <c:pt idx="96">
                  <c:v>44876</c:v>
                </c:pt>
                <c:pt idx="97">
                  <c:v>44883</c:v>
                </c:pt>
                <c:pt idx="98">
                  <c:v>44890</c:v>
                </c:pt>
                <c:pt idx="99">
                  <c:v>44897</c:v>
                </c:pt>
                <c:pt idx="100">
                  <c:v>44904</c:v>
                </c:pt>
                <c:pt idx="101">
                  <c:v>44911</c:v>
                </c:pt>
                <c:pt idx="102">
                  <c:v>44918</c:v>
                </c:pt>
                <c:pt idx="103">
                  <c:v>44925</c:v>
                </c:pt>
                <c:pt idx="104">
                  <c:v>44932</c:v>
                </c:pt>
                <c:pt idx="105">
                  <c:v>44939</c:v>
                </c:pt>
                <c:pt idx="106">
                  <c:v>44946</c:v>
                </c:pt>
                <c:pt idx="107">
                  <c:v>44953</c:v>
                </c:pt>
                <c:pt idx="108">
                  <c:v>44960</c:v>
                </c:pt>
                <c:pt idx="109">
                  <c:v>44967</c:v>
                </c:pt>
                <c:pt idx="110">
                  <c:v>44974</c:v>
                </c:pt>
                <c:pt idx="111">
                  <c:v>44981</c:v>
                </c:pt>
                <c:pt idx="112">
                  <c:v>44988</c:v>
                </c:pt>
                <c:pt idx="113">
                  <c:v>44995</c:v>
                </c:pt>
                <c:pt idx="114">
                  <c:v>45002</c:v>
                </c:pt>
                <c:pt idx="115">
                  <c:v>45009</c:v>
                </c:pt>
                <c:pt idx="116">
                  <c:v>45016</c:v>
                </c:pt>
                <c:pt idx="117">
                  <c:v>45023</c:v>
                </c:pt>
                <c:pt idx="118">
                  <c:v>45030</c:v>
                </c:pt>
                <c:pt idx="119">
                  <c:v>45037</c:v>
                </c:pt>
                <c:pt idx="120">
                  <c:v>45044</c:v>
                </c:pt>
                <c:pt idx="121">
                  <c:v>45051</c:v>
                </c:pt>
                <c:pt idx="122">
                  <c:v>45058</c:v>
                </c:pt>
                <c:pt idx="123">
                  <c:v>45065</c:v>
                </c:pt>
                <c:pt idx="124">
                  <c:v>45072</c:v>
                </c:pt>
                <c:pt idx="125">
                  <c:v>45079</c:v>
                </c:pt>
                <c:pt idx="126">
                  <c:v>45086</c:v>
                </c:pt>
                <c:pt idx="127">
                  <c:v>45093</c:v>
                </c:pt>
                <c:pt idx="128">
                  <c:v>45100</c:v>
                </c:pt>
                <c:pt idx="129">
                  <c:v>45107</c:v>
                </c:pt>
                <c:pt idx="130">
                  <c:v>45114</c:v>
                </c:pt>
                <c:pt idx="131">
                  <c:v>45121</c:v>
                </c:pt>
                <c:pt idx="132">
                  <c:v>45128</c:v>
                </c:pt>
                <c:pt idx="133">
                  <c:v>45135</c:v>
                </c:pt>
                <c:pt idx="134">
                  <c:v>45142</c:v>
                </c:pt>
                <c:pt idx="135">
                  <c:v>45149</c:v>
                </c:pt>
                <c:pt idx="136">
                  <c:v>45156</c:v>
                </c:pt>
                <c:pt idx="137">
                  <c:v>45163</c:v>
                </c:pt>
                <c:pt idx="138">
                  <c:v>45170</c:v>
                </c:pt>
                <c:pt idx="139">
                  <c:v>45177</c:v>
                </c:pt>
                <c:pt idx="140">
                  <c:v>45184</c:v>
                </c:pt>
                <c:pt idx="141">
                  <c:v>45191</c:v>
                </c:pt>
                <c:pt idx="142">
                  <c:v>45198</c:v>
                </c:pt>
                <c:pt idx="143">
                  <c:v>45205</c:v>
                </c:pt>
                <c:pt idx="144">
                  <c:v>45212</c:v>
                </c:pt>
                <c:pt idx="145">
                  <c:v>45219</c:v>
                </c:pt>
                <c:pt idx="146">
                  <c:v>45226</c:v>
                </c:pt>
                <c:pt idx="147">
                  <c:v>45233</c:v>
                </c:pt>
                <c:pt idx="148">
                  <c:v>45240</c:v>
                </c:pt>
                <c:pt idx="149">
                  <c:v>45247</c:v>
                </c:pt>
                <c:pt idx="150">
                  <c:v>45254</c:v>
                </c:pt>
                <c:pt idx="151">
                  <c:v>45261</c:v>
                </c:pt>
                <c:pt idx="152">
                  <c:v>45268</c:v>
                </c:pt>
                <c:pt idx="153">
                  <c:v>45275</c:v>
                </c:pt>
                <c:pt idx="154">
                  <c:v>45282</c:v>
                </c:pt>
                <c:pt idx="155">
                  <c:v>45289</c:v>
                </c:pt>
                <c:pt idx="156">
                  <c:v>45296</c:v>
                </c:pt>
                <c:pt idx="157">
                  <c:v>45303</c:v>
                </c:pt>
                <c:pt idx="158">
                  <c:v>45310</c:v>
                </c:pt>
                <c:pt idx="159">
                  <c:v>45317</c:v>
                </c:pt>
                <c:pt idx="160">
                  <c:v>45324</c:v>
                </c:pt>
                <c:pt idx="161">
                  <c:v>45331</c:v>
                </c:pt>
                <c:pt idx="162">
                  <c:v>45338</c:v>
                </c:pt>
                <c:pt idx="163">
                  <c:v>45345</c:v>
                </c:pt>
                <c:pt idx="164">
                  <c:v>45352</c:v>
                </c:pt>
                <c:pt idx="165">
                  <c:v>45359</c:v>
                </c:pt>
                <c:pt idx="166">
                  <c:v>45366</c:v>
                </c:pt>
                <c:pt idx="167">
                  <c:v>45373</c:v>
                </c:pt>
                <c:pt idx="168">
                  <c:v>45380</c:v>
                </c:pt>
                <c:pt idx="169">
                  <c:v>45387</c:v>
                </c:pt>
                <c:pt idx="170">
                  <c:v>45394</c:v>
                </c:pt>
                <c:pt idx="171">
                  <c:v>45401</c:v>
                </c:pt>
                <c:pt idx="172">
                  <c:v>45408</c:v>
                </c:pt>
                <c:pt idx="173">
                  <c:v>45415</c:v>
                </c:pt>
                <c:pt idx="174">
                  <c:v>45422</c:v>
                </c:pt>
                <c:pt idx="175">
                  <c:v>45429</c:v>
                </c:pt>
                <c:pt idx="176">
                  <c:v>45436</c:v>
                </c:pt>
                <c:pt idx="177">
                  <c:v>45443</c:v>
                </c:pt>
                <c:pt idx="178">
                  <c:v>45450</c:v>
                </c:pt>
                <c:pt idx="179">
                  <c:v>45457</c:v>
                </c:pt>
                <c:pt idx="180">
                  <c:v>45464</c:v>
                </c:pt>
                <c:pt idx="181">
                  <c:v>45471</c:v>
                </c:pt>
                <c:pt idx="182">
                  <c:v>45478</c:v>
                </c:pt>
                <c:pt idx="183">
                  <c:v>45485</c:v>
                </c:pt>
                <c:pt idx="184">
                  <c:v>45492</c:v>
                </c:pt>
                <c:pt idx="185">
                  <c:v>45499</c:v>
                </c:pt>
                <c:pt idx="186">
                  <c:v>45506</c:v>
                </c:pt>
                <c:pt idx="187">
                  <c:v>45513</c:v>
                </c:pt>
                <c:pt idx="188">
                  <c:v>45520</c:v>
                </c:pt>
                <c:pt idx="189">
                  <c:v>45527</c:v>
                </c:pt>
                <c:pt idx="190">
                  <c:v>45534</c:v>
                </c:pt>
                <c:pt idx="191">
                  <c:v>45541</c:v>
                </c:pt>
                <c:pt idx="192">
                  <c:v>45548</c:v>
                </c:pt>
                <c:pt idx="193">
                  <c:v>45555</c:v>
                </c:pt>
                <c:pt idx="194">
                  <c:v>45562</c:v>
                </c:pt>
                <c:pt idx="195">
                  <c:v>45569</c:v>
                </c:pt>
                <c:pt idx="196">
                  <c:v>45576</c:v>
                </c:pt>
                <c:pt idx="197">
                  <c:v>45583</c:v>
                </c:pt>
                <c:pt idx="198">
                  <c:v>45590</c:v>
                </c:pt>
                <c:pt idx="199">
                  <c:v>45597</c:v>
                </c:pt>
                <c:pt idx="200">
                  <c:v>45604</c:v>
                </c:pt>
                <c:pt idx="201">
                  <c:v>45611</c:v>
                </c:pt>
                <c:pt idx="202">
                  <c:v>45618</c:v>
                </c:pt>
                <c:pt idx="203">
                  <c:v>45625</c:v>
                </c:pt>
                <c:pt idx="204">
                  <c:v>45632</c:v>
                </c:pt>
                <c:pt idx="205">
                  <c:v>45639</c:v>
                </c:pt>
                <c:pt idx="206">
                  <c:v>45646</c:v>
                </c:pt>
                <c:pt idx="207">
                  <c:v>45653</c:v>
                </c:pt>
                <c:pt idx="208">
                  <c:v>45660</c:v>
                </c:pt>
                <c:pt idx="209">
                  <c:v>45667</c:v>
                </c:pt>
                <c:pt idx="210">
                  <c:v>45674</c:v>
                </c:pt>
                <c:pt idx="211">
                  <c:v>45681</c:v>
                </c:pt>
                <c:pt idx="212">
                  <c:v>45688</c:v>
                </c:pt>
                <c:pt idx="213">
                  <c:v>45695</c:v>
                </c:pt>
                <c:pt idx="214">
                  <c:v>45702</c:v>
                </c:pt>
                <c:pt idx="215">
                  <c:v>45709</c:v>
                </c:pt>
                <c:pt idx="216">
                  <c:v>45716</c:v>
                </c:pt>
                <c:pt idx="217">
                  <c:v>45723</c:v>
                </c:pt>
                <c:pt idx="218">
                  <c:v>45730</c:v>
                </c:pt>
                <c:pt idx="219">
                  <c:v>45737</c:v>
                </c:pt>
                <c:pt idx="220">
                  <c:v>45744</c:v>
                </c:pt>
                <c:pt idx="221">
                  <c:v>45751</c:v>
                </c:pt>
                <c:pt idx="222">
                  <c:v>45758</c:v>
                </c:pt>
                <c:pt idx="223">
                  <c:v>45765</c:v>
                </c:pt>
                <c:pt idx="224">
                  <c:v>45772</c:v>
                </c:pt>
                <c:pt idx="225">
                  <c:v>45779</c:v>
                </c:pt>
                <c:pt idx="226">
                  <c:v>45786</c:v>
                </c:pt>
                <c:pt idx="227">
                  <c:v>45793</c:v>
                </c:pt>
                <c:pt idx="228">
                  <c:v>45800</c:v>
                </c:pt>
                <c:pt idx="229">
                  <c:v>45807</c:v>
                </c:pt>
                <c:pt idx="230">
                  <c:v>45814</c:v>
                </c:pt>
                <c:pt idx="231">
                  <c:v>45821</c:v>
                </c:pt>
                <c:pt idx="232">
                  <c:v>45828</c:v>
                </c:pt>
                <c:pt idx="233">
                  <c:v>45835</c:v>
                </c:pt>
                <c:pt idx="234">
                  <c:v>45842</c:v>
                </c:pt>
                <c:pt idx="235">
                  <c:v>45849</c:v>
                </c:pt>
                <c:pt idx="236">
                  <c:v>45856</c:v>
                </c:pt>
                <c:pt idx="237">
                  <c:v>45863</c:v>
                </c:pt>
                <c:pt idx="238">
                  <c:v>45870</c:v>
                </c:pt>
                <c:pt idx="239">
                  <c:v>45877</c:v>
                </c:pt>
                <c:pt idx="240">
                  <c:v>45884</c:v>
                </c:pt>
                <c:pt idx="241">
                  <c:v>45891</c:v>
                </c:pt>
                <c:pt idx="242">
                  <c:v>45898</c:v>
                </c:pt>
                <c:pt idx="243">
                  <c:v>45905</c:v>
                </c:pt>
                <c:pt idx="244">
                  <c:v>45912</c:v>
                </c:pt>
                <c:pt idx="245">
                  <c:v>45919</c:v>
                </c:pt>
                <c:pt idx="246">
                  <c:v>45926</c:v>
                </c:pt>
                <c:pt idx="247">
                  <c:v>45933</c:v>
                </c:pt>
                <c:pt idx="248">
                  <c:v>45940</c:v>
                </c:pt>
                <c:pt idx="249">
                  <c:v>45947</c:v>
                </c:pt>
                <c:pt idx="250">
                  <c:v>45954</c:v>
                </c:pt>
                <c:pt idx="251">
                  <c:v>45961</c:v>
                </c:pt>
                <c:pt idx="252">
                  <c:v>45968</c:v>
                </c:pt>
                <c:pt idx="253">
                  <c:v>45975</c:v>
                </c:pt>
                <c:pt idx="254">
                  <c:v>45982</c:v>
                </c:pt>
                <c:pt idx="255">
                  <c:v>45989</c:v>
                </c:pt>
                <c:pt idx="256">
                  <c:v>45996</c:v>
                </c:pt>
                <c:pt idx="257">
                  <c:v>46003</c:v>
                </c:pt>
                <c:pt idx="258">
                  <c:v>46010</c:v>
                </c:pt>
                <c:pt idx="259">
                  <c:v>46017</c:v>
                </c:pt>
                <c:pt idx="260">
                  <c:v>46024</c:v>
                </c:pt>
                <c:pt idx="261">
                  <c:v>46031</c:v>
                </c:pt>
                <c:pt idx="262">
                  <c:v>46038</c:v>
                </c:pt>
                <c:pt idx="263">
                  <c:v>46045</c:v>
                </c:pt>
                <c:pt idx="264">
                  <c:v>46052</c:v>
                </c:pt>
                <c:pt idx="265">
                  <c:v>46059</c:v>
                </c:pt>
                <c:pt idx="266">
                  <c:v>46066</c:v>
                </c:pt>
                <c:pt idx="267">
                  <c:v>46073</c:v>
                </c:pt>
                <c:pt idx="268">
                  <c:v>46080</c:v>
                </c:pt>
                <c:pt idx="269">
                  <c:v>46087</c:v>
                </c:pt>
                <c:pt idx="270">
                  <c:v>46094</c:v>
                </c:pt>
                <c:pt idx="271">
                  <c:v>46101</c:v>
                </c:pt>
                <c:pt idx="272">
                  <c:v>46108</c:v>
                </c:pt>
                <c:pt idx="273">
                  <c:v>46115</c:v>
                </c:pt>
                <c:pt idx="274">
                  <c:v>46122</c:v>
                </c:pt>
                <c:pt idx="275">
                  <c:v>46129</c:v>
                </c:pt>
                <c:pt idx="276">
                  <c:v>46136</c:v>
                </c:pt>
                <c:pt idx="277">
                  <c:v>46143</c:v>
                </c:pt>
                <c:pt idx="278">
                  <c:v>46150</c:v>
                </c:pt>
                <c:pt idx="279">
                  <c:v>46157</c:v>
                </c:pt>
                <c:pt idx="280">
                  <c:v>46164</c:v>
                </c:pt>
                <c:pt idx="281">
                  <c:v>46171</c:v>
                </c:pt>
                <c:pt idx="282">
                  <c:v>46178</c:v>
                </c:pt>
                <c:pt idx="283">
                  <c:v>46185</c:v>
                </c:pt>
                <c:pt idx="284">
                  <c:v>46192</c:v>
                </c:pt>
                <c:pt idx="285">
                  <c:v>46199</c:v>
                </c:pt>
                <c:pt idx="286">
                  <c:v>46206</c:v>
                </c:pt>
                <c:pt idx="287">
                  <c:v>46213</c:v>
                </c:pt>
                <c:pt idx="288">
                  <c:v>46220</c:v>
                </c:pt>
                <c:pt idx="289">
                  <c:v>46227</c:v>
                </c:pt>
                <c:pt idx="290">
                  <c:v>46234</c:v>
                </c:pt>
                <c:pt idx="291">
                  <c:v>46241</c:v>
                </c:pt>
                <c:pt idx="292">
                  <c:v>46248</c:v>
                </c:pt>
                <c:pt idx="293">
                  <c:v>46255</c:v>
                </c:pt>
                <c:pt idx="294">
                  <c:v>46262</c:v>
                </c:pt>
                <c:pt idx="295">
                  <c:v>46269</c:v>
                </c:pt>
                <c:pt idx="296">
                  <c:v>46276</c:v>
                </c:pt>
                <c:pt idx="297">
                  <c:v>46283</c:v>
                </c:pt>
              </c:numCache>
            </c:numRef>
          </c:cat>
          <c:val>
            <c:numRef>
              <c:f>Sheet1!$E$2:$E$299</c:f>
              <c:numCache>
                <c:formatCode>General</c:formatCode>
                <c:ptCount val="298"/>
                <c:pt idx="0">
                  <c:v>5.5036618895029994</c:v>
                </c:pt>
                <c:pt idx="1">
                  <c:v>5.5036618895029994</c:v>
                </c:pt>
                <c:pt idx="2">
                  <c:v>5.5036618895029994</c:v>
                </c:pt>
                <c:pt idx="3">
                  <c:v>5.5036618895029994</c:v>
                </c:pt>
                <c:pt idx="4">
                  <c:v>5.5036618895029994</c:v>
                </c:pt>
                <c:pt idx="5">
                  <c:v>5.5036618895029994</c:v>
                </c:pt>
                <c:pt idx="6">
                  <c:v>5.5036618895029994</c:v>
                </c:pt>
                <c:pt idx="7">
                  <c:v>5.5036618895029994</c:v>
                </c:pt>
                <c:pt idx="8">
                  <c:v>5.5036618895029994</c:v>
                </c:pt>
                <c:pt idx="9">
                  <c:v>5.5036618895029994</c:v>
                </c:pt>
                <c:pt idx="10">
                  <c:v>5.5036618895029994</c:v>
                </c:pt>
                <c:pt idx="11">
                  <c:v>5.5036618895029994</c:v>
                </c:pt>
                <c:pt idx="12">
                  <c:v>5.5036618895029994</c:v>
                </c:pt>
                <c:pt idx="13">
                  <c:v>5.5036618895029994</c:v>
                </c:pt>
                <c:pt idx="14">
                  <c:v>5.5036618895029994</c:v>
                </c:pt>
                <c:pt idx="15">
                  <c:v>5.5036618895029994</c:v>
                </c:pt>
                <c:pt idx="16">
                  <c:v>5.5036618895029994</c:v>
                </c:pt>
                <c:pt idx="17">
                  <c:v>5.5036618895029994</c:v>
                </c:pt>
                <c:pt idx="18">
                  <c:v>5.5036618895029994</c:v>
                </c:pt>
                <c:pt idx="19">
                  <c:v>5.5036618895029994</c:v>
                </c:pt>
                <c:pt idx="20">
                  <c:v>5.5036618895029994</c:v>
                </c:pt>
                <c:pt idx="21">
                  <c:v>5.5036618895029994</c:v>
                </c:pt>
                <c:pt idx="22">
                  <c:v>5.5036618895029994</c:v>
                </c:pt>
                <c:pt idx="23">
                  <c:v>5.5036618895029994</c:v>
                </c:pt>
                <c:pt idx="24">
                  <c:v>5.5036618895029994</c:v>
                </c:pt>
                <c:pt idx="25">
                  <c:v>5.5036618895029994</c:v>
                </c:pt>
                <c:pt idx="26">
                  <c:v>5.5036618895029994</c:v>
                </c:pt>
                <c:pt idx="27">
                  <c:v>5.5036618895029994</c:v>
                </c:pt>
                <c:pt idx="28">
                  <c:v>5.5036618895029994</c:v>
                </c:pt>
                <c:pt idx="29">
                  <c:v>5.5036618895029994</c:v>
                </c:pt>
                <c:pt idx="30">
                  <c:v>5.5036618895029994</c:v>
                </c:pt>
                <c:pt idx="31">
                  <c:v>5.5036618895029994</c:v>
                </c:pt>
                <c:pt idx="32">
                  <c:v>5.5036618895029994</c:v>
                </c:pt>
                <c:pt idx="33">
                  <c:v>5.5036618895029994</c:v>
                </c:pt>
                <c:pt idx="34">
                  <c:v>5.5036618895029994</c:v>
                </c:pt>
                <c:pt idx="35">
                  <c:v>5.5036618895029994</c:v>
                </c:pt>
                <c:pt idx="36">
                  <c:v>5.5036618895029994</c:v>
                </c:pt>
                <c:pt idx="37">
                  <c:v>5.5036618895029994</c:v>
                </c:pt>
                <c:pt idx="38">
                  <c:v>5.5036618895029994</c:v>
                </c:pt>
                <c:pt idx="39">
                  <c:v>5.5036618895029994</c:v>
                </c:pt>
                <c:pt idx="40">
                  <c:v>5.5036618895029994</c:v>
                </c:pt>
                <c:pt idx="41">
                  <c:v>5.5036618895029994</c:v>
                </c:pt>
                <c:pt idx="42">
                  <c:v>5.5036618895029994</c:v>
                </c:pt>
                <c:pt idx="43">
                  <c:v>5.5036618895029994</c:v>
                </c:pt>
                <c:pt idx="44">
                  <c:v>5.5036618895029994</c:v>
                </c:pt>
                <c:pt idx="45">
                  <c:v>5.5036618895029994</c:v>
                </c:pt>
                <c:pt idx="46">
                  <c:v>5.5036618895029994</c:v>
                </c:pt>
                <c:pt idx="47">
                  <c:v>5.5036618895029994</c:v>
                </c:pt>
                <c:pt idx="48">
                  <c:v>5.5036618895029994</c:v>
                </c:pt>
                <c:pt idx="49">
                  <c:v>5.5036618895029994</c:v>
                </c:pt>
                <c:pt idx="50">
                  <c:v>5.5036618895029994</c:v>
                </c:pt>
                <c:pt idx="51">
                  <c:v>5.5036618895029994</c:v>
                </c:pt>
                <c:pt idx="52">
                  <c:v>5.5036618895029994</c:v>
                </c:pt>
                <c:pt idx="53">
                  <c:v>5.5036618895029994</c:v>
                </c:pt>
                <c:pt idx="54">
                  <c:v>5.5036618895029994</c:v>
                </c:pt>
                <c:pt idx="55">
                  <c:v>5.5036618895029994</c:v>
                </c:pt>
                <c:pt idx="56">
                  <c:v>5.5036618895029994</c:v>
                </c:pt>
                <c:pt idx="57">
                  <c:v>5.5036618895029994</c:v>
                </c:pt>
                <c:pt idx="58">
                  <c:v>5.5036618895029994</c:v>
                </c:pt>
                <c:pt idx="59">
                  <c:v>5.5036618895029994</c:v>
                </c:pt>
                <c:pt idx="60">
                  <c:v>5.5036618895029994</c:v>
                </c:pt>
                <c:pt idx="61">
                  <c:v>5.5036618895029994</c:v>
                </c:pt>
                <c:pt idx="62">
                  <c:v>5.5036618895029994</c:v>
                </c:pt>
                <c:pt idx="63">
                  <c:v>5.5036618895029994</c:v>
                </c:pt>
                <c:pt idx="64">
                  <c:v>5.5036618895029994</c:v>
                </c:pt>
                <c:pt idx="65">
                  <c:v>5.5036618895029994</c:v>
                </c:pt>
                <c:pt idx="66">
                  <c:v>5.5036618895029994</c:v>
                </c:pt>
                <c:pt idx="67">
                  <c:v>5.5036618895029994</c:v>
                </c:pt>
                <c:pt idx="68">
                  <c:v>5.5036618895029994</c:v>
                </c:pt>
                <c:pt idx="69">
                  <c:v>5.5036618895029994</c:v>
                </c:pt>
                <c:pt idx="70">
                  <c:v>5.5036618895029994</c:v>
                </c:pt>
                <c:pt idx="71">
                  <c:v>5.5036618895029994</c:v>
                </c:pt>
                <c:pt idx="72">
                  <c:v>5.5036618895029994</c:v>
                </c:pt>
                <c:pt idx="73">
                  <c:v>5.5036618895029994</c:v>
                </c:pt>
                <c:pt idx="74">
                  <c:v>5.5036618895029994</c:v>
                </c:pt>
                <c:pt idx="75">
                  <c:v>5.5036618895029994</c:v>
                </c:pt>
                <c:pt idx="76">
                  <c:v>5.5036618895029994</c:v>
                </c:pt>
                <c:pt idx="77">
                  <c:v>5.5036618895029994</c:v>
                </c:pt>
                <c:pt idx="78">
                  <c:v>5.5036618895029994</c:v>
                </c:pt>
                <c:pt idx="79">
                  <c:v>5.5036618895029994</c:v>
                </c:pt>
                <c:pt idx="80">
                  <c:v>5.5036618895029994</c:v>
                </c:pt>
                <c:pt idx="81">
                  <c:v>5.5036618895029994</c:v>
                </c:pt>
                <c:pt idx="82">
                  <c:v>5.5036618895029994</c:v>
                </c:pt>
                <c:pt idx="83">
                  <c:v>5.5036618895029994</c:v>
                </c:pt>
                <c:pt idx="84">
                  <c:v>5.5036618895029994</c:v>
                </c:pt>
                <c:pt idx="85">
                  <c:v>5.5036618895029994</c:v>
                </c:pt>
                <c:pt idx="86">
                  <c:v>5.5036618895029994</c:v>
                </c:pt>
                <c:pt idx="87">
                  <c:v>5.5036618895029994</c:v>
                </c:pt>
                <c:pt idx="88">
                  <c:v>5.5036618895029994</c:v>
                </c:pt>
                <c:pt idx="89">
                  <c:v>5.5036618895029994</c:v>
                </c:pt>
                <c:pt idx="90">
                  <c:v>5.5036618895029994</c:v>
                </c:pt>
                <c:pt idx="91">
                  <c:v>5.5036618895029994</c:v>
                </c:pt>
                <c:pt idx="92">
                  <c:v>5.5036618895029994</c:v>
                </c:pt>
                <c:pt idx="93">
                  <c:v>5.5036618895029994</c:v>
                </c:pt>
                <c:pt idx="94">
                  <c:v>5.5036618895029994</c:v>
                </c:pt>
                <c:pt idx="95">
                  <c:v>5.5036618895029994</c:v>
                </c:pt>
                <c:pt idx="96">
                  <c:v>5.5036618895029994</c:v>
                </c:pt>
                <c:pt idx="97">
                  <c:v>5.5036618895029994</c:v>
                </c:pt>
                <c:pt idx="98">
                  <c:v>5.5036618895029994</c:v>
                </c:pt>
                <c:pt idx="99">
                  <c:v>5.5036618895029994</c:v>
                </c:pt>
                <c:pt idx="100">
                  <c:v>5.5036618895029994</c:v>
                </c:pt>
                <c:pt idx="101">
                  <c:v>5.5036618895029994</c:v>
                </c:pt>
                <c:pt idx="102">
                  <c:v>5.5036618895029994</c:v>
                </c:pt>
                <c:pt idx="103">
                  <c:v>5.5036618895029994</c:v>
                </c:pt>
                <c:pt idx="104">
                  <c:v>5.5036618895029994</c:v>
                </c:pt>
                <c:pt idx="105">
                  <c:v>5.5036618895029994</c:v>
                </c:pt>
                <c:pt idx="106">
                  <c:v>5.5036618895029994</c:v>
                </c:pt>
                <c:pt idx="107">
                  <c:v>5.5036618895029994</c:v>
                </c:pt>
                <c:pt idx="108">
                  <c:v>5.5036618895029994</c:v>
                </c:pt>
                <c:pt idx="109">
                  <c:v>5.5036618895029994</c:v>
                </c:pt>
                <c:pt idx="110">
                  <c:v>5.5036618895029994</c:v>
                </c:pt>
                <c:pt idx="111">
                  <c:v>5.5036618895029994</c:v>
                </c:pt>
                <c:pt idx="112">
                  <c:v>5.5036618895029994</c:v>
                </c:pt>
                <c:pt idx="113">
                  <c:v>5.5036618895029994</c:v>
                </c:pt>
                <c:pt idx="114">
                  <c:v>5.5036618895029994</c:v>
                </c:pt>
                <c:pt idx="115">
                  <c:v>5.5036618895029994</c:v>
                </c:pt>
                <c:pt idx="116">
                  <c:v>5.5036618895029994</c:v>
                </c:pt>
                <c:pt idx="117">
                  <c:v>5.5036618895029994</c:v>
                </c:pt>
                <c:pt idx="118">
                  <c:v>5.5036618895029994</c:v>
                </c:pt>
                <c:pt idx="119">
                  <c:v>5.5036618895029994</c:v>
                </c:pt>
                <c:pt idx="120">
                  <c:v>5.5036618895029994</c:v>
                </c:pt>
                <c:pt idx="121">
                  <c:v>5.5036618895029994</c:v>
                </c:pt>
                <c:pt idx="122">
                  <c:v>5.5036618895029994</c:v>
                </c:pt>
                <c:pt idx="123">
                  <c:v>5.5036618895029994</c:v>
                </c:pt>
                <c:pt idx="124">
                  <c:v>5.5036618895029994</c:v>
                </c:pt>
                <c:pt idx="125">
                  <c:v>5.5036618895029994</c:v>
                </c:pt>
                <c:pt idx="126">
                  <c:v>5.5036618895029994</c:v>
                </c:pt>
                <c:pt idx="127">
                  <c:v>5.5036618895029994</c:v>
                </c:pt>
                <c:pt idx="128">
                  <c:v>5.5036618895029994</c:v>
                </c:pt>
                <c:pt idx="129">
                  <c:v>5.5036618895029994</c:v>
                </c:pt>
                <c:pt idx="130">
                  <c:v>5.5036618895029994</c:v>
                </c:pt>
                <c:pt idx="131">
                  <c:v>5.5036618895029994</c:v>
                </c:pt>
                <c:pt idx="132">
                  <c:v>5.5036618895029994</c:v>
                </c:pt>
                <c:pt idx="133">
                  <c:v>5.5036618895029994</c:v>
                </c:pt>
                <c:pt idx="134">
                  <c:v>5.5036618895029994</c:v>
                </c:pt>
                <c:pt idx="135">
                  <c:v>5.5036618895029994</c:v>
                </c:pt>
                <c:pt idx="136">
                  <c:v>5.5036618895029994</c:v>
                </c:pt>
                <c:pt idx="137">
                  <c:v>5.5036618895029994</c:v>
                </c:pt>
                <c:pt idx="138">
                  <c:v>5.5036618895029994</c:v>
                </c:pt>
                <c:pt idx="139">
                  <c:v>5.5036618895029994</c:v>
                </c:pt>
                <c:pt idx="140">
                  <c:v>5.5036618895029994</c:v>
                </c:pt>
                <c:pt idx="141">
                  <c:v>5.5036618895029994</c:v>
                </c:pt>
                <c:pt idx="142">
                  <c:v>5.5036618895029994</c:v>
                </c:pt>
                <c:pt idx="143">
                  <c:v>5.5036618895029994</c:v>
                </c:pt>
                <c:pt idx="144">
                  <c:v>5.5036618895029994</c:v>
                </c:pt>
                <c:pt idx="145">
                  <c:v>5.5036618895029994</c:v>
                </c:pt>
                <c:pt idx="146">
                  <c:v>5.5036618895029994</c:v>
                </c:pt>
                <c:pt idx="147">
                  <c:v>5.5036618895029994</c:v>
                </c:pt>
                <c:pt idx="148">
                  <c:v>5.5036618895029994</c:v>
                </c:pt>
                <c:pt idx="149">
                  <c:v>5.5036618895029994</c:v>
                </c:pt>
                <c:pt idx="150">
                  <c:v>5.5036618895029994</c:v>
                </c:pt>
                <c:pt idx="151">
                  <c:v>5.5036618895029994</c:v>
                </c:pt>
                <c:pt idx="152">
                  <c:v>5.5036618895029994</c:v>
                </c:pt>
                <c:pt idx="153">
                  <c:v>5.5036618895029994</c:v>
                </c:pt>
                <c:pt idx="154">
                  <c:v>5.5036618895029994</c:v>
                </c:pt>
                <c:pt idx="155">
                  <c:v>5.5036618895029994</c:v>
                </c:pt>
                <c:pt idx="156">
                  <c:v>5.5036618895029994</c:v>
                </c:pt>
                <c:pt idx="157">
                  <c:v>5.5036618895029994</c:v>
                </c:pt>
                <c:pt idx="158">
                  <c:v>5.5036618895029994</c:v>
                </c:pt>
                <c:pt idx="159">
                  <c:v>5.5036618895029994</c:v>
                </c:pt>
                <c:pt idx="160">
                  <c:v>5.5036618895029994</c:v>
                </c:pt>
                <c:pt idx="161">
                  <c:v>5.5036618895029994</c:v>
                </c:pt>
                <c:pt idx="162">
                  <c:v>5.5036618895029994</c:v>
                </c:pt>
                <c:pt idx="163">
                  <c:v>5.5036618895029994</c:v>
                </c:pt>
                <c:pt idx="164">
                  <c:v>5.5036618895029994</c:v>
                </c:pt>
                <c:pt idx="165">
                  <c:v>5.5036618895029994</c:v>
                </c:pt>
                <c:pt idx="166">
                  <c:v>5.5036618895029994</c:v>
                </c:pt>
                <c:pt idx="167">
                  <c:v>5.5036618895029994</c:v>
                </c:pt>
                <c:pt idx="168">
                  <c:v>5.5036618895029994</c:v>
                </c:pt>
                <c:pt idx="169">
                  <c:v>5.5036618895029994</c:v>
                </c:pt>
                <c:pt idx="170">
                  <c:v>5.5036618895029994</c:v>
                </c:pt>
                <c:pt idx="171">
                  <c:v>5.5036618895029994</c:v>
                </c:pt>
                <c:pt idx="172">
                  <c:v>5.5036618895029994</c:v>
                </c:pt>
                <c:pt idx="173">
                  <c:v>5.5036618895029994</c:v>
                </c:pt>
                <c:pt idx="174">
                  <c:v>5.5036618895029994</c:v>
                </c:pt>
                <c:pt idx="175">
                  <c:v>5.5036618895029994</c:v>
                </c:pt>
                <c:pt idx="176">
                  <c:v>5.5036618895029994</c:v>
                </c:pt>
                <c:pt idx="177">
                  <c:v>5.5036618895029994</c:v>
                </c:pt>
                <c:pt idx="178">
                  <c:v>5.5036618895029994</c:v>
                </c:pt>
                <c:pt idx="179">
                  <c:v>5.5036618895029994</c:v>
                </c:pt>
                <c:pt idx="180">
                  <c:v>5.5036618895029994</c:v>
                </c:pt>
                <c:pt idx="181">
                  <c:v>5.5036618895029994</c:v>
                </c:pt>
                <c:pt idx="182">
                  <c:v>5.5036618895029994</c:v>
                </c:pt>
                <c:pt idx="183">
                  <c:v>5.5036618895029994</c:v>
                </c:pt>
                <c:pt idx="184">
                  <c:v>5.5036618895029994</c:v>
                </c:pt>
                <c:pt idx="185">
                  <c:v>5.5036618895029994</c:v>
                </c:pt>
                <c:pt idx="186">
                  <c:v>5.5036618895029994</c:v>
                </c:pt>
                <c:pt idx="187">
                  <c:v>5.5036618895029994</c:v>
                </c:pt>
                <c:pt idx="188">
                  <c:v>5.5036618895029994</c:v>
                </c:pt>
                <c:pt idx="189">
                  <c:v>5.5036618895029994</c:v>
                </c:pt>
                <c:pt idx="190">
                  <c:v>5.5036618895029994</c:v>
                </c:pt>
                <c:pt idx="191">
                  <c:v>5.5036618895029994</c:v>
                </c:pt>
                <c:pt idx="192">
                  <c:v>5.5036618895029994</c:v>
                </c:pt>
                <c:pt idx="193">
                  <c:v>5.5036618895029994</c:v>
                </c:pt>
                <c:pt idx="194">
                  <c:v>5.5036618895029994</c:v>
                </c:pt>
                <c:pt idx="195">
                  <c:v>5.5036618895029994</c:v>
                </c:pt>
                <c:pt idx="196">
                  <c:v>5.5036618895029994</c:v>
                </c:pt>
                <c:pt idx="197">
                  <c:v>5.5036618895029994</c:v>
                </c:pt>
                <c:pt idx="198">
                  <c:v>5.5036618895029994</c:v>
                </c:pt>
                <c:pt idx="199">
                  <c:v>5.5036618895029994</c:v>
                </c:pt>
                <c:pt idx="200">
                  <c:v>5.5036618895029994</c:v>
                </c:pt>
                <c:pt idx="201">
                  <c:v>5.5036618895029994</c:v>
                </c:pt>
                <c:pt idx="202">
                  <c:v>5.5036618895029994</c:v>
                </c:pt>
                <c:pt idx="203">
                  <c:v>5.5036618895029994</c:v>
                </c:pt>
                <c:pt idx="204">
                  <c:v>5.5036618895029994</c:v>
                </c:pt>
                <c:pt idx="205">
                  <c:v>5.5036618895029994</c:v>
                </c:pt>
                <c:pt idx="206">
                  <c:v>5.5036618895029994</c:v>
                </c:pt>
                <c:pt idx="207">
                  <c:v>5.5036618895029994</c:v>
                </c:pt>
                <c:pt idx="208">
                  <c:v>5.5036618895029994</c:v>
                </c:pt>
                <c:pt idx="209">
                  <c:v>5.5036618895029994</c:v>
                </c:pt>
                <c:pt idx="210">
                  <c:v>5.5036618895029994</c:v>
                </c:pt>
                <c:pt idx="211">
                  <c:v>5.5036618895029994</c:v>
                </c:pt>
                <c:pt idx="212">
                  <c:v>5.5036618895029994</c:v>
                </c:pt>
                <c:pt idx="213">
                  <c:v>5.5036618895029994</c:v>
                </c:pt>
                <c:pt idx="214">
                  <c:v>5.5036618895029994</c:v>
                </c:pt>
                <c:pt idx="215">
                  <c:v>5.5036618895029994</c:v>
                </c:pt>
                <c:pt idx="216">
                  <c:v>5.5036618895029994</c:v>
                </c:pt>
                <c:pt idx="217">
                  <c:v>5.5036618895029994</c:v>
                </c:pt>
                <c:pt idx="218">
                  <c:v>5.5036618895029994</c:v>
                </c:pt>
                <c:pt idx="219">
                  <c:v>5.5036618895029994</c:v>
                </c:pt>
                <c:pt idx="220">
                  <c:v>5.5036618895029994</c:v>
                </c:pt>
                <c:pt idx="221">
                  <c:v>5.5036618895029994</c:v>
                </c:pt>
                <c:pt idx="222">
                  <c:v>5.5036618895029994</c:v>
                </c:pt>
                <c:pt idx="223">
                  <c:v>5.5036618895029994</c:v>
                </c:pt>
                <c:pt idx="224">
                  <c:v>5.5036618895029994</c:v>
                </c:pt>
                <c:pt idx="225">
                  <c:v>5.5036618895029994</c:v>
                </c:pt>
                <c:pt idx="226">
                  <c:v>5.5036618895029994</c:v>
                </c:pt>
                <c:pt idx="227">
                  <c:v>5.5036618895029994</c:v>
                </c:pt>
                <c:pt idx="228">
                  <c:v>5.5036618895029994</c:v>
                </c:pt>
                <c:pt idx="229">
                  <c:v>5.5036618895029994</c:v>
                </c:pt>
                <c:pt idx="230">
                  <c:v>5.5036618895029994</c:v>
                </c:pt>
                <c:pt idx="231">
                  <c:v>5.5036618895029994</c:v>
                </c:pt>
                <c:pt idx="232">
                  <c:v>5.5036618895029994</c:v>
                </c:pt>
                <c:pt idx="233">
                  <c:v>5.5036618895029994</c:v>
                </c:pt>
                <c:pt idx="234">
                  <c:v>5.5036618895029994</c:v>
                </c:pt>
                <c:pt idx="235">
                  <c:v>5.5036618895029994</c:v>
                </c:pt>
                <c:pt idx="236">
                  <c:v>5.5036618895029994</c:v>
                </c:pt>
                <c:pt idx="237">
                  <c:v>5.5036618895029994</c:v>
                </c:pt>
                <c:pt idx="238">
                  <c:v>5.5036618895029994</c:v>
                </c:pt>
                <c:pt idx="239">
                  <c:v>5.5036618895029994</c:v>
                </c:pt>
                <c:pt idx="240">
                  <c:v>5.5036618895029994</c:v>
                </c:pt>
                <c:pt idx="241">
                  <c:v>5.5036618895029994</c:v>
                </c:pt>
                <c:pt idx="242">
                  <c:v>5.5036618895029994</c:v>
                </c:pt>
                <c:pt idx="243">
                  <c:v>5.5036618895029994</c:v>
                </c:pt>
                <c:pt idx="244">
                  <c:v>5.5036618895029994</c:v>
                </c:pt>
                <c:pt idx="245">
                  <c:v>5.5036618895029994</c:v>
                </c:pt>
                <c:pt idx="246">
                  <c:v>5.5036618895029994</c:v>
                </c:pt>
                <c:pt idx="247">
                  <c:v>5.5036618895029994</c:v>
                </c:pt>
                <c:pt idx="248">
                  <c:v>5.5036618895029994</c:v>
                </c:pt>
                <c:pt idx="249">
                  <c:v>5.5036618895029994</c:v>
                </c:pt>
                <c:pt idx="250">
                  <c:v>5.5036618895029994</c:v>
                </c:pt>
                <c:pt idx="251">
                  <c:v>5.5036618895029994</c:v>
                </c:pt>
                <c:pt idx="252">
                  <c:v>5.5036618895029994</c:v>
                </c:pt>
                <c:pt idx="253">
                  <c:v>5.5036618895029994</c:v>
                </c:pt>
                <c:pt idx="254">
                  <c:v>5.5036618895029994</c:v>
                </c:pt>
                <c:pt idx="255">
                  <c:v>5.5036618895029994</c:v>
                </c:pt>
                <c:pt idx="256">
                  <c:v>5.5036618895029994</c:v>
                </c:pt>
                <c:pt idx="257">
                  <c:v>5.5036618895029994</c:v>
                </c:pt>
                <c:pt idx="258">
                  <c:v>5.5036618895029994</c:v>
                </c:pt>
                <c:pt idx="259">
                  <c:v>5.5036618895029994</c:v>
                </c:pt>
                <c:pt idx="260">
                  <c:v>5.5036618895029994</c:v>
                </c:pt>
                <c:pt idx="261">
                  <c:v>5.5036618895029994</c:v>
                </c:pt>
                <c:pt idx="262">
                  <c:v>5.5036618895029994</c:v>
                </c:pt>
                <c:pt idx="263">
                  <c:v>5.5036618895029994</c:v>
                </c:pt>
                <c:pt idx="264">
                  <c:v>5.5036618895029994</c:v>
                </c:pt>
                <c:pt idx="265">
                  <c:v>5.5036618895029994</c:v>
                </c:pt>
                <c:pt idx="266">
                  <c:v>5.5036618895029994</c:v>
                </c:pt>
                <c:pt idx="267">
                  <c:v>5.5036618895029994</c:v>
                </c:pt>
                <c:pt idx="268">
                  <c:v>5.5036618895029994</c:v>
                </c:pt>
                <c:pt idx="269">
                  <c:v>5.5036618895029994</c:v>
                </c:pt>
                <c:pt idx="270">
                  <c:v>5.5036618895029994</c:v>
                </c:pt>
                <c:pt idx="271">
                  <c:v>5.5036618895029994</c:v>
                </c:pt>
                <c:pt idx="272">
                  <c:v>5.5036618895029994</c:v>
                </c:pt>
                <c:pt idx="273">
                  <c:v>5.5036618895029994</c:v>
                </c:pt>
                <c:pt idx="274">
                  <c:v>5.5036618895029994</c:v>
                </c:pt>
                <c:pt idx="275">
                  <c:v>5.5036618895029994</c:v>
                </c:pt>
                <c:pt idx="276">
                  <c:v>5.5036618895029994</c:v>
                </c:pt>
                <c:pt idx="277">
                  <c:v>5.5036618895029994</c:v>
                </c:pt>
                <c:pt idx="278">
                  <c:v>5.5036618895029994</c:v>
                </c:pt>
                <c:pt idx="279">
                  <c:v>5.5036618895029994</c:v>
                </c:pt>
                <c:pt idx="280">
                  <c:v>5.5036618895029994</c:v>
                </c:pt>
                <c:pt idx="281">
                  <c:v>5.5036618895029994</c:v>
                </c:pt>
                <c:pt idx="282">
                  <c:v>5.5036618895029994</c:v>
                </c:pt>
                <c:pt idx="283">
                  <c:v>5.5036618895029994</c:v>
                </c:pt>
                <c:pt idx="284">
                  <c:v>5.5036618895029994</c:v>
                </c:pt>
                <c:pt idx="285">
                  <c:v>5.5036618895029994</c:v>
                </c:pt>
                <c:pt idx="286">
                  <c:v>5.5036618895029994</c:v>
                </c:pt>
                <c:pt idx="287">
                  <c:v>5.5036618895029994</c:v>
                </c:pt>
                <c:pt idx="288">
                  <c:v>5.5036618895029994</c:v>
                </c:pt>
                <c:pt idx="289">
                  <c:v>5.5036618895029994</c:v>
                </c:pt>
                <c:pt idx="290">
                  <c:v>5.5036618895029994</c:v>
                </c:pt>
                <c:pt idx="291">
                  <c:v>5.5036618895029994</c:v>
                </c:pt>
                <c:pt idx="292">
                  <c:v>5.5036618895029994</c:v>
                </c:pt>
                <c:pt idx="293">
                  <c:v>5.5036618895029994</c:v>
                </c:pt>
                <c:pt idx="294">
                  <c:v>5.5036618895029994</c:v>
                </c:pt>
                <c:pt idx="295">
                  <c:v>5.5036618895029994</c:v>
                </c:pt>
                <c:pt idx="296">
                  <c:v>5.5036618895029994</c:v>
                </c:pt>
                <c:pt idx="297">
                  <c:v>5.5036618895029994</c:v>
                </c:pt>
              </c:numCache>
            </c:numRef>
          </c:val>
          <c:smooth val="1"/>
          <c:extLst>
            <c:ext xmlns:c16="http://schemas.microsoft.com/office/drawing/2014/chart" uri="{C3380CC4-5D6E-409C-BE32-E72D297353CC}">
              <c16:uniqueId val="{00000003-FCBC-47C7-89AD-1F38A168BF09}"/>
            </c:ext>
          </c:extLst>
        </c:ser>
        <c:dLbls>
          <c:showLegendKey val="0"/>
          <c:showVal val="0"/>
          <c:showCatName val="0"/>
          <c:showSerName val="0"/>
          <c:showPercent val="0"/>
          <c:showBubbleSize val="0"/>
        </c:dLbls>
        <c:smooth val="0"/>
        <c:axId val="50010001"/>
        <c:axId val="50010002"/>
      </c:lineChart>
      <c:dateAx>
        <c:axId val="50010001"/>
        <c:scaling>
          <c:orientation val="minMax"/>
        </c:scaling>
        <c:delete val="0"/>
        <c:axPos val="b"/>
        <c:numFmt formatCode="yyyy" sourceLinked="0"/>
        <c:majorTickMark val="out"/>
        <c:minorTickMark val="cross"/>
        <c:tickLblPos val="low"/>
        <c:spPr>
          <a:ln w="9525">
            <a:solidFill>
              <a:srgbClr val="D9D9D9"/>
            </a:solidFill>
          </a:ln>
        </c:spPr>
        <c:txPr>
          <a:bodyPr rot="-5400000" vert="horz"/>
          <a:lstStyle/>
          <a:p>
            <a:pPr>
              <a:defRPr sz="900" b="0" baseline="0">
                <a:solidFill>
                  <a:srgbClr val="000000"/>
                </a:solidFill>
                <a:latin typeface="Roboto Light"/>
              </a:defRPr>
            </a:pPr>
            <a:endParaRPr lang="en-US"/>
          </a:p>
        </c:txPr>
        <c:crossAx val="50010002"/>
        <c:crosses val="autoZero"/>
        <c:auto val="1"/>
        <c:lblOffset val="100"/>
        <c:baseTimeUnit val="days"/>
        <c:majorUnit val="1"/>
        <c:majorTimeUnit val="years"/>
      </c:dateAx>
      <c:valAx>
        <c:axId val="50010002"/>
        <c:scaling>
          <c:orientation val="minMax"/>
          <c:min val="0"/>
        </c:scaling>
        <c:delete val="0"/>
        <c:axPos val="l"/>
        <c:majorGridlines>
          <c:spPr>
            <a:ln w="6350">
              <a:solidFill>
                <a:srgbClr val="D9D9D9"/>
              </a:solidFill>
              <a:prstDash val="dash"/>
            </a:ln>
          </c:spPr>
        </c:majorGridlines>
        <c:numFmt formatCode="0" sourceLinked="0"/>
        <c:majorTickMark val="none"/>
        <c:minorTickMark val="cross"/>
        <c:tickLblPos val="nextTo"/>
        <c:spPr>
          <a:ln>
            <a:noFill/>
          </a:ln>
        </c:spPr>
        <c:txPr>
          <a:bodyPr/>
          <a:lstStyle/>
          <a:p>
            <a:pPr>
              <a:defRPr sz="900" b="0" baseline="0">
                <a:solidFill>
                  <a:srgbClr val="000000"/>
                </a:solidFill>
                <a:latin typeface="Roboto Light"/>
              </a:defRPr>
            </a:pPr>
            <a:endParaRPr lang="en-US"/>
          </a:p>
        </c:txPr>
        <c:crossAx val="50010001"/>
        <c:crosses val="autoZero"/>
        <c:crossBetween val="between"/>
      </c:valAx>
      <c:spPr>
        <a:noFill/>
        <a:ln>
          <a:noFill/>
        </a:ln>
      </c:spPr>
    </c:plotArea>
    <c:legend>
      <c:legendPos val="t"/>
      <c:legendEntry>
        <c:idx val="3"/>
        <c:delete val="1"/>
      </c:legendEntry>
      <c:overlay val="0"/>
      <c:txPr>
        <a:bodyPr/>
        <a:lstStyle/>
        <a:p>
          <a:pPr>
            <a:defRPr sz="900" b="0" baseline="0">
              <a:solidFill>
                <a:srgbClr val="000000"/>
              </a:solidFill>
              <a:latin typeface="Roboto Light"/>
            </a:defRPr>
          </a:pPr>
          <a:endParaRPr lang="en-US"/>
        </a:p>
      </c:txPr>
    </c:legend>
    <c:plotVisOnly val="1"/>
    <c:dispBlanksAs val="zero"/>
    <c:showDLblsOverMax val="1"/>
  </c:chart>
  <c:spPr>
    <a:solidFill>
      <a:srgbClr val="FFFFFF"/>
    </a:solidFill>
    <a:ln>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0684832761048267"/>
          <c:y val="0.1585925415856719"/>
          <c:w val="0.89315167238951731"/>
          <c:h val="0.5909826584617438"/>
        </c:manualLayout>
      </c:layout>
      <c:lineChart>
        <c:grouping val="standard"/>
        <c:varyColors val="1"/>
        <c:ser>
          <c:idx val="0"/>
          <c:order val="0"/>
          <c:tx>
            <c:v>High USD Exposure</c:v>
          </c:tx>
          <c:spPr>
            <a:ln w="28575">
              <a:solidFill>
                <a:srgbClr val="1F2F44"/>
              </a:solidFill>
            </a:ln>
          </c:spPr>
          <c:marker>
            <c:symbol val="none"/>
          </c:marker>
          <c:cat>
            <c:numRef>
              <c:f>Sheet1!$A$2:$A$187</c:f>
              <c:numCache>
                <c:formatCode>yyyy\-mm\-dd</c:formatCode>
                <c:ptCount val="186"/>
                <c:pt idx="0">
                  <c:v>46021</c:v>
                </c:pt>
                <c:pt idx="1">
                  <c:v>46022</c:v>
                </c:pt>
                <c:pt idx="2">
                  <c:v>46023</c:v>
                </c:pt>
                <c:pt idx="3">
                  <c:v>46024</c:v>
                </c:pt>
                <c:pt idx="4">
                  <c:v>46027</c:v>
                </c:pt>
                <c:pt idx="5">
                  <c:v>46028</c:v>
                </c:pt>
                <c:pt idx="6">
                  <c:v>46029</c:v>
                </c:pt>
                <c:pt idx="7">
                  <c:v>46030</c:v>
                </c:pt>
                <c:pt idx="8">
                  <c:v>46031</c:v>
                </c:pt>
                <c:pt idx="9">
                  <c:v>46034</c:v>
                </c:pt>
                <c:pt idx="10">
                  <c:v>46035</c:v>
                </c:pt>
                <c:pt idx="11">
                  <c:v>46036</c:v>
                </c:pt>
                <c:pt idx="12">
                  <c:v>46037</c:v>
                </c:pt>
                <c:pt idx="13">
                  <c:v>46038</c:v>
                </c:pt>
                <c:pt idx="14">
                  <c:v>46041</c:v>
                </c:pt>
                <c:pt idx="15">
                  <c:v>46042</c:v>
                </c:pt>
                <c:pt idx="16">
                  <c:v>46043</c:v>
                </c:pt>
                <c:pt idx="17">
                  <c:v>46044</c:v>
                </c:pt>
                <c:pt idx="18">
                  <c:v>46045</c:v>
                </c:pt>
                <c:pt idx="19">
                  <c:v>46048</c:v>
                </c:pt>
                <c:pt idx="20">
                  <c:v>46049</c:v>
                </c:pt>
                <c:pt idx="21">
                  <c:v>46050</c:v>
                </c:pt>
                <c:pt idx="22">
                  <c:v>46051</c:v>
                </c:pt>
                <c:pt idx="23">
                  <c:v>46052</c:v>
                </c:pt>
                <c:pt idx="24">
                  <c:v>46055</c:v>
                </c:pt>
                <c:pt idx="25">
                  <c:v>46056</c:v>
                </c:pt>
                <c:pt idx="26">
                  <c:v>46057</c:v>
                </c:pt>
                <c:pt idx="27">
                  <c:v>46058</c:v>
                </c:pt>
                <c:pt idx="28">
                  <c:v>46059</c:v>
                </c:pt>
                <c:pt idx="29">
                  <c:v>46062</c:v>
                </c:pt>
                <c:pt idx="30">
                  <c:v>46063</c:v>
                </c:pt>
                <c:pt idx="31">
                  <c:v>46064</c:v>
                </c:pt>
                <c:pt idx="32">
                  <c:v>46065</c:v>
                </c:pt>
                <c:pt idx="33">
                  <c:v>46066</c:v>
                </c:pt>
                <c:pt idx="34">
                  <c:v>46069</c:v>
                </c:pt>
                <c:pt idx="35">
                  <c:v>46070</c:v>
                </c:pt>
                <c:pt idx="36">
                  <c:v>46071</c:v>
                </c:pt>
                <c:pt idx="37">
                  <c:v>46072</c:v>
                </c:pt>
                <c:pt idx="38">
                  <c:v>46073</c:v>
                </c:pt>
                <c:pt idx="39">
                  <c:v>46076</c:v>
                </c:pt>
                <c:pt idx="40">
                  <c:v>46077</c:v>
                </c:pt>
                <c:pt idx="41">
                  <c:v>46078</c:v>
                </c:pt>
                <c:pt idx="42">
                  <c:v>46079</c:v>
                </c:pt>
                <c:pt idx="43">
                  <c:v>46080</c:v>
                </c:pt>
                <c:pt idx="44">
                  <c:v>46083</c:v>
                </c:pt>
                <c:pt idx="45">
                  <c:v>46084</c:v>
                </c:pt>
                <c:pt idx="46">
                  <c:v>46085</c:v>
                </c:pt>
                <c:pt idx="47">
                  <c:v>46086</c:v>
                </c:pt>
                <c:pt idx="48">
                  <c:v>46087</c:v>
                </c:pt>
                <c:pt idx="49">
                  <c:v>46090</c:v>
                </c:pt>
                <c:pt idx="50">
                  <c:v>46091</c:v>
                </c:pt>
                <c:pt idx="51">
                  <c:v>46092</c:v>
                </c:pt>
                <c:pt idx="52">
                  <c:v>46093</c:v>
                </c:pt>
                <c:pt idx="53">
                  <c:v>46094</c:v>
                </c:pt>
                <c:pt idx="54">
                  <c:v>46097</c:v>
                </c:pt>
                <c:pt idx="55">
                  <c:v>46098</c:v>
                </c:pt>
                <c:pt idx="56">
                  <c:v>46099</c:v>
                </c:pt>
                <c:pt idx="57">
                  <c:v>46100</c:v>
                </c:pt>
                <c:pt idx="58">
                  <c:v>46101</c:v>
                </c:pt>
                <c:pt idx="59">
                  <c:v>46104</c:v>
                </c:pt>
                <c:pt idx="60">
                  <c:v>46105</c:v>
                </c:pt>
                <c:pt idx="61">
                  <c:v>46106</c:v>
                </c:pt>
                <c:pt idx="62">
                  <c:v>46107</c:v>
                </c:pt>
                <c:pt idx="63">
                  <c:v>46108</c:v>
                </c:pt>
                <c:pt idx="64">
                  <c:v>46111</c:v>
                </c:pt>
                <c:pt idx="65">
                  <c:v>46112</c:v>
                </c:pt>
                <c:pt idx="66">
                  <c:v>46113</c:v>
                </c:pt>
                <c:pt idx="67">
                  <c:v>46114</c:v>
                </c:pt>
                <c:pt idx="68">
                  <c:v>46115</c:v>
                </c:pt>
                <c:pt idx="69">
                  <c:v>46118</c:v>
                </c:pt>
                <c:pt idx="70">
                  <c:v>46119</c:v>
                </c:pt>
                <c:pt idx="71">
                  <c:v>46120</c:v>
                </c:pt>
                <c:pt idx="72">
                  <c:v>46121</c:v>
                </c:pt>
                <c:pt idx="73">
                  <c:v>46122</c:v>
                </c:pt>
                <c:pt idx="74">
                  <c:v>46125</c:v>
                </c:pt>
                <c:pt idx="75">
                  <c:v>46126</c:v>
                </c:pt>
                <c:pt idx="76">
                  <c:v>46127</c:v>
                </c:pt>
                <c:pt idx="77">
                  <c:v>46128</c:v>
                </c:pt>
                <c:pt idx="78">
                  <c:v>46129</c:v>
                </c:pt>
                <c:pt idx="79">
                  <c:v>46132</c:v>
                </c:pt>
                <c:pt idx="80">
                  <c:v>46133</c:v>
                </c:pt>
                <c:pt idx="81">
                  <c:v>46134</c:v>
                </c:pt>
                <c:pt idx="82">
                  <c:v>46135</c:v>
                </c:pt>
                <c:pt idx="83">
                  <c:v>46136</c:v>
                </c:pt>
                <c:pt idx="84">
                  <c:v>46139</c:v>
                </c:pt>
                <c:pt idx="85">
                  <c:v>46140</c:v>
                </c:pt>
                <c:pt idx="86">
                  <c:v>46141</c:v>
                </c:pt>
                <c:pt idx="87">
                  <c:v>46142</c:v>
                </c:pt>
                <c:pt idx="88">
                  <c:v>46143</c:v>
                </c:pt>
                <c:pt idx="89">
                  <c:v>46146</c:v>
                </c:pt>
                <c:pt idx="90">
                  <c:v>46147</c:v>
                </c:pt>
                <c:pt idx="91">
                  <c:v>46148</c:v>
                </c:pt>
                <c:pt idx="92">
                  <c:v>46149</c:v>
                </c:pt>
                <c:pt idx="93">
                  <c:v>46150</c:v>
                </c:pt>
                <c:pt idx="94">
                  <c:v>46153</c:v>
                </c:pt>
                <c:pt idx="95">
                  <c:v>46154</c:v>
                </c:pt>
                <c:pt idx="96">
                  <c:v>46155</c:v>
                </c:pt>
                <c:pt idx="97">
                  <c:v>46156</c:v>
                </c:pt>
                <c:pt idx="98">
                  <c:v>46157</c:v>
                </c:pt>
                <c:pt idx="99">
                  <c:v>46160</c:v>
                </c:pt>
                <c:pt idx="100">
                  <c:v>46161</c:v>
                </c:pt>
                <c:pt idx="101">
                  <c:v>46162</c:v>
                </c:pt>
                <c:pt idx="102">
                  <c:v>46163</c:v>
                </c:pt>
                <c:pt idx="103">
                  <c:v>46164</c:v>
                </c:pt>
                <c:pt idx="104">
                  <c:v>46167</c:v>
                </c:pt>
                <c:pt idx="105">
                  <c:v>46168</c:v>
                </c:pt>
                <c:pt idx="106">
                  <c:v>46169</c:v>
                </c:pt>
                <c:pt idx="107">
                  <c:v>46170</c:v>
                </c:pt>
                <c:pt idx="108">
                  <c:v>46171</c:v>
                </c:pt>
                <c:pt idx="109">
                  <c:v>46174</c:v>
                </c:pt>
                <c:pt idx="110">
                  <c:v>46175</c:v>
                </c:pt>
                <c:pt idx="111">
                  <c:v>46176</c:v>
                </c:pt>
                <c:pt idx="112">
                  <c:v>46177</c:v>
                </c:pt>
                <c:pt idx="113">
                  <c:v>46178</c:v>
                </c:pt>
                <c:pt idx="114">
                  <c:v>46181</c:v>
                </c:pt>
                <c:pt idx="115">
                  <c:v>46182</c:v>
                </c:pt>
                <c:pt idx="116">
                  <c:v>46183</c:v>
                </c:pt>
                <c:pt idx="117">
                  <c:v>46184</c:v>
                </c:pt>
                <c:pt idx="118">
                  <c:v>46185</c:v>
                </c:pt>
                <c:pt idx="119">
                  <c:v>46188</c:v>
                </c:pt>
                <c:pt idx="120">
                  <c:v>46189</c:v>
                </c:pt>
                <c:pt idx="121">
                  <c:v>46190</c:v>
                </c:pt>
                <c:pt idx="122">
                  <c:v>46191</c:v>
                </c:pt>
                <c:pt idx="123">
                  <c:v>46192</c:v>
                </c:pt>
                <c:pt idx="124">
                  <c:v>46195</c:v>
                </c:pt>
                <c:pt idx="125">
                  <c:v>46196</c:v>
                </c:pt>
                <c:pt idx="126">
                  <c:v>46197</c:v>
                </c:pt>
                <c:pt idx="127">
                  <c:v>46198</c:v>
                </c:pt>
                <c:pt idx="128">
                  <c:v>46199</c:v>
                </c:pt>
                <c:pt idx="129">
                  <c:v>46202</c:v>
                </c:pt>
                <c:pt idx="130">
                  <c:v>46203</c:v>
                </c:pt>
                <c:pt idx="131">
                  <c:v>46204</c:v>
                </c:pt>
                <c:pt idx="132">
                  <c:v>46205</c:v>
                </c:pt>
                <c:pt idx="133">
                  <c:v>46206</c:v>
                </c:pt>
                <c:pt idx="134">
                  <c:v>46209</c:v>
                </c:pt>
                <c:pt idx="135">
                  <c:v>46210</c:v>
                </c:pt>
                <c:pt idx="136">
                  <c:v>46211</c:v>
                </c:pt>
                <c:pt idx="137">
                  <c:v>46212</c:v>
                </c:pt>
                <c:pt idx="138">
                  <c:v>46213</c:v>
                </c:pt>
                <c:pt idx="139">
                  <c:v>46216</c:v>
                </c:pt>
                <c:pt idx="140">
                  <c:v>46217</c:v>
                </c:pt>
                <c:pt idx="141">
                  <c:v>46218</c:v>
                </c:pt>
                <c:pt idx="142">
                  <c:v>46219</c:v>
                </c:pt>
                <c:pt idx="143">
                  <c:v>46220</c:v>
                </c:pt>
                <c:pt idx="144">
                  <c:v>46223</c:v>
                </c:pt>
                <c:pt idx="145">
                  <c:v>46224</c:v>
                </c:pt>
                <c:pt idx="146">
                  <c:v>46225</c:v>
                </c:pt>
                <c:pt idx="147">
                  <c:v>46226</c:v>
                </c:pt>
                <c:pt idx="148">
                  <c:v>46227</c:v>
                </c:pt>
                <c:pt idx="149">
                  <c:v>46230</c:v>
                </c:pt>
                <c:pt idx="150">
                  <c:v>46231</c:v>
                </c:pt>
                <c:pt idx="151">
                  <c:v>46232</c:v>
                </c:pt>
                <c:pt idx="152">
                  <c:v>46233</c:v>
                </c:pt>
                <c:pt idx="153">
                  <c:v>46234</c:v>
                </c:pt>
                <c:pt idx="154">
                  <c:v>46237</c:v>
                </c:pt>
                <c:pt idx="155">
                  <c:v>46238</c:v>
                </c:pt>
                <c:pt idx="156">
                  <c:v>46239</c:v>
                </c:pt>
                <c:pt idx="157">
                  <c:v>46240</c:v>
                </c:pt>
                <c:pt idx="158">
                  <c:v>46241</c:v>
                </c:pt>
                <c:pt idx="159">
                  <c:v>46244</c:v>
                </c:pt>
                <c:pt idx="160">
                  <c:v>46245</c:v>
                </c:pt>
                <c:pt idx="161">
                  <c:v>46246</c:v>
                </c:pt>
                <c:pt idx="162">
                  <c:v>46247</c:v>
                </c:pt>
                <c:pt idx="163">
                  <c:v>46248</c:v>
                </c:pt>
                <c:pt idx="164">
                  <c:v>46251</c:v>
                </c:pt>
                <c:pt idx="165">
                  <c:v>46252</c:v>
                </c:pt>
                <c:pt idx="166">
                  <c:v>46253</c:v>
                </c:pt>
                <c:pt idx="167">
                  <c:v>46254</c:v>
                </c:pt>
                <c:pt idx="168">
                  <c:v>46255</c:v>
                </c:pt>
                <c:pt idx="169">
                  <c:v>46258</c:v>
                </c:pt>
                <c:pt idx="170">
                  <c:v>46259</c:v>
                </c:pt>
                <c:pt idx="171">
                  <c:v>46260</c:v>
                </c:pt>
                <c:pt idx="172">
                  <c:v>46261</c:v>
                </c:pt>
                <c:pt idx="173">
                  <c:v>46262</c:v>
                </c:pt>
                <c:pt idx="174">
                  <c:v>46265</c:v>
                </c:pt>
                <c:pt idx="175">
                  <c:v>46266</c:v>
                </c:pt>
                <c:pt idx="176">
                  <c:v>46267</c:v>
                </c:pt>
                <c:pt idx="177">
                  <c:v>46268</c:v>
                </c:pt>
                <c:pt idx="178">
                  <c:v>46269</c:v>
                </c:pt>
                <c:pt idx="179">
                  <c:v>46272</c:v>
                </c:pt>
                <c:pt idx="180">
                  <c:v>46273</c:v>
                </c:pt>
                <c:pt idx="181">
                  <c:v>46274</c:v>
                </c:pt>
                <c:pt idx="182">
                  <c:v>46275</c:v>
                </c:pt>
                <c:pt idx="183">
                  <c:v>46276</c:v>
                </c:pt>
                <c:pt idx="184">
                  <c:v>46279</c:v>
                </c:pt>
                <c:pt idx="185">
                  <c:v>46280</c:v>
                </c:pt>
              </c:numCache>
            </c:numRef>
          </c:cat>
          <c:val>
            <c:numRef>
              <c:f>Sheet1!$B$2:$B$187</c:f>
              <c:numCache>
                <c:formatCode>General</c:formatCode>
                <c:ptCount val="186"/>
                <c:pt idx="0">
                  <c:v>100</c:v>
                </c:pt>
                <c:pt idx="1">
                  <c:v>100</c:v>
                </c:pt>
                <c:pt idx="2">
                  <c:v>100</c:v>
                </c:pt>
                <c:pt idx="3">
                  <c:v>100.0412416261002</c:v>
                </c:pt>
                <c:pt idx="4">
                  <c:v>98.617880031493272</c:v>
                </c:pt>
                <c:pt idx="5">
                  <c:v>98.767704818303059</c:v>
                </c:pt>
                <c:pt idx="6">
                  <c:v>98.473347340077325</c:v>
                </c:pt>
                <c:pt idx="7">
                  <c:v>98.78507543067272</c:v>
                </c:pt>
                <c:pt idx="8">
                  <c:v>99.72652315591111</c:v>
                </c:pt>
                <c:pt idx="9">
                  <c:v>101.52824944351789</c:v>
                </c:pt>
                <c:pt idx="10">
                  <c:v>101.2211700872225</c:v>
                </c:pt>
                <c:pt idx="11">
                  <c:v>103.537079007061</c:v>
                </c:pt>
                <c:pt idx="12">
                  <c:v>103.7770201377521</c:v>
                </c:pt>
                <c:pt idx="13">
                  <c:v>102.8852241407112</c:v>
                </c:pt>
                <c:pt idx="14">
                  <c:v>102.83814960398119</c:v>
                </c:pt>
                <c:pt idx="15">
                  <c:v>104.03124089618851</c:v>
                </c:pt>
                <c:pt idx="16">
                  <c:v>105.86021747120709</c:v>
                </c:pt>
                <c:pt idx="17">
                  <c:v>106.6543862137073</c:v>
                </c:pt>
                <c:pt idx="18">
                  <c:v>108.6240588505957</c:v>
                </c:pt>
                <c:pt idx="19">
                  <c:v>107.0090368280282</c:v>
                </c:pt>
                <c:pt idx="20">
                  <c:v>107.66086656808849</c:v>
                </c:pt>
                <c:pt idx="21">
                  <c:v>108.4516992398204</c:v>
                </c:pt>
                <c:pt idx="22">
                  <c:v>106.9280072043527</c:v>
                </c:pt>
                <c:pt idx="23">
                  <c:v>106.3195167787766</c:v>
                </c:pt>
                <c:pt idx="24">
                  <c:v>106.4899034529723</c:v>
                </c:pt>
                <c:pt idx="25">
                  <c:v>108.4636172797039</c:v>
                </c:pt>
                <c:pt idx="26">
                  <c:v>107.5426409602195</c:v>
                </c:pt>
                <c:pt idx="27">
                  <c:v>106.7001174108383</c:v>
                </c:pt>
                <c:pt idx="28">
                  <c:v>106.6159049414959</c:v>
                </c:pt>
                <c:pt idx="29">
                  <c:v>108.4849772204964</c:v>
                </c:pt>
                <c:pt idx="30">
                  <c:v>108.2062101540494</c:v>
                </c:pt>
                <c:pt idx="31">
                  <c:v>113.1179226628967</c:v>
                </c:pt>
                <c:pt idx="32">
                  <c:v>111.3100812201415</c:v>
                </c:pt>
                <c:pt idx="33">
                  <c:v>110.7228447052119</c:v>
                </c:pt>
                <c:pt idx="34">
                  <c:v>110.7228447052119</c:v>
                </c:pt>
                <c:pt idx="35">
                  <c:v>110.7228447052119</c:v>
                </c:pt>
                <c:pt idx="36">
                  <c:v>109.8212508712661</c:v>
                </c:pt>
                <c:pt idx="37">
                  <c:v>110.50747995112189</c:v>
                </c:pt>
                <c:pt idx="38">
                  <c:v>111.03441500351229</c:v>
                </c:pt>
                <c:pt idx="39">
                  <c:v>111.0146696932086</c:v>
                </c:pt>
                <c:pt idx="40">
                  <c:v>112.7794739428996</c:v>
                </c:pt>
                <c:pt idx="41">
                  <c:v>113.2225906753382</c:v>
                </c:pt>
                <c:pt idx="42">
                  <c:v>112.7547518288834</c:v>
                </c:pt>
                <c:pt idx="43">
                  <c:v>113.2127949510065</c:v>
                </c:pt>
                <c:pt idx="44">
                  <c:v>113.9744398720719</c:v>
                </c:pt>
                <c:pt idx="45">
                  <c:v>110.0316579407658</c:v>
                </c:pt>
                <c:pt idx="46">
                  <c:v>109.8286069154734</c:v>
                </c:pt>
                <c:pt idx="47">
                  <c:v>107.48975005916689</c:v>
                </c:pt>
                <c:pt idx="48">
                  <c:v>106.551905472109</c:v>
                </c:pt>
                <c:pt idx="49">
                  <c:v>106.2039936842224</c:v>
                </c:pt>
                <c:pt idx="50">
                  <c:v>106.1272097120372</c:v>
                </c:pt>
                <c:pt idx="51">
                  <c:v>104.90033474158371</c:v>
                </c:pt>
                <c:pt idx="52">
                  <c:v>104.2293389458234</c:v>
                </c:pt>
                <c:pt idx="53">
                  <c:v>103.1891523235837</c:v>
                </c:pt>
                <c:pt idx="54">
                  <c:v>103.7499729818073</c:v>
                </c:pt>
                <c:pt idx="55">
                  <c:v>104.3633547855968</c:v>
                </c:pt>
                <c:pt idx="56">
                  <c:v>104.11499412818949</c:v>
                </c:pt>
                <c:pt idx="57">
                  <c:v>103.73781363984649</c:v>
                </c:pt>
                <c:pt idx="58">
                  <c:v>102.3157748346773</c:v>
                </c:pt>
                <c:pt idx="59">
                  <c:v>106.3509509209112</c:v>
                </c:pt>
                <c:pt idx="60">
                  <c:v>107.94512020546971</c:v>
                </c:pt>
                <c:pt idx="61">
                  <c:v>109.0351908907075</c:v>
                </c:pt>
                <c:pt idx="62">
                  <c:v>110.4580373102836</c:v>
                </c:pt>
                <c:pt idx="63">
                  <c:v>111.9386318567275</c:v>
                </c:pt>
                <c:pt idx="64">
                  <c:v>113.27174546562691</c:v>
                </c:pt>
                <c:pt idx="65">
                  <c:v>113.6806120684694</c:v>
                </c:pt>
                <c:pt idx="66">
                  <c:v>113.371022747404</c:v>
                </c:pt>
                <c:pt idx="67">
                  <c:v>113.5233731612831</c:v>
                </c:pt>
                <c:pt idx="68">
                  <c:v>113.5233731612831</c:v>
                </c:pt>
                <c:pt idx="69">
                  <c:v>112.48093423316649</c:v>
                </c:pt>
                <c:pt idx="70">
                  <c:v>110.5719902653961</c:v>
                </c:pt>
                <c:pt idx="71">
                  <c:v>111.52360830419499</c:v>
                </c:pt>
                <c:pt idx="72">
                  <c:v>112.23617419772459</c:v>
                </c:pt>
                <c:pt idx="73">
                  <c:v>113.1823826672038</c:v>
                </c:pt>
                <c:pt idx="74">
                  <c:v>113.712393863359</c:v>
                </c:pt>
                <c:pt idx="75">
                  <c:v>115.49046651065851</c:v>
                </c:pt>
                <c:pt idx="76">
                  <c:v>112.55023886125269</c:v>
                </c:pt>
                <c:pt idx="77">
                  <c:v>112.2977492517327</c:v>
                </c:pt>
                <c:pt idx="78">
                  <c:v>111.86716564093609</c:v>
                </c:pt>
                <c:pt idx="79">
                  <c:v>111.3758597240065</c:v>
                </c:pt>
                <c:pt idx="80">
                  <c:v>111.3758597240065</c:v>
                </c:pt>
                <c:pt idx="81">
                  <c:v>110.6217894544962</c:v>
                </c:pt>
                <c:pt idx="82">
                  <c:v>108.8064970595086</c:v>
                </c:pt>
                <c:pt idx="83">
                  <c:v>107.9471035031024</c:v>
                </c:pt>
                <c:pt idx="84">
                  <c:v>107.6922265071843</c:v>
                </c:pt>
                <c:pt idx="85">
                  <c:v>107.9872214479328</c:v>
                </c:pt>
                <c:pt idx="86">
                  <c:v>106.19672117898359</c:v>
                </c:pt>
                <c:pt idx="87">
                  <c:v>106.3710900007342</c:v>
                </c:pt>
                <c:pt idx="88">
                  <c:v>106.3710900007342</c:v>
                </c:pt>
                <c:pt idx="89">
                  <c:v>106.59771678888821</c:v>
                </c:pt>
                <c:pt idx="90">
                  <c:v>107.09579133211049</c:v>
                </c:pt>
                <c:pt idx="91">
                  <c:v>107.88168836371651</c:v>
                </c:pt>
                <c:pt idx="92">
                  <c:v>105.8059779822283</c:v>
                </c:pt>
                <c:pt idx="93">
                  <c:v>106.12012846971911</c:v>
                </c:pt>
                <c:pt idx="94">
                  <c:v>105.31832762821151</c:v>
                </c:pt>
                <c:pt idx="95">
                  <c:v>104.6742658630765</c:v>
                </c:pt>
                <c:pt idx="96">
                  <c:v>104.9513126262692</c:v>
                </c:pt>
                <c:pt idx="97">
                  <c:v>104.9174053717511</c:v>
                </c:pt>
                <c:pt idx="98">
                  <c:v>104.25129123151611</c:v>
                </c:pt>
                <c:pt idx="99">
                  <c:v>103.3029136221963</c:v>
                </c:pt>
                <c:pt idx="100">
                  <c:v>101.9866757609319</c:v>
                </c:pt>
                <c:pt idx="101">
                  <c:v>104.4780847153977</c:v>
                </c:pt>
                <c:pt idx="102">
                  <c:v>104.6124350274891</c:v>
                </c:pt>
                <c:pt idx="103">
                  <c:v>104.327404418789</c:v>
                </c:pt>
                <c:pt idx="104">
                  <c:v>103.3315021541007</c:v>
                </c:pt>
                <c:pt idx="105">
                  <c:v>102.9294186919788</c:v>
                </c:pt>
                <c:pt idx="106">
                  <c:v>103.3218952923423</c:v>
                </c:pt>
                <c:pt idx="107">
                  <c:v>102.6259524201451</c:v>
                </c:pt>
                <c:pt idx="108">
                  <c:v>100.72064953265971</c:v>
                </c:pt>
                <c:pt idx="109">
                  <c:v>100.17702220074329</c:v>
                </c:pt>
                <c:pt idx="110">
                  <c:v>101.6727718551294</c:v>
                </c:pt>
                <c:pt idx="111">
                  <c:v>100.88147672866251</c:v>
                </c:pt>
                <c:pt idx="112">
                  <c:v>100.88147672866251</c:v>
                </c:pt>
                <c:pt idx="113">
                  <c:v>100.6487763820292</c:v>
                </c:pt>
                <c:pt idx="114">
                  <c:v>100.4056054061037</c:v>
                </c:pt>
                <c:pt idx="115">
                  <c:v>100.292211050565</c:v>
                </c:pt>
                <c:pt idx="116">
                  <c:v>100.4590713128438</c:v>
                </c:pt>
                <c:pt idx="117">
                  <c:v>100.8423387721307</c:v>
                </c:pt>
                <c:pt idx="118">
                  <c:v>101.16623314483159</c:v>
                </c:pt>
                <c:pt idx="119">
                  <c:v>100.24427619197149</c:v>
                </c:pt>
                <c:pt idx="120">
                  <c:v>100.73151587531601</c:v>
                </c:pt>
                <c:pt idx="121">
                  <c:v>99.2791577128651</c:v>
                </c:pt>
                <c:pt idx="122">
                  <c:v>99.161210516748127</c:v>
                </c:pt>
                <c:pt idx="123">
                  <c:v>98.489586594313337</c:v>
                </c:pt>
                <c:pt idx="124">
                  <c:v>98.565694470179338</c:v>
                </c:pt>
                <c:pt idx="125">
                  <c:v>99.492112075597902</c:v>
                </c:pt>
                <c:pt idx="126">
                  <c:v>98.196686380262648</c:v>
                </c:pt>
                <c:pt idx="127">
                  <c:v>98.605202607599054</c:v>
                </c:pt>
                <c:pt idx="128">
                  <c:v>98.125883077270245</c:v>
                </c:pt>
                <c:pt idx="129">
                  <c:v>98.328849665997964</c:v>
                </c:pt>
                <c:pt idx="130">
                  <c:v>97.393714426867092</c:v>
                </c:pt>
                <c:pt idx="131">
                  <c:v>98.359323864089106</c:v>
                </c:pt>
                <c:pt idx="132">
                  <c:v>98.124822471812152</c:v>
                </c:pt>
                <c:pt idx="133">
                  <c:v>98.396530399857113</c:v>
                </c:pt>
                <c:pt idx="134">
                  <c:v>97.990643554678385</c:v>
                </c:pt>
                <c:pt idx="135">
                  <c:v>98.305629862856009</c:v>
                </c:pt>
                <c:pt idx="136">
                  <c:v>97.031797101928532</c:v>
                </c:pt>
                <c:pt idx="137">
                  <c:v>97.226798874797453</c:v>
                </c:pt>
                <c:pt idx="138">
                  <c:v>98.292698558309624</c:v>
                </c:pt>
                <c:pt idx="139">
                  <c:v>98.41407643170497</c:v>
                </c:pt>
                <c:pt idx="140">
                  <c:v>98.910897856522809</c:v>
                </c:pt>
                <c:pt idx="141">
                  <c:v>99.498018413952778</c:v>
                </c:pt>
                <c:pt idx="142">
                  <c:v>98.825835799680505</c:v>
                </c:pt>
                <c:pt idx="143">
                  <c:v>98.876658076843754</c:v>
                </c:pt>
                <c:pt idx="144">
                  <c:v>97.960532260255235</c:v>
                </c:pt>
                <c:pt idx="145">
                  <c:v>98.501314271667567</c:v>
                </c:pt>
                <c:pt idx="146">
                  <c:v>101.630557160278</c:v>
                </c:pt>
                <c:pt idx="147">
                  <c:v>101.2390009768751</c:v>
                </c:pt>
                <c:pt idx="148">
                  <c:v>99.90417649934642</c:v>
                </c:pt>
                <c:pt idx="149">
                  <c:v>102.1687649930002</c:v>
                </c:pt>
                <c:pt idx="150">
                  <c:v>104.2250527313585</c:v>
                </c:pt>
                <c:pt idx="151">
                  <c:v>104.7398495713914</c:v>
                </c:pt>
                <c:pt idx="152">
                  <c:v>106.7559749912464</c:v>
                </c:pt>
                <c:pt idx="153">
                  <c:v>106.7368490901457</c:v>
                </c:pt>
                <c:pt idx="154">
                  <c:v>106.0265012040188</c:v>
                </c:pt>
                <c:pt idx="155">
                  <c:v>105.92440777057131</c:v>
                </c:pt>
                <c:pt idx="156">
                  <c:v>106.6638935066551</c:v>
                </c:pt>
                <c:pt idx="157">
                  <c:v>104.6411411304404</c:v>
                </c:pt>
                <c:pt idx="158">
                  <c:v>103.922015451165</c:v>
                </c:pt>
                <c:pt idx="159">
                  <c:v>104.16545406768491</c:v>
                </c:pt>
                <c:pt idx="160">
                  <c:v>101.95282775237381</c:v>
                </c:pt>
                <c:pt idx="161">
                  <c:v>103.5780625194426</c:v>
                </c:pt>
                <c:pt idx="162">
                  <c:v>103.20090973518521</c:v>
                </c:pt>
                <c:pt idx="163">
                  <c:v>103.4802548813345</c:v>
                </c:pt>
                <c:pt idx="164">
                  <c:v>103.18241941052651</c:v>
                </c:pt>
                <c:pt idx="165">
                  <c:v>103.486509025103</c:v>
                </c:pt>
                <c:pt idx="166">
                  <c:v>104.9271388124522</c:v>
                </c:pt>
                <c:pt idx="167">
                  <c:v>106.5776193476365</c:v>
                </c:pt>
                <c:pt idx="168">
                  <c:v>108.69402736442569</c:v>
                </c:pt>
                <c:pt idx="169">
                  <c:v>108.5094251840851</c:v>
                </c:pt>
                <c:pt idx="170">
                  <c:v>109.1143405105616</c:v>
                </c:pt>
                <c:pt idx="171">
                  <c:v>109.1272486787318</c:v>
                </c:pt>
                <c:pt idx="172">
                  <c:v>110.2103735025163</c:v>
                </c:pt>
                <c:pt idx="173">
                  <c:v>109.2625324660015</c:v>
                </c:pt>
                <c:pt idx="174">
                  <c:v>109.4710800853248</c:v>
                </c:pt>
                <c:pt idx="175">
                  <c:v>110.3152839814253</c:v>
                </c:pt>
                <c:pt idx="176">
                  <c:v>112.6383578430757</c:v>
                </c:pt>
                <c:pt idx="177">
                  <c:v>110.7349617119109</c:v>
                </c:pt>
                <c:pt idx="178">
                  <c:v>109.9124604864751</c:v>
                </c:pt>
                <c:pt idx="179">
                  <c:v>109.9124604864751</c:v>
                </c:pt>
                <c:pt idx="180">
                  <c:v>110.4005373665027</c:v>
                </c:pt>
                <c:pt idx="181">
                  <c:v>109.5747281411773</c:v>
                </c:pt>
                <c:pt idx="182">
                  <c:v>110.419922819148</c:v>
                </c:pt>
                <c:pt idx="183">
                  <c:v>110.46196653948419</c:v>
                </c:pt>
                <c:pt idx="184">
                  <c:v>108.9974568146062</c:v>
                </c:pt>
                <c:pt idx="185">
                  <c:v>109.7424935253004</c:v>
                </c:pt>
              </c:numCache>
            </c:numRef>
          </c:val>
          <c:smooth val="1"/>
          <c:extLst>
            <c:ext xmlns:c16="http://schemas.microsoft.com/office/drawing/2014/chart" uri="{C3380CC4-5D6E-409C-BE32-E72D297353CC}">
              <c16:uniqueId val="{00000000-9E38-4C53-A066-5A6000A37225}"/>
            </c:ext>
          </c:extLst>
        </c:ser>
        <c:ser>
          <c:idx val="1"/>
          <c:order val="1"/>
          <c:tx>
            <c:v>Ibovespa</c:v>
          </c:tx>
          <c:spPr>
            <a:ln w="19050">
              <a:solidFill>
                <a:srgbClr val="8EB3DF"/>
              </a:solidFill>
            </a:ln>
          </c:spPr>
          <c:marker>
            <c:symbol val="none"/>
          </c:marker>
          <c:cat>
            <c:numRef>
              <c:f>Sheet1!$A$2:$A$187</c:f>
              <c:numCache>
                <c:formatCode>yyyy\-mm\-dd</c:formatCode>
                <c:ptCount val="186"/>
                <c:pt idx="0">
                  <c:v>46021</c:v>
                </c:pt>
                <c:pt idx="1">
                  <c:v>46022</c:v>
                </c:pt>
                <c:pt idx="2">
                  <c:v>46023</c:v>
                </c:pt>
                <c:pt idx="3">
                  <c:v>46024</c:v>
                </c:pt>
                <c:pt idx="4">
                  <c:v>46027</c:v>
                </c:pt>
                <c:pt idx="5">
                  <c:v>46028</c:v>
                </c:pt>
                <c:pt idx="6">
                  <c:v>46029</c:v>
                </c:pt>
                <c:pt idx="7">
                  <c:v>46030</c:v>
                </c:pt>
                <c:pt idx="8">
                  <c:v>46031</c:v>
                </c:pt>
                <c:pt idx="9">
                  <c:v>46034</c:v>
                </c:pt>
                <c:pt idx="10">
                  <c:v>46035</c:v>
                </c:pt>
                <c:pt idx="11">
                  <c:v>46036</c:v>
                </c:pt>
                <c:pt idx="12">
                  <c:v>46037</c:v>
                </c:pt>
                <c:pt idx="13">
                  <c:v>46038</c:v>
                </c:pt>
                <c:pt idx="14">
                  <c:v>46041</c:v>
                </c:pt>
                <c:pt idx="15">
                  <c:v>46042</c:v>
                </c:pt>
                <c:pt idx="16">
                  <c:v>46043</c:v>
                </c:pt>
                <c:pt idx="17">
                  <c:v>46044</c:v>
                </c:pt>
                <c:pt idx="18">
                  <c:v>46045</c:v>
                </c:pt>
                <c:pt idx="19">
                  <c:v>46048</c:v>
                </c:pt>
                <c:pt idx="20">
                  <c:v>46049</c:v>
                </c:pt>
                <c:pt idx="21">
                  <c:v>46050</c:v>
                </c:pt>
                <c:pt idx="22">
                  <c:v>46051</c:v>
                </c:pt>
                <c:pt idx="23">
                  <c:v>46052</c:v>
                </c:pt>
                <c:pt idx="24">
                  <c:v>46055</c:v>
                </c:pt>
                <c:pt idx="25">
                  <c:v>46056</c:v>
                </c:pt>
                <c:pt idx="26">
                  <c:v>46057</c:v>
                </c:pt>
                <c:pt idx="27">
                  <c:v>46058</c:v>
                </c:pt>
                <c:pt idx="28">
                  <c:v>46059</c:v>
                </c:pt>
                <c:pt idx="29">
                  <c:v>46062</c:v>
                </c:pt>
                <c:pt idx="30">
                  <c:v>46063</c:v>
                </c:pt>
                <c:pt idx="31">
                  <c:v>46064</c:v>
                </c:pt>
                <c:pt idx="32">
                  <c:v>46065</c:v>
                </c:pt>
                <c:pt idx="33">
                  <c:v>46066</c:v>
                </c:pt>
                <c:pt idx="34">
                  <c:v>46069</c:v>
                </c:pt>
                <c:pt idx="35">
                  <c:v>46070</c:v>
                </c:pt>
                <c:pt idx="36">
                  <c:v>46071</c:v>
                </c:pt>
                <c:pt idx="37">
                  <c:v>46072</c:v>
                </c:pt>
                <c:pt idx="38">
                  <c:v>46073</c:v>
                </c:pt>
                <c:pt idx="39">
                  <c:v>46076</c:v>
                </c:pt>
                <c:pt idx="40">
                  <c:v>46077</c:v>
                </c:pt>
                <c:pt idx="41">
                  <c:v>46078</c:v>
                </c:pt>
                <c:pt idx="42">
                  <c:v>46079</c:v>
                </c:pt>
                <c:pt idx="43">
                  <c:v>46080</c:v>
                </c:pt>
                <c:pt idx="44">
                  <c:v>46083</c:v>
                </c:pt>
                <c:pt idx="45">
                  <c:v>46084</c:v>
                </c:pt>
                <c:pt idx="46">
                  <c:v>46085</c:v>
                </c:pt>
                <c:pt idx="47">
                  <c:v>46086</c:v>
                </c:pt>
                <c:pt idx="48">
                  <c:v>46087</c:v>
                </c:pt>
                <c:pt idx="49">
                  <c:v>46090</c:v>
                </c:pt>
                <c:pt idx="50">
                  <c:v>46091</c:v>
                </c:pt>
                <c:pt idx="51">
                  <c:v>46092</c:v>
                </c:pt>
                <c:pt idx="52">
                  <c:v>46093</c:v>
                </c:pt>
                <c:pt idx="53">
                  <c:v>46094</c:v>
                </c:pt>
                <c:pt idx="54">
                  <c:v>46097</c:v>
                </c:pt>
                <c:pt idx="55">
                  <c:v>46098</c:v>
                </c:pt>
                <c:pt idx="56">
                  <c:v>46099</c:v>
                </c:pt>
                <c:pt idx="57">
                  <c:v>46100</c:v>
                </c:pt>
                <c:pt idx="58">
                  <c:v>46101</c:v>
                </c:pt>
                <c:pt idx="59">
                  <c:v>46104</c:v>
                </c:pt>
                <c:pt idx="60">
                  <c:v>46105</c:v>
                </c:pt>
                <c:pt idx="61">
                  <c:v>46106</c:v>
                </c:pt>
                <c:pt idx="62">
                  <c:v>46107</c:v>
                </c:pt>
                <c:pt idx="63">
                  <c:v>46108</c:v>
                </c:pt>
                <c:pt idx="64">
                  <c:v>46111</c:v>
                </c:pt>
                <c:pt idx="65">
                  <c:v>46112</c:v>
                </c:pt>
                <c:pt idx="66">
                  <c:v>46113</c:v>
                </c:pt>
                <c:pt idx="67">
                  <c:v>46114</c:v>
                </c:pt>
                <c:pt idx="68">
                  <c:v>46115</c:v>
                </c:pt>
                <c:pt idx="69">
                  <c:v>46118</c:v>
                </c:pt>
                <c:pt idx="70">
                  <c:v>46119</c:v>
                </c:pt>
                <c:pt idx="71">
                  <c:v>46120</c:v>
                </c:pt>
                <c:pt idx="72">
                  <c:v>46121</c:v>
                </c:pt>
                <c:pt idx="73">
                  <c:v>46122</c:v>
                </c:pt>
                <c:pt idx="74">
                  <c:v>46125</c:v>
                </c:pt>
                <c:pt idx="75">
                  <c:v>46126</c:v>
                </c:pt>
                <c:pt idx="76">
                  <c:v>46127</c:v>
                </c:pt>
                <c:pt idx="77">
                  <c:v>46128</c:v>
                </c:pt>
                <c:pt idx="78">
                  <c:v>46129</c:v>
                </c:pt>
                <c:pt idx="79">
                  <c:v>46132</c:v>
                </c:pt>
                <c:pt idx="80">
                  <c:v>46133</c:v>
                </c:pt>
                <c:pt idx="81">
                  <c:v>46134</c:v>
                </c:pt>
                <c:pt idx="82">
                  <c:v>46135</c:v>
                </c:pt>
                <c:pt idx="83">
                  <c:v>46136</c:v>
                </c:pt>
                <c:pt idx="84">
                  <c:v>46139</c:v>
                </c:pt>
                <c:pt idx="85">
                  <c:v>46140</c:v>
                </c:pt>
                <c:pt idx="86">
                  <c:v>46141</c:v>
                </c:pt>
                <c:pt idx="87">
                  <c:v>46142</c:v>
                </c:pt>
                <c:pt idx="88">
                  <c:v>46143</c:v>
                </c:pt>
                <c:pt idx="89">
                  <c:v>46146</c:v>
                </c:pt>
                <c:pt idx="90">
                  <c:v>46147</c:v>
                </c:pt>
                <c:pt idx="91">
                  <c:v>46148</c:v>
                </c:pt>
                <c:pt idx="92">
                  <c:v>46149</c:v>
                </c:pt>
                <c:pt idx="93">
                  <c:v>46150</c:v>
                </c:pt>
                <c:pt idx="94">
                  <c:v>46153</c:v>
                </c:pt>
                <c:pt idx="95">
                  <c:v>46154</c:v>
                </c:pt>
                <c:pt idx="96">
                  <c:v>46155</c:v>
                </c:pt>
                <c:pt idx="97">
                  <c:v>46156</c:v>
                </c:pt>
                <c:pt idx="98">
                  <c:v>46157</c:v>
                </c:pt>
                <c:pt idx="99">
                  <c:v>46160</c:v>
                </c:pt>
                <c:pt idx="100">
                  <c:v>46161</c:v>
                </c:pt>
                <c:pt idx="101">
                  <c:v>46162</c:v>
                </c:pt>
                <c:pt idx="102">
                  <c:v>46163</c:v>
                </c:pt>
                <c:pt idx="103">
                  <c:v>46164</c:v>
                </c:pt>
                <c:pt idx="104">
                  <c:v>46167</c:v>
                </c:pt>
                <c:pt idx="105">
                  <c:v>46168</c:v>
                </c:pt>
                <c:pt idx="106">
                  <c:v>46169</c:v>
                </c:pt>
                <c:pt idx="107">
                  <c:v>46170</c:v>
                </c:pt>
                <c:pt idx="108">
                  <c:v>46171</c:v>
                </c:pt>
                <c:pt idx="109">
                  <c:v>46174</c:v>
                </c:pt>
                <c:pt idx="110">
                  <c:v>46175</c:v>
                </c:pt>
                <c:pt idx="111">
                  <c:v>46176</c:v>
                </c:pt>
                <c:pt idx="112">
                  <c:v>46177</c:v>
                </c:pt>
                <c:pt idx="113">
                  <c:v>46178</c:v>
                </c:pt>
                <c:pt idx="114">
                  <c:v>46181</c:v>
                </c:pt>
                <c:pt idx="115">
                  <c:v>46182</c:v>
                </c:pt>
                <c:pt idx="116">
                  <c:v>46183</c:v>
                </c:pt>
                <c:pt idx="117">
                  <c:v>46184</c:v>
                </c:pt>
                <c:pt idx="118">
                  <c:v>46185</c:v>
                </c:pt>
                <c:pt idx="119">
                  <c:v>46188</c:v>
                </c:pt>
                <c:pt idx="120">
                  <c:v>46189</c:v>
                </c:pt>
                <c:pt idx="121">
                  <c:v>46190</c:v>
                </c:pt>
                <c:pt idx="122">
                  <c:v>46191</c:v>
                </c:pt>
                <c:pt idx="123">
                  <c:v>46192</c:v>
                </c:pt>
                <c:pt idx="124">
                  <c:v>46195</c:v>
                </c:pt>
                <c:pt idx="125">
                  <c:v>46196</c:v>
                </c:pt>
                <c:pt idx="126">
                  <c:v>46197</c:v>
                </c:pt>
                <c:pt idx="127">
                  <c:v>46198</c:v>
                </c:pt>
                <c:pt idx="128">
                  <c:v>46199</c:v>
                </c:pt>
                <c:pt idx="129">
                  <c:v>46202</c:v>
                </c:pt>
                <c:pt idx="130">
                  <c:v>46203</c:v>
                </c:pt>
                <c:pt idx="131">
                  <c:v>46204</c:v>
                </c:pt>
                <c:pt idx="132">
                  <c:v>46205</c:v>
                </c:pt>
                <c:pt idx="133">
                  <c:v>46206</c:v>
                </c:pt>
                <c:pt idx="134">
                  <c:v>46209</c:v>
                </c:pt>
                <c:pt idx="135">
                  <c:v>46210</c:v>
                </c:pt>
                <c:pt idx="136">
                  <c:v>46211</c:v>
                </c:pt>
                <c:pt idx="137">
                  <c:v>46212</c:v>
                </c:pt>
                <c:pt idx="138">
                  <c:v>46213</c:v>
                </c:pt>
                <c:pt idx="139">
                  <c:v>46216</c:v>
                </c:pt>
                <c:pt idx="140">
                  <c:v>46217</c:v>
                </c:pt>
                <c:pt idx="141">
                  <c:v>46218</c:v>
                </c:pt>
                <c:pt idx="142">
                  <c:v>46219</c:v>
                </c:pt>
                <c:pt idx="143">
                  <c:v>46220</c:v>
                </c:pt>
                <c:pt idx="144">
                  <c:v>46223</c:v>
                </c:pt>
                <c:pt idx="145">
                  <c:v>46224</c:v>
                </c:pt>
                <c:pt idx="146">
                  <c:v>46225</c:v>
                </c:pt>
                <c:pt idx="147">
                  <c:v>46226</c:v>
                </c:pt>
                <c:pt idx="148">
                  <c:v>46227</c:v>
                </c:pt>
                <c:pt idx="149">
                  <c:v>46230</c:v>
                </c:pt>
                <c:pt idx="150">
                  <c:v>46231</c:v>
                </c:pt>
                <c:pt idx="151">
                  <c:v>46232</c:v>
                </c:pt>
                <c:pt idx="152">
                  <c:v>46233</c:v>
                </c:pt>
                <c:pt idx="153">
                  <c:v>46234</c:v>
                </c:pt>
                <c:pt idx="154">
                  <c:v>46237</c:v>
                </c:pt>
                <c:pt idx="155">
                  <c:v>46238</c:v>
                </c:pt>
                <c:pt idx="156">
                  <c:v>46239</c:v>
                </c:pt>
                <c:pt idx="157">
                  <c:v>46240</c:v>
                </c:pt>
                <c:pt idx="158">
                  <c:v>46241</c:v>
                </c:pt>
                <c:pt idx="159">
                  <c:v>46244</c:v>
                </c:pt>
                <c:pt idx="160">
                  <c:v>46245</c:v>
                </c:pt>
                <c:pt idx="161">
                  <c:v>46246</c:v>
                </c:pt>
                <c:pt idx="162">
                  <c:v>46247</c:v>
                </c:pt>
                <c:pt idx="163">
                  <c:v>46248</c:v>
                </c:pt>
                <c:pt idx="164">
                  <c:v>46251</c:v>
                </c:pt>
                <c:pt idx="165">
                  <c:v>46252</c:v>
                </c:pt>
                <c:pt idx="166">
                  <c:v>46253</c:v>
                </c:pt>
                <c:pt idx="167">
                  <c:v>46254</c:v>
                </c:pt>
                <c:pt idx="168">
                  <c:v>46255</c:v>
                </c:pt>
                <c:pt idx="169">
                  <c:v>46258</c:v>
                </c:pt>
                <c:pt idx="170">
                  <c:v>46259</c:v>
                </c:pt>
                <c:pt idx="171">
                  <c:v>46260</c:v>
                </c:pt>
                <c:pt idx="172">
                  <c:v>46261</c:v>
                </c:pt>
                <c:pt idx="173">
                  <c:v>46262</c:v>
                </c:pt>
                <c:pt idx="174">
                  <c:v>46265</c:v>
                </c:pt>
                <c:pt idx="175">
                  <c:v>46266</c:v>
                </c:pt>
                <c:pt idx="176">
                  <c:v>46267</c:v>
                </c:pt>
                <c:pt idx="177">
                  <c:v>46268</c:v>
                </c:pt>
                <c:pt idx="178">
                  <c:v>46269</c:v>
                </c:pt>
                <c:pt idx="179">
                  <c:v>46272</c:v>
                </c:pt>
                <c:pt idx="180">
                  <c:v>46273</c:v>
                </c:pt>
                <c:pt idx="181">
                  <c:v>46274</c:v>
                </c:pt>
                <c:pt idx="182">
                  <c:v>46275</c:v>
                </c:pt>
                <c:pt idx="183">
                  <c:v>46276</c:v>
                </c:pt>
                <c:pt idx="184">
                  <c:v>46279</c:v>
                </c:pt>
                <c:pt idx="185">
                  <c:v>46280</c:v>
                </c:pt>
              </c:numCache>
            </c:numRef>
          </c:cat>
          <c:val>
            <c:numRef>
              <c:f>Sheet1!$C$2:$C$187</c:f>
              <c:numCache>
                <c:formatCode>General</c:formatCode>
                <c:ptCount val="186"/>
                <c:pt idx="0">
                  <c:v>100</c:v>
                </c:pt>
                <c:pt idx="1">
                  <c:v>100</c:v>
                </c:pt>
                <c:pt idx="2">
                  <c:v>100</c:v>
                </c:pt>
                <c:pt idx="3">
                  <c:v>99.635886018446385</c:v>
                </c:pt>
                <c:pt idx="4">
                  <c:v>100.46199428432659</c:v>
                </c:pt>
                <c:pt idx="5">
                  <c:v>101.5754874604788</c:v>
                </c:pt>
                <c:pt idx="6">
                  <c:v>100.5274588353156</c:v>
                </c:pt>
                <c:pt idx="7">
                  <c:v>101.1240377601615</c:v>
                </c:pt>
                <c:pt idx="8">
                  <c:v>101.39328772371481</c:v>
                </c:pt>
                <c:pt idx="9">
                  <c:v>101.25677290919489</c:v>
                </c:pt>
                <c:pt idx="10">
                  <c:v>100.5260996452638</c:v>
                </c:pt>
                <c:pt idx="11">
                  <c:v>102.49533018915641</c:v>
                </c:pt>
                <c:pt idx="12">
                  <c:v>102.7574490596981</c:v>
                </c:pt>
                <c:pt idx="13">
                  <c:v>102.2805905736632</c:v>
                </c:pt>
                <c:pt idx="14">
                  <c:v>102.3111816593501</c:v>
                </c:pt>
                <c:pt idx="15">
                  <c:v>103.1972184144558</c:v>
                </c:pt>
                <c:pt idx="16">
                  <c:v>106.6353920552673</c:v>
                </c:pt>
                <c:pt idx="17">
                  <c:v>108.9768482765936</c:v>
                </c:pt>
                <c:pt idx="18">
                  <c:v>111.0058211192936</c:v>
                </c:pt>
                <c:pt idx="19">
                  <c:v>110.9202604158489</c:v>
                </c:pt>
                <c:pt idx="20">
                  <c:v>112.9053295579709</c:v>
                </c:pt>
                <c:pt idx="21">
                  <c:v>114.6256793700458</c:v>
                </c:pt>
                <c:pt idx="22">
                  <c:v>113.6591649099084</c:v>
                </c:pt>
                <c:pt idx="23">
                  <c:v>112.56073453857699</c:v>
                </c:pt>
                <c:pt idx="24">
                  <c:v>113.44793188062189</c:v>
                </c:pt>
                <c:pt idx="25">
                  <c:v>115.23599914774439</c:v>
                </c:pt>
                <c:pt idx="26">
                  <c:v>112.7744376940764</c:v>
                </c:pt>
                <c:pt idx="27">
                  <c:v>113.0344960573248</c:v>
                </c:pt>
                <c:pt idx="28">
                  <c:v>113.5449867392081</c:v>
                </c:pt>
                <c:pt idx="29">
                  <c:v>115.5877252601499</c:v>
                </c:pt>
                <c:pt idx="30">
                  <c:v>115.39419893962069</c:v>
                </c:pt>
                <c:pt idx="31">
                  <c:v>117.7338615265864</c:v>
                </c:pt>
                <c:pt idx="32">
                  <c:v>116.5343607899861</c:v>
                </c:pt>
                <c:pt idx="33">
                  <c:v>115.72621989944849</c:v>
                </c:pt>
                <c:pt idx="34">
                  <c:v>115.72621989944849</c:v>
                </c:pt>
                <c:pt idx="35">
                  <c:v>115.72621989944849</c:v>
                </c:pt>
                <c:pt idx="36">
                  <c:v>115.4481817481629</c:v>
                </c:pt>
                <c:pt idx="37">
                  <c:v>117.0110082602138</c:v>
                </c:pt>
                <c:pt idx="38">
                  <c:v>118.2522777139317</c:v>
                </c:pt>
                <c:pt idx="39">
                  <c:v>117.2090341825127</c:v>
                </c:pt>
                <c:pt idx="40">
                  <c:v>118.8455921001143</c:v>
                </c:pt>
                <c:pt idx="41">
                  <c:v>118.6948150995712</c:v>
                </c:pt>
                <c:pt idx="42">
                  <c:v>118.5443484163915</c:v>
                </c:pt>
                <c:pt idx="43">
                  <c:v>117.1677557668293</c:v>
                </c:pt>
                <c:pt idx="44">
                  <c:v>117.490510650185</c:v>
                </c:pt>
                <c:pt idx="45">
                  <c:v>113.64124097899671</c:v>
                </c:pt>
                <c:pt idx="46">
                  <c:v>115.0448498582191</c:v>
                </c:pt>
                <c:pt idx="47">
                  <c:v>112.0021260463203</c:v>
                </c:pt>
                <c:pt idx="48">
                  <c:v>111.3200360688078</c:v>
                </c:pt>
                <c:pt idx="49">
                  <c:v>112.2823550381917</c:v>
                </c:pt>
                <c:pt idx="50">
                  <c:v>113.8535787380969</c:v>
                </c:pt>
                <c:pt idx="51">
                  <c:v>114.1777672876717</c:v>
                </c:pt>
                <c:pt idx="52">
                  <c:v>111.2701804811992</c:v>
                </c:pt>
                <c:pt idx="53">
                  <c:v>110.2578135274414</c:v>
                </c:pt>
                <c:pt idx="54">
                  <c:v>111.6369445730365</c:v>
                </c:pt>
                <c:pt idx="55">
                  <c:v>111.96854350125</c:v>
                </c:pt>
                <c:pt idx="56">
                  <c:v>111.4907664758194</c:v>
                </c:pt>
                <c:pt idx="57">
                  <c:v>111.88220700439661</c:v>
                </c:pt>
                <c:pt idx="58">
                  <c:v>109.3678791862511</c:v>
                </c:pt>
                <c:pt idx="59">
                  <c:v>112.9132736824747</c:v>
                </c:pt>
                <c:pt idx="60">
                  <c:v>113.271510253165</c:v>
                </c:pt>
                <c:pt idx="61">
                  <c:v>115.0807473708206</c:v>
                </c:pt>
                <c:pt idx="62">
                  <c:v>113.4102407336598</c:v>
                </c:pt>
                <c:pt idx="63">
                  <c:v>112.680430151999</c:v>
                </c:pt>
                <c:pt idx="64">
                  <c:v>113.2746506648829</c:v>
                </c:pt>
                <c:pt idx="65">
                  <c:v>116.34532786487939</c:v>
                </c:pt>
                <c:pt idx="66">
                  <c:v>116.650102960198</c:v>
                </c:pt>
                <c:pt idx="67">
                  <c:v>116.711614067977</c:v>
                </c:pt>
                <c:pt idx="68">
                  <c:v>116.711614067977</c:v>
                </c:pt>
                <c:pt idx="69">
                  <c:v>116.77985285619511</c:v>
                </c:pt>
                <c:pt idx="70">
                  <c:v>116.84001718661681</c:v>
                </c:pt>
                <c:pt idx="71">
                  <c:v>119.2867144385766</c:v>
                </c:pt>
                <c:pt idx="72">
                  <c:v>121.1039887759451</c:v>
                </c:pt>
                <c:pt idx="73">
                  <c:v>122.4660461602043</c:v>
                </c:pt>
                <c:pt idx="74">
                  <c:v>122.8861165687315</c:v>
                </c:pt>
                <c:pt idx="75">
                  <c:v>123.2936377430817</c:v>
                </c:pt>
                <c:pt idx="76">
                  <c:v>122.7228275720949</c:v>
                </c:pt>
                <c:pt idx="77">
                  <c:v>122.152451845417</c:v>
                </c:pt>
                <c:pt idx="78">
                  <c:v>121.4790135159969</c:v>
                </c:pt>
                <c:pt idx="79">
                  <c:v>121.72636748638659</c:v>
                </c:pt>
                <c:pt idx="80">
                  <c:v>121.72636748638659</c:v>
                </c:pt>
                <c:pt idx="81">
                  <c:v>119.7135870037102</c:v>
                </c:pt>
                <c:pt idx="82">
                  <c:v>118.7760996297479</c:v>
                </c:pt>
                <c:pt idx="83">
                  <c:v>118.3829833874082</c:v>
                </c:pt>
                <c:pt idx="84">
                  <c:v>117.6591805499035</c:v>
                </c:pt>
                <c:pt idx="85">
                  <c:v>117.0633091486462</c:v>
                </c:pt>
                <c:pt idx="86">
                  <c:v>114.66252645377951</c:v>
                </c:pt>
                <c:pt idx="87">
                  <c:v>116.2558323372663</c:v>
                </c:pt>
                <c:pt idx="88">
                  <c:v>116.2558323372663</c:v>
                </c:pt>
                <c:pt idx="89">
                  <c:v>115.18987978119149</c:v>
                </c:pt>
                <c:pt idx="90">
                  <c:v>115.9059060655687</c:v>
                </c:pt>
                <c:pt idx="91">
                  <c:v>116.4874656300246</c:v>
                </c:pt>
                <c:pt idx="92">
                  <c:v>113.7116147506752</c:v>
                </c:pt>
                <c:pt idx="93">
                  <c:v>114.26399827662151</c:v>
                </c:pt>
                <c:pt idx="94">
                  <c:v>112.8989618456733</c:v>
                </c:pt>
                <c:pt idx="95">
                  <c:v>111.92671272065969</c:v>
                </c:pt>
                <c:pt idx="96">
                  <c:v>109.9133488413401</c:v>
                </c:pt>
                <c:pt idx="97">
                  <c:v>110.7000468020648</c:v>
                </c:pt>
                <c:pt idx="98">
                  <c:v>110.0285014085615</c:v>
                </c:pt>
                <c:pt idx="99">
                  <c:v>109.83733970634169</c:v>
                </c:pt>
                <c:pt idx="100">
                  <c:v>108.16351267339211</c:v>
                </c:pt>
                <c:pt idx="101">
                  <c:v>110.0731250454227</c:v>
                </c:pt>
                <c:pt idx="102">
                  <c:v>110.2556723376337</c:v>
                </c:pt>
                <c:pt idx="103">
                  <c:v>109.3618031722751</c:v>
                </c:pt>
                <c:pt idx="104">
                  <c:v>110.3586108134306</c:v>
                </c:pt>
                <c:pt idx="105">
                  <c:v>109.5972844003399</c:v>
                </c:pt>
                <c:pt idx="106">
                  <c:v>109.07305907195121</c:v>
                </c:pt>
                <c:pt idx="107">
                  <c:v>108.6504316483494</c:v>
                </c:pt>
                <c:pt idx="108">
                  <c:v>107.8585513876555</c:v>
                </c:pt>
                <c:pt idx="109">
                  <c:v>106.87172355290789</c:v>
                </c:pt>
                <c:pt idx="110">
                  <c:v>108.11310472087671</c:v>
                </c:pt>
                <c:pt idx="111">
                  <c:v>105.7131040257658</c:v>
                </c:pt>
                <c:pt idx="112">
                  <c:v>105.7131040257658</c:v>
                </c:pt>
                <c:pt idx="113">
                  <c:v>104.899135375143</c:v>
                </c:pt>
                <c:pt idx="114">
                  <c:v>104.6816649668516</c:v>
                </c:pt>
                <c:pt idx="115">
                  <c:v>105.3919379673108</c:v>
                </c:pt>
                <c:pt idx="116">
                  <c:v>104.65096837326119</c:v>
                </c:pt>
                <c:pt idx="117">
                  <c:v>106.43714270446669</c:v>
                </c:pt>
                <c:pt idx="118">
                  <c:v>106.21087169574849</c:v>
                </c:pt>
                <c:pt idx="119">
                  <c:v>105.76554766018531</c:v>
                </c:pt>
                <c:pt idx="120">
                  <c:v>105.2897318404917</c:v>
                </c:pt>
                <c:pt idx="121">
                  <c:v>104.5483588338695</c:v>
                </c:pt>
                <c:pt idx="122">
                  <c:v>104.4388912807462</c:v>
                </c:pt>
                <c:pt idx="123">
                  <c:v>104.4736840635339</c:v>
                </c:pt>
                <c:pt idx="124">
                  <c:v>105.7377742561584</c:v>
                </c:pt>
                <c:pt idx="125">
                  <c:v>106.28920200462539</c:v>
                </c:pt>
                <c:pt idx="126">
                  <c:v>105.82235435673481</c:v>
                </c:pt>
                <c:pt idx="127">
                  <c:v>106.74309079941909</c:v>
                </c:pt>
                <c:pt idx="128">
                  <c:v>107.5529818798865</c:v>
                </c:pt>
                <c:pt idx="129">
                  <c:v>107.4972550877618</c:v>
                </c:pt>
                <c:pt idx="130">
                  <c:v>106.76414272935421</c:v>
                </c:pt>
                <c:pt idx="131">
                  <c:v>106.5559135721457</c:v>
                </c:pt>
                <c:pt idx="132">
                  <c:v>107.23799734331099</c:v>
                </c:pt>
                <c:pt idx="133">
                  <c:v>108.0340544757166</c:v>
                </c:pt>
                <c:pt idx="134">
                  <c:v>107.0269567107899</c:v>
                </c:pt>
                <c:pt idx="135">
                  <c:v>106.7620077458938</c:v>
                </c:pt>
                <c:pt idx="136">
                  <c:v>105.91345732829041</c:v>
                </c:pt>
                <c:pt idx="137">
                  <c:v>107.2097584632389</c:v>
                </c:pt>
                <c:pt idx="138">
                  <c:v>110.39004596234599</c:v>
                </c:pt>
                <c:pt idx="139">
                  <c:v>109.06977591424619</c:v>
                </c:pt>
                <c:pt idx="140">
                  <c:v>109.6296008505675</c:v>
                </c:pt>
                <c:pt idx="141">
                  <c:v>109.238476845701</c:v>
                </c:pt>
                <c:pt idx="142">
                  <c:v>107.88199896763621</c:v>
                </c:pt>
                <c:pt idx="143">
                  <c:v>107.8129905923567</c:v>
                </c:pt>
                <c:pt idx="144">
                  <c:v>107.60028045242041</c:v>
                </c:pt>
                <c:pt idx="145">
                  <c:v>107.5719174454029</c:v>
                </c:pt>
                <c:pt idx="146">
                  <c:v>110.19218761142329</c:v>
                </c:pt>
                <c:pt idx="147">
                  <c:v>109.6808156282279</c:v>
                </c:pt>
                <c:pt idx="148">
                  <c:v>108.016478100252</c:v>
                </c:pt>
                <c:pt idx="149">
                  <c:v>108.81865469106449</c:v>
                </c:pt>
                <c:pt idx="150">
                  <c:v>109.58221538917179</c:v>
                </c:pt>
                <c:pt idx="151">
                  <c:v>107.91928049567861</c:v>
                </c:pt>
                <c:pt idx="152">
                  <c:v>109.95094068674599</c:v>
                </c:pt>
                <c:pt idx="153">
                  <c:v>110.4723607461693</c:v>
                </c:pt>
                <c:pt idx="154">
                  <c:v>110.4731303332306</c:v>
                </c:pt>
                <c:pt idx="155">
                  <c:v>110.4077961155341</c:v>
                </c:pt>
                <c:pt idx="156">
                  <c:v>110.3030329736403</c:v>
                </c:pt>
                <c:pt idx="157">
                  <c:v>108.9501671896859</c:v>
                </c:pt>
                <c:pt idx="158">
                  <c:v>107.0678193012063</c:v>
                </c:pt>
                <c:pt idx="159">
                  <c:v>106.86084382614609</c:v>
                </c:pt>
                <c:pt idx="160">
                  <c:v>104.1888313429474</c:v>
                </c:pt>
                <c:pt idx="161">
                  <c:v>103.9507744807661</c:v>
                </c:pt>
                <c:pt idx="162">
                  <c:v>103.7086524611239</c:v>
                </c:pt>
                <c:pt idx="163">
                  <c:v>103.6051616204202</c:v>
                </c:pt>
                <c:pt idx="164">
                  <c:v>103.51167541151339</c:v>
                </c:pt>
                <c:pt idx="165">
                  <c:v>103.2331904032245</c:v>
                </c:pt>
                <c:pt idx="166">
                  <c:v>104.16129378011669</c:v>
                </c:pt>
                <c:pt idx="167">
                  <c:v>104.2214208724548</c:v>
                </c:pt>
                <c:pt idx="168">
                  <c:v>106.1482310327666</c:v>
                </c:pt>
                <c:pt idx="169">
                  <c:v>106.69128021242091</c:v>
                </c:pt>
                <c:pt idx="170">
                  <c:v>108.3484245839125</c:v>
                </c:pt>
                <c:pt idx="171">
                  <c:v>108.3542957884286</c:v>
                </c:pt>
                <c:pt idx="172">
                  <c:v>108.6951173486832</c:v>
                </c:pt>
                <c:pt idx="173">
                  <c:v>109.0235634524842</c:v>
                </c:pt>
                <c:pt idx="174">
                  <c:v>110.1122560649512</c:v>
                </c:pt>
                <c:pt idx="175">
                  <c:v>111.5420122852162</c:v>
                </c:pt>
                <c:pt idx="176">
                  <c:v>114.9447104450404</c:v>
                </c:pt>
                <c:pt idx="177">
                  <c:v>114.9341844800729</c:v>
                </c:pt>
                <c:pt idx="178">
                  <c:v>114.90875086896619</c:v>
                </c:pt>
                <c:pt idx="179">
                  <c:v>114.90875086896619</c:v>
                </c:pt>
                <c:pt idx="180">
                  <c:v>116.2863675658278</c:v>
                </c:pt>
                <c:pt idx="181">
                  <c:v>115.2078285374923</c:v>
                </c:pt>
                <c:pt idx="182">
                  <c:v>116.8460249307729</c:v>
                </c:pt>
                <c:pt idx="183">
                  <c:v>116.1870970412667</c:v>
                </c:pt>
                <c:pt idx="184">
                  <c:v>115.128287990898</c:v>
                </c:pt>
                <c:pt idx="185">
                  <c:v>115.7500150348763</c:v>
                </c:pt>
              </c:numCache>
            </c:numRef>
          </c:val>
          <c:smooth val="1"/>
          <c:extLst>
            <c:ext xmlns:c16="http://schemas.microsoft.com/office/drawing/2014/chart" uri="{C3380CC4-5D6E-409C-BE32-E72D297353CC}">
              <c16:uniqueId val="{00000001-9E38-4C53-A066-5A6000A37225}"/>
            </c:ext>
          </c:extLst>
        </c:ser>
        <c:dLbls>
          <c:showLegendKey val="0"/>
          <c:showVal val="0"/>
          <c:showCatName val="0"/>
          <c:showSerName val="0"/>
          <c:showPercent val="0"/>
          <c:showBubbleSize val="0"/>
        </c:dLbls>
        <c:smooth val="0"/>
        <c:axId val="50010001"/>
        <c:axId val="50010002"/>
      </c:lineChart>
      <c:dateAx>
        <c:axId val="50010001"/>
        <c:scaling>
          <c:orientation val="minMax"/>
          <c:max val="46280"/>
          <c:min val="46023"/>
        </c:scaling>
        <c:delete val="0"/>
        <c:axPos val="b"/>
        <c:numFmt formatCode="[$-409]mmm\-yy" sourceLinked="0"/>
        <c:majorTickMark val="out"/>
        <c:minorTickMark val="cross"/>
        <c:tickLblPos val="low"/>
        <c:spPr>
          <a:ln w="9525">
            <a:solidFill>
              <a:srgbClr val="D9D9D9"/>
            </a:solidFill>
          </a:ln>
        </c:spPr>
        <c:txPr>
          <a:bodyPr rot="-5400000" vert="horz"/>
          <a:lstStyle/>
          <a:p>
            <a:pPr>
              <a:defRPr sz="900" b="0" baseline="0">
                <a:solidFill>
                  <a:srgbClr val="000000"/>
                </a:solidFill>
                <a:latin typeface="Roboto Light"/>
              </a:defRPr>
            </a:pPr>
            <a:endParaRPr lang="en-US"/>
          </a:p>
        </c:txPr>
        <c:crossAx val="50010002"/>
        <c:crosses val="autoZero"/>
        <c:auto val="1"/>
        <c:lblOffset val="100"/>
        <c:baseTimeUnit val="days"/>
        <c:majorUnit val="1"/>
        <c:majorTimeUnit val="months"/>
      </c:dateAx>
      <c:valAx>
        <c:axId val="50010002"/>
        <c:scaling>
          <c:orientation val="minMax"/>
          <c:min val="80"/>
        </c:scaling>
        <c:delete val="0"/>
        <c:axPos val="l"/>
        <c:majorGridlines>
          <c:spPr>
            <a:ln w="6350">
              <a:solidFill>
                <a:srgbClr val="D9D9D9"/>
              </a:solidFill>
              <a:prstDash val="dash"/>
            </a:ln>
          </c:spPr>
        </c:majorGridlines>
        <c:numFmt formatCode="#,##0" sourceLinked="0"/>
        <c:majorTickMark val="none"/>
        <c:minorTickMark val="cross"/>
        <c:tickLblPos val="nextTo"/>
        <c:spPr>
          <a:ln>
            <a:noFill/>
          </a:ln>
        </c:spPr>
        <c:txPr>
          <a:bodyPr/>
          <a:lstStyle/>
          <a:p>
            <a:pPr>
              <a:defRPr sz="900" b="0" baseline="0">
                <a:solidFill>
                  <a:srgbClr val="000000"/>
                </a:solidFill>
                <a:latin typeface="Roboto Light"/>
              </a:defRPr>
            </a:pPr>
            <a:endParaRPr lang="en-US"/>
          </a:p>
        </c:txPr>
        <c:crossAx val="50010001"/>
        <c:crosses val="autoZero"/>
        <c:crossBetween val="between"/>
      </c:valAx>
      <c:spPr>
        <a:noFill/>
        <a:ln>
          <a:noFill/>
        </a:ln>
      </c:spPr>
    </c:plotArea>
    <c:legend>
      <c:legendPos val="t"/>
      <c:overlay val="0"/>
      <c:txPr>
        <a:bodyPr/>
        <a:lstStyle/>
        <a:p>
          <a:pPr>
            <a:defRPr sz="900" b="0" baseline="0">
              <a:solidFill>
                <a:srgbClr val="000000"/>
              </a:solidFill>
              <a:latin typeface="Roboto Light"/>
            </a:defRPr>
          </a:pPr>
          <a:endParaRPr lang="en-US"/>
        </a:p>
      </c:txPr>
    </c:legend>
    <c:plotVisOnly val="1"/>
    <c:dispBlanksAs val="zero"/>
    <c:showDLblsOverMax val="1"/>
  </c:chart>
  <c:spPr>
    <a:solidFill>
      <a:srgbClr val="FFFFFF"/>
    </a:solidFill>
    <a:ln>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4493710795742319E-2"/>
          <c:y val="0.16625699079240144"/>
          <c:w val="0.91550628920425769"/>
          <c:h val="0.60691939163866471"/>
        </c:manualLayout>
      </c:layout>
      <c:lineChart>
        <c:grouping val="standard"/>
        <c:varyColors val="1"/>
        <c:ser>
          <c:idx val="0"/>
          <c:order val="0"/>
          <c:tx>
            <c:v>Forward P/E</c:v>
          </c:tx>
          <c:spPr>
            <a:ln w="28575">
              <a:solidFill>
                <a:srgbClr val="1F2F44"/>
              </a:solidFill>
            </a:ln>
          </c:spPr>
          <c:marker>
            <c:symbol val="none"/>
          </c:marker>
          <c:cat>
            <c:numRef>
              <c:f>Sheet1!$A$2:$A$299</c:f>
              <c:numCache>
                <c:formatCode>yyyy\-mm\-dd</c:formatCode>
                <c:ptCount val="298"/>
                <c:pt idx="0">
                  <c:v>44204</c:v>
                </c:pt>
                <c:pt idx="1">
                  <c:v>44211</c:v>
                </c:pt>
                <c:pt idx="2">
                  <c:v>44218</c:v>
                </c:pt>
                <c:pt idx="3">
                  <c:v>44225</c:v>
                </c:pt>
                <c:pt idx="4">
                  <c:v>44232</c:v>
                </c:pt>
                <c:pt idx="5">
                  <c:v>44239</c:v>
                </c:pt>
                <c:pt idx="6">
                  <c:v>44246</c:v>
                </c:pt>
                <c:pt idx="7">
                  <c:v>44253</c:v>
                </c:pt>
                <c:pt idx="8">
                  <c:v>44260</c:v>
                </c:pt>
                <c:pt idx="9">
                  <c:v>44267</c:v>
                </c:pt>
                <c:pt idx="10">
                  <c:v>44274</c:v>
                </c:pt>
                <c:pt idx="11">
                  <c:v>44281</c:v>
                </c:pt>
                <c:pt idx="12">
                  <c:v>44288</c:v>
                </c:pt>
                <c:pt idx="13">
                  <c:v>44295</c:v>
                </c:pt>
                <c:pt idx="14">
                  <c:v>44302</c:v>
                </c:pt>
                <c:pt idx="15">
                  <c:v>44309</c:v>
                </c:pt>
                <c:pt idx="16">
                  <c:v>44316</c:v>
                </c:pt>
                <c:pt idx="17">
                  <c:v>44323</c:v>
                </c:pt>
                <c:pt idx="18">
                  <c:v>44330</c:v>
                </c:pt>
                <c:pt idx="19">
                  <c:v>44337</c:v>
                </c:pt>
                <c:pt idx="20">
                  <c:v>44344</c:v>
                </c:pt>
                <c:pt idx="21">
                  <c:v>44351</c:v>
                </c:pt>
                <c:pt idx="22">
                  <c:v>44358</c:v>
                </c:pt>
                <c:pt idx="23">
                  <c:v>44365</c:v>
                </c:pt>
                <c:pt idx="24">
                  <c:v>44372</c:v>
                </c:pt>
                <c:pt idx="25">
                  <c:v>44379</c:v>
                </c:pt>
                <c:pt idx="26">
                  <c:v>44386</c:v>
                </c:pt>
                <c:pt idx="27">
                  <c:v>44393</c:v>
                </c:pt>
                <c:pt idx="28">
                  <c:v>44400</c:v>
                </c:pt>
                <c:pt idx="29">
                  <c:v>44407</c:v>
                </c:pt>
                <c:pt idx="30">
                  <c:v>44414</c:v>
                </c:pt>
                <c:pt idx="31">
                  <c:v>44421</c:v>
                </c:pt>
                <c:pt idx="32">
                  <c:v>44428</c:v>
                </c:pt>
                <c:pt idx="33">
                  <c:v>44435</c:v>
                </c:pt>
                <c:pt idx="34">
                  <c:v>44442</c:v>
                </c:pt>
                <c:pt idx="35">
                  <c:v>44449</c:v>
                </c:pt>
                <c:pt idx="36">
                  <c:v>44456</c:v>
                </c:pt>
                <c:pt idx="37">
                  <c:v>44463</c:v>
                </c:pt>
                <c:pt idx="38">
                  <c:v>44470</c:v>
                </c:pt>
                <c:pt idx="39">
                  <c:v>44477</c:v>
                </c:pt>
                <c:pt idx="40">
                  <c:v>44484</c:v>
                </c:pt>
                <c:pt idx="41">
                  <c:v>44491</c:v>
                </c:pt>
                <c:pt idx="42">
                  <c:v>44498</c:v>
                </c:pt>
                <c:pt idx="43">
                  <c:v>44505</c:v>
                </c:pt>
                <c:pt idx="44">
                  <c:v>44512</c:v>
                </c:pt>
                <c:pt idx="45">
                  <c:v>44519</c:v>
                </c:pt>
                <c:pt idx="46">
                  <c:v>44526</c:v>
                </c:pt>
                <c:pt idx="47">
                  <c:v>44533</c:v>
                </c:pt>
                <c:pt idx="48">
                  <c:v>44540</c:v>
                </c:pt>
                <c:pt idx="49">
                  <c:v>44547</c:v>
                </c:pt>
                <c:pt idx="50">
                  <c:v>44554</c:v>
                </c:pt>
                <c:pt idx="51">
                  <c:v>44561</c:v>
                </c:pt>
                <c:pt idx="52">
                  <c:v>44568</c:v>
                </c:pt>
                <c:pt idx="53">
                  <c:v>44575</c:v>
                </c:pt>
                <c:pt idx="54">
                  <c:v>44582</c:v>
                </c:pt>
                <c:pt idx="55">
                  <c:v>44589</c:v>
                </c:pt>
                <c:pt idx="56">
                  <c:v>44596</c:v>
                </c:pt>
                <c:pt idx="57">
                  <c:v>44603</c:v>
                </c:pt>
                <c:pt idx="58">
                  <c:v>44610</c:v>
                </c:pt>
                <c:pt idx="59">
                  <c:v>44617</c:v>
                </c:pt>
                <c:pt idx="60">
                  <c:v>44624</c:v>
                </c:pt>
                <c:pt idx="61">
                  <c:v>44631</c:v>
                </c:pt>
                <c:pt idx="62">
                  <c:v>44638</c:v>
                </c:pt>
                <c:pt idx="63">
                  <c:v>44645</c:v>
                </c:pt>
                <c:pt idx="64">
                  <c:v>44652</c:v>
                </c:pt>
                <c:pt idx="65">
                  <c:v>44659</c:v>
                </c:pt>
                <c:pt idx="66">
                  <c:v>44666</c:v>
                </c:pt>
                <c:pt idx="67">
                  <c:v>44673</c:v>
                </c:pt>
                <c:pt idx="68">
                  <c:v>44680</c:v>
                </c:pt>
                <c:pt idx="69">
                  <c:v>44687</c:v>
                </c:pt>
                <c:pt idx="70">
                  <c:v>44694</c:v>
                </c:pt>
                <c:pt idx="71">
                  <c:v>44701</c:v>
                </c:pt>
                <c:pt idx="72">
                  <c:v>44708</c:v>
                </c:pt>
                <c:pt idx="73">
                  <c:v>44715</c:v>
                </c:pt>
                <c:pt idx="74">
                  <c:v>44722</c:v>
                </c:pt>
                <c:pt idx="75">
                  <c:v>44729</c:v>
                </c:pt>
                <c:pt idx="76">
                  <c:v>44736</c:v>
                </c:pt>
                <c:pt idx="77">
                  <c:v>44743</c:v>
                </c:pt>
                <c:pt idx="78">
                  <c:v>44750</c:v>
                </c:pt>
                <c:pt idx="79">
                  <c:v>44757</c:v>
                </c:pt>
                <c:pt idx="80">
                  <c:v>44764</c:v>
                </c:pt>
                <c:pt idx="81">
                  <c:v>44771</c:v>
                </c:pt>
                <c:pt idx="82">
                  <c:v>44778</c:v>
                </c:pt>
                <c:pt idx="83">
                  <c:v>44785</c:v>
                </c:pt>
                <c:pt idx="84">
                  <c:v>44792</c:v>
                </c:pt>
                <c:pt idx="85">
                  <c:v>44799</c:v>
                </c:pt>
                <c:pt idx="86">
                  <c:v>44806</c:v>
                </c:pt>
                <c:pt idx="87">
                  <c:v>44813</c:v>
                </c:pt>
                <c:pt idx="88">
                  <c:v>44820</c:v>
                </c:pt>
                <c:pt idx="89">
                  <c:v>44827</c:v>
                </c:pt>
                <c:pt idx="90">
                  <c:v>44834</c:v>
                </c:pt>
                <c:pt idx="91">
                  <c:v>44841</c:v>
                </c:pt>
                <c:pt idx="92">
                  <c:v>44848</c:v>
                </c:pt>
                <c:pt idx="93">
                  <c:v>44855</c:v>
                </c:pt>
                <c:pt idx="94">
                  <c:v>44862</c:v>
                </c:pt>
                <c:pt idx="95">
                  <c:v>44869</c:v>
                </c:pt>
                <c:pt idx="96">
                  <c:v>44876</c:v>
                </c:pt>
                <c:pt idx="97">
                  <c:v>44883</c:v>
                </c:pt>
                <c:pt idx="98">
                  <c:v>44890</c:v>
                </c:pt>
                <c:pt idx="99">
                  <c:v>44897</c:v>
                </c:pt>
                <c:pt idx="100">
                  <c:v>44904</c:v>
                </c:pt>
                <c:pt idx="101">
                  <c:v>44911</c:v>
                </c:pt>
                <c:pt idx="102">
                  <c:v>44918</c:v>
                </c:pt>
                <c:pt idx="103">
                  <c:v>44925</c:v>
                </c:pt>
                <c:pt idx="104">
                  <c:v>44932</c:v>
                </c:pt>
                <c:pt idx="105">
                  <c:v>44939</c:v>
                </c:pt>
                <c:pt idx="106">
                  <c:v>44946</c:v>
                </c:pt>
                <c:pt idx="107">
                  <c:v>44953</c:v>
                </c:pt>
                <c:pt idx="108">
                  <c:v>44960</c:v>
                </c:pt>
                <c:pt idx="109">
                  <c:v>44967</c:v>
                </c:pt>
                <c:pt idx="110">
                  <c:v>44974</c:v>
                </c:pt>
                <c:pt idx="111">
                  <c:v>44981</c:v>
                </c:pt>
                <c:pt idx="112">
                  <c:v>44988</c:v>
                </c:pt>
                <c:pt idx="113">
                  <c:v>44995</c:v>
                </c:pt>
                <c:pt idx="114">
                  <c:v>45002</c:v>
                </c:pt>
                <c:pt idx="115">
                  <c:v>45009</c:v>
                </c:pt>
                <c:pt idx="116">
                  <c:v>45016</c:v>
                </c:pt>
                <c:pt idx="117">
                  <c:v>45023</c:v>
                </c:pt>
                <c:pt idx="118">
                  <c:v>45030</c:v>
                </c:pt>
                <c:pt idx="119">
                  <c:v>45037</c:v>
                </c:pt>
                <c:pt idx="120">
                  <c:v>45044</c:v>
                </c:pt>
                <c:pt idx="121">
                  <c:v>45051</c:v>
                </c:pt>
                <c:pt idx="122">
                  <c:v>45058</c:v>
                </c:pt>
                <c:pt idx="123">
                  <c:v>45065</c:v>
                </c:pt>
                <c:pt idx="124">
                  <c:v>45072</c:v>
                </c:pt>
                <c:pt idx="125">
                  <c:v>45079</c:v>
                </c:pt>
                <c:pt idx="126">
                  <c:v>45086</c:v>
                </c:pt>
                <c:pt idx="127">
                  <c:v>45093</c:v>
                </c:pt>
                <c:pt idx="128">
                  <c:v>45100</c:v>
                </c:pt>
                <c:pt idx="129">
                  <c:v>45107</c:v>
                </c:pt>
                <c:pt idx="130">
                  <c:v>45114</c:v>
                </c:pt>
                <c:pt idx="131">
                  <c:v>45121</c:v>
                </c:pt>
                <c:pt idx="132">
                  <c:v>45128</c:v>
                </c:pt>
                <c:pt idx="133">
                  <c:v>45135</c:v>
                </c:pt>
                <c:pt idx="134">
                  <c:v>45142</c:v>
                </c:pt>
                <c:pt idx="135">
                  <c:v>45149</c:v>
                </c:pt>
                <c:pt idx="136">
                  <c:v>45156</c:v>
                </c:pt>
                <c:pt idx="137">
                  <c:v>45163</c:v>
                </c:pt>
                <c:pt idx="138">
                  <c:v>45170</c:v>
                </c:pt>
                <c:pt idx="139">
                  <c:v>45177</c:v>
                </c:pt>
                <c:pt idx="140">
                  <c:v>45184</c:v>
                </c:pt>
                <c:pt idx="141">
                  <c:v>45191</c:v>
                </c:pt>
                <c:pt idx="142">
                  <c:v>45198</c:v>
                </c:pt>
                <c:pt idx="143">
                  <c:v>45205</c:v>
                </c:pt>
                <c:pt idx="144">
                  <c:v>45212</c:v>
                </c:pt>
                <c:pt idx="145">
                  <c:v>45219</c:v>
                </c:pt>
                <c:pt idx="146">
                  <c:v>45226</c:v>
                </c:pt>
                <c:pt idx="147">
                  <c:v>45233</c:v>
                </c:pt>
                <c:pt idx="148">
                  <c:v>45240</c:v>
                </c:pt>
                <c:pt idx="149">
                  <c:v>45247</c:v>
                </c:pt>
                <c:pt idx="150">
                  <c:v>45254</c:v>
                </c:pt>
                <c:pt idx="151">
                  <c:v>45261</c:v>
                </c:pt>
                <c:pt idx="152">
                  <c:v>45268</c:v>
                </c:pt>
                <c:pt idx="153">
                  <c:v>45275</c:v>
                </c:pt>
                <c:pt idx="154">
                  <c:v>45282</c:v>
                </c:pt>
                <c:pt idx="155">
                  <c:v>45289</c:v>
                </c:pt>
                <c:pt idx="156">
                  <c:v>45296</c:v>
                </c:pt>
                <c:pt idx="157">
                  <c:v>45303</c:v>
                </c:pt>
                <c:pt idx="158">
                  <c:v>45310</c:v>
                </c:pt>
                <c:pt idx="159">
                  <c:v>45317</c:v>
                </c:pt>
                <c:pt idx="160">
                  <c:v>45324</c:v>
                </c:pt>
                <c:pt idx="161">
                  <c:v>45331</c:v>
                </c:pt>
                <c:pt idx="162">
                  <c:v>45338</c:v>
                </c:pt>
                <c:pt idx="163">
                  <c:v>45345</c:v>
                </c:pt>
                <c:pt idx="164">
                  <c:v>45352</c:v>
                </c:pt>
                <c:pt idx="165">
                  <c:v>45359</c:v>
                </c:pt>
                <c:pt idx="166">
                  <c:v>45366</c:v>
                </c:pt>
                <c:pt idx="167">
                  <c:v>45373</c:v>
                </c:pt>
                <c:pt idx="168">
                  <c:v>45380</c:v>
                </c:pt>
                <c:pt idx="169">
                  <c:v>45387</c:v>
                </c:pt>
                <c:pt idx="170">
                  <c:v>45394</c:v>
                </c:pt>
                <c:pt idx="171">
                  <c:v>45401</c:v>
                </c:pt>
                <c:pt idx="172">
                  <c:v>45408</c:v>
                </c:pt>
                <c:pt idx="173">
                  <c:v>45415</c:v>
                </c:pt>
                <c:pt idx="174">
                  <c:v>45422</c:v>
                </c:pt>
                <c:pt idx="175">
                  <c:v>45429</c:v>
                </c:pt>
                <c:pt idx="176">
                  <c:v>45436</c:v>
                </c:pt>
                <c:pt idx="177">
                  <c:v>45443</c:v>
                </c:pt>
                <c:pt idx="178">
                  <c:v>45450</c:v>
                </c:pt>
                <c:pt idx="179">
                  <c:v>45457</c:v>
                </c:pt>
                <c:pt idx="180">
                  <c:v>45464</c:v>
                </c:pt>
                <c:pt idx="181">
                  <c:v>45471</c:v>
                </c:pt>
                <c:pt idx="182">
                  <c:v>45478</c:v>
                </c:pt>
                <c:pt idx="183">
                  <c:v>45485</c:v>
                </c:pt>
                <c:pt idx="184">
                  <c:v>45492</c:v>
                </c:pt>
                <c:pt idx="185">
                  <c:v>45499</c:v>
                </c:pt>
                <c:pt idx="186">
                  <c:v>45506</c:v>
                </c:pt>
                <c:pt idx="187">
                  <c:v>45513</c:v>
                </c:pt>
                <c:pt idx="188">
                  <c:v>45520</c:v>
                </c:pt>
                <c:pt idx="189">
                  <c:v>45527</c:v>
                </c:pt>
                <c:pt idx="190">
                  <c:v>45534</c:v>
                </c:pt>
                <c:pt idx="191">
                  <c:v>45541</c:v>
                </c:pt>
                <c:pt idx="192">
                  <c:v>45548</c:v>
                </c:pt>
                <c:pt idx="193">
                  <c:v>45555</c:v>
                </c:pt>
                <c:pt idx="194">
                  <c:v>45562</c:v>
                </c:pt>
                <c:pt idx="195">
                  <c:v>45569</c:v>
                </c:pt>
                <c:pt idx="196">
                  <c:v>45576</c:v>
                </c:pt>
                <c:pt idx="197">
                  <c:v>45583</c:v>
                </c:pt>
                <c:pt idx="198">
                  <c:v>45590</c:v>
                </c:pt>
                <c:pt idx="199">
                  <c:v>45597</c:v>
                </c:pt>
                <c:pt idx="200">
                  <c:v>45604</c:v>
                </c:pt>
                <c:pt idx="201">
                  <c:v>45611</c:v>
                </c:pt>
                <c:pt idx="202">
                  <c:v>45618</c:v>
                </c:pt>
                <c:pt idx="203">
                  <c:v>45625</c:v>
                </c:pt>
                <c:pt idx="204">
                  <c:v>45632</c:v>
                </c:pt>
                <c:pt idx="205">
                  <c:v>45639</c:v>
                </c:pt>
                <c:pt idx="206">
                  <c:v>45646</c:v>
                </c:pt>
                <c:pt idx="207">
                  <c:v>45653</c:v>
                </c:pt>
                <c:pt idx="208">
                  <c:v>45660</c:v>
                </c:pt>
                <c:pt idx="209">
                  <c:v>45667</c:v>
                </c:pt>
                <c:pt idx="210">
                  <c:v>45674</c:v>
                </c:pt>
                <c:pt idx="211">
                  <c:v>45681</c:v>
                </c:pt>
                <c:pt idx="212">
                  <c:v>45688</c:v>
                </c:pt>
                <c:pt idx="213">
                  <c:v>45695</c:v>
                </c:pt>
                <c:pt idx="214">
                  <c:v>45702</c:v>
                </c:pt>
                <c:pt idx="215">
                  <c:v>45709</c:v>
                </c:pt>
                <c:pt idx="216">
                  <c:v>45716</c:v>
                </c:pt>
                <c:pt idx="217">
                  <c:v>45723</c:v>
                </c:pt>
                <c:pt idx="218">
                  <c:v>45730</c:v>
                </c:pt>
                <c:pt idx="219">
                  <c:v>45737</c:v>
                </c:pt>
                <c:pt idx="220">
                  <c:v>45744</c:v>
                </c:pt>
                <c:pt idx="221">
                  <c:v>45751</c:v>
                </c:pt>
                <c:pt idx="222">
                  <c:v>45758</c:v>
                </c:pt>
                <c:pt idx="223">
                  <c:v>45765</c:v>
                </c:pt>
                <c:pt idx="224">
                  <c:v>45772</c:v>
                </c:pt>
                <c:pt idx="225">
                  <c:v>45779</c:v>
                </c:pt>
                <c:pt idx="226">
                  <c:v>45786</c:v>
                </c:pt>
                <c:pt idx="227">
                  <c:v>45793</c:v>
                </c:pt>
                <c:pt idx="228">
                  <c:v>45800</c:v>
                </c:pt>
                <c:pt idx="229">
                  <c:v>45807</c:v>
                </c:pt>
                <c:pt idx="230">
                  <c:v>45814</c:v>
                </c:pt>
                <c:pt idx="231">
                  <c:v>45821</c:v>
                </c:pt>
                <c:pt idx="232">
                  <c:v>45828</c:v>
                </c:pt>
                <c:pt idx="233">
                  <c:v>45835</c:v>
                </c:pt>
                <c:pt idx="234">
                  <c:v>45842</c:v>
                </c:pt>
                <c:pt idx="235">
                  <c:v>45849</c:v>
                </c:pt>
                <c:pt idx="236">
                  <c:v>45856</c:v>
                </c:pt>
                <c:pt idx="237">
                  <c:v>45863</c:v>
                </c:pt>
                <c:pt idx="238">
                  <c:v>45870</c:v>
                </c:pt>
                <c:pt idx="239">
                  <c:v>45877</c:v>
                </c:pt>
                <c:pt idx="240">
                  <c:v>45884</c:v>
                </c:pt>
                <c:pt idx="241">
                  <c:v>45891</c:v>
                </c:pt>
                <c:pt idx="242">
                  <c:v>45898</c:v>
                </c:pt>
                <c:pt idx="243">
                  <c:v>45905</c:v>
                </c:pt>
                <c:pt idx="244">
                  <c:v>45912</c:v>
                </c:pt>
                <c:pt idx="245">
                  <c:v>45919</c:v>
                </c:pt>
                <c:pt idx="246">
                  <c:v>45926</c:v>
                </c:pt>
                <c:pt idx="247">
                  <c:v>45933</c:v>
                </c:pt>
                <c:pt idx="248">
                  <c:v>45940</c:v>
                </c:pt>
                <c:pt idx="249">
                  <c:v>45947</c:v>
                </c:pt>
                <c:pt idx="250">
                  <c:v>45954</c:v>
                </c:pt>
                <c:pt idx="251">
                  <c:v>45961</c:v>
                </c:pt>
                <c:pt idx="252">
                  <c:v>45968</c:v>
                </c:pt>
                <c:pt idx="253">
                  <c:v>45975</c:v>
                </c:pt>
                <c:pt idx="254">
                  <c:v>45982</c:v>
                </c:pt>
                <c:pt idx="255">
                  <c:v>45989</c:v>
                </c:pt>
                <c:pt idx="256">
                  <c:v>45996</c:v>
                </c:pt>
                <c:pt idx="257">
                  <c:v>46003</c:v>
                </c:pt>
                <c:pt idx="258">
                  <c:v>46010</c:v>
                </c:pt>
                <c:pt idx="259">
                  <c:v>46017</c:v>
                </c:pt>
                <c:pt idx="260">
                  <c:v>46024</c:v>
                </c:pt>
                <c:pt idx="261">
                  <c:v>46031</c:v>
                </c:pt>
                <c:pt idx="262">
                  <c:v>46038</c:v>
                </c:pt>
                <c:pt idx="263">
                  <c:v>46045</c:v>
                </c:pt>
                <c:pt idx="264">
                  <c:v>46052</c:v>
                </c:pt>
                <c:pt idx="265">
                  <c:v>46059</c:v>
                </c:pt>
                <c:pt idx="266">
                  <c:v>46066</c:v>
                </c:pt>
                <c:pt idx="267">
                  <c:v>46073</c:v>
                </c:pt>
                <c:pt idx="268">
                  <c:v>46080</c:v>
                </c:pt>
                <c:pt idx="269">
                  <c:v>46087</c:v>
                </c:pt>
                <c:pt idx="270">
                  <c:v>46094</c:v>
                </c:pt>
                <c:pt idx="271">
                  <c:v>46101</c:v>
                </c:pt>
                <c:pt idx="272">
                  <c:v>46108</c:v>
                </c:pt>
                <c:pt idx="273">
                  <c:v>46115</c:v>
                </c:pt>
                <c:pt idx="274">
                  <c:v>46122</c:v>
                </c:pt>
                <c:pt idx="275">
                  <c:v>46129</c:v>
                </c:pt>
                <c:pt idx="276">
                  <c:v>46136</c:v>
                </c:pt>
                <c:pt idx="277">
                  <c:v>46143</c:v>
                </c:pt>
                <c:pt idx="278">
                  <c:v>46150</c:v>
                </c:pt>
                <c:pt idx="279">
                  <c:v>46157</c:v>
                </c:pt>
                <c:pt idx="280">
                  <c:v>46164</c:v>
                </c:pt>
                <c:pt idx="281">
                  <c:v>46171</c:v>
                </c:pt>
                <c:pt idx="282">
                  <c:v>46178</c:v>
                </c:pt>
                <c:pt idx="283">
                  <c:v>46185</c:v>
                </c:pt>
                <c:pt idx="284">
                  <c:v>46192</c:v>
                </c:pt>
                <c:pt idx="285">
                  <c:v>46199</c:v>
                </c:pt>
                <c:pt idx="286">
                  <c:v>46206</c:v>
                </c:pt>
                <c:pt idx="287">
                  <c:v>46213</c:v>
                </c:pt>
                <c:pt idx="288">
                  <c:v>46220</c:v>
                </c:pt>
                <c:pt idx="289">
                  <c:v>46227</c:v>
                </c:pt>
                <c:pt idx="290">
                  <c:v>46234</c:v>
                </c:pt>
                <c:pt idx="291">
                  <c:v>46241</c:v>
                </c:pt>
                <c:pt idx="292">
                  <c:v>46248</c:v>
                </c:pt>
                <c:pt idx="293">
                  <c:v>46255</c:v>
                </c:pt>
                <c:pt idx="294">
                  <c:v>46262</c:v>
                </c:pt>
                <c:pt idx="295">
                  <c:v>46269</c:v>
                </c:pt>
                <c:pt idx="296">
                  <c:v>46276</c:v>
                </c:pt>
                <c:pt idx="297">
                  <c:v>46283</c:v>
                </c:pt>
              </c:numCache>
            </c:numRef>
          </c:cat>
          <c:val>
            <c:numRef>
              <c:f>Sheet1!$B$2:$B$299</c:f>
              <c:numCache>
                <c:formatCode>General</c:formatCode>
                <c:ptCount val="298"/>
                <c:pt idx="0">
                  <c:v>10.368861380901111</c:v>
                </c:pt>
                <c:pt idx="1">
                  <c:v>10.273922897760601</c:v>
                </c:pt>
                <c:pt idx="2">
                  <c:v>10.959672963895891</c:v>
                </c:pt>
                <c:pt idx="3">
                  <c:v>10.69622526733839</c:v>
                </c:pt>
                <c:pt idx="4">
                  <c:v>11.06413658361541</c:v>
                </c:pt>
                <c:pt idx="5">
                  <c:v>10.81035077005876</c:v>
                </c:pt>
                <c:pt idx="6">
                  <c:v>11.119708887295809</c:v>
                </c:pt>
                <c:pt idx="7">
                  <c:v>10.338634327858269</c:v>
                </c:pt>
                <c:pt idx="8">
                  <c:v>10.95654069218998</c:v>
                </c:pt>
                <c:pt idx="9">
                  <c:v>9.8473467367884115</c:v>
                </c:pt>
                <c:pt idx="10">
                  <c:v>9.8844090856001614</c:v>
                </c:pt>
                <c:pt idx="11">
                  <c:v>9.5816969415839086</c:v>
                </c:pt>
                <c:pt idx="12">
                  <c:v>9.350738677108037</c:v>
                </c:pt>
                <c:pt idx="13">
                  <c:v>9.5932068275729918</c:v>
                </c:pt>
                <c:pt idx="14">
                  <c:v>9.5415602679247353</c:v>
                </c:pt>
                <c:pt idx="15">
                  <c:v>8.5875623979013547</c:v>
                </c:pt>
                <c:pt idx="16">
                  <c:v>8.0770524750558934</c:v>
                </c:pt>
                <c:pt idx="17">
                  <c:v>8.0111037466792006</c:v>
                </c:pt>
                <c:pt idx="18">
                  <c:v>7.7733227150850102</c:v>
                </c:pt>
                <c:pt idx="19">
                  <c:v>7.6956329704039739</c:v>
                </c:pt>
                <c:pt idx="20">
                  <c:v>7.3924997121204061</c:v>
                </c:pt>
                <c:pt idx="21">
                  <c:v>7.1310285787479746</c:v>
                </c:pt>
                <c:pt idx="22">
                  <c:v>7.1750865809350923</c:v>
                </c:pt>
                <c:pt idx="23">
                  <c:v>6.8098787974829431</c:v>
                </c:pt>
                <c:pt idx="24">
                  <c:v>6.9919976664442629</c:v>
                </c:pt>
                <c:pt idx="25">
                  <c:v>7.0945588559252251</c:v>
                </c:pt>
                <c:pt idx="26">
                  <c:v>7.1978115557589213</c:v>
                </c:pt>
                <c:pt idx="27">
                  <c:v>6.8699279530485473</c:v>
                </c:pt>
                <c:pt idx="28">
                  <c:v>7.1387365076578071</c:v>
                </c:pt>
                <c:pt idx="29">
                  <c:v>6.8559135727246714</c:v>
                </c:pt>
                <c:pt idx="30">
                  <c:v>6.6605788727405839</c:v>
                </c:pt>
                <c:pt idx="31">
                  <c:v>6.8328860389051478</c:v>
                </c:pt>
                <c:pt idx="32">
                  <c:v>6.9502218071162183</c:v>
                </c:pt>
                <c:pt idx="33">
                  <c:v>7.3823652532180652</c:v>
                </c:pt>
                <c:pt idx="34">
                  <c:v>7.4750211691936173</c:v>
                </c:pt>
                <c:pt idx="35">
                  <c:v>7.7747090528411817</c:v>
                </c:pt>
                <c:pt idx="36">
                  <c:v>6.8121121255388024</c:v>
                </c:pt>
                <c:pt idx="37">
                  <c:v>7.3640193367413112</c:v>
                </c:pt>
                <c:pt idx="38">
                  <c:v>7.8017387585675078</c:v>
                </c:pt>
                <c:pt idx="39">
                  <c:v>7.4539502096745753</c:v>
                </c:pt>
                <c:pt idx="40">
                  <c:v>7.5863390381757707</c:v>
                </c:pt>
                <c:pt idx="41">
                  <c:v>7.4584027164306486</c:v>
                </c:pt>
                <c:pt idx="42">
                  <c:v>7.4222740045436284</c:v>
                </c:pt>
                <c:pt idx="43">
                  <c:v>8.0324289308331185</c:v>
                </c:pt>
                <c:pt idx="44">
                  <c:v>8.3992993337141311</c:v>
                </c:pt>
                <c:pt idx="45">
                  <c:v>7.9383086301829966</c:v>
                </c:pt>
                <c:pt idx="46">
                  <c:v>7.1732883202909079</c:v>
                </c:pt>
                <c:pt idx="47">
                  <c:v>7.3590884189993329</c:v>
                </c:pt>
                <c:pt idx="48">
                  <c:v>7.3969807188647891</c:v>
                </c:pt>
                <c:pt idx="49">
                  <c:v>7.3857618040096558</c:v>
                </c:pt>
                <c:pt idx="50">
                  <c:v>7.2097276314674783</c:v>
                </c:pt>
                <c:pt idx="51">
                  <c:v>7.2941410547302219</c:v>
                </c:pt>
                <c:pt idx="52">
                  <c:v>7.2143148760330584</c:v>
                </c:pt>
                <c:pt idx="53">
                  <c:v>8.3708371208360539</c:v>
                </c:pt>
                <c:pt idx="54">
                  <c:v>8.3794940043329014</c:v>
                </c:pt>
                <c:pt idx="55">
                  <c:v>8.4813233559408658</c:v>
                </c:pt>
                <c:pt idx="56">
                  <c:v>8.3136720543374167</c:v>
                </c:pt>
                <c:pt idx="57">
                  <c:v>8.9785237412632704</c:v>
                </c:pt>
                <c:pt idx="58">
                  <c:v>8.5232858108953309</c:v>
                </c:pt>
                <c:pt idx="59">
                  <c:v>8.2826483987046906</c:v>
                </c:pt>
                <c:pt idx="60">
                  <c:v>8.6795070641255041</c:v>
                </c:pt>
                <c:pt idx="61">
                  <c:v>8.8220200021118664</c:v>
                </c:pt>
                <c:pt idx="62">
                  <c:v>8.5910765129320446</c:v>
                </c:pt>
                <c:pt idx="63">
                  <c:v>8.0196172223994715</c:v>
                </c:pt>
                <c:pt idx="64">
                  <c:v>7.5432679688911941</c:v>
                </c:pt>
                <c:pt idx="65">
                  <c:v>6.826613893034108</c:v>
                </c:pt>
                <c:pt idx="66">
                  <c:v>6.715933896192972</c:v>
                </c:pt>
                <c:pt idx="67">
                  <c:v>6.3919691499944724</c:v>
                </c:pt>
                <c:pt idx="68">
                  <c:v>6.1835229810495953</c:v>
                </c:pt>
                <c:pt idx="69">
                  <c:v>6.3087986593643022</c:v>
                </c:pt>
                <c:pt idx="70">
                  <c:v>6.2093713137785302</c:v>
                </c:pt>
                <c:pt idx="71">
                  <c:v>6.1525502795532603</c:v>
                </c:pt>
                <c:pt idx="72">
                  <c:v>6.3741509016179938</c:v>
                </c:pt>
                <c:pt idx="73">
                  <c:v>6.3368228885140336</c:v>
                </c:pt>
                <c:pt idx="74">
                  <c:v>5.9636217681011239</c:v>
                </c:pt>
                <c:pt idx="75">
                  <c:v>5.0426140090123361</c:v>
                </c:pt>
                <c:pt idx="76">
                  <c:v>4.8265223168290321</c:v>
                </c:pt>
                <c:pt idx="77">
                  <c:v>4.99056262068496</c:v>
                </c:pt>
                <c:pt idx="78">
                  <c:v>5.006172358873715</c:v>
                </c:pt>
                <c:pt idx="79">
                  <c:v>4.7608209824117251</c:v>
                </c:pt>
                <c:pt idx="80">
                  <c:v>5.0216979884344504</c:v>
                </c:pt>
                <c:pt idx="81">
                  <c:v>5.1937822091553114</c:v>
                </c:pt>
                <c:pt idx="82">
                  <c:v>5.2049637466051912</c:v>
                </c:pt>
                <c:pt idx="83">
                  <c:v>5.4999854965793906</c:v>
                </c:pt>
                <c:pt idx="84">
                  <c:v>5.1172357850971268</c:v>
                </c:pt>
                <c:pt idx="85">
                  <c:v>5.1352726340330879</c:v>
                </c:pt>
                <c:pt idx="86">
                  <c:v>5.0346102931596342</c:v>
                </c:pt>
                <c:pt idx="87">
                  <c:v>5.030976381523895</c:v>
                </c:pt>
                <c:pt idx="88">
                  <c:v>4.8582911386710466</c:v>
                </c:pt>
                <c:pt idx="89">
                  <c:v>4.9642520800022147</c:v>
                </c:pt>
                <c:pt idx="90">
                  <c:v>5.1827278275508704</c:v>
                </c:pt>
                <c:pt idx="91">
                  <c:v>5.5872159680046396</c:v>
                </c:pt>
                <c:pt idx="92">
                  <c:v>5.73603752201487</c:v>
                </c:pt>
                <c:pt idx="93">
                  <c:v>6.1786921801924102</c:v>
                </c:pt>
                <c:pt idx="94">
                  <c:v>6.1002802340354174</c:v>
                </c:pt>
                <c:pt idx="95">
                  <c:v>6.6468271439786344</c:v>
                </c:pt>
                <c:pt idx="96">
                  <c:v>6.9995429815108174</c:v>
                </c:pt>
                <c:pt idx="97">
                  <c:v>6.4734170504960424</c:v>
                </c:pt>
                <c:pt idx="98">
                  <c:v>6.3816688575230067</c:v>
                </c:pt>
                <c:pt idx="99">
                  <c:v>6.7193759171422842</c:v>
                </c:pt>
                <c:pt idx="100">
                  <c:v>6.5824514969708368</c:v>
                </c:pt>
                <c:pt idx="101">
                  <c:v>6.4413725898286778</c:v>
                </c:pt>
                <c:pt idx="102">
                  <c:v>6.3394644525867543</c:v>
                </c:pt>
                <c:pt idx="103">
                  <c:v>6.6466585900860311</c:v>
                </c:pt>
                <c:pt idx="104">
                  <c:v>6.8246865421047902</c:v>
                </c:pt>
                <c:pt idx="105">
                  <c:v>7.1628092371196797</c:v>
                </c:pt>
                <c:pt idx="106">
                  <c:v>7.0191544621341642</c:v>
                </c:pt>
                <c:pt idx="107">
                  <c:v>7.0171129765866649</c:v>
                </c:pt>
                <c:pt idx="108">
                  <c:v>6.6393841789077896</c:v>
                </c:pt>
                <c:pt idx="109">
                  <c:v>6.3729506229356812</c:v>
                </c:pt>
                <c:pt idx="110">
                  <c:v>6.2981651705194857</c:v>
                </c:pt>
                <c:pt idx="111">
                  <c:v>6.1394314448769727</c:v>
                </c:pt>
                <c:pt idx="112">
                  <c:v>6.483021275719091</c:v>
                </c:pt>
                <c:pt idx="113">
                  <c:v>6.0186008962003257</c:v>
                </c:pt>
                <c:pt idx="114">
                  <c:v>5.780056200817274</c:v>
                </c:pt>
                <c:pt idx="115">
                  <c:v>5.6728268616321644</c:v>
                </c:pt>
                <c:pt idx="116">
                  <c:v>5.7326665639532628</c:v>
                </c:pt>
                <c:pt idx="117">
                  <c:v>5.4535355585247967</c:v>
                </c:pt>
                <c:pt idx="118">
                  <c:v>5.7760855751383824</c:v>
                </c:pt>
                <c:pt idx="119">
                  <c:v>5.5703314120887519</c:v>
                </c:pt>
                <c:pt idx="120">
                  <c:v>5.4461842825109521</c:v>
                </c:pt>
                <c:pt idx="121">
                  <c:v>5.4671947128262914</c:v>
                </c:pt>
                <c:pt idx="122">
                  <c:v>5.3400518910162083</c:v>
                </c:pt>
                <c:pt idx="123">
                  <c:v>6.1206773617072878</c:v>
                </c:pt>
                <c:pt idx="124">
                  <c:v>7.2450817238296548</c:v>
                </c:pt>
                <c:pt idx="125">
                  <c:v>7.1855944019724216</c:v>
                </c:pt>
                <c:pt idx="126">
                  <c:v>7.2213954326809882</c:v>
                </c:pt>
                <c:pt idx="127">
                  <c:v>7.6055957156125586</c:v>
                </c:pt>
                <c:pt idx="128">
                  <c:v>7.2659204125857944</c:v>
                </c:pt>
                <c:pt idx="129">
                  <c:v>6.9348829386986486</c:v>
                </c:pt>
                <c:pt idx="130">
                  <c:v>7.0890361430172586</c:v>
                </c:pt>
                <c:pt idx="131">
                  <c:v>7.3199605327223649</c:v>
                </c:pt>
                <c:pt idx="132">
                  <c:v>7.3115972339875714</c:v>
                </c:pt>
                <c:pt idx="133">
                  <c:v>7.7835691686175306</c:v>
                </c:pt>
                <c:pt idx="134">
                  <c:v>6.3701208310978776</c:v>
                </c:pt>
                <c:pt idx="135">
                  <c:v>6.1190384502793691</c:v>
                </c:pt>
                <c:pt idx="136">
                  <c:v>5.9304180718466162</c:v>
                </c:pt>
                <c:pt idx="137">
                  <c:v>6.1744673231871081</c:v>
                </c:pt>
                <c:pt idx="138">
                  <c:v>6.8490878361584731</c:v>
                </c:pt>
                <c:pt idx="139">
                  <c:v>6.6278126272912408</c:v>
                </c:pt>
                <c:pt idx="140">
                  <c:v>6.8875678486529317</c:v>
                </c:pt>
                <c:pt idx="141">
                  <c:v>6.687211250983478</c:v>
                </c:pt>
                <c:pt idx="142">
                  <c:v>6.5675545189504394</c:v>
                </c:pt>
                <c:pt idx="143">
                  <c:v>6.3423210017074556</c:v>
                </c:pt>
                <c:pt idx="144">
                  <c:v>6.2991725312145297</c:v>
                </c:pt>
                <c:pt idx="145">
                  <c:v>5.898930221615772</c:v>
                </c:pt>
                <c:pt idx="146">
                  <c:v>6.3074433865397159</c:v>
                </c:pt>
                <c:pt idx="147">
                  <c:v>6.4243939544326647</c:v>
                </c:pt>
                <c:pt idx="148">
                  <c:v>6.2636706500328314</c:v>
                </c:pt>
                <c:pt idx="149">
                  <c:v>6.4750873015873021</c:v>
                </c:pt>
                <c:pt idx="150">
                  <c:v>6.416822935699992</c:v>
                </c:pt>
                <c:pt idx="151">
                  <c:v>6.4566157939914168</c:v>
                </c:pt>
                <c:pt idx="152">
                  <c:v>6.1592304763516381</c:v>
                </c:pt>
                <c:pt idx="153">
                  <c:v>6.2213434407243637</c:v>
                </c:pt>
                <c:pt idx="154">
                  <c:v>6.3932373101226094</c:v>
                </c:pt>
                <c:pt idx="155">
                  <c:v>6.6344313988594434</c:v>
                </c:pt>
                <c:pt idx="156">
                  <c:v>8.6855038644562832</c:v>
                </c:pt>
                <c:pt idx="157">
                  <c:v>8.4312546867319131</c:v>
                </c:pt>
                <c:pt idx="158">
                  <c:v>8.2337120552984739</c:v>
                </c:pt>
                <c:pt idx="159">
                  <c:v>8.8868806324486123</c:v>
                </c:pt>
                <c:pt idx="160">
                  <c:v>8.8548990496817925</c:v>
                </c:pt>
                <c:pt idx="161">
                  <c:v>5.9628939997997676</c:v>
                </c:pt>
                <c:pt idx="162">
                  <c:v>6.2752441454043328</c:v>
                </c:pt>
                <c:pt idx="163">
                  <c:v>6.3216552935461241</c:v>
                </c:pt>
                <c:pt idx="164">
                  <c:v>7.7045589447650444</c:v>
                </c:pt>
                <c:pt idx="165">
                  <c:v>7.5472170575692958</c:v>
                </c:pt>
                <c:pt idx="166">
                  <c:v>7.3973424481948298</c:v>
                </c:pt>
                <c:pt idx="167">
                  <c:v>7.731429920583814</c:v>
                </c:pt>
                <c:pt idx="168">
                  <c:v>8.0404928292046947</c:v>
                </c:pt>
                <c:pt idx="169">
                  <c:v>8.2475621327529911</c:v>
                </c:pt>
                <c:pt idx="170">
                  <c:v>8.1080532170119959</c:v>
                </c:pt>
                <c:pt idx="171">
                  <c:v>8.3798374019180475</c:v>
                </c:pt>
                <c:pt idx="172">
                  <c:v>8.1045706829056101</c:v>
                </c:pt>
                <c:pt idx="173">
                  <c:v>8.5040562283737025</c:v>
                </c:pt>
                <c:pt idx="174">
                  <c:v>8.2342783394278332</c:v>
                </c:pt>
                <c:pt idx="175">
                  <c:v>7.8019792498004792</c:v>
                </c:pt>
                <c:pt idx="176">
                  <c:v>6.9303092019996306</c:v>
                </c:pt>
                <c:pt idx="177">
                  <c:v>6.6949796672828086</c:v>
                </c:pt>
                <c:pt idx="178">
                  <c:v>7.1843104127570978</c:v>
                </c:pt>
                <c:pt idx="179">
                  <c:v>7.1994176707063051</c:v>
                </c:pt>
                <c:pt idx="180">
                  <c:v>7.3155644153885504</c:v>
                </c:pt>
                <c:pt idx="181">
                  <c:v>6.6837251408834746</c:v>
                </c:pt>
                <c:pt idx="182">
                  <c:v>7.62201156628851</c:v>
                </c:pt>
                <c:pt idx="183">
                  <c:v>7.3130017386208861</c:v>
                </c:pt>
                <c:pt idx="184">
                  <c:v>6.8782925132710968</c:v>
                </c:pt>
                <c:pt idx="185">
                  <c:v>6.717606599450046</c:v>
                </c:pt>
                <c:pt idx="186">
                  <c:v>6.3654751147842061</c:v>
                </c:pt>
                <c:pt idx="187">
                  <c:v>6.431215794306703</c:v>
                </c:pt>
                <c:pt idx="188">
                  <c:v>6.0299443898801126</c:v>
                </c:pt>
                <c:pt idx="189">
                  <c:v>6.3142945905354244</c:v>
                </c:pt>
                <c:pt idx="190">
                  <c:v>6.4455526593871078</c:v>
                </c:pt>
                <c:pt idx="191">
                  <c:v>6.3968661971830993</c:v>
                </c:pt>
                <c:pt idx="192">
                  <c:v>6.5502076655052273</c:v>
                </c:pt>
                <c:pt idx="193">
                  <c:v>6.2944430677205716</c:v>
                </c:pt>
                <c:pt idx="194">
                  <c:v>6.601</c:v>
                </c:pt>
                <c:pt idx="195">
                  <c:v>6.6639391938846417</c:v>
                </c:pt>
                <c:pt idx="196">
                  <c:v>6.5486429469635334</c:v>
                </c:pt>
                <c:pt idx="197">
                  <c:v>6.3944093120222378</c:v>
                </c:pt>
                <c:pt idx="198">
                  <c:v>6.5172871225160387</c:v>
                </c:pt>
                <c:pt idx="199">
                  <c:v>6.3377987465181054</c:v>
                </c:pt>
                <c:pt idx="200">
                  <c:v>7.1251044568245128</c:v>
                </c:pt>
                <c:pt idx="201">
                  <c:v>6.954046511627908</c:v>
                </c:pt>
                <c:pt idx="202">
                  <c:v>6.7406771117166207</c:v>
                </c:pt>
                <c:pt idx="203">
                  <c:v>6.8883814048184604</c:v>
                </c:pt>
                <c:pt idx="204">
                  <c:v>6.9451659314557173</c:v>
                </c:pt>
                <c:pt idx="205">
                  <c:v>6.8571200274348421</c:v>
                </c:pt>
                <c:pt idx="206">
                  <c:v>7.0020062597809094</c:v>
                </c:pt>
                <c:pt idx="207">
                  <c:v>7.6096581418334566</c:v>
                </c:pt>
                <c:pt idx="208">
                  <c:v>7.6842098810837314</c:v>
                </c:pt>
                <c:pt idx="209">
                  <c:v>7.4500454738373847</c:v>
                </c:pt>
                <c:pt idx="210">
                  <c:v>7.4976339231973048</c:v>
                </c:pt>
                <c:pt idx="211">
                  <c:v>7.4519935882213248</c:v>
                </c:pt>
                <c:pt idx="212">
                  <c:v>7.2682747771368641</c:v>
                </c:pt>
                <c:pt idx="213">
                  <c:v>6.8814836397271364</c:v>
                </c:pt>
                <c:pt idx="214">
                  <c:v>6.7653959215082722</c:v>
                </c:pt>
                <c:pt idx="215">
                  <c:v>6.4247991507905464</c:v>
                </c:pt>
                <c:pt idx="216">
                  <c:v>6.3965613361489728</c:v>
                </c:pt>
                <c:pt idx="217">
                  <c:v>6.4175709421112366</c:v>
                </c:pt>
                <c:pt idx="218">
                  <c:v>6.398583806280743</c:v>
                </c:pt>
                <c:pt idx="219">
                  <c:v>6.5254825813820672</c:v>
                </c:pt>
                <c:pt idx="220">
                  <c:v>6.5231746767033396</c:v>
                </c:pt>
                <c:pt idx="221">
                  <c:v>5.8525563067413566</c:v>
                </c:pt>
                <c:pt idx="222">
                  <c:v>5.6766630581867394</c:v>
                </c:pt>
                <c:pt idx="223">
                  <c:v>6.0173111916264093</c:v>
                </c:pt>
                <c:pt idx="224">
                  <c:v>6.2534831735672034</c:v>
                </c:pt>
                <c:pt idx="225">
                  <c:v>6.1766362133112862</c:v>
                </c:pt>
                <c:pt idx="226">
                  <c:v>6.150036697247705</c:v>
                </c:pt>
                <c:pt idx="227">
                  <c:v>6.6590626979100689</c:v>
                </c:pt>
                <c:pt idx="228">
                  <c:v>6.7671705714911319</c:v>
                </c:pt>
                <c:pt idx="229">
                  <c:v>6.9758279963403478</c:v>
                </c:pt>
                <c:pt idx="230">
                  <c:v>7.6338956999085097</c:v>
                </c:pt>
                <c:pt idx="231">
                  <c:v>7.9534865181891483</c:v>
                </c:pt>
                <c:pt idx="232">
                  <c:v>7.6417728595060179</c:v>
                </c:pt>
                <c:pt idx="233">
                  <c:v>7.3833030118294882</c:v>
                </c:pt>
                <c:pt idx="234">
                  <c:v>7.6270904337097587</c:v>
                </c:pt>
                <c:pt idx="235">
                  <c:v>7.5971917890223111</c:v>
                </c:pt>
                <c:pt idx="236">
                  <c:v>7.4720371509164778</c:v>
                </c:pt>
                <c:pt idx="237">
                  <c:v>7.557122499637563</c:v>
                </c:pt>
                <c:pt idx="238">
                  <c:v>7.3006892418371514</c:v>
                </c:pt>
                <c:pt idx="239">
                  <c:v>7.3151172252352783</c:v>
                </c:pt>
                <c:pt idx="240">
                  <c:v>7.2403311669205976</c:v>
                </c:pt>
                <c:pt idx="241">
                  <c:v>7.2101848131533428</c:v>
                </c:pt>
                <c:pt idx="242">
                  <c:v>7.242706368030813</c:v>
                </c:pt>
                <c:pt idx="243">
                  <c:v>7.3730601465957184</c:v>
                </c:pt>
                <c:pt idx="244">
                  <c:v>7.0079927830063049</c:v>
                </c:pt>
                <c:pt idx="245">
                  <c:v>7.070163481435161</c:v>
                </c:pt>
                <c:pt idx="246">
                  <c:v>7.023115639127095</c:v>
                </c:pt>
                <c:pt idx="247">
                  <c:v>7.3159117068758874</c:v>
                </c:pt>
                <c:pt idx="248">
                  <c:v>7.6892360097323609</c:v>
                </c:pt>
                <c:pt idx="249">
                  <c:v>7.9275176399026774</c:v>
                </c:pt>
                <c:pt idx="250">
                  <c:v>7.7920644567219153</c:v>
                </c:pt>
                <c:pt idx="251">
                  <c:v>8.1090313075506444</c:v>
                </c:pt>
                <c:pt idx="252">
                  <c:v>7.7812685268526849</c:v>
                </c:pt>
                <c:pt idx="253">
                  <c:v>7.2647157736208658</c:v>
                </c:pt>
                <c:pt idx="254">
                  <c:v>7.2348532920901452</c:v>
                </c:pt>
                <c:pt idx="255">
                  <c:v>7.360233316675167</c:v>
                </c:pt>
                <c:pt idx="256">
                  <c:v>7.7113261286103381</c:v>
                </c:pt>
                <c:pt idx="257">
                  <c:v>8.1798977973568299</c:v>
                </c:pt>
                <c:pt idx="258">
                  <c:v>8.8201764526924258</c:v>
                </c:pt>
                <c:pt idx="259">
                  <c:v>8.8630772976262922</c:v>
                </c:pt>
                <c:pt idx="260">
                  <c:v>8.7719462247400006</c:v>
                </c:pt>
                <c:pt idx="261">
                  <c:v>8.5069521195486431</c:v>
                </c:pt>
                <c:pt idx="262">
                  <c:v>8.8489212038069098</c:v>
                </c:pt>
                <c:pt idx="263">
                  <c:v>9.131721076546663</c:v>
                </c:pt>
                <c:pt idx="264">
                  <c:v>9.2708073811471685</c:v>
                </c:pt>
                <c:pt idx="265">
                  <c:v>9.120058542736194</c:v>
                </c:pt>
                <c:pt idx="266">
                  <c:v>9.4672497523191925</c:v>
                </c:pt>
                <c:pt idx="267">
                  <c:v>9.74546499102334</c:v>
                </c:pt>
                <c:pt idx="268">
                  <c:v>9.6834270481606559</c:v>
                </c:pt>
                <c:pt idx="269">
                  <c:v>9.2970000000000006</c:v>
                </c:pt>
                <c:pt idx="270">
                  <c:v>8.8592909166321032</c:v>
                </c:pt>
                <c:pt idx="271">
                  <c:v>7.9748005403687223</c:v>
                </c:pt>
                <c:pt idx="272">
                  <c:v>8.0091782453354519</c:v>
                </c:pt>
                <c:pt idx="273">
                  <c:v>8.2849575580179824</c:v>
                </c:pt>
                <c:pt idx="274">
                  <c:v>8.9123064043532843</c:v>
                </c:pt>
                <c:pt idx="275">
                  <c:v>9.005208777429468</c:v>
                </c:pt>
                <c:pt idx="276">
                  <c:v>8.9269487494874937</c:v>
                </c:pt>
                <c:pt idx="277">
                  <c:v>8.6885119714722361</c:v>
                </c:pt>
                <c:pt idx="278">
                  <c:v>8.755571574121241</c:v>
                </c:pt>
                <c:pt idx="279">
                  <c:v>8.4962400756143666</c:v>
                </c:pt>
                <c:pt idx="280">
                  <c:v>8.447372369624885</c:v>
                </c:pt>
                <c:pt idx="281">
                  <c:v>8.4645764513491422</c:v>
                </c:pt>
                <c:pt idx="282">
                  <c:v>8.3459652233208317</c:v>
                </c:pt>
                <c:pt idx="283">
                  <c:v>8.6739488243430145</c:v>
                </c:pt>
                <c:pt idx="284">
                  <c:v>8.3523892194609726</c:v>
                </c:pt>
                <c:pt idx="285">
                  <c:v>8.1127633173843705</c:v>
                </c:pt>
                <c:pt idx="286">
                  <c:v>8.0284859988510124</c:v>
                </c:pt>
                <c:pt idx="287">
                  <c:v>8.5317430001854255</c:v>
                </c:pt>
                <c:pt idx="288">
                  <c:v>8.843776306107431</c:v>
                </c:pt>
                <c:pt idx="289">
                  <c:v>8.8381311475409845</c:v>
                </c:pt>
                <c:pt idx="290">
                  <c:v>8.374186829233448</c:v>
                </c:pt>
                <c:pt idx="291">
                  <c:v>9.0117970858068013</c:v>
                </c:pt>
                <c:pt idx="292">
                  <c:v>8.8516570299874306</c:v>
                </c:pt>
                <c:pt idx="293">
                  <c:v>7.8712796401922498</c:v>
                </c:pt>
                <c:pt idx="294">
                  <c:v>8.2904080486410496</c:v>
                </c:pt>
                <c:pt idx="295">
                  <c:v>8.5402649331641634</c:v>
                </c:pt>
                <c:pt idx="296">
                  <c:v>9.0667083550460301</c:v>
                </c:pt>
                <c:pt idx="297">
                  <c:v>8.9660228928199786</c:v>
                </c:pt>
              </c:numCache>
            </c:numRef>
          </c:val>
          <c:smooth val="1"/>
          <c:extLst>
            <c:ext xmlns:c16="http://schemas.microsoft.com/office/drawing/2014/chart" uri="{C3380CC4-5D6E-409C-BE32-E72D297353CC}">
              <c16:uniqueId val="{00000000-8A03-4C6B-A680-9E136BCFDBBF}"/>
            </c:ext>
          </c:extLst>
        </c:ser>
        <c:ser>
          <c:idx val="1"/>
          <c:order val="1"/>
          <c:tx>
            <c:v>Average</c:v>
          </c:tx>
          <c:spPr>
            <a:ln w="19050">
              <a:solidFill>
                <a:srgbClr val="8EB3DF"/>
              </a:solidFill>
              <a:prstDash val="dash"/>
            </a:ln>
          </c:spPr>
          <c:marker>
            <c:symbol val="none"/>
          </c:marker>
          <c:cat>
            <c:numRef>
              <c:f>Sheet1!$A$2:$A$299</c:f>
              <c:numCache>
                <c:formatCode>yyyy\-mm\-dd</c:formatCode>
                <c:ptCount val="298"/>
                <c:pt idx="0">
                  <c:v>44204</c:v>
                </c:pt>
                <c:pt idx="1">
                  <c:v>44211</c:v>
                </c:pt>
                <c:pt idx="2">
                  <c:v>44218</c:v>
                </c:pt>
                <c:pt idx="3">
                  <c:v>44225</c:v>
                </c:pt>
                <c:pt idx="4">
                  <c:v>44232</c:v>
                </c:pt>
                <c:pt idx="5">
                  <c:v>44239</c:v>
                </c:pt>
                <c:pt idx="6">
                  <c:v>44246</c:v>
                </c:pt>
                <c:pt idx="7">
                  <c:v>44253</c:v>
                </c:pt>
                <c:pt idx="8">
                  <c:v>44260</c:v>
                </c:pt>
                <c:pt idx="9">
                  <c:v>44267</c:v>
                </c:pt>
                <c:pt idx="10">
                  <c:v>44274</c:v>
                </c:pt>
                <c:pt idx="11">
                  <c:v>44281</c:v>
                </c:pt>
                <c:pt idx="12">
                  <c:v>44288</c:v>
                </c:pt>
                <c:pt idx="13">
                  <c:v>44295</c:v>
                </c:pt>
                <c:pt idx="14">
                  <c:v>44302</c:v>
                </c:pt>
                <c:pt idx="15">
                  <c:v>44309</c:v>
                </c:pt>
                <c:pt idx="16">
                  <c:v>44316</c:v>
                </c:pt>
                <c:pt idx="17">
                  <c:v>44323</c:v>
                </c:pt>
                <c:pt idx="18">
                  <c:v>44330</c:v>
                </c:pt>
                <c:pt idx="19">
                  <c:v>44337</c:v>
                </c:pt>
                <c:pt idx="20">
                  <c:v>44344</c:v>
                </c:pt>
                <c:pt idx="21">
                  <c:v>44351</c:v>
                </c:pt>
                <c:pt idx="22">
                  <c:v>44358</c:v>
                </c:pt>
                <c:pt idx="23">
                  <c:v>44365</c:v>
                </c:pt>
                <c:pt idx="24">
                  <c:v>44372</c:v>
                </c:pt>
                <c:pt idx="25">
                  <c:v>44379</c:v>
                </c:pt>
                <c:pt idx="26">
                  <c:v>44386</c:v>
                </c:pt>
                <c:pt idx="27">
                  <c:v>44393</c:v>
                </c:pt>
                <c:pt idx="28">
                  <c:v>44400</c:v>
                </c:pt>
                <c:pt idx="29">
                  <c:v>44407</c:v>
                </c:pt>
                <c:pt idx="30">
                  <c:v>44414</c:v>
                </c:pt>
                <c:pt idx="31">
                  <c:v>44421</c:v>
                </c:pt>
                <c:pt idx="32">
                  <c:v>44428</c:v>
                </c:pt>
                <c:pt idx="33">
                  <c:v>44435</c:v>
                </c:pt>
                <c:pt idx="34">
                  <c:v>44442</c:v>
                </c:pt>
                <c:pt idx="35">
                  <c:v>44449</c:v>
                </c:pt>
                <c:pt idx="36">
                  <c:v>44456</c:v>
                </c:pt>
                <c:pt idx="37">
                  <c:v>44463</c:v>
                </c:pt>
                <c:pt idx="38">
                  <c:v>44470</c:v>
                </c:pt>
                <c:pt idx="39">
                  <c:v>44477</c:v>
                </c:pt>
                <c:pt idx="40">
                  <c:v>44484</c:v>
                </c:pt>
                <c:pt idx="41">
                  <c:v>44491</c:v>
                </c:pt>
                <c:pt idx="42">
                  <c:v>44498</c:v>
                </c:pt>
                <c:pt idx="43">
                  <c:v>44505</c:v>
                </c:pt>
                <c:pt idx="44">
                  <c:v>44512</c:v>
                </c:pt>
                <c:pt idx="45">
                  <c:v>44519</c:v>
                </c:pt>
                <c:pt idx="46">
                  <c:v>44526</c:v>
                </c:pt>
                <c:pt idx="47">
                  <c:v>44533</c:v>
                </c:pt>
                <c:pt idx="48">
                  <c:v>44540</c:v>
                </c:pt>
                <c:pt idx="49">
                  <c:v>44547</c:v>
                </c:pt>
                <c:pt idx="50">
                  <c:v>44554</c:v>
                </c:pt>
                <c:pt idx="51">
                  <c:v>44561</c:v>
                </c:pt>
                <c:pt idx="52">
                  <c:v>44568</c:v>
                </c:pt>
                <c:pt idx="53">
                  <c:v>44575</c:v>
                </c:pt>
                <c:pt idx="54">
                  <c:v>44582</c:v>
                </c:pt>
                <c:pt idx="55">
                  <c:v>44589</c:v>
                </c:pt>
                <c:pt idx="56">
                  <c:v>44596</c:v>
                </c:pt>
                <c:pt idx="57">
                  <c:v>44603</c:v>
                </c:pt>
                <c:pt idx="58">
                  <c:v>44610</c:v>
                </c:pt>
                <c:pt idx="59">
                  <c:v>44617</c:v>
                </c:pt>
                <c:pt idx="60">
                  <c:v>44624</c:v>
                </c:pt>
                <c:pt idx="61">
                  <c:v>44631</c:v>
                </c:pt>
                <c:pt idx="62">
                  <c:v>44638</c:v>
                </c:pt>
                <c:pt idx="63">
                  <c:v>44645</c:v>
                </c:pt>
                <c:pt idx="64">
                  <c:v>44652</c:v>
                </c:pt>
                <c:pt idx="65">
                  <c:v>44659</c:v>
                </c:pt>
                <c:pt idx="66">
                  <c:v>44666</c:v>
                </c:pt>
                <c:pt idx="67">
                  <c:v>44673</c:v>
                </c:pt>
                <c:pt idx="68">
                  <c:v>44680</c:v>
                </c:pt>
                <c:pt idx="69">
                  <c:v>44687</c:v>
                </c:pt>
                <c:pt idx="70">
                  <c:v>44694</c:v>
                </c:pt>
                <c:pt idx="71">
                  <c:v>44701</c:v>
                </c:pt>
                <c:pt idx="72">
                  <c:v>44708</c:v>
                </c:pt>
                <c:pt idx="73">
                  <c:v>44715</c:v>
                </c:pt>
                <c:pt idx="74">
                  <c:v>44722</c:v>
                </c:pt>
                <c:pt idx="75">
                  <c:v>44729</c:v>
                </c:pt>
                <c:pt idx="76">
                  <c:v>44736</c:v>
                </c:pt>
                <c:pt idx="77">
                  <c:v>44743</c:v>
                </c:pt>
                <c:pt idx="78">
                  <c:v>44750</c:v>
                </c:pt>
                <c:pt idx="79">
                  <c:v>44757</c:v>
                </c:pt>
                <c:pt idx="80">
                  <c:v>44764</c:v>
                </c:pt>
                <c:pt idx="81">
                  <c:v>44771</c:v>
                </c:pt>
                <c:pt idx="82">
                  <c:v>44778</c:v>
                </c:pt>
                <c:pt idx="83">
                  <c:v>44785</c:v>
                </c:pt>
                <c:pt idx="84">
                  <c:v>44792</c:v>
                </c:pt>
                <c:pt idx="85">
                  <c:v>44799</c:v>
                </c:pt>
                <c:pt idx="86">
                  <c:v>44806</c:v>
                </c:pt>
                <c:pt idx="87">
                  <c:v>44813</c:v>
                </c:pt>
                <c:pt idx="88">
                  <c:v>44820</c:v>
                </c:pt>
                <c:pt idx="89">
                  <c:v>44827</c:v>
                </c:pt>
                <c:pt idx="90">
                  <c:v>44834</c:v>
                </c:pt>
                <c:pt idx="91">
                  <c:v>44841</c:v>
                </c:pt>
                <c:pt idx="92">
                  <c:v>44848</c:v>
                </c:pt>
                <c:pt idx="93">
                  <c:v>44855</c:v>
                </c:pt>
                <c:pt idx="94">
                  <c:v>44862</c:v>
                </c:pt>
                <c:pt idx="95">
                  <c:v>44869</c:v>
                </c:pt>
                <c:pt idx="96">
                  <c:v>44876</c:v>
                </c:pt>
                <c:pt idx="97">
                  <c:v>44883</c:v>
                </c:pt>
                <c:pt idx="98">
                  <c:v>44890</c:v>
                </c:pt>
                <c:pt idx="99">
                  <c:v>44897</c:v>
                </c:pt>
                <c:pt idx="100">
                  <c:v>44904</c:v>
                </c:pt>
                <c:pt idx="101">
                  <c:v>44911</c:v>
                </c:pt>
                <c:pt idx="102">
                  <c:v>44918</c:v>
                </c:pt>
                <c:pt idx="103">
                  <c:v>44925</c:v>
                </c:pt>
                <c:pt idx="104">
                  <c:v>44932</c:v>
                </c:pt>
                <c:pt idx="105">
                  <c:v>44939</c:v>
                </c:pt>
                <c:pt idx="106">
                  <c:v>44946</c:v>
                </c:pt>
                <c:pt idx="107">
                  <c:v>44953</c:v>
                </c:pt>
                <c:pt idx="108">
                  <c:v>44960</c:v>
                </c:pt>
                <c:pt idx="109">
                  <c:v>44967</c:v>
                </c:pt>
                <c:pt idx="110">
                  <c:v>44974</c:v>
                </c:pt>
                <c:pt idx="111">
                  <c:v>44981</c:v>
                </c:pt>
                <c:pt idx="112">
                  <c:v>44988</c:v>
                </c:pt>
                <c:pt idx="113">
                  <c:v>44995</c:v>
                </c:pt>
                <c:pt idx="114">
                  <c:v>45002</c:v>
                </c:pt>
                <c:pt idx="115">
                  <c:v>45009</c:v>
                </c:pt>
                <c:pt idx="116">
                  <c:v>45016</c:v>
                </c:pt>
                <c:pt idx="117">
                  <c:v>45023</c:v>
                </c:pt>
                <c:pt idx="118">
                  <c:v>45030</c:v>
                </c:pt>
                <c:pt idx="119">
                  <c:v>45037</c:v>
                </c:pt>
                <c:pt idx="120">
                  <c:v>45044</c:v>
                </c:pt>
                <c:pt idx="121">
                  <c:v>45051</c:v>
                </c:pt>
                <c:pt idx="122">
                  <c:v>45058</c:v>
                </c:pt>
                <c:pt idx="123">
                  <c:v>45065</c:v>
                </c:pt>
                <c:pt idx="124">
                  <c:v>45072</c:v>
                </c:pt>
                <c:pt idx="125">
                  <c:v>45079</c:v>
                </c:pt>
                <c:pt idx="126">
                  <c:v>45086</c:v>
                </c:pt>
                <c:pt idx="127">
                  <c:v>45093</c:v>
                </c:pt>
                <c:pt idx="128">
                  <c:v>45100</c:v>
                </c:pt>
                <c:pt idx="129">
                  <c:v>45107</c:v>
                </c:pt>
                <c:pt idx="130">
                  <c:v>45114</c:v>
                </c:pt>
                <c:pt idx="131">
                  <c:v>45121</c:v>
                </c:pt>
                <c:pt idx="132">
                  <c:v>45128</c:v>
                </c:pt>
                <c:pt idx="133">
                  <c:v>45135</c:v>
                </c:pt>
                <c:pt idx="134">
                  <c:v>45142</c:v>
                </c:pt>
                <c:pt idx="135">
                  <c:v>45149</c:v>
                </c:pt>
                <c:pt idx="136">
                  <c:v>45156</c:v>
                </c:pt>
                <c:pt idx="137">
                  <c:v>45163</c:v>
                </c:pt>
                <c:pt idx="138">
                  <c:v>45170</c:v>
                </c:pt>
                <c:pt idx="139">
                  <c:v>45177</c:v>
                </c:pt>
                <c:pt idx="140">
                  <c:v>45184</c:v>
                </c:pt>
                <c:pt idx="141">
                  <c:v>45191</c:v>
                </c:pt>
                <c:pt idx="142">
                  <c:v>45198</c:v>
                </c:pt>
                <c:pt idx="143">
                  <c:v>45205</c:v>
                </c:pt>
                <c:pt idx="144">
                  <c:v>45212</c:v>
                </c:pt>
                <c:pt idx="145">
                  <c:v>45219</c:v>
                </c:pt>
                <c:pt idx="146">
                  <c:v>45226</c:v>
                </c:pt>
                <c:pt idx="147">
                  <c:v>45233</c:v>
                </c:pt>
                <c:pt idx="148">
                  <c:v>45240</c:v>
                </c:pt>
                <c:pt idx="149">
                  <c:v>45247</c:v>
                </c:pt>
                <c:pt idx="150">
                  <c:v>45254</c:v>
                </c:pt>
                <c:pt idx="151">
                  <c:v>45261</c:v>
                </c:pt>
                <c:pt idx="152">
                  <c:v>45268</c:v>
                </c:pt>
                <c:pt idx="153">
                  <c:v>45275</c:v>
                </c:pt>
                <c:pt idx="154">
                  <c:v>45282</c:v>
                </c:pt>
                <c:pt idx="155">
                  <c:v>45289</c:v>
                </c:pt>
                <c:pt idx="156">
                  <c:v>45296</c:v>
                </c:pt>
                <c:pt idx="157">
                  <c:v>45303</c:v>
                </c:pt>
                <c:pt idx="158">
                  <c:v>45310</c:v>
                </c:pt>
                <c:pt idx="159">
                  <c:v>45317</c:v>
                </c:pt>
                <c:pt idx="160">
                  <c:v>45324</c:v>
                </c:pt>
                <c:pt idx="161">
                  <c:v>45331</c:v>
                </c:pt>
                <c:pt idx="162">
                  <c:v>45338</c:v>
                </c:pt>
                <c:pt idx="163">
                  <c:v>45345</c:v>
                </c:pt>
                <c:pt idx="164">
                  <c:v>45352</c:v>
                </c:pt>
                <c:pt idx="165">
                  <c:v>45359</c:v>
                </c:pt>
                <c:pt idx="166">
                  <c:v>45366</c:v>
                </c:pt>
                <c:pt idx="167">
                  <c:v>45373</c:v>
                </c:pt>
                <c:pt idx="168">
                  <c:v>45380</c:v>
                </c:pt>
                <c:pt idx="169">
                  <c:v>45387</c:v>
                </c:pt>
                <c:pt idx="170">
                  <c:v>45394</c:v>
                </c:pt>
                <c:pt idx="171">
                  <c:v>45401</c:v>
                </c:pt>
                <c:pt idx="172">
                  <c:v>45408</c:v>
                </c:pt>
                <c:pt idx="173">
                  <c:v>45415</c:v>
                </c:pt>
                <c:pt idx="174">
                  <c:v>45422</c:v>
                </c:pt>
                <c:pt idx="175">
                  <c:v>45429</c:v>
                </c:pt>
                <c:pt idx="176">
                  <c:v>45436</c:v>
                </c:pt>
                <c:pt idx="177">
                  <c:v>45443</c:v>
                </c:pt>
                <c:pt idx="178">
                  <c:v>45450</c:v>
                </c:pt>
                <c:pt idx="179">
                  <c:v>45457</c:v>
                </c:pt>
                <c:pt idx="180">
                  <c:v>45464</c:v>
                </c:pt>
                <c:pt idx="181">
                  <c:v>45471</c:v>
                </c:pt>
                <c:pt idx="182">
                  <c:v>45478</c:v>
                </c:pt>
                <c:pt idx="183">
                  <c:v>45485</c:v>
                </c:pt>
                <c:pt idx="184">
                  <c:v>45492</c:v>
                </c:pt>
                <c:pt idx="185">
                  <c:v>45499</c:v>
                </c:pt>
                <c:pt idx="186">
                  <c:v>45506</c:v>
                </c:pt>
                <c:pt idx="187">
                  <c:v>45513</c:v>
                </c:pt>
                <c:pt idx="188">
                  <c:v>45520</c:v>
                </c:pt>
                <c:pt idx="189">
                  <c:v>45527</c:v>
                </c:pt>
                <c:pt idx="190">
                  <c:v>45534</c:v>
                </c:pt>
                <c:pt idx="191">
                  <c:v>45541</c:v>
                </c:pt>
                <c:pt idx="192">
                  <c:v>45548</c:v>
                </c:pt>
                <c:pt idx="193">
                  <c:v>45555</c:v>
                </c:pt>
                <c:pt idx="194">
                  <c:v>45562</c:v>
                </c:pt>
                <c:pt idx="195">
                  <c:v>45569</c:v>
                </c:pt>
                <c:pt idx="196">
                  <c:v>45576</c:v>
                </c:pt>
                <c:pt idx="197">
                  <c:v>45583</c:v>
                </c:pt>
                <c:pt idx="198">
                  <c:v>45590</c:v>
                </c:pt>
                <c:pt idx="199">
                  <c:v>45597</c:v>
                </c:pt>
                <c:pt idx="200">
                  <c:v>45604</c:v>
                </c:pt>
                <c:pt idx="201">
                  <c:v>45611</c:v>
                </c:pt>
                <c:pt idx="202">
                  <c:v>45618</c:v>
                </c:pt>
                <c:pt idx="203">
                  <c:v>45625</c:v>
                </c:pt>
                <c:pt idx="204">
                  <c:v>45632</c:v>
                </c:pt>
                <c:pt idx="205">
                  <c:v>45639</c:v>
                </c:pt>
                <c:pt idx="206">
                  <c:v>45646</c:v>
                </c:pt>
                <c:pt idx="207">
                  <c:v>45653</c:v>
                </c:pt>
                <c:pt idx="208">
                  <c:v>45660</c:v>
                </c:pt>
                <c:pt idx="209">
                  <c:v>45667</c:v>
                </c:pt>
                <c:pt idx="210">
                  <c:v>45674</c:v>
                </c:pt>
                <c:pt idx="211">
                  <c:v>45681</c:v>
                </c:pt>
                <c:pt idx="212">
                  <c:v>45688</c:v>
                </c:pt>
                <c:pt idx="213">
                  <c:v>45695</c:v>
                </c:pt>
                <c:pt idx="214">
                  <c:v>45702</c:v>
                </c:pt>
                <c:pt idx="215">
                  <c:v>45709</c:v>
                </c:pt>
                <c:pt idx="216">
                  <c:v>45716</c:v>
                </c:pt>
                <c:pt idx="217">
                  <c:v>45723</c:v>
                </c:pt>
                <c:pt idx="218">
                  <c:v>45730</c:v>
                </c:pt>
                <c:pt idx="219">
                  <c:v>45737</c:v>
                </c:pt>
                <c:pt idx="220">
                  <c:v>45744</c:v>
                </c:pt>
                <c:pt idx="221">
                  <c:v>45751</c:v>
                </c:pt>
                <c:pt idx="222">
                  <c:v>45758</c:v>
                </c:pt>
                <c:pt idx="223">
                  <c:v>45765</c:v>
                </c:pt>
                <c:pt idx="224">
                  <c:v>45772</c:v>
                </c:pt>
                <c:pt idx="225">
                  <c:v>45779</c:v>
                </c:pt>
                <c:pt idx="226">
                  <c:v>45786</c:v>
                </c:pt>
                <c:pt idx="227">
                  <c:v>45793</c:v>
                </c:pt>
                <c:pt idx="228">
                  <c:v>45800</c:v>
                </c:pt>
                <c:pt idx="229">
                  <c:v>45807</c:v>
                </c:pt>
                <c:pt idx="230">
                  <c:v>45814</c:v>
                </c:pt>
                <c:pt idx="231">
                  <c:v>45821</c:v>
                </c:pt>
                <c:pt idx="232">
                  <c:v>45828</c:v>
                </c:pt>
                <c:pt idx="233">
                  <c:v>45835</c:v>
                </c:pt>
                <c:pt idx="234">
                  <c:v>45842</c:v>
                </c:pt>
                <c:pt idx="235">
                  <c:v>45849</c:v>
                </c:pt>
                <c:pt idx="236">
                  <c:v>45856</c:v>
                </c:pt>
                <c:pt idx="237">
                  <c:v>45863</c:v>
                </c:pt>
                <c:pt idx="238">
                  <c:v>45870</c:v>
                </c:pt>
                <c:pt idx="239">
                  <c:v>45877</c:v>
                </c:pt>
                <c:pt idx="240">
                  <c:v>45884</c:v>
                </c:pt>
                <c:pt idx="241">
                  <c:v>45891</c:v>
                </c:pt>
                <c:pt idx="242">
                  <c:v>45898</c:v>
                </c:pt>
                <c:pt idx="243">
                  <c:v>45905</c:v>
                </c:pt>
                <c:pt idx="244">
                  <c:v>45912</c:v>
                </c:pt>
                <c:pt idx="245">
                  <c:v>45919</c:v>
                </c:pt>
                <c:pt idx="246">
                  <c:v>45926</c:v>
                </c:pt>
                <c:pt idx="247">
                  <c:v>45933</c:v>
                </c:pt>
                <c:pt idx="248">
                  <c:v>45940</c:v>
                </c:pt>
                <c:pt idx="249">
                  <c:v>45947</c:v>
                </c:pt>
                <c:pt idx="250">
                  <c:v>45954</c:v>
                </c:pt>
                <c:pt idx="251">
                  <c:v>45961</c:v>
                </c:pt>
                <c:pt idx="252">
                  <c:v>45968</c:v>
                </c:pt>
                <c:pt idx="253">
                  <c:v>45975</c:v>
                </c:pt>
                <c:pt idx="254">
                  <c:v>45982</c:v>
                </c:pt>
                <c:pt idx="255">
                  <c:v>45989</c:v>
                </c:pt>
                <c:pt idx="256">
                  <c:v>45996</c:v>
                </c:pt>
                <c:pt idx="257">
                  <c:v>46003</c:v>
                </c:pt>
                <c:pt idx="258">
                  <c:v>46010</c:v>
                </c:pt>
                <c:pt idx="259">
                  <c:v>46017</c:v>
                </c:pt>
                <c:pt idx="260">
                  <c:v>46024</c:v>
                </c:pt>
                <c:pt idx="261">
                  <c:v>46031</c:v>
                </c:pt>
                <c:pt idx="262">
                  <c:v>46038</c:v>
                </c:pt>
                <c:pt idx="263">
                  <c:v>46045</c:v>
                </c:pt>
                <c:pt idx="264">
                  <c:v>46052</c:v>
                </c:pt>
                <c:pt idx="265">
                  <c:v>46059</c:v>
                </c:pt>
                <c:pt idx="266">
                  <c:v>46066</c:v>
                </c:pt>
                <c:pt idx="267">
                  <c:v>46073</c:v>
                </c:pt>
                <c:pt idx="268">
                  <c:v>46080</c:v>
                </c:pt>
                <c:pt idx="269">
                  <c:v>46087</c:v>
                </c:pt>
                <c:pt idx="270">
                  <c:v>46094</c:v>
                </c:pt>
                <c:pt idx="271">
                  <c:v>46101</c:v>
                </c:pt>
                <c:pt idx="272">
                  <c:v>46108</c:v>
                </c:pt>
                <c:pt idx="273">
                  <c:v>46115</c:v>
                </c:pt>
                <c:pt idx="274">
                  <c:v>46122</c:v>
                </c:pt>
                <c:pt idx="275">
                  <c:v>46129</c:v>
                </c:pt>
                <c:pt idx="276">
                  <c:v>46136</c:v>
                </c:pt>
                <c:pt idx="277">
                  <c:v>46143</c:v>
                </c:pt>
                <c:pt idx="278">
                  <c:v>46150</c:v>
                </c:pt>
                <c:pt idx="279">
                  <c:v>46157</c:v>
                </c:pt>
                <c:pt idx="280">
                  <c:v>46164</c:v>
                </c:pt>
                <c:pt idx="281">
                  <c:v>46171</c:v>
                </c:pt>
                <c:pt idx="282">
                  <c:v>46178</c:v>
                </c:pt>
                <c:pt idx="283">
                  <c:v>46185</c:v>
                </c:pt>
                <c:pt idx="284">
                  <c:v>46192</c:v>
                </c:pt>
                <c:pt idx="285">
                  <c:v>46199</c:v>
                </c:pt>
                <c:pt idx="286">
                  <c:v>46206</c:v>
                </c:pt>
                <c:pt idx="287">
                  <c:v>46213</c:v>
                </c:pt>
                <c:pt idx="288">
                  <c:v>46220</c:v>
                </c:pt>
                <c:pt idx="289">
                  <c:v>46227</c:v>
                </c:pt>
                <c:pt idx="290">
                  <c:v>46234</c:v>
                </c:pt>
                <c:pt idx="291">
                  <c:v>46241</c:v>
                </c:pt>
                <c:pt idx="292">
                  <c:v>46248</c:v>
                </c:pt>
                <c:pt idx="293">
                  <c:v>46255</c:v>
                </c:pt>
                <c:pt idx="294">
                  <c:v>46262</c:v>
                </c:pt>
                <c:pt idx="295">
                  <c:v>46269</c:v>
                </c:pt>
                <c:pt idx="296">
                  <c:v>46276</c:v>
                </c:pt>
                <c:pt idx="297">
                  <c:v>46283</c:v>
                </c:pt>
              </c:numCache>
            </c:numRef>
          </c:cat>
          <c:val>
            <c:numRef>
              <c:f>Sheet1!$C$2:$C$299</c:f>
              <c:numCache>
                <c:formatCode>General</c:formatCode>
                <c:ptCount val="298"/>
                <c:pt idx="0">
                  <c:v>7.3114402421063023</c:v>
                </c:pt>
                <c:pt idx="1">
                  <c:v>7.3114402421063023</c:v>
                </c:pt>
                <c:pt idx="2">
                  <c:v>7.3114402421063023</c:v>
                </c:pt>
                <c:pt idx="3">
                  <c:v>7.3114402421063023</c:v>
                </c:pt>
                <c:pt idx="4">
                  <c:v>7.3114402421063023</c:v>
                </c:pt>
                <c:pt idx="5">
                  <c:v>7.3114402421063023</c:v>
                </c:pt>
                <c:pt idx="6">
                  <c:v>7.3114402421063023</c:v>
                </c:pt>
                <c:pt idx="7">
                  <c:v>7.3114402421063023</c:v>
                </c:pt>
                <c:pt idx="8">
                  <c:v>7.3114402421063023</c:v>
                </c:pt>
                <c:pt idx="9">
                  <c:v>7.3114402421063023</c:v>
                </c:pt>
                <c:pt idx="10">
                  <c:v>7.3114402421063023</c:v>
                </c:pt>
                <c:pt idx="11">
                  <c:v>7.3114402421063023</c:v>
                </c:pt>
                <c:pt idx="12">
                  <c:v>7.3114402421063023</c:v>
                </c:pt>
                <c:pt idx="13">
                  <c:v>7.3114402421063023</c:v>
                </c:pt>
                <c:pt idx="14">
                  <c:v>7.3114402421063023</c:v>
                </c:pt>
                <c:pt idx="15">
                  <c:v>7.3114402421063023</c:v>
                </c:pt>
                <c:pt idx="16">
                  <c:v>7.3114402421063023</c:v>
                </c:pt>
                <c:pt idx="17">
                  <c:v>7.3114402421063023</c:v>
                </c:pt>
                <c:pt idx="18">
                  <c:v>7.3114402421063023</c:v>
                </c:pt>
                <c:pt idx="19">
                  <c:v>7.3114402421063023</c:v>
                </c:pt>
                <c:pt idx="20">
                  <c:v>7.3114402421063023</c:v>
                </c:pt>
                <c:pt idx="21">
                  <c:v>7.3114402421063023</c:v>
                </c:pt>
                <c:pt idx="22">
                  <c:v>7.3114402421063023</c:v>
                </c:pt>
                <c:pt idx="23">
                  <c:v>7.3114402421063023</c:v>
                </c:pt>
                <c:pt idx="24">
                  <c:v>7.3114402421063023</c:v>
                </c:pt>
                <c:pt idx="25">
                  <c:v>7.3114402421063023</c:v>
                </c:pt>
                <c:pt idx="26">
                  <c:v>7.3114402421063023</c:v>
                </c:pt>
                <c:pt idx="27">
                  <c:v>7.3114402421063023</c:v>
                </c:pt>
                <c:pt idx="28">
                  <c:v>7.3114402421063023</c:v>
                </c:pt>
                <c:pt idx="29">
                  <c:v>7.3114402421063023</c:v>
                </c:pt>
                <c:pt idx="30">
                  <c:v>7.3114402421063023</c:v>
                </c:pt>
                <c:pt idx="31">
                  <c:v>7.3114402421063023</c:v>
                </c:pt>
                <c:pt idx="32">
                  <c:v>7.3114402421063023</c:v>
                </c:pt>
                <c:pt idx="33">
                  <c:v>7.3114402421063023</c:v>
                </c:pt>
                <c:pt idx="34">
                  <c:v>7.3114402421063023</c:v>
                </c:pt>
                <c:pt idx="35">
                  <c:v>7.3114402421063023</c:v>
                </c:pt>
                <c:pt idx="36">
                  <c:v>7.3114402421063023</c:v>
                </c:pt>
                <c:pt idx="37">
                  <c:v>7.3114402421063023</c:v>
                </c:pt>
                <c:pt idx="38">
                  <c:v>7.3114402421063023</c:v>
                </c:pt>
                <c:pt idx="39">
                  <c:v>7.3114402421063023</c:v>
                </c:pt>
                <c:pt idx="40">
                  <c:v>7.3114402421063023</c:v>
                </c:pt>
                <c:pt idx="41">
                  <c:v>7.3114402421063023</c:v>
                </c:pt>
                <c:pt idx="42">
                  <c:v>7.3114402421063023</c:v>
                </c:pt>
                <c:pt idx="43">
                  <c:v>7.3114402421063023</c:v>
                </c:pt>
                <c:pt idx="44">
                  <c:v>7.3114402421063023</c:v>
                </c:pt>
                <c:pt idx="45">
                  <c:v>7.3114402421063023</c:v>
                </c:pt>
                <c:pt idx="46">
                  <c:v>7.3114402421063023</c:v>
                </c:pt>
                <c:pt idx="47">
                  <c:v>7.3114402421063023</c:v>
                </c:pt>
                <c:pt idx="48">
                  <c:v>7.3114402421063023</c:v>
                </c:pt>
                <c:pt idx="49">
                  <c:v>7.3114402421063023</c:v>
                </c:pt>
                <c:pt idx="50">
                  <c:v>7.3114402421063023</c:v>
                </c:pt>
                <c:pt idx="51">
                  <c:v>7.3114402421063023</c:v>
                </c:pt>
                <c:pt idx="52">
                  <c:v>7.3114402421063023</c:v>
                </c:pt>
                <c:pt idx="53">
                  <c:v>7.3114402421063023</c:v>
                </c:pt>
                <c:pt idx="54">
                  <c:v>7.3114402421063023</c:v>
                </c:pt>
                <c:pt idx="55">
                  <c:v>7.3114402421063023</c:v>
                </c:pt>
                <c:pt idx="56">
                  <c:v>7.3114402421063023</c:v>
                </c:pt>
                <c:pt idx="57">
                  <c:v>7.3114402421063023</c:v>
                </c:pt>
                <c:pt idx="58">
                  <c:v>7.3114402421063023</c:v>
                </c:pt>
                <c:pt idx="59">
                  <c:v>7.3114402421063023</c:v>
                </c:pt>
                <c:pt idx="60">
                  <c:v>7.3114402421063023</c:v>
                </c:pt>
                <c:pt idx="61">
                  <c:v>7.3114402421063023</c:v>
                </c:pt>
                <c:pt idx="62">
                  <c:v>7.3114402421063023</c:v>
                </c:pt>
                <c:pt idx="63">
                  <c:v>7.3114402421063023</c:v>
                </c:pt>
                <c:pt idx="64">
                  <c:v>7.3114402421063023</c:v>
                </c:pt>
                <c:pt idx="65">
                  <c:v>7.3114402421063023</c:v>
                </c:pt>
                <c:pt idx="66">
                  <c:v>7.3114402421063023</c:v>
                </c:pt>
                <c:pt idx="67">
                  <c:v>7.3114402421063023</c:v>
                </c:pt>
                <c:pt idx="68">
                  <c:v>7.3114402421063023</c:v>
                </c:pt>
                <c:pt idx="69">
                  <c:v>7.3114402421063023</c:v>
                </c:pt>
                <c:pt idx="70">
                  <c:v>7.3114402421063023</c:v>
                </c:pt>
                <c:pt idx="71">
                  <c:v>7.3114402421063023</c:v>
                </c:pt>
                <c:pt idx="72">
                  <c:v>7.3114402421063023</c:v>
                </c:pt>
                <c:pt idx="73">
                  <c:v>7.3114402421063023</c:v>
                </c:pt>
                <c:pt idx="74">
                  <c:v>7.3114402421063023</c:v>
                </c:pt>
                <c:pt idx="75">
                  <c:v>7.3114402421063023</c:v>
                </c:pt>
                <c:pt idx="76">
                  <c:v>7.3114402421063023</c:v>
                </c:pt>
                <c:pt idx="77">
                  <c:v>7.3114402421063023</c:v>
                </c:pt>
                <c:pt idx="78">
                  <c:v>7.3114402421063023</c:v>
                </c:pt>
                <c:pt idx="79">
                  <c:v>7.3114402421063023</c:v>
                </c:pt>
                <c:pt idx="80">
                  <c:v>7.3114402421063023</c:v>
                </c:pt>
                <c:pt idx="81">
                  <c:v>7.3114402421063023</c:v>
                </c:pt>
                <c:pt idx="82">
                  <c:v>7.3114402421063023</c:v>
                </c:pt>
                <c:pt idx="83">
                  <c:v>7.3114402421063023</c:v>
                </c:pt>
                <c:pt idx="84">
                  <c:v>7.3114402421063023</c:v>
                </c:pt>
                <c:pt idx="85">
                  <c:v>7.3114402421063023</c:v>
                </c:pt>
                <c:pt idx="86">
                  <c:v>7.3114402421063023</c:v>
                </c:pt>
                <c:pt idx="87">
                  <c:v>7.3114402421063023</c:v>
                </c:pt>
                <c:pt idx="88">
                  <c:v>7.3114402421063023</c:v>
                </c:pt>
                <c:pt idx="89">
                  <c:v>7.3114402421063023</c:v>
                </c:pt>
                <c:pt idx="90">
                  <c:v>7.3114402421063023</c:v>
                </c:pt>
                <c:pt idx="91">
                  <c:v>7.3114402421063023</c:v>
                </c:pt>
                <c:pt idx="92">
                  <c:v>7.3114402421063023</c:v>
                </c:pt>
                <c:pt idx="93">
                  <c:v>7.3114402421063023</c:v>
                </c:pt>
                <c:pt idx="94">
                  <c:v>7.3114402421063023</c:v>
                </c:pt>
                <c:pt idx="95">
                  <c:v>7.3114402421063023</c:v>
                </c:pt>
                <c:pt idx="96">
                  <c:v>7.3114402421063023</c:v>
                </c:pt>
                <c:pt idx="97">
                  <c:v>7.3114402421063023</c:v>
                </c:pt>
                <c:pt idx="98">
                  <c:v>7.3114402421063023</c:v>
                </c:pt>
                <c:pt idx="99">
                  <c:v>7.3114402421063023</c:v>
                </c:pt>
                <c:pt idx="100">
                  <c:v>7.3114402421063023</c:v>
                </c:pt>
                <c:pt idx="101">
                  <c:v>7.3114402421063023</c:v>
                </c:pt>
                <c:pt idx="102">
                  <c:v>7.3114402421063023</c:v>
                </c:pt>
                <c:pt idx="103">
                  <c:v>7.3114402421063023</c:v>
                </c:pt>
                <c:pt idx="104">
                  <c:v>7.3114402421063023</c:v>
                </c:pt>
                <c:pt idx="105">
                  <c:v>7.3114402421063023</c:v>
                </c:pt>
                <c:pt idx="106">
                  <c:v>7.3114402421063023</c:v>
                </c:pt>
                <c:pt idx="107">
                  <c:v>7.3114402421063023</c:v>
                </c:pt>
                <c:pt idx="108">
                  <c:v>7.3114402421063023</c:v>
                </c:pt>
                <c:pt idx="109">
                  <c:v>7.3114402421063023</c:v>
                </c:pt>
                <c:pt idx="110">
                  <c:v>7.3114402421063023</c:v>
                </c:pt>
                <c:pt idx="111">
                  <c:v>7.3114402421063023</c:v>
                </c:pt>
                <c:pt idx="112">
                  <c:v>7.3114402421063023</c:v>
                </c:pt>
                <c:pt idx="113">
                  <c:v>7.3114402421063023</c:v>
                </c:pt>
                <c:pt idx="114">
                  <c:v>7.3114402421063023</c:v>
                </c:pt>
                <c:pt idx="115">
                  <c:v>7.3114402421063023</c:v>
                </c:pt>
                <c:pt idx="116">
                  <c:v>7.3114402421063023</c:v>
                </c:pt>
                <c:pt idx="117">
                  <c:v>7.3114402421063023</c:v>
                </c:pt>
                <c:pt idx="118">
                  <c:v>7.3114402421063023</c:v>
                </c:pt>
                <c:pt idx="119">
                  <c:v>7.3114402421063023</c:v>
                </c:pt>
                <c:pt idx="120">
                  <c:v>7.3114402421063023</c:v>
                </c:pt>
                <c:pt idx="121">
                  <c:v>7.3114402421063023</c:v>
                </c:pt>
                <c:pt idx="122">
                  <c:v>7.3114402421063023</c:v>
                </c:pt>
                <c:pt idx="123">
                  <c:v>7.3114402421063023</c:v>
                </c:pt>
                <c:pt idx="124">
                  <c:v>7.3114402421063023</c:v>
                </c:pt>
                <c:pt idx="125">
                  <c:v>7.3114402421063023</c:v>
                </c:pt>
                <c:pt idx="126">
                  <c:v>7.3114402421063023</c:v>
                </c:pt>
                <c:pt idx="127">
                  <c:v>7.3114402421063023</c:v>
                </c:pt>
                <c:pt idx="128">
                  <c:v>7.3114402421063023</c:v>
                </c:pt>
                <c:pt idx="129">
                  <c:v>7.3114402421063023</c:v>
                </c:pt>
                <c:pt idx="130">
                  <c:v>7.3114402421063023</c:v>
                </c:pt>
                <c:pt idx="131">
                  <c:v>7.3114402421063023</c:v>
                </c:pt>
                <c:pt idx="132">
                  <c:v>7.3114402421063023</c:v>
                </c:pt>
                <c:pt idx="133">
                  <c:v>7.3114402421063023</c:v>
                </c:pt>
                <c:pt idx="134">
                  <c:v>7.3114402421063023</c:v>
                </c:pt>
                <c:pt idx="135">
                  <c:v>7.3114402421063023</c:v>
                </c:pt>
                <c:pt idx="136">
                  <c:v>7.3114402421063023</c:v>
                </c:pt>
                <c:pt idx="137">
                  <c:v>7.3114402421063023</c:v>
                </c:pt>
                <c:pt idx="138">
                  <c:v>7.3114402421063023</c:v>
                </c:pt>
                <c:pt idx="139">
                  <c:v>7.3114402421063023</c:v>
                </c:pt>
                <c:pt idx="140">
                  <c:v>7.3114402421063023</c:v>
                </c:pt>
                <c:pt idx="141">
                  <c:v>7.3114402421063023</c:v>
                </c:pt>
                <c:pt idx="142">
                  <c:v>7.3114402421063023</c:v>
                </c:pt>
                <c:pt idx="143">
                  <c:v>7.3114402421063023</c:v>
                </c:pt>
                <c:pt idx="144">
                  <c:v>7.3114402421063023</c:v>
                </c:pt>
                <c:pt idx="145">
                  <c:v>7.3114402421063023</c:v>
                </c:pt>
                <c:pt idx="146">
                  <c:v>7.3114402421063023</c:v>
                </c:pt>
                <c:pt idx="147">
                  <c:v>7.3114402421063023</c:v>
                </c:pt>
                <c:pt idx="148">
                  <c:v>7.3114402421063023</c:v>
                </c:pt>
                <c:pt idx="149">
                  <c:v>7.3114402421063023</c:v>
                </c:pt>
                <c:pt idx="150">
                  <c:v>7.3114402421063023</c:v>
                </c:pt>
                <c:pt idx="151">
                  <c:v>7.3114402421063023</c:v>
                </c:pt>
                <c:pt idx="152">
                  <c:v>7.3114402421063023</c:v>
                </c:pt>
                <c:pt idx="153">
                  <c:v>7.3114402421063023</c:v>
                </c:pt>
                <c:pt idx="154">
                  <c:v>7.3114402421063023</c:v>
                </c:pt>
                <c:pt idx="155">
                  <c:v>7.3114402421063023</c:v>
                </c:pt>
                <c:pt idx="156">
                  <c:v>7.3114402421063023</c:v>
                </c:pt>
                <c:pt idx="157">
                  <c:v>7.3114402421063023</c:v>
                </c:pt>
                <c:pt idx="158">
                  <c:v>7.3114402421063023</c:v>
                </c:pt>
                <c:pt idx="159">
                  <c:v>7.3114402421063023</c:v>
                </c:pt>
                <c:pt idx="160">
                  <c:v>7.3114402421063023</c:v>
                </c:pt>
                <c:pt idx="161">
                  <c:v>7.3114402421063023</c:v>
                </c:pt>
                <c:pt idx="162">
                  <c:v>7.3114402421063023</c:v>
                </c:pt>
                <c:pt idx="163">
                  <c:v>7.3114402421063023</c:v>
                </c:pt>
                <c:pt idx="164">
                  <c:v>7.3114402421063023</c:v>
                </c:pt>
                <c:pt idx="165">
                  <c:v>7.3114402421063023</c:v>
                </c:pt>
                <c:pt idx="166">
                  <c:v>7.3114402421063023</c:v>
                </c:pt>
                <c:pt idx="167">
                  <c:v>7.3114402421063023</c:v>
                </c:pt>
                <c:pt idx="168">
                  <c:v>7.3114402421063023</c:v>
                </c:pt>
                <c:pt idx="169">
                  <c:v>7.3114402421063023</c:v>
                </c:pt>
                <c:pt idx="170">
                  <c:v>7.3114402421063023</c:v>
                </c:pt>
                <c:pt idx="171">
                  <c:v>7.3114402421063023</c:v>
                </c:pt>
                <c:pt idx="172">
                  <c:v>7.3114402421063023</c:v>
                </c:pt>
                <c:pt idx="173">
                  <c:v>7.3114402421063023</c:v>
                </c:pt>
                <c:pt idx="174">
                  <c:v>7.3114402421063023</c:v>
                </c:pt>
                <c:pt idx="175">
                  <c:v>7.3114402421063023</c:v>
                </c:pt>
                <c:pt idx="176">
                  <c:v>7.3114402421063023</c:v>
                </c:pt>
                <c:pt idx="177">
                  <c:v>7.3114402421063023</c:v>
                </c:pt>
                <c:pt idx="178">
                  <c:v>7.3114402421063023</c:v>
                </c:pt>
                <c:pt idx="179">
                  <c:v>7.3114402421063023</c:v>
                </c:pt>
                <c:pt idx="180">
                  <c:v>7.3114402421063023</c:v>
                </c:pt>
                <c:pt idx="181">
                  <c:v>7.3114402421063023</c:v>
                </c:pt>
                <c:pt idx="182">
                  <c:v>7.3114402421063023</c:v>
                </c:pt>
                <c:pt idx="183">
                  <c:v>7.3114402421063023</c:v>
                </c:pt>
                <c:pt idx="184">
                  <c:v>7.3114402421063023</c:v>
                </c:pt>
                <c:pt idx="185">
                  <c:v>7.3114402421063023</c:v>
                </c:pt>
                <c:pt idx="186">
                  <c:v>7.3114402421063023</c:v>
                </c:pt>
                <c:pt idx="187">
                  <c:v>7.3114402421063023</c:v>
                </c:pt>
                <c:pt idx="188">
                  <c:v>7.3114402421063023</c:v>
                </c:pt>
                <c:pt idx="189">
                  <c:v>7.3114402421063023</c:v>
                </c:pt>
                <c:pt idx="190">
                  <c:v>7.3114402421063023</c:v>
                </c:pt>
                <c:pt idx="191">
                  <c:v>7.3114402421063023</c:v>
                </c:pt>
                <c:pt idx="192">
                  <c:v>7.3114402421063023</c:v>
                </c:pt>
                <c:pt idx="193">
                  <c:v>7.3114402421063023</c:v>
                </c:pt>
                <c:pt idx="194">
                  <c:v>7.3114402421063023</c:v>
                </c:pt>
                <c:pt idx="195">
                  <c:v>7.3114402421063023</c:v>
                </c:pt>
                <c:pt idx="196">
                  <c:v>7.3114402421063023</c:v>
                </c:pt>
                <c:pt idx="197">
                  <c:v>7.3114402421063023</c:v>
                </c:pt>
                <c:pt idx="198">
                  <c:v>7.3114402421063023</c:v>
                </c:pt>
                <c:pt idx="199">
                  <c:v>7.3114402421063023</c:v>
                </c:pt>
                <c:pt idx="200">
                  <c:v>7.3114402421063023</c:v>
                </c:pt>
                <c:pt idx="201">
                  <c:v>7.3114402421063023</c:v>
                </c:pt>
                <c:pt idx="202">
                  <c:v>7.3114402421063023</c:v>
                </c:pt>
                <c:pt idx="203">
                  <c:v>7.3114402421063023</c:v>
                </c:pt>
                <c:pt idx="204">
                  <c:v>7.3114402421063023</c:v>
                </c:pt>
                <c:pt idx="205">
                  <c:v>7.3114402421063023</c:v>
                </c:pt>
                <c:pt idx="206">
                  <c:v>7.3114402421063023</c:v>
                </c:pt>
                <c:pt idx="207">
                  <c:v>7.3114402421063023</c:v>
                </c:pt>
                <c:pt idx="208">
                  <c:v>7.3114402421063023</c:v>
                </c:pt>
                <c:pt idx="209">
                  <c:v>7.3114402421063023</c:v>
                </c:pt>
                <c:pt idx="210">
                  <c:v>7.3114402421063023</c:v>
                </c:pt>
                <c:pt idx="211">
                  <c:v>7.3114402421063023</c:v>
                </c:pt>
                <c:pt idx="212">
                  <c:v>7.3114402421063023</c:v>
                </c:pt>
                <c:pt idx="213">
                  <c:v>7.3114402421063023</c:v>
                </c:pt>
                <c:pt idx="214">
                  <c:v>7.3114402421063023</c:v>
                </c:pt>
                <c:pt idx="215">
                  <c:v>7.3114402421063023</c:v>
                </c:pt>
                <c:pt idx="216">
                  <c:v>7.3114402421063023</c:v>
                </c:pt>
                <c:pt idx="217">
                  <c:v>7.3114402421063023</c:v>
                </c:pt>
                <c:pt idx="218">
                  <c:v>7.3114402421063023</c:v>
                </c:pt>
                <c:pt idx="219">
                  <c:v>7.3114402421063023</c:v>
                </c:pt>
                <c:pt idx="220">
                  <c:v>7.3114402421063023</c:v>
                </c:pt>
                <c:pt idx="221">
                  <c:v>7.3114402421063023</c:v>
                </c:pt>
                <c:pt idx="222">
                  <c:v>7.3114402421063023</c:v>
                </c:pt>
                <c:pt idx="223">
                  <c:v>7.3114402421063023</c:v>
                </c:pt>
                <c:pt idx="224">
                  <c:v>7.3114402421063023</c:v>
                </c:pt>
                <c:pt idx="225">
                  <c:v>7.3114402421063023</c:v>
                </c:pt>
                <c:pt idx="226">
                  <c:v>7.3114402421063023</c:v>
                </c:pt>
                <c:pt idx="227">
                  <c:v>7.3114402421063023</c:v>
                </c:pt>
                <c:pt idx="228">
                  <c:v>7.3114402421063023</c:v>
                </c:pt>
                <c:pt idx="229">
                  <c:v>7.3114402421063023</c:v>
                </c:pt>
                <c:pt idx="230">
                  <c:v>7.3114402421063023</c:v>
                </c:pt>
                <c:pt idx="231">
                  <c:v>7.3114402421063023</c:v>
                </c:pt>
                <c:pt idx="232">
                  <c:v>7.3114402421063023</c:v>
                </c:pt>
                <c:pt idx="233">
                  <c:v>7.3114402421063023</c:v>
                </c:pt>
                <c:pt idx="234">
                  <c:v>7.3114402421063023</c:v>
                </c:pt>
                <c:pt idx="235">
                  <c:v>7.3114402421063023</c:v>
                </c:pt>
                <c:pt idx="236">
                  <c:v>7.3114402421063023</c:v>
                </c:pt>
                <c:pt idx="237">
                  <c:v>7.3114402421063023</c:v>
                </c:pt>
                <c:pt idx="238">
                  <c:v>7.3114402421063023</c:v>
                </c:pt>
                <c:pt idx="239">
                  <c:v>7.3114402421063023</c:v>
                </c:pt>
                <c:pt idx="240">
                  <c:v>7.3114402421063023</c:v>
                </c:pt>
                <c:pt idx="241">
                  <c:v>7.3114402421063023</c:v>
                </c:pt>
                <c:pt idx="242">
                  <c:v>7.3114402421063023</c:v>
                </c:pt>
                <c:pt idx="243">
                  <c:v>7.3114402421063023</c:v>
                </c:pt>
                <c:pt idx="244">
                  <c:v>7.3114402421063023</c:v>
                </c:pt>
                <c:pt idx="245">
                  <c:v>7.3114402421063023</c:v>
                </c:pt>
                <c:pt idx="246">
                  <c:v>7.3114402421063023</c:v>
                </c:pt>
                <c:pt idx="247">
                  <c:v>7.3114402421063023</c:v>
                </c:pt>
                <c:pt idx="248">
                  <c:v>7.3114402421063023</c:v>
                </c:pt>
                <c:pt idx="249">
                  <c:v>7.3114402421063023</c:v>
                </c:pt>
                <c:pt idx="250">
                  <c:v>7.3114402421063023</c:v>
                </c:pt>
                <c:pt idx="251">
                  <c:v>7.3114402421063023</c:v>
                </c:pt>
                <c:pt idx="252">
                  <c:v>7.3114402421063023</c:v>
                </c:pt>
                <c:pt idx="253">
                  <c:v>7.3114402421063023</c:v>
                </c:pt>
                <c:pt idx="254">
                  <c:v>7.3114402421063023</c:v>
                </c:pt>
                <c:pt idx="255">
                  <c:v>7.3114402421063023</c:v>
                </c:pt>
                <c:pt idx="256">
                  <c:v>7.3114402421063023</c:v>
                </c:pt>
                <c:pt idx="257">
                  <c:v>7.3114402421063023</c:v>
                </c:pt>
                <c:pt idx="258">
                  <c:v>7.3114402421063023</c:v>
                </c:pt>
                <c:pt idx="259">
                  <c:v>7.3114402421063023</c:v>
                </c:pt>
                <c:pt idx="260">
                  <c:v>7.3114402421063023</c:v>
                </c:pt>
                <c:pt idx="261">
                  <c:v>7.3114402421063023</c:v>
                </c:pt>
                <c:pt idx="262">
                  <c:v>7.3114402421063023</c:v>
                </c:pt>
                <c:pt idx="263">
                  <c:v>7.3114402421063023</c:v>
                </c:pt>
                <c:pt idx="264">
                  <c:v>7.3114402421063023</c:v>
                </c:pt>
                <c:pt idx="265">
                  <c:v>7.3114402421063023</c:v>
                </c:pt>
                <c:pt idx="266">
                  <c:v>7.3114402421063023</c:v>
                </c:pt>
                <c:pt idx="267">
                  <c:v>7.3114402421063023</c:v>
                </c:pt>
                <c:pt idx="268">
                  <c:v>7.3114402421063023</c:v>
                </c:pt>
                <c:pt idx="269">
                  <c:v>7.3114402421063023</c:v>
                </c:pt>
                <c:pt idx="270">
                  <c:v>7.3114402421063023</c:v>
                </c:pt>
                <c:pt idx="271">
                  <c:v>7.3114402421063023</c:v>
                </c:pt>
                <c:pt idx="272">
                  <c:v>7.3114402421063023</c:v>
                </c:pt>
                <c:pt idx="273">
                  <c:v>7.3114402421063023</c:v>
                </c:pt>
                <c:pt idx="274">
                  <c:v>7.3114402421063023</c:v>
                </c:pt>
                <c:pt idx="275">
                  <c:v>7.3114402421063023</c:v>
                </c:pt>
                <c:pt idx="276">
                  <c:v>7.3114402421063023</c:v>
                </c:pt>
                <c:pt idx="277">
                  <c:v>7.3114402421063023</c:v>
                </c:pt>
                <c:pt idx="278">
                  <c:v>7.3114402421063023</c:v>
                </c:pt>
                <c:pt idx="279">
                  <c:v>7.3114402421063023</c:v>
                </c:pt>
                <c:pt idx="280">
                  <c:v>7.3114402421063023</c:v>
                </c:pt>
                <c:pt idx="281">
                  <c:v>7.3114402421063023</c:v>
                </c:pt>
                <c:pt idx="282">
                  <c:v>7.3114402421063023</c:v>
                </c:pt>
                <c:pt idx="283">
                  <c:v>7.3114402421063023</c:v>
                </c:pt>
                <c:pt idx="284">
                  <c:v>7.3114402421063023</c:v>
                </c:pt>
                <c:pt idx="285">
                  <c:v>7.3114402421063023</c:v>
                </c:pt>
                <c:pt idx="286">
                  <c:v>7.3114402421063023</c:v>
                </c:pt>
                <c:pt idx="287">
                  <c:v>7.3114402421063023</c:v>
                </c:pt>
                <c:pt idx="288">
                  <c:v>7.3114402421063023</c:v>
                </c:pt>
                <c:pt idx="289">
                  <c:v>7.3114402421063023</c:v>
                </c:pt>
                <c:pt idx="290">
                  <c:v>7.3114402421063023</c:v>
                </c:pt>
                <c:pt idx="291">
                  <c:v>7.3114402421063023</c:v>
                </c:pt>
                <c:pt idx="292">
                  <c:v>7.3114402421063023</c:v>
                </c:pt>
                <c:pt idx="293">
                  <c:v>7.3114402421063023</c:v>
                </c:pt>
                <c:pt idx="294">
                  <c:v>7.3114402421063023</c:v>
                </c:pt>
                <c:pt idx="295">
                  <c:v>7.3114402421063023</c:v>
                </c:pt>
                <c:pt idx="296">
                  <c:v>7.3114402421063023</c:v>
                </c:pt>
                <c:pt idx="297">
                  <c:v>7.3114402421063023</c:v>
                </c:pt>
              </c:numCache>
            </c:numRef>
          </c:val>
          <c:smooth val="1"/>
          <c:extLst>
            <c:ext xmlns:c16="http://schemas.microsoft.com/office/drawing/2014/chart" uri="{C3380CC4-5D6E-409C-BE32-E72D297353CC}">
              <c16:uniqueId val="{00000001-8A03-4C6B-A680-9E136BCFDBBF}"/>
            </c:ext>
          </c:extLst>
        </c:ser>
        <c:ser>
          <c:idx val="2"/>
          <c:order val="2"/>
          <c:tx>
            <c:v>±1 s.d.</c:v>
          </c:tx>
          <c:spPr>
            <a:ln w="19050">
              <a:solidFill>
                <a:srgbClr val="8EB3DF"/>
              </a:solidFill>
              <a:prstDash val="dash"/>
            </a:ln>
          </c:spPr>
          <c:marker>
            <c:symbol val="none"/>
          </c:marker>
          <c:cat>
            <c:numRef>
              <c:f>Sheet1!$A$2:$A$299</c:f>
              <c:numCache>
                <c:formatCode>yyyy\-mm\-dd</c:formatCode>
                <c:ptCount val="298"/>
                <c:pt idx="0">
                  <c:v>44204</c:v>
                </c:pt>
                <c:pt idx="1">
                  <c:v>44211</c:v>
                </c:pt>
                <c:pt idx="2">
                  <c:v>44218</c:v>
                </c:pt>
                <c:pt idx="3">
                  <c:v>44225</c:v>
                </c:pt>
                <c:pt idx="4">
                  <c:v>44232</c:v>
                </c:pt>
                <c:pt idx="5">
                  <c:v>44239</c:v>
                </c:pt>
                <c:pt idx="6">
                  <c:v>44246</c:v>
                </c:pt>
                <c:pt idx="7">
                  <c:v>44253</c:v>
                </c:pt>
                <c:pt idx="8">
                  <c:v>44260</c:v>
                </c:pt>
                <c:pt idx="9">
                  <c:v>44267</c:v>
                </c:pt>
                <c:pt idx="10">
                  <c:v>44274</c:v>
                </c:pt>
                <c:pt idx="11">
                  <c:v>44281</c:v>
                </c:pt>
                <c:pt idx="12">
                  <c:v>44288</c:v>
                </c:pt>
                <c:pt idx="13">
                  <c:v>44295</c:v>
                </c:pt>
                <c:pt idx="14">
                  <c:v>44302</c:v>
                </c:pt>
                <c:pt idx="15">
                  <c:v>44309</c:v>
                </c:pt>
                <c:pt idx="16">
                  <c:v>44316</c:v>
                </c:pt>
                <c:pt idx="17">
                  <c:v>44323</c:v>
                </c:pt>
                <c:pt idx="18">
                  <c:v>44330</c:v>
                </c:pt>
                <c:pt idx="19">
                  <c:v>44337</c:v>
                </c:pt>
                <c:pt idx="20">
                  <c:v>44344</c:v>
                </c:pt>
                <c:pt idx="21">
                  <c:v>44351</c:v>
                </c:pt>
                <c:pt idx="22">
                  <c:v>44358</c:v>
                </c:pt>
                <c:pt idx="23">
                  <c:v>44365</c:v>
                </c:pt>
                <c:pt idx="24">
                  <c:v>44372</c:v>
                </c:pt>
                <c:pt idx="25">
                  <c:v>44379</c:v>
                </c:pt>
                <c:pt idx="26">
                  <c:v>44386</c:v>
                </c:pt>
                <c:pt idx="27">
                  <c:v>44393</c:v>
                </c:pt>
                <c:pt idx="28">
                  <c:v>44400</c:v>
                </c:pt>
                <c:pt idx="29">
                  <c:v>44407</c:v>
                </c:pt>
                <c:pt idx="30">
                  <c:v>44414</c:v>
                </c:pt>
                <c:pt idx="31">
                  <c:v>44421</c:v>
                </c:pt>
                <c:pt idx="32">
                  <c:v>44428</c:v>
                </c:pt>
                <c:pt idx="33">
                  <c:v>44435</c:v>
                </c:pt>
                <c:pt idx="34">
                  <c:v>44442</c:v>
                </c:pt>
                <c:pt idx="35">
                  <c:v>44449</c:v>
                </c:pt>
                <c:pt idx="36">
                  <c:v>44456</c:v>
                </c:pt>
                <c:pt idx="37">
                  <c:v>44463</c:v>
                </c:pt>
                <c:pt idx="38">
                  <c:v>44470</c:v>
                </c:pt>
                <c:pt idx="39">
                  <c:v>44477</c:v>
                </c:pt>
                <c:pt idx="40">
                  <c:v>44484</c:v>
                </c:pt>
                <c:pt idx="41">
                  <c:v>44491</c:v>
                </c:pt>
                <c:pt idx="42">
                  <c:v>44498</c:v>
                </c:pt>
                <c:pt idx="43">
                  <c:v>44505</c:v>
                </c:pt>
                <c:pt idx="44">
                  <c:v>44512</c:v>
                </c:pt>
                <c:pt idx="45">
                  <c:v>44519</c:v>
                </c:pt>
                <c:pt idx="46">
                  <c:v>44526</c:v>
                </c:pt>
                <c:pt idx="47">
                  <c:v>44533</c:v>
                </c:pt>
                <c:pt idx="48">
                  <c:v>44540</c:v>
                </c:pt>
                <c:pt idx="49">
                  <c:v>44547</c:v>
                </c:pt>
                <c:pt idx="50">
                  <c:v>44554</c:v>
                </c:pt>
                <c:pt idx="51">
                  <c:v>44561</c:v>
                </c:pt>
                <c:pt idx="52">
                  <c:v>44568</c:v>
                </c:pt>
                <c:pt idx="53">
                  <c:v>44575</c:v>
                </c:pt>
                <c:pt idx="54">
                  <c:v>44582</c:v>
                </c:pt>
                <c:pt idx="55">
                  <c:v>44589</c:v>
                </c:pt>
                <c:pt idx="56">
                  <c:v>44596</c:v>
                </c:pt>
                <c:pt idx="57">
                  <c:v>44603</c:v>
                </c:pt>
                <c:pt idx="58">
                  <c:v>44610</c:v>
                </c:pt>
                <c:pt idx="59">
                  <c:v>44617</c:v>
                </c:pt>
                <c:pt idx="60">
                  <c:v>44624</c:v>
                </c:pt>
                <c:pt idx="61">
                  <c:v>44631</c:v>
                </c:pt>
                <c:pt idx="62">
                  <c:v>44638</c:v>
                </c:pt>
                <c:pt idx="63">
                  <c:v>44645</c:v>
                </c:pt>
                <c:pt idx="64">
                  <c:v>44652</c:v>
                </c:pt>
                <c:pt idx="65">
                  <c:v>44659</c:v>
                </c:pt>
                <c:pt idx="66">
                  <c:v>44666</c:v>
                </c:pt>
                <c:pt idx="67">
                  <c:v>44673</c:v>
                </c:pt>
                <c:pt idx="68">
                  <c:v>44680</c:v>
                </c:pt>
                <c:pt idx="69">
                  <c:v>44687</c:v>
                </c:pt>
                <c:pt idx="70">
                  <c:v>44694</c:v>
                </c:pt>
                <c:pt idx="71">
                  <c:v>44701</c:v>
                </c:pt>
                <c:pt idx="72">
                  <c:v>44708</c:v>
                </c:pt>
                <c:pt idx="73">
                  <c:v>44715</c:v>
                </c:pt>
                <c:pt idx="74">
                  <c:v>44722</c:v>
                </c:pt>
                <c:pt idx="75">
                  <c:v>44729</c:v>
                </c:pt>
                <c:pt idx="76">
                  <c:v>44736</c:v>
                </c:pt>
                <c:pt idx="77">
                  <c:v>44743</c:v>
                </c:pt>
                <c:pt idx="78">
                  <c:v>44750</c:v>
                </c:pt>
                <c:pt idx="79">
                  <c:v>44757</c:v>
                </c:pt>
                <c:pt idx="80">
                  <c:v>44764</c:v>
                </c:pt>
                <c:pt idx="81">
                  <c:v>44771</c:v>
                </c:pt>
                <c:pt idx="82">
                  <c:v>44778</c:v>
                </c:pt>
                <c:pt idx="83">
                  <c:v>44785</c:v>
                </c:pt>
                <c:pt idx="84">
                  <c:v>44792</c:v>
                </c:pt>
                <c:pt idx="85">
                  <c:v>44799</c:v>
                </c:pt>
                <c:pt idx="86">
                  <c:v>44806</c:v>
                </c:pt>
                <c:pt idx="87">
                  <c:v>44813</c:v>
                </c:pt>
                <c:pt idx="88">
                  <c:v>44820</c:v>
                </c:pt>
                <c:pt idx="89">
                  <c:v>44827</c:v>
                </c:pt>
                <c:pt idx="90">
                  <c:v>44834</c:v>
                </c:pt>
                <c:pt idx="91">
                  <c:v>44841</c:v>
                </c:pt>
                <c:pt idx="92">
                  <c:v>44848</c:v>
                </c:pt>
                <c:pt idx="93">
                  <c:v>44855</c:v>
                </c:pt>
                <c:pt idx="94">
                  <c:v>44862</c:v>
                </c:pt>
                <c:pt idx="95">
                  <c:v>44869</c:v>
                </c:pt>
                <c:pt idx="96">
                  <c:v>44876</c:v>
                </c:pt>
                <c:pt idx="97">
                  <c:v>44883</c:v>
                </c:pt>
                <c:pt idx="98">
                  <c:v>44890</c:v>
                </c:pt>
                <c:pt idx="99">
                  <c:v>44897</c:v>
                </c:pt>
                <c:pt idx="100">
                  <c:v>44904</c:v>
                </c:pt>
                <c:pt idx="101">
                  <c:v>44911</c:v>
                </c:pt>
                <c:pt idx="102">
                  <c:v>44918</c:v>
                </c:pt>
                <c:pt idx="103">
                  <c:v>44925</c:v>
                </c:pt>
                <c:pt idx="104">
                  <c:v>44932</c:v>
                </c:pt>
                <c:pt idx="105">
                  <c:v>44939</c:v>
                </c:pt>
                <c:pt idx="106">
                  <c:v>44946</c:v>
                </c:pt>
                <c:pt idx="107">
                  <c:v>44953</c:v>
                </c:pt>
                <c:pt idx="108">
                  <c:v>44960</c:v>
                </c:pt>
                <c:pt idx="109">
                  <c:v>44967</c:v>
                </c:pt>
                <c:pt idx="110">
                  <c:v>44974</c:v>
                </c:pt>
                <c:pt idx="111">
                  <c:v>44981</c:v>
                </c:pt>
                <c:pt idx="112">
                  <c:v>44988</c:v>
                </c:pt>
                <c:pt idx="113">
                  <c:v>44995</c:v>
                </c:pt>
                <c:pt idx="114">
                  <c:v>45002</c:v>
                </c:pt>
                <c:pt idx="115">
                  <c:v>45009</c:v>
                </c:pt>
                <c:pt idx="116">
                  <c:v>45016</c:v>
                </c:pt>
                <c:pt idx="117">
                  <c:v>45023</c:v>
                </c:pt>
                <c:pt idx="118">
                  <c:v>45030</c:v>
                </c:pt>
                <c:pt idx="119">
                  <c:v>45037</c:v>
                </c:pt>
                <c:pt idx="120">
                  <c:v>45044</c:v>
                </c:pt>
                <c:pt idx="121">
                  <c:v>45051</c:v>
                </c:pt>
                <c:pt idx="122">
                  <c:v>45058</c:v>
                </c:pt>
                <c:pt idx="123">
                  <c:v>45065</c:v>
                </c:pt>
                <c:pt idx="124">
                  <c:v>45072</c:v>
                </c:pt>
                <c:pt idx="125">
                  <c:v>45079</c:v>
                </c:pt>
                <c:pt idx="126">
                  <c:v>45086</c:v>
                </c:pt>
                <c:pt idx="127">
                  <c:v>45093</c:v>
                </c:pt>
                <c:pt idx="128">
                  <c:v>45100</c:v>
                </c:pt>
                <c:pt idx="129">
                  <c:v>45107</c:v>
                </c:pt>
                <c:pt idx="130">
                  <c:v>45114</c:v>
                </c:pt>
                <c:pt idx="131">
                  <c:v>45121</c:v>
                </c:pt>
                <c:pt idx="132">
                  <c:v>45128</c:v>
                </c:pt>
                <c:pt idx="133">
                  <c:v>45135</c:v>
                </c:pt>
                <c:pt idx="134">
                  <c:v>45142</c:v>
                </c:pt>
                <c:pt idx="135">
                  <c:v>45149</c:v>
                </c:pt>
                <c:pt idx="136">
                  <c:v>45156</c:v>
                </c:pt>
                <c:pt idx="137">
                  <c:v>45163</c:v>
                </c:pt>
                <c:pt idx="138">
                  <c:v>45170</c:v>
                </c:pt>
                <c:pt idx="139">
                  <c:v>45177</c:v>
                </c:pt>
                <c:pt idx="140">
                  <c:v>45184</c:v>
                </c:pt>
                <c:pt idx="141">
                  <c:v>45191</c:v>
                </c:pt>
                <c:pt idx="142">
                  <c:v>45198</c:v>
                </c:pt>
                <c:pt idx="143">
                  <c:v>45205</c:v>
                </c:pt>
                <c:pt idx="144">
                  <c:v>45212</c:v>
                </c:pt>
                <c:pt idx="145">
                  <c:v>45219</c:v>
                </c:pt>
                <c:pt idx="146">
                  <c:v>45226</c:v>
                </c:pt>
                <c:pt idx="147">
                  <c:v>45233</c:v>
                </c:pt>
                <c:pt idx="148">
                  <c:v>45240</c:v>
                </c:pt>
                <c:pt idx="149">
                  <c:v>45247</c:v>
                </c:pt>
                <c:pt idx="150">
                  <c:v>45254</c:v>
                </c:pt>
                <c:pt idx="151">
                  <c:v>45261</c:v>
                </c:pt>
                <c:pt idx="152">
                  <c:v>45268</c:v>
                </c:pt>
                <c:pt idx="153">
                  <c:v>45275</c:v>
                </c:pt>
                <c:pt idx="154">
                  <c:v>45282</c:v>
                </c:pt>
                <c:pt idx="155">
                  <c:v>45289</c:v>
                </c:pt>
                <c:pt idx="156">
                  <c:v>45296</c:v>
                </c:pt>
                <c:pt idx="157">
                  <c:v>45303</c:v>
                </c:pt>
                <c:pt idx="158">
                  <c:v>45310</c:v>
                </c:pt>
                <c:pt idx="159">
                  <c:v>45317</c:v>
                </c:pt>
                <c:pt idx="160">
                  <c:v>45324</c:v>
                </c:pt>
                <c:pt idx="161">
                  <c:v>45331</c:v>
                </c:pt>
                <c:pt idx="162">
                  <c:v>45338</c:v>
                </c:pt>
                <c:pt idx="163">
                  <c:v>45345</c:v>
                </c:pt>
                <c:pt idx="164">
                  <c:v>45352</c:v>
                </c:pt>
                <c:pt idx="165">
                  <c:v>45359</c:v>
                </c:pt>
                <c:pt idx="166">
                  <c:v>45366</c:v>
                </c:pt>
                <c:pt idx="167">
                  <c:v>45373</c:v>
                </c:pt>
                <c:pt idx="168">
                  <c:v>45380</c:v>
                </c:pt>
                <c:pt idx="169">
                  <c:v>45387</c:v>
                </c:pt>
                <c:pt idx="170">
                  <c:v>45394</c:v>
                </c:pt>
                <c:pt idx="171">
                  <c:v>45401</c:v>
                </c:pt>
                <c:pt idx="172">
                  <c:v>45408</c:v>
                </c:pt>
                <c:pt idx="173">
                  <c:v>45415</c:v>
                </c:pt>
                <c:pt idx="174">
                  <c:v>45422</c:v>
                </c:pt>
                <c:pt idx="175">
                  <c:v>45429</c:v>
                </c:pt>
                <c:pt idx="176">
                  <c:v>45436</c:v>
                </c:pt>
                <c:pt idx="177">
                  <c:v>45443</c:v>
                </c:pt>
                <c:pt idx="178">
                  <c:v>45450</c:v>
                </c:pt>
                <c:pt idx="179">
                  <c:v>45457</c:v>
                </c:pt>
                <c:pt idx="180">
                  <c:v>45464</c:v>
                </c:pt>
                <c:pt idx="181">
                  <c:v>45471</c:v>
                </c:pt>
                <c:pt idx="182">
                  <c:v>45478</c:v>
                </c:pt>
                <c:pt idx="183">
                  <c:v>45485</c:v>
                </c:pt>
                <c:pt idx="184">
                  <c:v>45492</c:v>
                </c:pt>
                <c:pt idx="185">
                  <c:v>45499</c:v>
                </c:pt>
                <c:pt idx="186">
                  <c:v>45506</c:v>
                </c:pt>
                <c:pt idx="187">
                  <c:v>45513</c:v>
                </c:pt>
                <c:pt idx="188">
                  <c:v>45520</c:v>
                </c:pt>
                <c:pt idx="189">
                  <c:v>45527</c:v>
                </c:pt>
                <c:pt idx="190">
                  <c:v>45534</c:v>
                </c:pt>
                <c:pt idx="191">
                  <c:v>45541</c:v>
                </c:pt>
                <c:pt idx="192">
                  <c:v>45548</c:v>
                </c:pt>
                <c:pt idx="193">
                  <c:v>45555</c:v>
                </c:pt>
                <c:pt idx="194">
                  <c:v>45562</c:v>
                </c:pt>
                <c:pt idx="195">
                  <c:v>45569</c:v>
                </c:pt>
                <c:pt idx="196">
                  <c:v>45576</c:v>
                </c:pt>
                <c:pt idx="197">
                  <c:v>45583</c:v>
                </c:pt>
                <c:pt idx="198">
                  <c:v>45590</c:v>
                </c:pt>
                <c:pt idx="199">
                  <c:v>45597</c:v>
                </c:pt>
                <c:pt idx="200">
                  <c:v>45604</c:v>
                </c:pt>
                <c:pt idx="201">
                  <c:v>45611</c:v>
                </c:pt>
                <c:pt idx="202">
                  <c:v>45618</c:v>
                </c:pt>
                <c:pt idx="203">
                  <c:v>45625</c:v>
                </c:pt>
                <c:pt idx="204">
                  <c:v>45632</c:v>
                </c:pt>
                <c:pt idx="205">
                  <c:v>45639</c:v>
                </c:pt>
                <c:pt idx="206">
                  <c:v>45646</c:v>
                </c:pt>
                <c:pt idx="207">
                  <c:v>45653</c:v>
                </c:pt>
                <c:pt idx="208">
                  <c:v>45660</c:v>
                </c:pt>
                <c:pt idx="209">
                  <c:v>45667</c:v>
                </c:pt>
                <c:pt idx="210">
                  <c:v>45674</c:v>
                </c:pt>
                <c:pt idx="211">
                  <c:v>45681</c:v>
                </c:pt>
                <c:pt idx="212">
                  <c:v>45688</c:v>
                </c:pt>
                <c:pt idx="213">
                  <c:v>45695</c:v>
                </c:pt>
                <c:pt idx="214">
                  <c:v>45702</c:v>
                </c:pt>
                <c:pt idx="215">
                  <c:v>45709</c:v>
                </c:pt>
                <c:pt idx="216">
                  <c:v>45716</c:v>
                </c:pt>
                <c:pt idx="217">
                  <c:v>45723</c:v>
                </c:pt>
                <c:pt idx="218">
                  <c:v>45730</c:v>
                </c:pt>
                <c:pt idx="219">
                  <c:v>45737</c:v>
                </c:pt>
                <c:pt idx="220">
                  <c:v>45744</c:v>
                </c:pt>
                <c:pt idx="221">
                  <c:v>45751</c:v>
                </c:pt>
                <c:pt idx="222">
                  <c:v>45758</c:v>
                </c:pt>
                <c:pt idx="223">
                  <c:v>45765</c:v>
                </c:pt>
                <c:pt idx="224">
                  <c:v>45772</c:v>
                </c:pt>
                <c:pt idx="225">
                  <c:v>45779</c:v>
                </c:pt>
                <c:pt idx="226">
                  <c:v>45786</c:v>
                </c:pt>
                <c:pt idx="227">
                  <c:v>45793</c:v>
                </c:pt>
                <c:pt idx="228">
                  <c:v>45800</c:v>
                </c:pt>
                <c:pt idx="229">
                  <c:v>45807</c:v>
                </c:pt>
                <c:pt idx="230">
                  <c:v>45814</c:v>
                </c:pt>
                <c:pt idx="231">
                  <c:v>45821</c:v>
                </c:pt>
                <c:pt idx="232">
                  <c:v>45828</c:v>
                </c:pt>
                <c:pt idx="233">
                  <c:v>45835</c:v>
                </c:pt>
                <c:pt idx="234">
                  <c:v>45842</c:v>
                </c:pt>
                <c:pt idx="235">
                  <c:v>45849</c:v>
                </c:pt>
                <c:pt idx="236">
                  <c:v>45856</c:v>
                </c:pt>
                <c:pt idx="237">
                  <c:v>45863</c:v>
                </c:pt>
                <c:pt idx="238">
                  <c:v>45870</c:v>
                </c:pt>
                <c:pt idx="239">
                  <c:v>45877</c:v>
                </c:pt>
                <c:pt idx="240">
                  <c:v>45884</c:v>
                </c:pt>
                <c:pt idx="241">
                  <c:v>45891</c:v>
                </c:pt>
                <c:pt idx="242">
                  <c:v>45898</c:v>
                </c:pt>
                <c:pt idx="243">
                  <c:v>45905</c:v>
                </c:pt>
                <c:pt idx="244">
                  <c:v>45912</c:v>
                </c:pt>
                <c:pt idx="245">
                  <c:v>45919</c:v>
                </c:pt>
                <c:pt idx="246">
                  <c:v>45926</c:v>
                </c:pt>
                <c:pt idx="247">
                  <c:v>45933</c:v>
                </c:pt>
                <c:pt idx="248">
                  <c:v>45940</c:v>
                </c:pt>
                <c:pt idx="249">
                  <c:v>45947</c:v>
                </c:pt>
                <c:pt idx="250">
                  <c:v>45954</c:v>
                </c:pt>
                <c:pt idx="251">
                  <c:v>45961</c:v>
                </c:pt>
                <c:pt idx="252">
                  <c:v>45968</c:v>
                </c:pt>
                <c:pt idx="253">
                  <c:v>45975</c:v>
                </c:pt>
                <c:pt idx="254">
                  <c:v>45982</c:v>
                </c:pt>
                <c:pt idx="255">
                  <c:v>45989</c:v>
                </c:pt>
                <c:pt idx="256">
                  <c:v>45996</c:v>
                </c:pt>
                <c:pt idx="257">
                  <c:v>46003</c:v>
                </c:pt>
                <c:pt idx="258">
                  <c:v>46010</c:v>
                </c:pt>
                <c:pt idx="259">
                  <c:v>46017</c:v>
                </c:pt>
                <c:pt idx="260">
                  <c:v>46024</c:v>
                </c:pt>
                <c:pt idx="261">
                  <c:v>46031</c:v>
                </c:pt>
                <c:pt idx="262">
                  <c:v>46038</c:v>
                </c:pt>
                <c:pt idx="263">
                  <c:v>46045</c:v>
                </c:pt>
                <c:pt idx="264">
                  <c:v>46052</c:v>
                </c:pt>
                <c:pt idx="265">
                  <c:v>46059</c:v>
                </c:pt>
                <c:pt idx="266">
                  <c:v>46066</c:v>
                </c:pt>
                <c:pt idx="267">
                  <c:v>46073</c:v>
                </c:pt>
                <c:pt idx="268">
                  <c:v>46080</c:v>
                </c:pt>
                <c:pt idx="269">
                  <c:v>46087</c:v>
                </c:pt>
                <c:pt idx="270">
                  <c:v>46094</c:v>
                </c:pt>
                <c:pt idx="271">
                  <c:v>46101</c:v>
                </c:pt>
                <c:pt idx="272">
                  <c:v>46108</c:v>
                </c:pt>
                <c:pt idx="273">
                  <c:v>46115</c:v>
                </c:pt>
                <c:pt idx="274">
                  <c:v>46122</c:v>
                </c:pt>
                <c:pt idx="275">
                  <c:v>46129</c:v>
                </c:pt>
                <c:pt idx="276">
                  <c:v>46136</c:v>
                </c:pt>
                <c:pt idx="277">
                  <c:v>46143</c:v>
                </c:pt>
                <c:pt idx="278">
                  <c:v>46150</c:v>
                </c:pt>
                <c:pt idx="279">
                  <c:v>46157</c:v>
                </c:pt>
                <c:pt idx="280">
                  <c:v>46164</c:v>
                </c:pt>
                <c:pt idx="281">
                  <c:v>46171</c:v>
                </c:pt>
                <c:pt idx="282">
                  <c:v>46178</c:v>
                </c:pt>
                <c:pt idx="283">
                  <c:v>46185</c:v>
                </c:pt>
                <c:pt idx="284">
                  <c:v>46192</c:v>
                </c:pt>
                <c:pt idx="285">
                  <c:v>46199</c:v>
                </c:pt>
                <c:pt idx="286">
                  <c:v>46206</c:v>
                </c:pt>
                <c:pt idx="287">
                  <c:v>46213</c:v>
                </c:pt>
                <c:pt idx="288">
                  <c:v>46220</c:v>
                </c:pt>
                <c:pt idx="289">
                  <c:v>46227</c:v>
                </c:pt>
                <c:pt idx="290">
                  <c:v>46234</c:v>
                </c:pt>
                <c:pt idx="291">
                  <c:v>46241</c:v>
                </c:pt>
                <c:pt idx="292">
                  <c:v>46248</c:v>
                </c:pt>
                <c:pt idx="293">
                  <c:v>46255</c:v>
                </c:pt>
                <c:pt idx="294">
                  <c:v>46262</c:v>
                </c:pt>
                <c:pt idx="295">
                  <c:v>46269</c:v>
                </c:pt>
                <c:pt idx="296">
                  <c:v>46276</c:v>
                </c:pt>
                <c:pt idx="297">
                  <c:v>46283</c:v>
                </c:pt>
              </c:numCache>
            </c:numRef>
          </c:cat>
          <c:val>
            <c:numRef>
              <c:f>Sheet1!$D$2:$D$299</c:f>
              <c:numCache>
                <c:formatCode>General</c:formatCode>
                <c:ptCount val="298"/>
                <c:pt idx="0">
                  <c:v>8.562857969518074</c:v>
                </c:pt>
                <c:pt idx="1">
                  <c:v>8.562857969518074</c:v>
                </c:pt>
                <c:pt idx="2">
                  <c:v>8.562857969518074</c:v>
                </c:pt>
                <c:pt idx="3">
                  <c:v>8.562857969518074</c:v>
                </c:pt>
                <c:pt idx="4">
                  <c:v>8.562857969518074</c:v>
                </c:pt>
                <c:pt idx="5">
                  <c:v>8.562857969518074</c:v>
                </c:pt>
                <c:pt idx="6">
                  <c:v>8.562857969518074</c:v>
                </c:pt>
                <c:pt idx="7">
                  <c:v>8.562857969518074</c:v>
                </c:pt>
                <c:pt idx="8">
                  <c:v>8.562857969518074</c:v>
                </c:pt>
                <c:pt idx="9">
                  <c:v>8.562857969518074</c:v>
                </c:pt>
                <c:pt idx="10">
                  <c:v>8.562857969518074</c:v>
                </c:pt>
                <c:pt idx="11">
                  <c:v>8.562857969518074</c:v>
                </c:pt>
                <c:pt idx="12">
                  <c:v>8.562857969518074</c:v>
                </c:pt>
                <c:pt idx="13">
                  <c:v>8.562857969518074</c:v>
                </c:pt>
                <c:pt idx="14">
                  <c:v>8.562857969518074</c:v>
                </c:pt>
                <c:pt idx="15">
                  <c:v>8.562857969518074</c:v>
                </c:pt>
                <c:pt idx="16">
                  <c:v>8.562857969518074</c:v>
                </c:pt>
                <c:pt idx="17">
                  <c:v>8.562857969518074</c:v>
                </c:pt>
                <c:pt idx="18">
                  <c:v>8.562857969518074</c:v>
                </c:pt>
                <c:pt idx="19">
                  <c:v>8.562857969518074</c:v>
                </c:pt>
                <c:pt idx="20">
                  <c:v>8.562857969518074</c:v>
                </c:pt>
                <c:pt idx="21">
                  <c:v>8.562857969518074</c:v>
                </c:pt>
                <c:pt idx="22">
                  <c:v>8.562857969518074</c:v>
                </c:pt>
                <c:pt idx="23">
                  <c:v>8.562857969518074</c:v>
                </c:pt>
                <c:pt idx="24">
                  <c:v>8.562857969518074</c:v>
                </c:pt>
                <c:pt idx="25">
                  <c:v>8.562857969518074</c:v>
                </c:pt>
                <c:pt idx="26">
                  <c:v>8.562857969518074</c:v>
                </c:pt>
                <c:pt idx="27">
                  <c:v>8.562857969518074</c:v>
                </c:pt>
                <c:pt idx="28">
                  <c:v>8.562857969518074</c:v>
                </c:pt>
                <c:pt idx="29">
                  <c:v>8.562857969518074</c:v>
                </c:pt>
                <c:pt idx="30">
                  <c:v>8.562857969518074</c:v>
                </c:pt>
                <c:pt idx="31">
                  <c:v>8.562857969518074</c:v>
                </c:pt>
                <c:pt idx="32">
                  <c:v>8.562857969518074</c:v>
                </c:pt>
                <c:pt idx="33">
                  <c:v>8.562857969518074</c:v>
                </c:pt>
                <c:pt idx="34">
                  <c:v>8.562857969518074</c:v>
                </c:pt>
                <c:pt idx="35">
                  <c:v>8.562857969518074</c:v>
                </c:pt>
                <c:pt idx="36">
                  <c:v>8.562857969518074</c:v>
                </c:pt>
                <c:pt idx="37">
                  <c:v>8.562857969518074</c:v>
                </c:pt>
                <c:pt idx="38">
                  <c:v>8.562857969518074</c:v>
                </c:pt>
                <c:pt idx="39">
                  <c:v>8.562857969518074</c:v>
                </c:pt>
                <c:pt idx="40">
                  <c:v>8.562857969518074</c:v>
                </c:pt>
                <c:pt idx="41">
                  <c:v>8.562857969518074</c:v>
                </c:pt>
                <c:pt idx="42">
                  <c:v>8.562857969518074</c:v>
                </c:pt>
                <c:pt idx="43">
                  <c:v>8.562857969518074</c:v>
                </c:pt>
                <c:pt idx="44">
                  <c:v>8.562857969518074</c:v>
                </c:pt>
                <c:pt idx="45">
                  <c:v>8.562857969518074</c:v>
                </c:pt>
                <c:pt idx="46">
                  <c:v>8.562857969518074</c:v>
                </c:pt>
                <c:pt idx="47">
                  <c:v>8.562857969518074</c:v>
                </c:pt>
                <c:pt idx="48">
                  <c:v>8.562857969518074</c:v>
                </c:pt>
                <c:pt idx="49">
                  <c:v>8.562857969518074</c:v>
                </c:pt>
                <c:pt idx="50">
                  <c:v>8.562857969518074</c:v>
                </c:pt>
                <c:pt idx="51">
                  <c:v>8.562857969518074</c:v>
                </c:pt>
                <c:pt idx="52">
                  <c:v>8.562857969518074</c:v>
                </c:pt>
                <c:pt idx="53">
                  <c:v>8.562857969518074</c:v>
                </c:pt>
                <c:pt idx="54">
                  <c:v>8.562857969518074</c:v>
                </c:pt>
                <c:pt idx="55">
                  <c:v>8.562857969518074</c:v>
                </c:pt>
                <c:pt idx="56">
                  <c:v>8.562857969518074</c:v>
                </c:pt>
                <c:pt idx="57">
                  <c:v>8.562857969518074</c:v>
                </c:pt>
                <c:pt idx="58">
                  <c:v>8.562857969518074</c:v>
                </c:pt>
                <c:pt idx="59">
                  <c:v>8.562857969518074</c:v>
                </c:pt>
                <c:pt idx="60">
                  <c:v>8.562857969518074</c:v>
                </c:pt>
                <c:pt idx="61">
                  <c:v>8.562857969518074</c:v>
                </c:pt>
                <c:pt idx="62">
                  <c:v>8.562857969518074</c:v>
                </c:pt>
                <c:pt idx="63">
                  <c:v>8.562857969518074</c:v>
                </c:pt>
                <c:pt idx="64">
                  <c:v>8.562857969518074</c:v>
                </c:pt>
                <c:pt idx="65">
                  <c:v>8.562857969518074</c:v>
                </c:pt>
                <c:pt idx="66">
                  <c:v>8.562857969518074</c:v>
                </c:pt>
                <c:pt idx="67">
                  <c:v>8.562857969518074</c:v>
                </c:pt>
                <c:pt idx="68">
                  <c:v>8.562857969518074</c:v>
                </c:pt>
                <c:pt idx="69">
                  <c:v>8.562857969518074</c:v>
                </c:pt>
                <c:pt idx="70">
                  <c:v>8.562857969518074</c:v>
                </c:pt>
                <c:pt idx="71">
                  <c:v>8.562857969518074</c:v>
                </c:pt>
                <c:pt idx="72">
                  <c:v>8.562857969518074</c:v>
                </c:pt>
                <c:pt idx="73">
                  <c:v>8.562857969518074</c:v>
                </c:pt>
                <c:pt idx="74">
                  <c:v>8.562857969518074</c:v>
                </c:pt>
                <c:pt idx="75">
                  <c:v>8.562857969518074</c:v>
                </c:pt>
                <c:pt idx="76">
                  <c:v>8.562857969518074</c:v>
                </c:pt>
                <c:pt idx="77">
                  <c:v>8.562857969518074</c:v>
                </c:pt>
                <c:pt idx="78">
                  <c:v>8.562857969518074</c:v>
                </c:pt>
                <c:pt idx="79">
                  <c:v>8.562857969518074</c:v>
                </c:pt>
                <c:pt idx="80">
                  <c:v>8.562857969518074</c:v>
                </c:pt>
                <c:pt idx="81">
                  <c:v>8.562857969518074</c:v>
                </c:pt>
                <c:pt idx="82">
                  <c:v>8.562857969518074</c:v>
                </c:pt>
                <c:pt idx="83">
                  <c:v>8.562857969518074</c:v>
                </c:pt>
                <c:pt idx="84">
                  <c:v>8.562857969518074</c:v>
                </c:pt>
                <c:pt idx="85">
                  <c:v>8.562857969518074</c:v>
                </c:pt>
                <c:pt idx="86">
                  <c:v>8.562857969518074</c:v>
                </c:pt>
                <c:pt idx="87">
                  <c:v>8.562857969518074</c:v>
                </c:pt>
                <c:pt idx="88">
                  <c:v>8.562857969518074</c:v>
                </c:pt>
                <c:pt idx="89">
                  <c:v>8.562857969518074</c:v>
                </c:pt>
                <c:pt idx="90">
                  <c:v>8.562857969518074</c:v>
                </c:pt>
                <c:pt idx="91">
                  <c:v>8.562857969518074</c:v>
                </c:pt>
                <c:pt idx="92">
                  <c:v>8.562857969518074</c:v>
                </c:pt>
                <c:pt idx="93">
                  <c:v>8.562857969518074</c:v>
                </c:pt>
                <c:pt idx="94">
                  <c:v>8.562857969518074</c:v>
                </c:pt>
                <c:pt idx="95">
                  <c:v>8.562857969518074</c:v>
                </c:pt>
                <c:pt idx="96">
                  <c:v>8.562857969518074</c:v>
                </c:pt>
                <c:pt idx="97">
                  <c:v>8.562857969518074</c:v>
                </c:pt>
                <c:pt idx="98">
                  <c:v>8.562857969518074</c:v>
                </c:pt>
                <c:pt idx="99">
                  <c:v>8.562857969518074</c:v>
                </c:pt>
                <c:pt idx="100">
                  <c:v>8.562857969518074</c:v>
                </c:pt>
                <c:pt idx="101">
                  <c:v>8.562857969518074</c:v>
                </c:pt>
                <c:pt idx="102">
                  <c:v>8.562857969518074</c:v>
                </c:pt>
                <c:pt idx="103">
                  <c:v>8.562857969518074</c:v>
                </c:pt>
                <c:pt idx="104">
                  <c:v>8.562857969518074</c:v>
                </c:pt>
                <c:pt idx="105">
                  <c:v>8.562857969518074</c:v>
                </c:pt>
                <c:pt idx="106">
                  <c:v>8.562857969518074</c:v>
                </c:pt>
                <c:pt idx="107">
                  <c:v>8.562857969518074</c:v>
                </c:pt>
                <c:pt idx="108">
                  <c:v>8.562857969518074</c:v>
                </c:pt>
                <c:pt idx="109">
                  <c:v>8.562857969518074</c:v>
                </c:pt>
                <c:pt idx="110">
                  <c:v>8.562857969518074</c:v>
                </c:pt>
                <c:pt idx="111">
                  <c:v>8.562857969518074</c:v>
                </c:pt>
                <c:pt idx="112">
                  <c:v>8.562857969518074</c:v>
                </c:pt>
                <c:pt idx="113">
                  <c:v>8.562857969518074</c:v>
                </c:pt>
                <c:pt idx="114">
                  <c:v>8.562857969518074</c:v>
                </c:pt>
                <c:pt idx="115">
                  <c:v>8.562857969518074</c:v>
                </c:pt>
                <c:pt idx="116">
                  <c:v>8.562857969518074</c:v>
                </c:pt>
                <c:pt idx="117">
                  <c:v>8.562857969518074</c:v>
                </c:pt>
                <c:pt idx="118">
                  <c:v>8.562857969518074</c:v>
                </c:pt>
                <c:pt idx="119">
                  <c:v>8.562857969518074</c:v>
                </c:pt>
                <c:pt idx="120">
                  <c:v>8.562857969518074</c:v>
                </c:pt>
                <c:pt idx="121">
                  <c:v>8.562857969518074</c:v>
                </c:pt>
                <c:pt idx="122">
                  <c:v>8.562857969518074</c:v>
                </c:pt>
                <c:pt idx="123">
                  <c:v>8.562857969518074</c:v>
                </c:pt>
                <c:pt idx="124">
                  <c:v>8.562857969518074</c:v>
                </c:pt>
                <c:pt idx="125">
                  <c:v>8.562857969518074</c:v>
                </c:pt>
                <c:pt idx="126">
                  <c:v>8.562857969518074</c:v>
                </c:pt>
                <c:pt idx="127">
                  <c:v>8.562857969518074</c:v>
                </c:pt>
                <c:pt idx="128">
                  <c:v>8.562857969518074</c:v>
                </c:pt>
                <c:pt idx="129">
                  <c:v>8.562857969518074</c:v>
                </c:pt>
                <c:pt idx="130">
                  <c:v>8.562857969518074</c:v>
                </c:pt>
                <c:pt idx="131">
                  <c:v>8.562857969518074</c:v>
                </c:pt>
                <c:pt idx="132">
                  <c:v>8.562857969518074</c:v>
                </c:pt>
                <c:pt idx="133">
                  <c:v>8.562857969518074</c:v>
                </c:pt>
                <c:pt idx="134">
                  <c:v>8.562857969518074</c:v>
                </c:pt>
                <c:pt idx="135">
                  <c:v>8.562857969518074</c:v>
                </c:pt>
                <c:pt idx="136">
                  <c:v>8.562857969518074</c:v>
                </c:pt>
                <c:pt idx="137">
                  <c:v>8.562857969518074</c:v>
                </c:pt>
                <c:pt idx="138">
                  <c:v>8.562857969518074</c:v>
                </c:pt>
                <c:pt idx="139">
                  <c:v>8.562857969518074</c:v>
                </c:pt>
                <c:pt idx="140">
                  <c:v>8.562857969518074</c:v>
                </c:pt>
                <c:pt idx="141">
                  <c:v>8.562857969518074</c:v>
                </c:pt>
                <c:pt idx="142">
                  <c:v>8.562857969518074</c:v>
                </c:pt>
                <c:pt idx="143">
                  <c:v>8.562857969518074</c:v>
                </c:pt>
                <c:pt idx="144">
                  <c:v>8.562857969518074</c:v>
                </c:pt>
                <c:pt idx="145">
                  <c:v>8.562857969518074</c:v>
                </c:pt>
                <c:pt idx="146">
                  <c:v>8.562857969518074</c:v>
                </c:pt>
                <c:pt idx="147">
                  <c:v>8.562857969518074</c:v>
                </c:pt>
                <c:pt idx="148">
                  <c:v>8.562857969518074</c:v>
                </c:pt>
                <c:pt idx="149">
                  <c:v>8.562857969518074</c:v>
                </c:pt>
                <c:pt idx="150">
                  <c:v>8.562857969518074</c:v>
                </c:pt>
                <c:pt idx="151">
                  <c:v>8.562857969518074</c:v>
                </c:pt>
                <c:pt idx="152">
                  <c:v>8.562857969518074</c:v>
                </c:pt>
                <c:pt idx="153">
                  <c:v>8.562857969518074</c:v>
                </c:pt>
                <c:pt idx="154">
                  <c:v>8.562857969518074</c:v>
                </c:pt>
                <c:pt idx="155">
                  <c:v>8.562857969518074</c:v>
                </c:pt>
                <c:pt idx="156">
                  <c:v>8.562857969518074</c:v>
                </c:pt>
                <c:pt idx="157">
                  <c:v>8.562857969518074</c:v>
                </c:pt>
                <c:pt idx="158">
                  <c:v>8.562857969518074</c:v>
                </c:pt>
                <c:pt idx="159">
                  <c:v>8.562857969518074</c:v>
                </c:pt>
                <c:pt idx="160">
                  <c:v>8.562857969518074</c:v>
                </c:pt>
                <c:pt idx="161">
                  <c:v>8.562857969518074</c:v>
                </c:pt>
                <c:pt idx="162">
                  <c:v>8.562857969518074</c:v>
                </c:pt>
                <c:pt idx="163">
                  <c:v>8.562857969518074</c:v>
                </c:pt>
                <c:pt idx="164">
                  <c:v>8.562857969518074</c:v>
                </c:pt>
                <c:pt idx="165">
                  <c:v>8.562857969518074</c:v>
                </c:pt>
                <c:pt idx="166">
                  <c:v>8.562857969518074</c:v>
                </c:pt>
                <c:pt idx="167">
                  <c:v>8.562857969518074</c:v>
                </c:pt>
                <c:pt idx="168">
                  <c:v>8.562857969518074</c:v>
                </c:pt>
                <c:pt idx="169">
                  <c:v>8.562857969518074</c:v>
                </c:pt>
                <c:pt idx="170">
                  <c:v>8.562857969518074</c:v>
                </c:pt>
                <c:pt idx="171">
                  <c:v>8.562857969518074</c:v>
                </c:pt>
                <c:pt idx="172">
                  <c:v>8.562857969518074</c:v>
                </c:pt>
                <c:pt idx="173">
                  <c:v>8.562857969518074</c:v>
                </c:pt>
                <c:pt idx="174">
                  <c:v>8.562857969518074</c:v>
                </c:pt>
                <c:pt idx="175">
                  <c:v>8.562857969518074</c:v>
                </c:pt>
                <c:pt idx="176">
                  <c:v>8.562857969518074</c:v>
                </c:pt>
                <c:pt idx="177">
                  <c:v>8.562857969518074</c:v>
                </c:pt>
                <c:pt idx="178">
                  <c:v>8.562857969518074</c:v>
                </c:pt>
                <c:pt idx="179">
                  <c:v>8.562857969518074</c:v>
                </c:pt>
                <c:pt idx="180">
                  <c:v>8.562857969518074</c:v>
                </c:pt>
                <c:pt idx="181">
                  <c:v>8.562857969518074</c:v>
                </c:pt>
                <c:pt idx="182">
                  <c:v>8.562857969518074</c:v>
                </c:pt>
                <c:pt idx="183">
                  <c:v>8.562857969518074</c:v>
                </c:pt>
                <c:pt idx="184">
                  <c:v>8.562857969518074</c:v>
                </c:pt>
                <c:pt idx="185">
                  <c:v>8.562857969518074</c:v>
                </c:pt>
                <c:pt idx="186">
                  <c:v>8.562857969518074</c:v>
                </c:pt>
                <c:pt idx="187">
                  <c:v>8.562857969518074</c:v>
                </c:pt>
                <c:pt idx="188">
                  <c:v>8.562857969518074</c:v>
                </c:pt>
                <c:pt idx="189">
                  <c:v>8.562857969518074</c:v>
                </c:pt>
                <c:pt idx="190">
                  <c:v>8.562857969518074</c:v>
                </c:pt>
                <c:pt idx="191">
                  <c:v>8.562857969518074</c:v>
                </c:pt>
                <c:pt idx="192">
                  <c:v>8.562857969518074</c:v>
                </c:pt>
                <c:pt idx="193">
                  <c:v>8.562857969518074</c:v>
                </c:pt>
                <c:pt idx="194">
                  <c:v>8.562857969518074</c:v>
                </c:pt>
                <c:pt idx="195">
                  <c:v>8.562857969518074</c:v>
                </c:pt>
                <c:pt idx="196">
                  <c:v>8.562857969518074</c:v>
                </c:pt>
                <c:pt idx="197">
                  <c:v>8.562857969518074</c:v>
                </c:pt>
                <c:pt idx="198">
                  <c:v>8.562857969518074</c:v>
                </c:pt>
                <c:pt idx="199">
                  <c:v>8.562857969518074</c:v>
                </c:pt>
                <c:pt idx="200">
                  <c:v>8.562857969518074</c:v>
                </c:pt>
                <c:pt idx="201">
                  <c:v>8.562857969518074</c:v>
                </c:pt>
                <c:pt idx="202">
                  <c:v>8.562857969518074</c:v>
                </c:pt>
                <c:pt idx="203">
                  <c:v>8.562857969518074</c:v>
                </c:pt>
                <c:pt idx="204">
                  <c:v>8.562857969518074</c:v>
                </c:pt>
                <c:pt idx="205">
                  <c:v>8.562857969518074</c:v>
                </c:pt>
                <c:pt idx="206">
                  <c:v>8.562857969518074</c:v>
                </c:pt>
                <c:pt idx="207">
                  <c:v>8.562857969518074</c:v>
                </c:pt>
                <c:pt idx="208">
                  <c:v>8.562857969518074</c:v>
                </c:pt>
                <c:pt idx="209">
                  <c:v>8.562857969518074</c:v>
                </c:pt>
                <c:pt idx="210">
                  <c:v>8.562857969518074</c:v>
                </c:pt>
                <c:pt idx="211">
                  <c:v>8.562857969518074</c:v>
                </c:pt>
                <c:pt idx="212">
                  <c:v>8.562857969518074</c:v>
                </c:pt>
                <c:pt idx="213">
                  <c:v>8.562857969518074</c:v>
                </c:pt>
                <c:pt idx="214">
                  <c:v>8.562857969518074</c:v>
                </c:pt>
                <c:pt idx="215">
                  <c:v>8.562857969518074</c:v>
                </c:pt>
                <c:pt idx="216">
                  <c:v>8.562857969518074</c:v>
                </c:pt>
                <c:pt idx="217">
                  <c:v>8.562857969518074</c:v>
                </c:pt>
                <c:pt idx="218">
                  <c:v>8.562857969518074</c:v>
                </c:pt>
                <c:pt idx="219">
                  <c:v>8.562857969518074</c:v>
                </c:pt>
                <c:pt idx="220">
                  <c:v>8.562857969518074</c:v>
                </c:pt>
                <c:pt idx="221">
                  <c:v>8.562857969518074</c:v>
                </c:pt>
                <c:pt idx="222">
                  <c:v>8.562857969518074</c:v>
                </c:pt>
                <c:pt idx="223">
                  <c:v>8.562857969518074</c:v>
                </c:pt>
                <c:pt idx="224">
                  <c:v>8.562857969518074</c:v>
                </c:pt>
                <c:pt idx="225">
                  <c:v>8.562857969518074</c:v>
                </c:pt>
                <c:pt idx="226">
                  <c:v>8.562857969518074</c:v>
                </c:pt>
                <c:pt idx="227">
                  <c:v>8.562857969518074</c:v>
                </c:pt>
                <c:pt idx="228">
                  <c:v>8.562857969518074</c:v>
                </c:pt>
                <c:pt idx="229">
                  <c:v>8.562857969518074</c:v>
                </c:pt>
                <c:pt idx="230">
                  <c:v>8.562857969518074</c:v>
                </c:pt>
                <c:pt idx="231">
                  <c:v>8.562857969518074</c:v>
                </c:pt>
                <c:pt idx="232">
                  <c:v>8.562857969518074</c:v>
                </c:pt>
                <c:pt idx="233">
                  <c:v>8.562857969518074</c:v>
                </c:pt>
                <c:pt idx="234">
                  <c:v>8.562857969518074</c:v>
                </c:pt>
                <c:pt idx="235">
                  <c:v>8.562857969518074</c:v>
                </c:pt>
                <c:pt idx="236">
                  <c:v>8.562857969518074</c:v>
                </c:pt>
                <c:pt idx="237">
                  <c:v>8.562857969518074</c:v>
                </c:pt>
                <c:pt idx="238">
                  <c:v>8.562857969518074</c:v>
                </c:pt>
                <c:pt idx="239">
                  <c:v>8.562857969518074</c:v>
                </c:pt>
                <c:pt idx="240">
                  <c:v>8.562857969518074</c:v>
                </c:pt>
                <c:pt idx="241">
                  <c:v>8.562857969518074</c:v>
                </c:pt>
                <c:pt idx="242">
                  <c:v>8.562857969518074</c:v>
                </c:pt>
                <c:pt idx="243">
                  <c:v>8.562857969518074</c:v>
                </c:pt>
                <c:pt idx="244">
                  <c:v>8.562857969518074</c:v>
                </c:pt>
                <c:pt idx="245">
                  <c:v>8.562857969518074</c:v>
                </c:pt>
                <c:pt idx="246">
                  <c:v>8.562857969518074</c:v>
                </c:pt>
                <c:pt idx="247">
                  <c:v>8.562857969518074</c:v>
                </c:pt>
                <c:pt idx="248">
                  <c:v>8.562857969518074</c:v>
                </c:pt>
                <c:pt idx="249">
                  <c:v>8.562857969518074</c:v>
                </c:pt>
                <c:pt idx="250">
                  <c:v>8.562857969518074</c:v>
                </c:pt>
                <c:pt idx="251">
                  <c:v>8.562857969518074</c:v>
                </c:pt>
                <c:pt idx="252">
                  <c:v>8.562857969518074</c:v>
                </c:pt>
                <c:pt idx="253">
                  <c:v>8.562857969518074</c:v>
                </c:pt>
                <c:pt idx="254">
                  <c:v>8.562857969518074</c:v>
                </c:pt>
                <c:pt idx="255">
                  <c:v>8.562857969518074</c:v>
                </c:pt>
                <c:pt idx="256">
                  <c:v>8.562857969518074</c:v>
                </c:pt>
                <c:pt idx="257">
                  <c:v>8.562857969518074</c:v>
                </c:pt>
                <c:pt idx="258">
                  <c:v>8.562857969518074</c:v>
                </c:pt>
                <c:pt idx="259">
                  <c:v>8.562857969518074</c:v>
                </c:pt>
                <c:pt idx="260">
                  <c:v>8.562857969518074</c:v>
                </c:pt>
                <c:pt idx="261">
                  <c:v>8.562857969518074</c:v>
                </c:pt>
                <c:pt idx="262">
                  <c:v>8.562857969518074</c:v>
                </c:pt>
                <c:pt idx="263">
                  <c:v>8.562857969518074</c:v>
                </c:pt>
                <c:pt idx="264">
                  <c:v>8.562857969518074</c:v>
                </c:pt>
                <c:pt idx="265">
                  <c:v>8.562857969518074</c:v>
                </c:pt>
                <c:pt idx="266">
                  <c:v>8.562857969518074</c:v>
                </c:pt>
                <c:pt idx="267">
                  <c:v>8.562857969518074</c:v>
                </c:pt>
                <c:pt idx="268">
                  <c:v>8.562857969518074</c:v>
                </c:pt>
                <c:pt idx="269">
                  <c:v>8.562857969518074</c:v>
                </c:pt>
                <c:pt idx="270">
                  <c:v>8.562857969518074</c:v>
                </c:pt>
                <c:pt idx="271">
                  <c:v>8.562857969518074</c:v>
                </c:pt>
                <c:pt idx="272">
                  <c:v>8.562857969518074</c:v>
                </c:pt>
                <c:pt idx="273">
                  <c:v>8.562857969518074</c:v>
                </c:pt>
                <c:pt idx="274">
                  <c:v>8.562857969518074</c:v>
                </c:pt>
                <c:pt idx="275">
                  <c:v>8.562857969518074</c:v>
                </c:pt>
                <c:pt idx="276">
                  <c:v>8.562857969518074</c:v>
                </c:pt>
                <c:pt idx="277">
                  <c:v>8.562857969518074</c:v>
                </c:pt>
                <c:pt idx="278">
                  <c:v>8.562857969518074</c:v>
                </c:pt>
                <c:pt idx="279">
                  <c:v>8.562857969518074</c:v>
                </c:pt>
                <c:pt idx="280">
                  <c:v>8.562857969518074</c:v>
                </c:pt>
                <c:pt idx="281">
                  <c:v>8.562857969518074</c:v>
                </c:pt>
                <c:pt idx="282">
                  <c:v>8.562857969518074</c:v>
                </c:pt>
                <c:pt idx="283">
                  <c:v>8.562857969518074</c:v>
                </c:pt>
                <c:pt idx="284">
                  <c:v>8.562857969518074</c:v>
                </c:pt>
                <c:pt idx="285">
                  <c:v>8.562857969518074</c:v>
                </c:pt>
                <c:pt idx="286">
                  <c:v>8.562857969518074</c:v>
                </c:pt>
                <c:pt idx="287">
                  <c:v>8.562857969518074</c:v>
                </c:pt>
                <c:pt idx="288">
                  <c:v>8.562857969518074</c:v>
                </c:pt>
                <c:pt idx="289">
                  <c:v>8.562857969518074</c:v>
                </c:pt>
                <c:pt idx="290">
                  <c:v>8.562857969518074</c:v>
                </c:pt>
                <c:pt idx="291">
                  <c:v>8.562857969518074</c:v>
                </c:pt>
                <c:pt idx="292">
                  <c:v>8.562857969518074</c:v>
                </c:pt>
                <c:pt idx="293">
                  <c:v>8.562857969518074</c:v>
                </c:pt>
                <c:pt idx="294">
                  <c:v>8.562857969518074</c:v>
                </c:pt>
                <c:pt idx="295">
                  <c:v>8.562857969518074</c:v>
                </c:pt>
                <c:pt idx="296">
                  <c:v>8.562857969518074</c:v>
                </c:pt>
                <c:pt idx="297">
                  <c:v>8.562857969518074</c:v>
                </c:pt>
              </c:numCache>
            </c:numRef>
          </c:val>
          <c:smooth val="1"/>
          <c:extLst>
            <c:ext xmlns:c16="http://schemas.microsoft.com/office/drawing/2014/chart" uri="{C3380CC4-5D6E-409C-BE32-E72D297353CC}">
              <c16:uniqueId val="{00000002-8A03-4C6B-A680-9E136BCFDBBF}"/>
            </c:ext>
          </c:extLst>
        </c:ser>
        <c:ser>
          <c:idx val="3"/>
          <c:order val="3"/>
          <c:tx>
            <c:v>-1 s.d.</c:v>
          </c:tx>
          <c:spPr>
            <a:ln w="19050">
              <a:solidFill>
                <a:srgbClr val="8EB3DF"/>
              </a:solidFill>
              <a:prstDash val="dash"/>
            </a:ln>
          </c:spPr>
          <c:marker>
            <c:symbol val="none"/>
          </c:marker>
          <c:cat>
            <c:numRef>
              <c:f>Sheet1!$A$2:$A$299</c:f>
              <c:numCache>
                <c:formatCode>yyyy\-mm\-dd</c:formatCode>
                <c:ptCount val="298"/>
                <c:pt idx="0">
                  <c:v>44204</c:v>
                </c:pt>
                <c:pt idx="1">
                  <c:v>44211</c:v>
                </c:pt>
                <c:pt idx="2">
                  <c:v>44218</c:v>
                </c:pt>
                <c:pt idx="3">
                  <c:v>44225</c:v>
                </c:pt>
                <c:pt idx="4">
                  <c:v>44232</c:v>
                </c:pt>
                <c:pt idx="5">
                  <c:v>44239</c:v>
                </c:pt>
                <c:pt idx="6">
                  <c:v>44246</c:v>
                </c:pt>
                <c:pt idx="7">
                  <c:v>44253</c:v>
                </c:pt>
                <c:pt idx="8">
                  <c:v>44260</c:v>
                </c:pt>
                <c:pt idx="9">
                  <c:v>44267</c:v>
                </c:pt>
                <c:pt idx="10">
                  <c:v>44274</c:v>
                </c:pt>
                <c:pt idx="11">
                  <c:v>44281</c:v>
                </c:pt>
                <c:pt idx="12">
                  <c:v>44288</c:v>
                </c:pt>
                <c:pt idx="13">
                  <c:v>44295</c:v>
                </c:pt>
                <c:pt idx="14">
                  <c:v>44302</c:v>
                </c:pt>
                <c:pt idx="15">
                  <c:v>44309</c:v>
                </c:pt>
                <c:pt idx="16">
                  <c:v>44316</c:v>
                </c:pt>
                <c:pt idx="17">
                  <c:v>44323</c:v>
                </c:pt>
                <c:pt idx="18">
                  <c:v>44330</c:v>
                </c:pt>
                <c:pt idx="19">
                  <c:v>44337</c:v>
                </c:pt>
                <c:pt idx="20">
                  <c:v>44344</c:v>
                </c:pt>
                <c:pt idx="21">
                  <c:v>44351</c:v>
                </c:pt>
                <c:pt idx="22">
                  <c:v>44358</c:v>
                </c:pt>
                <c:pt idx="23">
                  <c:v>44365</c:v>
                </c:pt>
                <c:pt idx="24">
                  <c:v>44372</c:v>
                </c:pt>
                <c:pt idx="25">
                  <c:v>44379</c:v>
                </c:pt>
                <c:pt idx="26">
                  <c:v>44386</c:v>
                </c:pt>
                <c:pt idx="27">
                  <c:v>44393</c:v>
                </c:pt>
                <c:pt idx="28">
                  <c:v>44400</c:v>
                </c:pt>
                <c:pt idx="29">
                  <c:v>44407</c:v>
                </c:pt>
                <c:pt idx="30">
                  <c:v>44414</c:v>
                </c:pt>
                <c:pt idx="31">
                  <c:v>44421</c:v>
                </c:pt>
                <c:pt idx="32">
                  <c:v>44428</c:v>
                </c:pt>
                <c:pt idx="33">
                  <c:v>44435</c:v>
                </c:pt>
                <c:pt idx="34">
                  <c:v>44442</c:v>
                </c:pt>
                <c:pt idx="35">
                  <c:v>44449</c:v>
                </c:pt>
                <c:pt idx="36">
                  <c:v>44456</c:v>
                </c:pt>
                <c:pt idx="37">
                  <c:v>44463</c:v>
                </c:pt>
                <c:pt idx="38">
                  <c:v>44470</c:v>
                </c:pt>
                <c:pt idx="39">
                  <c:v>44477</c:v>
                </c:pt>
                <c:pt idx="40">
                  <c:v>44484</c:v>
                </c:pt>
                <c:pt idx="41">
                  <c:v>44491</c:v>
                </c:pt>
                <c:pt idx="42">
                  <c:v>44498</c:v>
                </c:pt>
                <c:pt idx="43">
                  <c:v>44505</c:v>
                </c:pt>
                <c:pt idx="44">
                  <c:v>44512</c:v>
                </c:pt>
                <c:pt idx="45">
                  <c:v>44519</c:v>
                </c:pt>
                <c:pt idx="46">
                  <c:v>44526</c:v>
                </c:pt>
                <c:pt idx="47">
                  <c:v>44533</c:v>
                </c:pt>
                <c:pt idx="48">
                  <c:v>44540</c:v>
                </c:pt>
                <c:pt idx="49">
                  <c:v>44547</c:v>
                </c:pt>
                <c:pt idx="50">
                  <c:v>44554</c:v>
                </c:pt>
                <c:pt idx="51">
                  <c:v>44561</c:v>
                </c:pt>
                <c:pt idx="52">
                  <c:v>44568</c:v>
                </c:pt>
                <c:pt idx="53">
                  <c:v>44575</c:v>
                </c:pt>
                <c:pt idx="54">
                  <c:v>44582</c:v>
                </c:pt>
                <c:pt idx="55">
                  <c:v>44589</c:v>
                </c:pt>
                <c:pt idx="56">
                  <c:v>44596</c:v>
                </c:pt>
                <c:pt idx="57">
                  <c:v>44603</c:v>
                </c:pt>
                <c:pt idx="58">
                  <c:v>44610</c:v>
                </c:pt>
                <c:pt idx="59">
                  <c:v>44617</c:v>
                </c:pt>
                <c:pt idx="60">
                  <c:v>44624</c:v>
                </c:pt>
                <c:pt idx="61">
                  <c:v>44631</c:v>
                </c:pt>
                <c:pt idx="62">
                  <c:v>44638</c:v>
                </c:pt>
                <c:pt idx="63">
                  <c:v>44645</c:v>
                </c:pt>
                <c:pt idx="64">
                  <c:v>44652</c:v>
                </c:pt>
                <c:pt idx="65">
                  <c:v>44659</c:v>
                </c:pt>
                <c:pt idx="66">
                  <c:v>44666</c:v>
                </c:pt>
                <c:pt idx="67">
                  <c:v>44673</c:v>
                </c:pt>
                <c:pt idx="68">
                  <c:v>44680</c:v>
                </c:pt>
                <c:pt idx="69">
                  <c:v>44687</c:v>
                </c:pt>
                <c:pt idx="70">
                  <c:v>44694</c:v>
                </c:pt>
                <c:pt idx="71">
                  <c:v>44701</c:v>
                </c:pt>
                <c:pt idx="72">
                  <c:v>44708</c:v>
                </c:pt>
                <c:pt idx="73">
                  <c:v>44715</c:v>
                </c:pt>
                <c:pt idx="74">
                  <c:v>44722</c:v>
                </c:pt>
                <c:pt idx="75">
                  <c:v>44729</c:v>
                </c:pt>
                <c:pt idx="76">
                  <c:v>44736</c:v>
                </c:pt>
                <c:pt idx="77">
                  <c:v>44743</c:v>
                </c:pt>
                <c:pt idx="78">
                  <c:v>44750</c:v>
                </c:pt>
                <c:pt idx="79">
                  <c:v>44757</c:v>
                </c:pt>
                <c:pt idx="80">
                  <c:v>44764</c:v>
                </c:pt>
                <c:pt idx="81">
                  <c:v>44771</c:v>
                </c:pt>
                <c:pt idx="82">
                  <c:v>44778</c:v>
                </c:pt>
                <c:pt idx="83">
                  <c:v>44785</c:v>
                </c:pt>
                <c:pt idx="84">
                  <c:v>44792</c:v>
                </c:pt>
                <c:pt idx="85">
                  <c:v>44799</c:v>
                </c:pt>
                <c:pt idx="86">
                  <c:v>44806</c:v>
                </c:pt>
                <c:pt idx="87">
                  <c:v>44813</c:v>
                </c:pt>
                <c:pt idx="88">
                  <c:v>44820</c:v>
                </c:pt>
                <c:pt idx="89">
                  <c:v>44827</c:v>
                </c:pt>
                <c:pt idx="90">
                  <c:v>44834</c:v>
                </c:pt>
                <c:pt idx="91">
                  <c:v>44841</c:v>
                </c:pt>
                <c:pt idx="92">
                  <c:v>44848</c:v>
                </c:pt>
                <c:pt idx="93">
                  <c:v>44855</c:v>
                </c:pt>
                <c:pt idx="94">
                  <c:v>44862</c:v>
                </c:pt>
                <c:pt idx="95">
                  <c:v>44869</c:v>
                </c:pt>
                <c:pt idx="96">
                  <c:v>44876</c:v>
                </c:pt>
                <c:pt idx="97">
                  <c:v>44883</c:v>
                </c:pt>
                <c:pt idx="98">
                  <c:v>44890</c:v>
                </c:pt>
                <c:pt idx="99">
                  <c:v>44897</c:v>
                </c:pt>
                <c:pt idx="100">
                  <c:v>44904</c:v>
                </c:pt>
                <c:pt idx="101">
                  <c:v>44911</c:v>
                </c:pt>
                <c:pt idx="102">
                  <c:v>44918</c:v>
                </c:pt>
                <c:pt idx="103">
                  <c:v>44925</c:v>
                </c:pt>
                <c:pt idx="104">
                  <c:v>44932</c:v>
                </c:pt>
                <c:pt idx="105">
                  <c:v>44939</c:v>
                </c:pt>
                <c:pt idx="106">
                  <c:v>44946</c:v>
                </c:pt>
                <c:pt idx="107">
                  <c:v>44953</c:v>
                </c:pt>
                <c:pt idx="108">
                  <c:v>44960</c:v>
                </c:pt>
                <c:pt idx="109">
                  <c:v>44967</c:v>
                </c:pt>
                <c:pt idx="110">
                  <c:v>44974</c:v>
                </c:pt>
                <c:pt idx="111">
                  <c:v>44981</c:v>
                </c:pt>
                <c:pt idx="112">
                  <c:v>44988</c:v>
                </c:pt>
                <c:pt idx="113">
                  <c:v>44995</c:v>
                </c:pt>
                <c:pt idx="114">
                  <c:v>45002</c:v>
                </c:pt>
                <c:pt idx="115">
                  <c:v>45009</c:v>
                </c:pt>
                <c:pt idx="116">
                  <c:v>45016</c:v>
                </c:pt>
                <c:pt idx="117">
                  <c:v>45023</c:v>
                </c:pt>
                <c:pt idx="118">
                  <c:v>45030</c:v>
                </c:pt>
                <c:pt idx="119">
                  <c:v>45037</c:v>
                </c:pt>
                <c:pt idx="120">
                  <c:v>45044</c:v>
                </c:pt>
                <c:pt idx="121">
                  <c:v>45051</c:v>
                </c:pt>
                <c:pt idx="122">
                  <c:v>45058</c:v>
                </c:pt>
                <c:pt idx="123">
                  <c:v>45065</c:v>
                </c:pt>
                <c:pt idx="124">
                  <c:v>45072</c:v>
                </c:pt>
                <c:pt idx="125">
                  <c:v>45079</c:v>
                </c:pt>
                <c:pt idx="126">
                  <c:v>45086</c:v>
                </c:pt>
                <c:pt idx="127">
                  <c:v>45093</c:v>
                </c:pt>
                <c:pt idx="128">
                  <c:v>45100</c:v>
                </c:pt>
                <c:pt idx="129">
                  <c:v>45107</c:v>
                </c:pt>
                <c:pt idx="130">
                  <c:v>45114</c:v>
                </c:pt>
                <c:pt idx="131">
                  <c:v>45121</c:v>
                </c:pt>
                <c:pt idx="132">
                  <c:v>45128</c:v>
                </c:pt>
                <c:pt idx="133">
                  <c:v>45135</c:v>
                </c:pt>
                <c:pt idx="134">
                  <c:v>45142</c:v>
                </c:pt>
                <c:pt idx="135">
                  <c:v>45149</c:v>
                </c:pt>
                <c:pt idx="136">
                  <c:v>45156</c:v>
                </c:pt>
                <c:pt idx="137">
                  <c:v>45163</c:v>
                </c:pt>
                <c:pt idx="138">
                  <c:v>45170</c:v>
                </c:pt>
                <c:pt idx="139">
                  <c:v>45177</c:v>
                </c:pt>
                <c:pt idx="140">
                  <c:v>45184</c:v>
                </c:pt>
                <c:pt idx="141">
                  <c:v>45191</c:v>
                </c:pt>
                <c:pt idx="142">
                  <c:v>45198</c:v>
                </c:pt>
                <c:pt idx="143">
                  <c:v>45205</c:v>
                </c:pt>
                <c:pt idx="144">
                  <c:v>45212</c:v>
                </c:pt>
                <c:pt idx="145">
                  <c:v>45219</c:v>
                </c:pt>
                <c:pt idx="146">
                  <c:v>45226</c:v>
                </c:pt>
                <c:pt idx="147">
                  <c:v>45233</c:v>
                </c:pt>
                <c:pt idx="148">
                  <c:v>45240</c:v>
                </c:pt>
                <c:pt idx="149">
                  <c:v>45247</c:v>
                </c:pt>
                <c:pt idx="150">
                  <c:v>45254</c:v>
                </c:pt>
                <c:pt idx="151">
                  <c:v>45261</c:v>
                </c:pt>
                <c:pt idx="152">
                  <c:v>45268</c:v>
                </c:pt>
                <c:pt idx="153">
                  <c:v>45275</c:v>
                </c:pt>
                <c:pt idx="154">
                  <c:v>45282</c:v>
                </c:pt>
                <c:pt idx="155">
                  <c:v>45289</c:v>
                </c:pt>
                <c:pt idx="156">
                  <c:v>45296</c:v>
                </c:pt>
                <c:pt idx="157">
                  <c:v>45303</c:v>
                </c:pt>
                <c:pt idx="158">
                  <c:v>45310</c:v>
                </c:pt>
                <c:pt idx="159">
                  <c:v>45317</c:v>
                </c:pt>
                <c:pt idx="160">
                  <c:v>45324</c:v>
                </c:pt>
                <c:pt idx="161">
                  <c:v>45331</c:v>
                </c:pt>
                <c:pt idx="162">
                  <c:v>45338</c:v>
                </c:pt>
                <c:pt idx="163">
                  <c:v>45345</c:v>
                </c:pt>
                <c:pt idx="164">
                  <c:v>45352</c:v>
                </c:pt>
                <c:pt idx="165">
                  <c:v>45359</c:v>
                </c:pt>
                <c:pt idx="166">
                  <c:v>45366</c:v>
                </c:pt>
                <c:pt idx="167">
                  <c:v>45373</c:v>
                </c:pt>
                <c:pt idx="168">
                  <c:v>45380</c:v>
                </c:pt>
                <c:pt idx="169">
                  <c:v>45387</c:v>
                </c:pt>
                <c:pt idx="170">
                  <c:v>45394</c:v>
                </c:pt>
                <c:pt idx="171">
                  <c:v>45401</c:v>
                </c:pt>
                <c:pt idx="172">
                  <c:v>45408</c:v>
                </c:pt>
                <c:pt idx="173">
                  <c:v>45415</c:v>
                </c:pt>
                <c:pt idx="174">
                  <c:v>45422</c:v>
                </c:pt>
                <c:pt idx="175">
                  <c:v>45429</c:v>
                </c:pt>
                <c:pt idx="176">
                  <c:v>45436</c:v>
                </c:pt>
                <c:pt idx="177">
                  <c:v>45443</c:v>
                </c:pt>
                <c:pt idx="178">
                  <c:v>45450</c:v>
                </c:pt>
                <c:pt idx="179">
                  <c:v>45457</c:v>
                </c:pt>
                <c:pt idx="180">
                  <c:v>45464</c:v>
                </c:pt>
                <c:pt idx="181">
                  <c:v>45471</c:v>
                </c:pt>
                <c:pt idx="182">
                  <c:v>45478</c:v>
                </c:pt>
                <c:pt idx="183">
                  <c:v>45485</c:v>
                </c:pt>
                <c:pt idx="184">
                  <c:v>45492</c:v>
                </c:pt>
                <c:pt idx="185">
                  <c:v>45499</c:v>
                </c:pt>
                <c:pt idx="186">
                  <c:v>45506</c:v>
                </c:pt>
                <c:pt idx="187">
                  <c:v>45513</c:v>
                </c:pt>
                <c:pt idx="188">
                  <c:v>45520</c:v>
                </c:pt>
                <c:pt idx="189">
                  <c:v>45527</c:v>
                </c:pt>
                <c:pt idx="190">
                  <c:v>45534</c:v>
                </c:pt>
                <c:pt idx="191">
                  <c:v>45541</c:v>
                </c:pt>
                <c:pt idx="192">
                  <c:v>45548</c:v>
                </c:pt>
                <c:pt idx="193">
                  <c:v>45555</c:v>
                </c:pt>
                <c:pt idx="194">
                  <c:v>45562</c:v>
                </c:pt>
                <c:pt idx="195">
                  <c:v>45569</c:v>
                </c:pt>
                <c:pt idx="196">
                  <c:v>45576</c:v>
                </c:pt>
                <c:pt idx="197">
                  <c:v>45583</c:v>
                </c:pt>
                <c:pt idx="198">
                  <c:v>45590</c:v>
                </c:pt>
                <c:pt idx="199">
                  <c:v>45597</c:v>
                </c:pt>
                <c:pt idx="200">
                  <c:v>45604</c:v>
                </c:pt>
                <c:pt idx="201">
                  <c:v>45611</c:v>
                </c:pt>
                <c:pt idx="202">
                  <c:v>45618</c:v>
                </c:pt>
                <c:pt idx="203">
                  <c:v>45625</c:v>
                </c:pt>
                <c:pt idx="204">
                  <c:v>45632</c:v>
                </c:pt>
                <c:pt idx="205">
                  <c:v>45639</c:v>
                </c:pt>
                <c:pt idx="206">
                  <c:v>45646</c:v>
                </c:pt>
                <c:pt idx="207">
                  <c:v>45653</c:v>
                </c:pt>
                <c:pt idx="208">
                  <c:v>45660</c:v>
                </c:pt>
                <c:pt idx="209">
                  <c:v>45667</c:v>
                </c:pt>
                <c:pt idx="210">
                  <c:v>45674</c:v>
                </c:pt>
                <c:pt idx="211">
                  <c:v>45681</c:v>
                </c:pt>
                <c:pt idx="212">
                  <c:v>45688</c:v>
                </c:pt>
                <c:pt idx="213">
                  <c:v>45695</c:v>
                </c:pt>
                <c:pt idx="214">
                  <c:v>45702</c:v>
                </c:pt>
                <c:pt idx="215">
                  <c:v>45709</c:v>
                </c:pt>
                <c:pt idx="216">
                  <c:v>45716</c:v>
                </c:pt>
                <c:pt idx="217">
                  <c:v>45723</c:v>
                </c:pt>
                <c:pt idx="218">
                  <c:v>45730</c:v>
                </c:pt>
                <c:pt idx="219">
                  <c:v>45737</c:v>
                </c:pt>
                <c:pt idx="220">
                  <c:v>45744</c:v>
                </c:pt>
                <c:pt idx="221">
                  <c:v>45751</c:v>
                </c:pt>
                <c:pt idx="222">
                  <c:v>45758</c:v>
                </c:pt>
                <c:pt idx="223">
                  <c:v>45765</c:v>
                </c:pt>
                <c:pt idx="224">
                  <c:v>45772</c:v>
                </c:pt>
                <c:pt idx="225">
                  <c:v>45779</c:v>
                </c:pt>
                <c:pt idx="226">
                  <c:v>45786</c:v>
                </c:pt>
                <c:pt idx="227">
                  <c:v>45793</c:v>
                </c:pt>
                <c:pt idx="228">
                  <c:v>45800</c:v>
                </c:pt>
                <c:pt idx="229">
                  <c:v>45807</c:v>
                </c:pt>
                <c:pt idx="230">
                  <c:v>45814</c:v>
                </c:pt>
                <c:pt idx="231">
                  <c:v>45821</c:v>
                </c:pt>
                <c:pt idx="232">
                  <c:v>45828</c:v>
                </c:pt>
                <c:pt idx="233">
                  <c:v>45835</c:v>
                </c:pt>
                <c:pt idx="234">
                  <c:v>45842</c:v>
                </c:pt>
                <c:pt idx="235">
                  <c:v>45849</c:v>
                </c:pt>
                <c:pt idx="236">
                  <c:v>45856</c:v>
                </c:pt>
                <c:pt idx="237">
                  <c:v>45863</c:v>
                </c:pt>
                <c:pt idx="238">
                  <c:v>45870</c:v>
                </c:pt>
                <c:pt idx="239">
                  <c:v>45877</c:v>
                </c:pt>
                <c:pt idx="240">
                  <c:v>45884</c:v>
                </c:pt>
                <c:pt idx="241">
                  <c:v>45891</c:v>
                </c:pt>
                <c:pt idx="242">
                  <c:v>45898</c:v>
                </c:pt>
                <c:pt idx="243">
                  <c:v>45905</c:v>
                </c:pt>
                <c:pt idx="244">
                  <c:v>45912</c:v>
                </c:pt>
                <c:pt idx="245">
                  <c:v>45919</c:v>
                </c:pt>
                <c:pt idx="246">
                  <c:v>45926</c:v>
                </c:pt>
                <c:pt idx="247">
                  <c:v>45933</c:v>
                </c:pt>
                <c:pt idx="248">
                  <c:v>45940</c:v>
                </c:pt>
                <c:pt idx="249">
                  <c:v>45947</c:v>
                </c:pt>
                <c:pt idx="250">
                  <c:v>45954</c:v>
                </c:pt>
                <c:pt idx="251">
                  <c:v>45961</c:v>
                </c:pt>
                <c:pt idx="252">
                  <c:v>45968</c:v>
                </c:pt>
                <c:pt idx="253">
                  <c:v>45975</c:v>
                </c:pt>
                <c:pt idx="254">
                  <c:v>45982</c:v>
                </c:pt>
                <c:pt idx="255">
                  <c:v>45989</c:v>
                </c:pt>
                <c:pt idx="256">
                  <c:v>45996</c:v>
                </c:pt>
                <c:pt idx="257">
                  <c:v>46003</c:v>
                </c:pt>
                <c:pt idx="258">
                  <c:v>46010</c:v>
                </c:pt>
                <c:pt idx="259">
                  <c:v>46017</c:v>
                </c:pt>
                <c:pt idx="260">
                  <c:v>46024</c:v>
                </c:pt>
                <c:pt idx="261">
                  <c:v>46031</c:v>
                </c:pt>
                <c:pt idx="262">
                  <c:v>46038</c:v>
                </c:pt>
                <c:pt idx="263">
                  <c:v>46045</c:v>
                </c:pt>
                <c:pt idx="264">
                  <c:v>46052</c:v>
                </c:pt>
                <c:pt idx="265">
                  <c:v>46059</c:v>
                </c:pt>
                <c:pt idx="266">
                  <c:v>46066</c:v>
                </c:pt>
                <c:pt idx="267">
                  <c:v>46073</c:v>
                </c:pt>
                <c:pt idx="268">
                  <c:v>46080</c:v>
                </c:pt>
                <c:pt idx="269">
                  <c:v>46087</c:v>
                </c:pt>
                <c:pt idx="270">
                  <c:v>46094</c:v>
                </c:pt>
                <c:pt idx="271">
                  <c:v>46101</c:v>
                </c:pt>
                <c:pt idx="272">
                  <c:v>46108</c:v>
                </c:pt>
                <c:pt idx="273">
                  <c:v>46115</c:v>
                </c:pt>
                <c:pt idx="274">
                  <c:v>46122</c:v>
                </c:pt>
                <c:pt idx="275">
                  <c:v>46129</c:v>
                </c:pt>
                <c:pt idx="276">
                  <c:v>46136</c:v>
                </c:pt>
                <c:pt idx="277">
                  <c:v>46143</c:v>
                </c:pt>
                <c:pt idx="278">
                  <c:v>46150</c:v>
                </c:pt>
                <c:pt idx="279">
                  <c:v>46157</c:v>
                </c:pt>
                <c:pt idx="280">
                  <c:v>46164</c:v>
                </c:pt>
                <c:pt idx="281">
                  <c:v>46171</c:v>
                </c:pt>
                <c:pt idx="282">
                  <c:v>46178</c:v>
                </c:pt>
                <c:pt idx="283">
                  <c:v>46185</c:v>
                </c:pt>
                <c:pt idx="284">
                  <c:v>46192</c:v>
                </c:pt>
                <c:pt idx="285">
                  <c:v>46199</c:v>
                </c:pt>
                <c:pt idx="286">
                  <c:v>46206</c:v>
                </c:pt>
                <c:pt idx="287">
                  <c:v>46213</c:v>
                </c:pt>
                <c:pt idx="288">
                  <c:v>46220</c:v>
                </c:pt>
                <c:pt idx="289">
                  <c:v>46227</c:v>
                </c:pt>
                <c:pt idx="290">
                  <c:v>46234</c:v>
                </c:pt>
                <c:pt idx="291">
                  <c:v>46241</c:v>
                </c:pt>
                <c:pt idx="292">
                  <c:v>46248</c:v>
                </c:pt>
                <c:pt idx="293">
                  <c:v>46255</c:v>
                </c:pt>
                <c:pt idx="294">
                  <c:v>46262</c:v>
                </c:pt>
                <c:pt idx="295">
                  <c:v>46269</c:v>
                </c:pt>
                <c:pt idx="296">
                  <c:v>46276</c:v>
                </c:pt>
                <c:pt idx="297">
                  <c:v>46283</c:v>
                </c:pt>
              </c:numCache>
            </c:numRef>
          </c:cat>
          <c:val>
            <c:numRef>
              <c:f>Sheet1!$E$2:$E$299</c:f>
              <c:numCache>
                <c:formatCode>General</c:formatCode>
                <c:ptCount val="298"/>
                <c:pt idx="0">
                  <c:v>6.0600225146945306</c:v>
                </c:pt>
                <c:pt idx="1">
                  <c:v>6.0600225146945306</c:v>
                </c:pt>
                <c:pt idx="2">
                  <c:v>6.0600225146945306</c:v>
                </c:pt>
                <c:pt idx="3">
                  <c:v>6.0600225146945306</c:v>
                </c:pt>
                <c:pt idx="4">
                  <c:v>6.0600225146945306</c:v>
                </c:pt>
                <c:pt idx="5">
                  <c:v>6.0600225146945306</c:v>
                </c:pt>
                <c:pt idx="6">
                  <c:v>6.0600225146945306</c:v>
                </c:pt>
                <c:pt idx="7">
                  <c:v>6.0600225146945306</c:v>
                </c:pt>
                <c:pt idx="8">
                  <c:v>6.0600225146945306</c:v>
                </c:pt>
                <c:pt idx="9">
                  <c:v>6.0600225146945306</c:v>
                </c:pt>
                <c:pt idx="10">
                  <c:v>6.0600225146945306</c:v>
                </c:pt>
                <c:pt idx="11">
                  <c:v>6.0600225146945306</c:v>
                </c:pt>
                <c:pt idx="12">
                  <c:v>6.0600225146945306</c:v>
                </c:pt>
                <c:pt idx="13">
                  <c:v>6.0600225146945306</c:v>
                </c:pt>
                <c:pt idx="14">
                  <c:v>6.0600225146945306</c:v>
                </c:pt>
                <c:pt idx="15">
                  <c:v>6.0600225146945306</c:v>
                </c:pt>
                <c:pt idx="16">
                  <c:v>6.0600225146945306</c:v>
                </c:pt>
                <c:pt idx="17">
                  <c:v>6.0600225146945306</c:v>
                </c:pt>
                <c:pt idx="18">
                  <c:v>6.0600225146945306</c:v>
                </c:pt>
                <c:pt idx="19">
                  <c:v>6.0600225146945306</c:v>
                </c:pt>
                <c:pt idx="20">
                  <c:v>6.0600225146945306</c:v>
                </c:pt>
                <c:pt idx="21">
                  <c:v>6.0600225146945306</c:v>
                </c:pt>
                <c:pt idx="22">
                  <c:v>6.0600225146945306</c:v>
                </c:pt>
                <c:pt idx="23">
                  <c:v>6.0600225146945306</c:v>
                </c:pt>
                <c:pt idx="24">
                  <c:v>6.0600225146945306</c:v>
                </c:pt>
                <c:pt idx="25">
                  <c:v>6.0600225146945306</c:v>
                </c:pt>
                <c:pt idx="26">
                  <c:v>6.0600225146945306</c:v>
                </c:pt>
                <c:pt idx="27">
                  <c:v>6.0600225146945306</c:v>
                </c:pt>
                <c:pt idx="28">
                  <c:v>6.0600225146945306</c:v>
                </c:pt>
                <c:pt idx="29">
                  <c:v>6.0600225146945306</c:v>
                </c:pt>
                <c:pt idx="30">
                  <c:v>6.0600225146945306</c:v>
                </c:pt>
                <c:pt idx="31">
                  <c:v>6.0600225146945306</c:v>
                </c:pt>
                <c:pt idx="32">
                  <c:v>6.0600225146945306</c:v>
                </c:pt>
                <c:pt idx="33">
                  <c:v>6.0600225146945306</c:v>
                </c:pt>
                <c:pt idx="34">
                  <c:v>6.0600225146945306</c:v>
                </c:pt>
                <c:pt idx="35">
                  <c:v>6.0600225146945306</c:v>
                </c:pt>
                <c:pt idx="36">
                  <c:v>6.0600225146945306</c:v>
                </c:pt>
                <c:pt idx="37">
                  <c:v>6.0600225146945306</c:v>
                </c:pt>
                <c:pt idx="38">
                  <c:v>6.0600225146945306</c:v>
                </c:pt>
                <c:pt idx="39">
                  <c:v>6.0600225146945306</c:v>
                </c:pt>
                <c:pt idx="40">
                  <c:v>6.0600225146945306</c:v>
                </c:pt>
                <c:pt idx="41">
                  <c:v>6.0600225146945306</c:v>
                </c:pt>
                <c:pt idx="42">
                  <c:v>6.0600225146945306</c:v>
                </c:pt>
                <c:pt idx="43">
                  <c:v>6.0600225146945306</c:v>
                </c:pt>
                <c:pt idx="44">
                  <c:v>6.0600225146945306</c:v>
                </c:pt>
                <c:pt idx="45">
                  <c:v>6.0600225146945306</c:v>
                </c:pt>
                <c:pt idx="46">
                  <c:v>6.0600225146945306</c:v>
                </c:pt>
                <c:pt idx="47">
                  <c:v>6.0600225146945306</c:v>
                </c:pt>
                <c:pt idx="48">
                  <c:v>6.0600225146945306</c:v>
                </c:pt>
                <c:pt idx="49">
                  <c:v>6.0600225146945306</c:v>
                </c:pt>
                <c:pt idx="50">
                  <c:v>6.0600225146945306</c:v>
                </c:pt>
                <c:pt idx="51">
                  <c:v>6.0600225146945306</c:v>
                </c:pt>
                <c:pt idx="52">
                  <c:v>6.0600225146945306</c:v>
                </c:pt>
                <c:pt idx="53">
                  <c:v>6.0600225146945306</c:v>
                </c:pt>
                <c:pt idx="54">
                  <c:v>6.0600225146945306</c:v>
                </c:pt>
                <c:pt idx="55">
                  <c:v>6.0600225146945306</c:v>
                </c:pt>
                <c:pt idx="56">
                  <c:v>6.0600225146945306</c:v>
                </c:pt>
                <c:pt idx="57">
                  <c:v>6.0600225146945306</c:v>
                </c:pt>
                <c:pt idx="58">
                  <c:v>6.0600225146945306</c:v>
                </c:pt>
                <c:pt idx="59">
                  <c:v>6.0600225146945306</c:v>
                </c:pt>
                <c:pt idx="60">
                  <c:v>6.0600225146945306</c:v>
                </c:pt>
                <c:pt idx="61">
                  <c:v>6.0600225146945306</c:v>
                </c:pt>
                <c:pt idx="62">
                  <c:v>6.0600225146945306</c:v>
                </c:pt>
                <c:pt idx="63">
                  <c:v>6.0600225146945306</c:v>
                </c:pt>
                <c:pt idx="64">
                  <c:v>6.0600225146945306</c:v>
                </c:pt>
                <c:pt idx="65">
                  <c:v>6.0600225146945306</c:v>
                </c:pt>
                <c:pt idx="66">
                  <c:v>6.0600225146945306</c:v>
                </c:pt>
                <c:pt idx="67">
                  <c:v>6.0600225146945306</c:v>
                </c:pt>
                <c:pt idx="68">
                  <c:v>6.0600225146945306</c:v>
                </c:pt>
                <c:pt idx="69">
                  <c:v>6.0600225146945306</c:v>
                </c:pt>
                <c:pt idx="70">
                  <c:v>6.0600225146945306</c:v>
                </c:pt>
                <c:pt idx="71">
                  <c:v>6.0600225146945306</c:v>
                </c:pt>
                <c:pt idx="72">
                  <c:v>6.0600225146945306</c:v>
                </c:pt>
                <c:pt idx="73">
                  <c:v>6.0600225146945306</c:v>
                </c:pt>
                <c:pt idx="74">
                  <c:v>6.0600225146945306</c:v>
                </c:pt>
                <c:pt idx="75">
                  <c:v>6.0600225146945306</c:v>
                </c:pt>
                <c:pt idx="76">
                  <c:v>6.0600225146945306</c:v>
                </c:pt>
                <c:pt idx="77">
                  <c:v>6.0600225146945306</c:v>
                </c:pt>
                <c:pt idx="78">
                  <c:v>6.0600225146945306</c:v>
                </c:pt>
                <c:pt idx="79">
                  <c:v>6.0600225146945306</c:v>
                </c:pt>
                <c:pt idx="80">
                  <c:v>6.0600225146945306</c:v>
                </c:pt>
                <c:pt idx="81">
                  <c:v>6.0600225146945306</c:v>
                </c:pt>
                <c:pt idx="82">
                  <c:v>6.0600225146945306</c:v>
                </c:pt>
                <c:pt idx="83">
                  <c:v>6.0600225146945306</c:v>
                </c:pt>
                <c:pt idx="84">
                  <c:v>6.0600225146945306</c:v>
                </c:pt>
                <c:pt idx="85">
                  <c:v>6.0600225146945306</c:v>
                </c:pt>
                <c:pt idx="86">
                  <c:v>6.0600225146945306</c:v>
                </c:pt>
                <c:pt idx="87">
                  <c:v>6.0600225146945306</c:v>
                </c:pt>
                <c:pt idx="88">
                  <c:v>6.0600225146945306</c:v>
                </c:pt>
                <c:pt idx="89">
                  <c:v>6.0600225146945306</c:v>
                </c:pt>
                <c:pt idx="90">
                  <c:v>6.0600225146945306</c:v>
                </c:pt>
                <c:pt idx="91">
                  <c:v>6.0600225146945306</c:v>
                </c:pt>
                <c:pt idx="92">
                  <c:v>6.0600225146945306</c:v>
                </c:pt>
                <c:pt idx="93">
                  <c:v>6.0600225146945306</c:v>
                </c:pt>
                <c:pt idx="94">
                  <c:v>6.0600225146945306</c:v>
                </c:pt>
                <c:pt idx="95">
                  <c:v>6.0600225146945306</c:v>
                </c:pt>
                <c:pt idx="96">
                  <c:v>6.0600225146945306</c:v>
                </c:pt>
                <c:pt idx="97">
                  <c:v>6.0600225146945306</c:v>
                </c:pt>
                <c:pt idx="98">
                  <c:v>6.0600225146945306</c:v>
                </c:pt>
                <c:pt idx="99">
                  <c:v>6.0600225146945306</c:v>
                </c:pt>
                <c:pt idx="100">
                  <c:v>6.0600225146945306</c:v>
                </c:pt>
                <c:pt idx="101">
                  <c:v>6.0600225146945306</c:v>
                </c:pt>
                <c:pt idx="102">
                  <c:v>6.0600225146945306</c:v>
                </c:pt>
                <c:pt idx="103">
                  <c:v>6.0600225146945306</c:v>
                </c:pt>
                <c:pt idx="104">
                  <c:v>6.0600225146945306</c:v>
                </c:pt>
                <c:pt idx="105">
                  <c:v>6.0600225146945306</c:v>
                </c:pt>
                <c:pt idx="106">
                  <c:v>6.0600225146945306</c:v>
                </c:pt>
                <c:pt idx="107">
                  <c:v>6.0600225146945306</c:v>
                </c:pt>
                <c:pt idx="108">
                  <c:v>6.0600225146945306</c:v>
                </c:pt>
                <c:pt idx="109">
                  <c:v>6.0600225146945306</c:v>
                </c:pt>
                <c:pt idx="110">
                  <c:v>6.0600225146945306</c:v>
                </c:pt>
                <c:pt idx="111">
                  <c:v>6.0600225146945306</c:v>
                </c:pt>
                <c:pt idx="112">
                  <c:v>6.0600225146945306</c:v>
                </c:pt>
                <c:pt idx="113">
                  <c:v>6.0600225146945306</c:v>
                </c:pt>
                <c:pt idx="114">
                  <c:v>6.0600225146945306</c:v>
                </c:pt>
                <c:pt idx="115">
                  <c:v>6.0600225146945306</c:v>
                </c:pt>
                <c:pt idx="116">
                  <c:v>6.0600225146945306</c:v>
                </c:pt>
                <c:pt idx="117">
                  <c:v>6.0600225146945306</c:v>
                </c:pt>
                <c:pt idx="118">
                  <c:v>6.0600225146945306</c:v>
                </c:pt>
                <c:pt idx="119">
                  <c:v>6.0600225146945306</c:v>
                </c:pt>
                <c:pt idx="120">
                  <c:v>6.0600225146945306</c:v>
                </c:pt>
                <c:pt idx="121">
                  <c:v>6.0600225146945306</c:v>
                </c:pt>
                <c:pt idx="122">
                  <c:v>6.0600225146945306</c:v>
                </c:pt>
                <c:pt idx="123">
                  <c:v>6.0600225146945306</c:v>
                </c:pt>
                <c:pt idx="124">
                  <c:v>6.0600225146945306</c:v>
                </c:pt>
                <c:pt idx="125">
                  <c:v>6.0600225146945306</c:v>
                </c:pt>
                <c:pt idx="126">
                  <c:v>6.0600225146945306</c:v>
                </c:pt>
                <c:pt idx="127">
                  <c:v>6.0600225146945306</c:v>
                </c:pt>
                <c:pt idx="128">
                  <c:v>6.0600225146945306</c:v>
                </c:pt>
                <c:pt idx="129">
                  <c:v>6.0600225146945306</c:v>
                </c:pt>
                <c:pt idx="130">
                  <c:v>6.0600225146945306</c:v>
                </c:pt>
                <c:pt idx="131">
                  <c:v>6.0600225146945306</c:v>
                </c:pt>
                <c:pt idx="132">
                  <c:v>6.0600225146945306</c:v>
                </c:pt>
                <c:pt idx="133">
                  <c:v>6.0600225146945306</c:v>
                </c:pt>
                <c:pt idx="134">
                  <c:v>6.0600225146945306</c:v>
                </c:pt>
                <c:pt idx="135">
                  <c:v>6.0600225146945306</c:v>
                </c:pt>
                <c:pt idx="136">
                  <c:v>6.0600225146945306</c:v>
                </c:pt>
                <c:pt idx="137">
                  <c:v>6.0600225146945306</c:v>
                </c:pt>
                <c:pt idx="138">
                  <c:v>6.0600225146945306</c:v>
                </c:pt>
                <c:pt idx="139">
                  <c:v>6.0600225146945306</c:v>
                </c:pt>
                <c:pt idx="140">
                  <c:v>6.0600225146945306</c:v>
                </c:pt>
                <c:pt idx="141">
                  <c:v>6.0600225146945306</c:v>
                </c:pt>
                <c:pt idx="142">
                  <c:v>6.0600225146945306</c:v>
                </c:pt>
                <c:pt idx="143">
                  <c:v>6.0600225146945306</c:v>
                </c:pt>
                <c:pt idx="144">
                  <c:v>6.0600225146945306</c:v>
                </c:pt>
                <c:pt idx="145">
                  <c:v>6.0600225146945306</c:v>
                </c:pt>
                <c:pt idx="146">
                  <c:v>6.0600225146945306</c:v>
                </c:pt>
                <c:pt idx="147">
                  <c:v>6.0600225146945306</c:v>
                </c:pt>
                <c:pt idx="148">
                  <c:v>6.0600225146945306</c:v>
                </c:pt>
                <c:pt idx="149">
                  <c:v>6.0600225146945306</c:v>
                </c:pt>
                <c:pt idx="150">
                  <c:v>6.0600225146945306</c:v>
                </c:pt>
                <c:pt idx="151">
                  <c:v>6.0600225146945306</c:v>
                </c:pt>
                <c:pt idx="152">
                  <c:v>6.0600225146945306</c:v>
                </c:pt>
                <c:pt idx="153">
                  <c:v>6.0600225146945306</c:v>
                </c:pt>
                <c:pt idx="154">
                  <c:v>6.0600225146945306</c:v>
                </c:pt>
                <c:pt idx="155">
                  <c:v>6.0600225146945306</c:v>
                </c:pt>
                <c:pt idx="156">
                  <c:v>6.0600225146945306</c:v>
                </c:pt>
                <c:pt idx="157">
                  <c:v>6.0600225146945306</c:v>
                </c:pt>
                <c:pt idx="158">
                  <c:v>6.0600225146945306</c:v>
                </c:pt>
                <c:pt idx="159">
                  <c:v>6.0600225146945306</c:v>
                </c:pt>
                <c:pt idx="160">
                  <c:v>6.0600225146945306</c:v>
                </c:pt>
                <c:pt idx="161">
                  <c:v>6.0600225146945306</c:v>
                </c:pt>
                <c:pt idx="162">
                  <c:v>6.0600225146945306</c:v>
                </c:pt>
                <c:pt idx="163">
                  <c:v>6.0600225146945306</c:v>
                </c:pt>
                <c:pt idx="164">
                  <c:v>6.0600225146945306</c:v>
                </c:pt>
                <c:pt idx="165">
                  <c:v>6.0600225146945306</c:v>
                </c:pt>
                <c:pt idx="166">
                  <c:v>6.0600225146945306</c:v>
                </c:pt>
                <c:pt idx="167">
                  <c:v>6.0600225146945306</c:v>
                </c:pt>
                <c:pt idx="168">
                  <c:v>6.0600225146945306</c:v>
                </c:pt>
                <c:pt idx="169">
                  <c:v>6.0600225146945306</c:v>
                </c:pt>
                <c:pt idx="170">
                  <c:v>6.0600225146945306</c:v>
                </c:pt>
                <c:pt idx="171">
                  <c:v>6.0600225146945306</c:v>
                </c:pt>
                <c:pt idx="172">
                  <c:v>6.0600225146945306</c:v>
                </c:pt>
                <c:pt idx="173">
                  <c:v>6.0600225146945306</c:v>
                </c:pt>
                <c:pt idx="174">
                  <c:v>6.0600225146945306</c:v>
                </c:pt>
                <c:pt idx="175">
                  <c:v>6.0600225146945306</c:v>
                </c:pt>
                <c:pt idx="176">
                  <c:v>6.0600225146945306</c:v>
                </c:pt>
                <c:pt idx="177">
                  <c:v>6.0600225146945306</c:v>
                </c:pt>
                <c:pt idx="178">
                  <c:v>6.0600225146945306</c:v>
                </c:pt>
                <c:pt idx="179">
                  <c:v>6.0600225146945306</c:v>
                </c:pt>
                <c:pt idx="180">
                  <c:v>6.0600225146945306</c:v>
                </c:pt>
                <c:pt idx="181">
                  <c:v>6.0600225146945306</c:v>
                </c:pt>
                <c:pt idx="182">
                  <c:v>6.0600225146945306</c:v>
                </c:pt>
                <c:pt idx="183">
                  <c:v>6.0600225146945306</c:v>
                </c:pt>
                <c:pt idx="184">
                  <c:v>6.0600225146945306</c:v>
                </c:pt>
                <c:pt idx="185">
                  <c:v>6.0600225146945306</c:v>
                </c:pt>
                <c:pt idx="186">
                  <c:v>6.0600225146945306</c:v>
                </c:pt>
                <c:pt idx="187">
                  <c:v>6.0600225146945306</c:v>
                </c:pt>
                <c:pt idx="188">
                  <c:v>6.0600225146945306</c:v>
                </c:pt>
                <c:pt idx="189">
                  <c:v>6.0600225146945306</c:v>
                </c:pt>
                <c:pt idx="190">
                  <c:v>6.0600225146945306</c:v>
                </c:pt>
                <c:pt idx="191">
                  <c:v>6.0600225146945306</c:v>
                </c:pt>
                <c:pt idx="192">
                  <c:v>6.0600225146945306</c:v>
                </c:pt>
                <c:pt idx="193">
                  <c:v>6.0600225146945306</c:v>
                </c:pt>
                <c:pt idx="194">
                  <c:v>6.0600225146945306</c:v>
                </c:pt>
                <c:pt idx="195">
                  <c:v>6.0600225146945306</c:v>
                </c:pt>
                <c:pt idx="196">
                  <c:v>6.0600225146945306</c:v>
                </c:pt>
                <c:pt idx="197">
                  <c:v>6.0600225146945306</c:v>
                </c:pt>
                <c:pt idx="198">
                  <c:v>6.0600225146945306</c:v>
                </c:pt>
                <c:pt idx="199">
                  <c:v>6.0600225146945306</c:v>
                </c:pt>
                <c:pt idx="200">
                  <c:v>6.0600225146945306</c:v>
                </c:pt>
                <c:pt idx="201">
                  <c:v>6.0600225146945306</c:v>
                </c:pt>
                <c:pt idx="202">
                  <c:v>6.0600225146945306</c:v>
                </c:pt>
                <c:pt idx="203">
                  <c:v>6.0600225146945306</c:v>
                </c:pt>
                <c:pt idx="204">
                  <c:v>6.0600225146945306</c:v>
                </c:pt>
                <c:pt idx="205">
                  <c:v>6.0600225146945306</c:v>
                </c:pt>
                <c:pt idx="206">
                  <c:v>6.0600225146945306</c:v>
                </c:pt>
                <c:pt idx="207">
                  <c:v>6.0600225146945306</c:v>
                </c:pt>
                <c:pt idx="208">
                  <c:v>6.0600225146945306</c:v>
                </c:pt>
                <c:pt idx="209">
                  <c:v>6.0600225146945306</c:v>
                </c:pt>
                <c:pt idx="210">
                  <c:v>6.0600225146945306</c:v>
                </c:pt>
                <c:pt idx="211">
                  <c:v>6.0600225146945306</c:v>
                </c:pt>
                <c:pt idx="212">
                  <c:v>6.0600225146945306</c:v>
                </c:pt>
                <c:pt idx="213">
                  <c:v>6.0600225146945306</c:v>
                </c:pt>
                <c:pt idx="214">
                  <c:v>6.0600225146945306</c:v>
                </c:pt>
                <c:pt idx="215">
                  <c:v>6.0600225146945306</c:v>
                </c:pt>
                <c:pt idx="216">
                  <c:v>6.0600225146945306</c:v>
                </c:pt>
                <c:pt idx="217">
                  <c:v>6.0600225146945306</c:v>
                </c:pt>
                <c:pt idx="218">
                  <c:v>6.0600225146945306</c:v>
                </c:pt>
                <c:pt idx="219">
                  <c:v>6.0600225146945306</c:v>
                </c:pt>
                <c:pt idx="220">
                  <c:v>6.0600225146945306</c:v>
                </c:pt>
                <c:pt idx="221">
                  <c:v>6.0600225146945306</c:v>
                </c:pt>
                <c:pt idx="222">
                  <c:v>6.0600225146945306</c:v>
                </c:pt>
                <c:pt idx="223">
                  <c:v>6.0600225146945306</c:v>
                </c:pt>
                <c:pt idx="224">
                  <c:v>6.0600225146945306</c:v>
                </c:pt>
                <c:pt idx="225">
                  <c:v>6.0600225146945306</c:v>
                </c:pt>
                <c:pt idx="226">
                  <c:v>6.0600225146945306</c:v>
                </c:pt>
                <c:pt idx="227">
                  <c:v>6.0600225146945306</c:v>
                </c:pt>
                <c:pt idx="228">
                  <c:v>6.0600225146945306</c:v>
                </c:pt>
                <c:pt idx="229">
                  <c:v>6.0600225146945306</c:v>
                </c:pt>
                <c:pt idx="230">
                  <c:v>6.0600225146945306</c:v>
                </c:pt>
                <c:pt idx="231">
                  <c:v>6.0600225146945306</c:v>
                </c:pt>
                <c:pt idx="232">
                  <c:v>6.0600225146945306</c:v>
                </c:pt>
                <c:pt idx="233">
                  <c:v>6.0600225146945306</c:v>
                </c:pt>
                <c:pt idx="234">
                  <c:v>6.0600225146945306</c:v>
                </c:pt>
                <c:pt idx="235">
                  <c:v>6.0600225146945306</c:v>
                </c:pt>
                <c:pt idx="236">
                  <c:v>6.0600225146945306</c:v>
                </c:pt>
                <c:pt idx="237">
                  <c:v>6.0600225146945306</c:v>
                </c:pt>
                <c:pt idx="238">
                  <c:v>6.0600225146945306</c:v>
                </c:pt>
                <c:pt idx="239">
                  <c:v>6.0600225146945306</c:v>
                </c:pt>
                <c:pt idx="240">
                  <c:v>6.0600225146945306</c:v>
                </c:pt>
                <c:pt idx="241">
                  <c:v>6.0600225146945306</c:v>
                </c:pt>
                <c:pt idx="242">
                  <c:v>6.0600225146945306</c:v>
                </c:pt>
                <c:pt idx="243">
                  <c:v>6.0600225146945306</c:v>
                </c:pt>
                <c:pt idx="244">
                  <c:v>6.0600225146945306</c:v>
                </c:pt>
                <c:pt idx="245">
                  <c:v>6.0600225146945306</c:v>
                </c:pt>
                <c:pt idx="246">
                  <c:v>6.0600225146945306</c:v>
                </c:pt>
                <c:pt idx="247">
                  <c:v>6.0600225146945306</c:v>
                </c:pt>
                <c:pt idx="248">
                  <c:v>6.0600225146945306</c:v>
                </c:pt>
                <c:pt idx="249">
                  <c:v>6.0600225146945306</c:v>
                </c:pt>
                <c:pt idx="250">
                  <c:v>6.0600225146945306</c:v>
                </c:pt>
                <c:pt idx="251">
                  <c:v>6.0600225146945306</c:v>
                </c:pt>
                <c:pt idx="252">
                  <c:v>6.0600225146945306</c:v>
                </c:pt>
                <c:pt idx="253">
                  <c:v>6.0600225146945306</c:v>
                </c:pt>
                <c:pt idx="254">
                  <c:v>6.0600225146945306</c:v>
                </c:pt>
                <c:pt idx="255">
                  <c:v>6.0600225146945306</c:v>
                </c:pt>
                <c:pt idx="256">
                  <c:v>6.0600225146945306</c:v>
                </c:pt>
                <c:pt idx="257">
                  <c:v>6.0600225146945306</c:v>
                </c:pt>
                <c:pt idx="258">
                  <c:v>6.0600225146945306</c:v>
                </c:pt>
                <c:pt idx="259">
                  <c:v>6.0600225146945306</c:v>
                </c:pt>
                <c:pt idx="260">
                  <c:v>6.0600225146945306</c:v>
                </c:pt>
                <c:pt idx="261">
                  <c:v>6.0600225146945306</c:v>
                </c:pt>
                <c:pt idx="262">
                  <c:v>6.0600225146945306</c:v>
                </c:pt>
                <c:pt idx="263">
                  <c:v>6.0600225146945306</c:v>
                </c:pt>
                <c:pt idx="264">
                  <c:v>6.0600225146945306</c:v>
                </c:pt>
                <c:pt idx="265">
                  <c:v>6.0600225146945306</c:v>
                </c:pt>
                <c:pt idx="266">
                  <c:v>6.0600225146945306</c:v>
                </c:pt>
                <c:pt idx="267">
                  <c:v>6.0600225146945306</c:v>
                </c:pt>
                <c:pt idx="268">
                  <c:v>6.0600225146945306</c:v>
                </c:pt>
                <c:pt idx="269">
                  <c:v>6.0600225146945306</c:v>
                </c:pt>
                <c:pt idx="270">
                  <c:v>6.0600225146945306</c:v>
                </c:pt>
                <c:pt idx="271">
                  <c:v>6.0600225146945306</c:v>
                </c:pt>
                <c:pt idx="272">
                  <c:v>6.0600225146945306</c:v>
                </c:pt>
                <c:pt idx="273">
                  <c:v>6.0600225146945306</c:v>
                </c:pt>
                <c:pt idx="274">
                  <c:v>6.0600225146945306</c:v>
                </c:pt>
                <c:pt idx="275">
                  <c:v>6.0600225146945306</c:v>
                </c:pt>
                <c:pt idx="276">
                  <c:v>6.0600225146945306</c:v>
                </c:pt>
                <c:pt idx="277">
                  <c:v>6.0600225146945306</c:v>
                </c:pt>
                <c:pt idx="278">
                  <c:v>6.0600225146945306</c:v>
                </c:pt>
                <c:pt idx="279">
                  <c:v>6.0600225146945306</c:v>
                </c:pt>
                <c:pt idx="280">
                  <c:v>6.0600225146945306</c:v>
                </c:pt>
                <c:pt idx="281">
                  <c:v>6.0600225146945306</c:v>
                </c:pt>
                <c:pt idx="282">
                  <c:v>6.0600225146945306</c:v>
                </c:pt>
                <c:pt idx="283">
                  <c:v>6.0600225146945306</c:v>
                </c:pt>
                <c:pt idx="284">
                  <c:v>6.0600225146945306</c:v>
                </c:pt>
                <c:pt idx="285">
                  <c:v>6.0600225146945306</c:v>
                </c:pt>
                <c:pt idx="286">
                  <c:v>6.0600225146945306</c:v>
                </c:pt>
                <c:pt idx="287">
                  <c:v>6.0600225146945306</c:v>
                </c:pt>
                <c:pt idx="288">
                  <c:v>6.0600225146945306</c:v>
                </c:pt>
                <c:pt idx="289">
                  <c:v>6.0600225146945306</c:v>
                </c:pt>
                <c:pt idx="290">
                  <c:v>6.0600225146945306</c:v>
                </c:pt>
                <c:pt idx="291">
                  <c:v>6.0600225146945306</c:v>
                </c:pt>
                <c:pt idx="292">
                  <c:v>6.0600225146945306</c:v>
                </c:pt>
                <c:pt idx="293">
                  <c:v>6.0600225146945306</c:v>
                </c:pt>
                <c:pt idx="294">
                  <c:v>6.0600225146945306</c:v>
                </c:pt>
                <c:pt idx="295">
                  <c:v>6.0600225146945306</c:v>
                </c:pt>
                <c:pt idx="296">
                  <c:v>6.0600225146945306</c:v>
                </c:pt>
                <c:pt idx="297">
                  <c:v>6.0600225146945306</c:v>
                </c:pt>
              </c:numCache>
            </c:numRef>
          </c:val>
          <c:smooth val="1"/>
          <c:extLst>
            <c:ext xmlns:c16="http://schemas.microsoft.com/office/drawing/2014/chart" uri="{C3380CC4-5D6E-409C-BE32-E72D297353CC}">
              <c16:uniqueId val="{00000003-8A03-4C6B-A680-9E136BCFDBBF}"/>
            </c:ext>
          </c:extLst>
        </c:ser>
        <c:dLbls>
          <c:showLegendKey val="0"/>
          <c:showVal val="0"/>
          <c:showCatName val="0"/>
          <c:showSerName val="0"/>
          <c:showPercent val="0"/>
          <c:showBubbleSize val="0"/>
        </c:dLbls>
        <c:smooth val="0"/>
        <c:axId val="50010001"/>
        <c:axId val="50010002"/>
      </c:lineChart>
      <c:dateAx>
        <c:axId val="50010001"/>
        <c:scaling>
          <c:orientation val="minMax"/>
        </c:scaling>
        <c:delete val="0"/>
        <c:axPos val="b"/>
        <c:numFmt formatCode="yyyy" sourceLinked="0"/>
        <c:majorTickMark val="out"/>
        <c:minorTickMark val="cross"/>
        <c:tickLblPos val="low"/>
        <c:spPr>
          <a:ln w="9525">
            <a:solidFill>
              <a:srgbClr val="D9D9D9"/>
            </a:solidFill>
          </a:ln>
        </c:spPr>
        <c:txPr>
          <a:bodyPr rot="-5400000" vert="horz"/>
          <a:lstStyle/>
          <a:p>
            <a:pPr>
              <a:defRPr sz="900" b="0" baseline="0">
                <a:solidFill>
                  <a:srgbClr val="000000"/>
                </a:solidFill>
                <a:latin typeface="Roboto Light"/>
              </a:defRPr>
            </a:pPr>
            <a:endParaRPr lang="en-US"/>
          </a:p>
        </c:txPr>
        <c:crossAx val="50010002"/>
        <c:crosses val="autoZero"/>
        <c:auto val="1"/>
        <c:lblOffset val="100"/>
        <c:baseTimeUnit val="days"/>
        <c:majorUnit val="1"/>
        <c:majorTimeUnit val="years"/>
      </c:dateAx>
      <c:valAx>
        <c:axId val="50010002"/>
        <c:scaling>
          <c:orientation val="minMax"/>
          <c:min val="0"/>
        </c:scaling>
        <c:delete val="0"/>
        <c:axPos val="l"/>
        <c:majorGridlines>
          <c:spPr>
            <a:ln w="6350">
              <a:solidFill>
                <a:srgbClr val="D9D9D9"/>
              </a:solidFill>
              <a:prstDash val="dash"/>
            </a:ln>
          </c:spPr>
        </c:majorGridlines>
        <c:numFmt formatCode="0" sourceLinked="0"/>
        <c:majorTickMark val="none"/>
        <c:minorTickMark val="cross"/>
        <c:tickLblPos val="nextTo"/>
        <c:spPr>
          <a:ln>
            <a:noFill/>
          </a:ln>
        </c:spPr>
        <c:txPr>
          <a:bodyPr/>
          <a:lstStyle/>
          <a:p>
            <a:pPr>
              <a:defRPr sz="900" b="0" baseline="0">
                <a:solidFill>
                  <a:srgbClr val="000000"/>
                </a:solidFill>
                <a:latin typeface="Roboto Light"/>
              </a:defRPr>
            </a:pPr>
            <a:endParaRPr lang="en-US"/>
          </a:p>
        </c:txPr>
        <c:crossAx val="50010001"/>
        <c:crosses val="autoZero"/>
        <c:crossBetween val="between"/>
      </c:valAx>
      <c:spPr>
        <a:noFill/>
        <a:ln>
          <a:noFill/>
        </a:ln>
      </c:spPr>
    </c:plotArea>
    <c:legend>
      <c:legendPos val="t"/>
      <c:legendEntry>
        <c:idx val="3"/>
        <c:delete val="1"/>
      </c:legendEntry>
      <c:overlay val="0"/>
      <c:txPr>
        <a:bodyPr/>
        <a:lstStyle/>
        <a:p>
          <a:pPr>
            <a:defRPr sz="900" b="0" baseline="0">
              <a:solidFill>
                <a:srgbClr val="000000"/>
              </a:solidFill>
              <a:latin typeface="Roboto Light"/>
            </a:defRPr>
          </a:pPr>
          <a:endParaRPr lang="en-US"/>
        </a:p>
      </c:txPr>
    </c:legend>
    <c:plotVisOnly val="1"/>
    <c:dispBlanksAs val="zero"/>
    <c:showDLblsOverMax val="1"/>
  </c:chart>
  <c:spPr>
    <a:solidFill>
      <a:srgbClr val="FFFFFF"/>
    </a:solidFill>
    <a:ln>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0684832761048267"/>
          <c:y val="0.1585925415856719"/>
          <c:w val="0.89315167238951731"/>
          <c:h val="0.54996177863910423"/>
        </c:manualLayout>
      </c:layout>
      <c:lineChart>
        <c:grouping val="standard"/>
        <c:varyColors val="1"/>
        <c:ser>
          <c:idx val="0"/>
          <c:order val="0"/>
          <c:tx>
            <c:v>Low USD Exposure</c:v>
          </c:tx>
          <c:spPr>
            <a:ln w="28575">
              <a:solidFill>
                <a:srgbClr val="1F2F44"/>
              </a:solidFill>
            </a:ln>
          </c:spPr>
          <c:marker>
            <c:symbol val="none"/>
          </c:marker>
          <c:cat>
            <c:numRef>
              <c:f>Sheet1!$A$2:$A$187</c:f>
              <c:numCache>
                <c:formatCode>yyyy\-mm\-dd</c:formatCode>
                <c:ptCount val="186"/>
                <c:pt idx="0">
                  <c:v>46021</c:v>
                </c:pt>
                <c:pt idx="1">
                  <c:v>46022</c:v>
                </c:pt>
                <c:pt idx="2">
                  <c:v>46023</c:v>
                </c:pt>
                <c:pt idx="3">
                  <c:v>46024</c:v>
                </c:pt>
                <c:pt idx="4">
                  <c:v>46027</c:v>
                </c:pt>
                <c:pt idx="5">
                  <c:v>46028</c:v>
                </c:pt>
                <c:pt idx="6">
                  <c:v>46029</c:v>
                </c:pt>
                <c:pt idx="7">
                  <c:v>46030</c:v>
                </c:pt>
                <c:pt idx="8">
                  <c:v>46031</c:v>
                </c:pt>
                <c:pt idx="9">
                  <c:v>46034</c:v>
                </c:pt>
                <c:pt idx="10">
                  <c:v>46035</c:v>
                </c:pt>
                <c:pt idx="11">
                  <c:v>46036</c:v>
                </c:pt>
                <c:pt idx="12">
                  <c:v>46037</c:v>
                </c:pt>
                <c:pt idx="13">
                  <c:v>46038</c:v>
                </c:pt>
                <c:pt idx="14">
                  <c:v>46041</c:v>
                </c:pt>
                <c:pt idx="15">
                  <c:v>46042</c:v>
                </c:pt>
                <c:pt idx="16">
                  <c:v>46043</c:v>
                </c:pt>
                <c:pt idx="17">
                  <c:v>46044</c:v>
                </c:pt>
                <c:pt idx="18">
                  <c:v>46045</c:v>
                </c:pt>
                <c:pt idx="19">
                  <c:v>46048</c:v>
                </c:pt>
                <c:pt idx="20">
                  <c:v>46049</c:v>
                </c:pt>
                <c:pt idx="21">
                  <c:v>46050</c:v>
                </c:pt>
                <c:pt idx="22">
                  <c:v>46051</c:v>
                </c:pt>
                <c:pt idx="23">
                  <c:v>46052</c:v>
                </c:pt>
                <c:pt idx="24">
                  <c:v>46055</c:v>
                </c:pt>
                <c:pt idx="25">
                  <c:v>46056</c:v>
                </c:pt>
                <c:pt idx="26">
                  <c:v>46057</c:v>
                </c:pt>
                <c:pt idx="27">
                  <c:v>46058</c:v>
                </c:pt>
                <c:pt idx="28">
                  <c:v>46059</c:v>
                </c:pt>
                <c:pt idx="29">
                  <c:v>46062</c:v>
                </c:pt>
                <c:pt idx="30">
                  <c:v>46063</c:v>
                </c:pt>
                <c:pt idx="31">
                  <c:v>46064</c:v>
                </c:pt>
                <c:pt idx="32">
                  <c:v>46065</c:v>
                </c:pt>
                <c:pt idx="33">
                  <c:v>46066</c:v>
                </c:pt>
                <c:pt idx="34">
                  <c:v>46069</c:v>
                </c:pt>
                <c:pt idx="35">
                  <c:v>46070</c:v>
                </c:pt>
                <c:pt idx="36">
                  <c:v>46071</c:v>
                </c:pt>
                <c:pt idx="37">
                  <c:v>46072</c:v>
                </c:pt>
                <c:pt idx="38">
                  <c:v>46073</c:v>
                </c:pt>
                <c:pt idx="39">
                  <c:v>46076</c:v>
                </c:pt>
                <c:pt idx="40">
                  <c:v>46077</c:v>
                </c:pt>
                <c:pt idx="41">
                  <c:v>46078</c:v>
                </c:pt>
                <c:pt idx="42">
                  <c:v>46079</c:v>
                </c:pt>
                <c:pt idx="43">
                  <c:v>46080</c:v>
                </c:pt>
                <c:pt idx="44">
                  <c:v>46083</c:v>
                </c:pt>
                <c:pt idx="45">
                  <c:v>46084</c:v>
                </c:pt>
                <c:pt idx="46">
                  <c:v>46085</c:v>
                </c:pt>
                <c:pt idx="47">
                  <c:v>46086</c:v>
                </c:pt>
                <c:pt idx="48">
                  <c:v>46087</c:v>
                </c:pt>
                <c:pt idx="49">
                  <c:v>46090</c:v>
                </c:pt>
                <c:pt idx="50">
                  <c:v>46091</c:v>
                </c:pt>
                <c:pt idx="51">
                  <c:v>46092</c:v>
                </c:pt>
                <c:pt idx="52">
                  <c:v>46093</c:v>
                </c:pt>
                <c:pt idx="53">
                  <c:v>46094</c:v>
                </c:pt>
                <c:pt idx="54">
                  <c:v>46097</c:v>
                </c:pt>
                <c:pt idx="55">
                  <c:v>46098</c:v>
                </c:pt>
                <c:pt idx="56">
                  <c:v>46099</c:v>
                </c:pt>
                <c:pt idx="57">
                  <c:v>46100</c:v>
                </c:pt>
                <c:pt idx="58">
                  <c:v>46101</c:v>
                </c:pt>
                <c:pt idx="59">
                  <c:v>46104</c:v>
                </c:pt>
                <c:pt idx="60">
                  <c:v>46105</c:v>
                </c:pt>
                <c:pt idx="61">
                  <c:v>46106</c:v>
                </c:pt>
                <c:pt idx="62">
                  <c:v>46107</c:v>
                </c:pt>
                <c:pt idx="63">
                  <c:v>46108</c:v>
                </c:pt>
                <c:pt idx="64">
                  <c:v>46111</c:v>
                </c:pt>
                <c:pt idx="65">
                  <c:v>46112</c:v>
                </c:pt>
                <c:pt idx="66">
                  <c:v>46113</c:v>
                </c:pt>
                <c:pt idx="67">
                  <c:v>46114</c:v>
                </c:pt>
                <c:pt idx="68">
                  <c:v>46115</c:v>
                </c:pt>
                <c:pt idx="69">
                  <c:v>46118</c:v>
                </c:pt>
                <c:pt idx="70">
                  <c:v>46119</c:v>
                </c:pt>
                <c:pt idx="71">
                  <c:v>46120</c:v>
                </c:pt>
                <c:pt idx="72">
                  <c:v>46121</c:v>
                </c:pt>
                <c:pt idx="73">
                  <c:v>46122</c:v>
                </c:pt>
                <c:pt idx="74">
                  <c:v>46125</c:v>
                </c:pt>
                <c:pt idx="75">
                  <c:v>46126</c:v>
                </c:pt>
                <c:pt idx="76">
                  <c:v>46127</c:v>
                </c:pt>
                <c:pt idx="77">
                  <c:v>46128</c:v>
                </c:pt>
                <c:pt idx="78">
                  <c:v>46129</c:v>
                </c:pt>
                <c:pt idx="79">
                  <c:v>46132</c:v>
                </c:pt>
                <c:pt idx="80">
                  <c:v>46133</c:v>
                </c:pt>
                <c:pt idx="81">
                  <c:v>46134</c:v>
                </c:pt>
                <c:pt idx="82">
                  <c:v>46135</c:v>
                </c:pt>
                <c:pt idx="83">
                  <c:v>46136</c:v>
                </c:pt>
                <c:pt idx="84">
                  <c:v>46139</c:v>
                </c:pt>
                <c:pt idx="85">
                  <c:v>46140</c:v>
                </c:pt>
                <c:pt idx="86">
                  <c:v>46141</c:v>
                </c:pt>
                <c:pt idx="87">
                  <c:v>46142</c:v>
                </c:pt>
                <c:pt idx="88">
                  <c:v>46143</c:v>
                </c:pt>
                <c:pt idx="89">
                  <c:v>46146</c:v>
                </c:pt>
                <c:pt idx="90">
                  <c:v>46147</c:v>
                </c:pt>
                <c:pt idx="91">
                  <c:v>46148</c:v>
                </c:pt>
                <c:pt idx="92">
                  <c:v>46149</c:v>
                </c:pt>
                <c:pt idx="93">
                  <c:v>46150</c:v>
                </c:pt>
                <c:pt idx="94">
                  <c:v>46153</c:v>
                </c:pt>
                <c:pt idx="95">
                  <c:v>46154</c:v>
                </c:pt>
                <c:pt idx="96">
                  <c:v>46155</c:v>
                </c:pt>
                <c:pt idx="97">
                  <c:v>46156</c:v>
                </c:pt>
                <c:pt idx="98">
                  <c:v>46157</c:v>
                </c:pt>
                <c:pt idx="99">
                  <c:v>46160</c:v>
                </c:pt>
                <c:pt idx="100">
                  <c:v>46161</c:v>
                </c:pt>
                <c:pt idx="101">
                  <c:v>46162</c:v>
                </c:pt>
                <c:pt idx="102">
                  <c:v>46163</c:v>
                </c:pt>
                <c:pt idx="103">
                  <c:v>46164</c:v>
                </c:pt>
                <c:pt idx="104">
                  <c:v>46167</c:v>
                </c:pt>
                <c:pt idx="105">
                  <c:v>46168</c:v>
                </c:pt>
                <c:pt idx="106">
                  <c:v>46169</c:v>
                </c:pt>
                <c:pt idx="107">
                  <c:v>46170</c:v>
                </c:pt>
                <c:pt idx="108">
                  <c:v>46171</c:v>
                </c:pt>
                <c:pt idx="109">
                  <c:v>46174</c:v>
                </c:pt>
                <c:pt idx="110">
                  <c:v>46175</c:v>
                </c:pt>
                <c:pt idx="111">
                  <c:v>46176</c:v>
                </c:pt>
                <c:pt idx="112">
                  <c:v>46177</c:v>
                </c:pt>
                <c:pt idx="113">
                  <c:v>46178</c:v>
                </c:pt>
                <c:pt idx="114">
                  <c:v>46181</c:v>
                </c:pt>
                <c:pt idx="115">
                  <c:v>46182</c:v>
                </c:pt>
                <c:pt idx="116">
                  <c:v>46183</c:v>
                </c:pt>
                <c:pt idx="117">
                  <c:v>46184</c:v>
                </c:pt>
                <c:pt idx="118">
                  <c:v>46185</c:v>
                </c:pt>
                <c:pt idx="119">
                  <c:v>46188</c:v>
                </c:pt>
                <c:pt idx="120">
                  <c:v>46189</c:v>
                </c:pt>
                <c:pt idx="121">
                  <c:v>46190</c:v>
                </c:pt>
                <c:pt idx="122">
                  <c:v>46191</c:v>
                </c:pt>
                <c:pt idx="123">
                  <c:v>46192</c:v>
                </c:pt>
                <c:pt idx="124">
                  <c:v>46195</c:v>
                </c:pt>
                <c:pt idx="125">
                  <c:v>46196</c:v>
                </c:pt>
                <c:pt idx="126">
                  <c:v>46197</c:v>
                </c:pt>
                <c:pt idx="127">
                  <c:v>46198</c:v>
                </c:pt>
                <c:pt idx="128">
                  <c:v>46199</c:v>
                </c:pt>
                <c:pt idx="129">
                  <c:v>46202</c:v>
                </c:pt>
                <c:pt idx="130">
                  <c:v>46203</c:v>
                </c:pt>
                <c:pt idx="131">
                  <c:v>46204</c:v>
                </c:pt>
                <c:pt idx="132">
                  <c:v>46205</c:v>
                </c:pt>
                <c:pt idx="133">
                  <c:v>46206</c:v>
                </c:pt>
                <c:pt idx="134">
                  <c:v>46209</c:v>
                </c:pt>
                <c:pt idx="135">
                  <c:v>46210</c:v>
                </c:pt>
                <c:pt idx="136">
                  <c:v>46211</c:v>
                </c:pt>
                <c:pt idx="137">
                  <c:v>46212</c:v>
                </c:pt>
                <c:pt idx="138">
                  <c:v>46213</c:v>
                </c:pt>
                <c:pt idx="139">
                  <c:v>46216</c:v>
                </c:pt>
                <c:pt idx="140">
                  <c:v>46217</c:v>
                </c:pt>
                <c:pt idx="141">
                  <c:v>46218</c:v>
                </c:pt>
                <c:pt idx="142">
                  <c:v>46219</c:v>
                </c:pt>
                <c:pt idx="143">
                  <c:v>46220</c:v>
                </c:pt>
                <c:pt idx="144">
                  <c:v>46223</c:v>
                </c:pt>
                <c:pt idx="145">
                  <c:v>46224</c:v>
                </c:pt>
                <c:pt idx="146">
                  <c:v>46225</c:v>
                </c:pt>
                <c:pt idx="147">
                  <c:v>46226</c:v>
                </c:pt>
                <c:pt idx="148">
                  <c:v>46227</c:v>
                </c:pt>
                <c:pt idx="149">
                  <c:v>46230</c:v>
                </c:pt>
                <c:pt idx="150">
                  <c:v>46231</c:v>
                </c:pt>
                <c:pt idx="151">
                  <c:v>46232</c:v>
                </c:pt>
                <c:pt idx="152">
                  <c:v>46233</c:v>
                </c:pt>
                <c:pt idx="153">
                  <c:v>46234</c:v>
                </c:pt>
                <c:pt idx="154">
                  <c:v>46237</c:v>
                </c:pt>
                <c:pt idx="155">
                  <c:v>46238</c:v>
                </c:pt>
                <c:pt idx="156">
                  <c:v>46239</c:v>
                </c:pt>
                <c:pt idx="157">
                  <c:v>46240</c:v>
                </c:pt>
                <c:pt idx="158">
                  <c:v>46241</c:v>
                </c:pt>
                <c:pt idx="159">
                  <c:v>46244</c:v>
                </c:pt>
                <c:pt idx="160">
                  <c:v>46245</c:v>
                </c:pt>
                <c:pt idx="161">
                  <c:v>46246</c:v>
                </c:pt>
                <c:pt idx="162">
                  <c:v>46247</c:v>
                </c:pt>
                <c:pt idx="163">
                  <c:v>46248</c:v>
                </c:pt>
                <c:pt idx="164">
                  <c:v>46251</c:v>
                </c:pt>
                <c:pt idx="165">
                  <c:v>46252</c:v>
                </c:pt>
                <c:pt idx="166">
                  <c:v>46253</c:v>
                </c:pt>
                <c:pt idx="167">
                  <c:v>46254</c:v>
                </c:pt>
                <c:pt idx="168">
                  <c:v>46255</c:v>
                </c:pt>
                <c:pt idx="169">
                  <c:v>46258</c:v>
                </c:pt>
                <c:pt idx="170">
                  <c:v>46259</c:v>
                </c:pt>
                <c:pt idx="171">
                  <c:v>46260</c:v>
                </c:pt>
                <c:pt idx="172">
                  <c:v>46261</c:v>
                </c:pt>
                <c:pt idx="173">
                  <c:v>46262</c:v>
                </c:pt>
                <c:pt idx="174">
                  <c:v>46265</c:v>
                </c:pt>
                <c:pt idx="175">
                  <c:v>46266</c:v>
                </c:pt>
                <c:pt idx="176">
                  <c:v>46267</c:v>
                </c:pt>
                <c:pt idx="177">
                  <c:v>46268</c:v>
                </c:pt>
                <c:pt idx="178">
                  <c:v>46269</c:v>
                </c:pt>
                <c:pt idx="179">
                  <c:v>46272</c:v>
                </c:pt>
                <c:pt idx="180">
                  <c:v>46273</c:v>
                </c:pt>
                <c:pt idx="181">
                  <c:v>46274</c:v>
                </c:pt>
                <c:pt idx="182">
                  <c:v>46275</c:v>
                </c:pt>
                <c:pt idx="183">
                  <c:v>46276</c:v>
                </c:pt>
                <c:pt idx="184">
                  <c:v>46279</c:v>
                </c:pt>
                <c:pt idx="185">
                  <c:v>46280</c:v>
                </c:pt>
              </c:numCache>
            </c:numRef>
          </c:cat>
          <c:val>
            <c:numRef>
              <c:f>Sheet1!$B$2:$B$187</c:f>
              <c:numCache>
                <c:formatCode>General</c:formatCode>
                <c:ptCount val="186"/>
                <c:pt idx="0">
                  <c:v>100</c:v>
                </c:pt>
                <c:pt idx="1">
                  <c:v>100</c:v>
                </c:pt>
                <c:pt idx="2">
                  <c:v>100</c:v>
                </c:pt>
                <c:pt idx="3">
                  <c:v>98.820002302516428</c:v>
                </c:pt>
                <c:pt idx="4">
                  <c:v>97.350425086407441</c:v>
                </c:pt>
                <c:pt idx="5">
                  <c:v>99.277656924204024</c:v>
                </c:pt>
                <c:pt idx="6">
                  <c:v>97.16225201983579</c:v>
                </c:pt>
                <c:pt idx="7">
                  <c:v>98.252721586476738</c:v>
                </c:pt>
                <c:pt idx="8">
                  <c:v>99.54788740155152</c:v>
                </c:pt>
                <c:pt idx="9">
                  <c:v>99.282518861886231</c:v>
                </c:pt>
                <c:pt idx="10">
                  <c:v>97.592011475305185</c:v>
                </c:pt>
                <c:pt idx="11">
                  <c:v>98.370681853317521</c:v>
                </c:pt>
                <c:pt idx="12">
                  <c:v>97.988291725706631</c:v>
                </c:pt>
                <c:pt idx="13">
                  <c:v>97.081525530384454</c:v>
                </c:pt>
                <c:pt idx="14">
                  <c:v>97.11453370802991</c:v>
                </c:pt>
                <c:pt idx="15">
                  <c:v>98.534299538093251</c:v>
                </c:pt>
                <c:pt idx="16">
                  <c:v>102.6330786002174</c:v>
                </c:pt>
                <c:pt idx="17">
                  <c:v>105.7691240765463</c:v>
                </c:pt>
                <c:pt idx="18">
                  <c:v>107.7353323360833</c:v>
                </c:pt>
                <c:pt idx="19">
                  <c:v>107.902105886496</c:v>
                </c:pt>
                <c:pt idx="20">
                  <c:v>110.0342758859756</c:v>
                </c:pt>
                <c:pt idx="21">
                  <c:v>111.9829521779766</c:v>
                </c:pt>
                <c:pt idx="22">
                  <c:v>109.5247221289096</c:v>
                </c:pt>
                <c:pt idx="23">
                  <c:v>109.45281911629409</c:v>
                </c:pt>
                <c:pt idx="24">
                  <c:v>111.67319519119781</c:v>
                </c:pt>
                <c:pt idx="25">
                  <c:v>113.7374581151424</c:v>
                </c:pt>
                <c:pt idx="26">
                  <c:v>111.01772389540071</c:v>
                </c:pt>
                <c:pt idx="27">
                  <c:v>112.11219993925771</c:v>
                </c:pt>
                <c:pt idx="28">
                  <c:v>113.00904249966079</c:v>
                </c:pt>
                <c:pt idx="29">
                  <c:v>113.8062793449495</c:v>
                </c:pt>
                <c:pt idx="30">
                  <c:v>113.0148772598253</c:v>
                </c:pt>
                <c:pt idx="31">
                  <c:v>114.628494931787</c:v>
                </c:pt>
                <c:pt idx="32">
                  <c:v>113.20362720106409</c:v>
                </c:pt>
                <c:pt idx="33">
                  <c:v>112.9939616364387</c:v>
                </c:pt>
                <c:pt idx="34">
                  <c:v>112.9939616364387</c:v>
                </c:pt>
                <c:pt idx="35">
                  <c:v>112.9939616364387</c:v>
                </c:pt>
                <c:pt idx="36">
                  <c:v>114.0900510472931</c:v>
                </c:pt>
                <c:pt idx="37">
                  <c:v>116.0276776333296</c:v>
                </c:pt>
                <c:pt idx="38">
                  <c:v>116.87260890451429</c:v>
                </c:pt>
                <c:pt idx="39">
                  <c:v>116.0227791988942</c:v>
                </c:pt>
                <c:pt idx="40">
                  <c:v>116.6263759890913</c:v>
                </c:pt>
                <c:pt idx="41">
                  <c:v>116.4941980800363</c:v>
                </c:pt>
                <c:pt idx="42">
                  <c:v>116.70172491195819</c:v>
                </c:pt>
                <c:pt idx="43">
                  <c:v>114.2923230471127</c:v>
                </c:pt>
                <c:pt idx="44">
                  <c:v>113.72320932454789</c:v>
                </c:pt>
                <c:pt idx="45">
                  <c:v>109.65814975574401</c:v>
                </c:pt>
                <c:pt idx="46">
                  <c:v>111.8926187726817</c:v>
                </c:pt>
                <c:pt idx="47">
                  <c:v>108.5806640275167</c:v>
                </c:pt>
                <c:pt idx="48">
                  <c:v>107.7048256950096</c:v>
                </c:pt>
                <c:pt idx="49">
                  <c:v>107.46868881975</c:v>
                </c:pt>
                <c:pt idx="50">
                  <c:v>109.9958033306023</c:v>
                </c:pt>
                <c:pt idx="51">
                  <c:v>109.8243117205929</c:v>
                </c:pt>
                <c:pt idx="52">
                  <c:v>105.51859047220491</c:v>
                </c:pt>
                <c:pt idx="53">
                  <c:v>104.13599393546249</c:v>
                </c:pt>
                <c:pt idx="54">
                  <c:v>106.2633982973211</c:v>
                </c:pt>
                <c:pt idx="55">
                  <c:v>106.8389383958731</c:v>
                </c:pt>
                <c:pt idx="56">
                  <c:v>107.0392829311449</c:v>
                </c:pt>
                <c:pt idx="57">
                  <c:v>107.60257916022459</c:v>
                </c:pt>
                <c:pt idx="58">
                  <c:v>104.4516459136603</c:v>
                </c:pt>
                <c:pt idx="59">
                  <c:v>109.694643065607</c:v>
                </c:pt>
                <c:pt idx="60">
                  <c:v>109.5084656657604</c:v>
                </c:pt>
                <c:pt idx="61">
                  <c:v>111.9603416854734</c:v>
                </c:pt>
                <c:pt idx="62">
                  <c:v>109.516102910008</c:v>
                </c:pt>
                <c:pt idx="63">
                  <c:v>107.4460211735649</c:v>
                </c:pt>
                <c:pt idx="64">
                  <c:v>106.9941040692003</c:v>
                </c:pt>
                <c:pt idx="65">
                  <c:v>111.1149002920062</c:v>
                </c:pt>
                <c:pt idx="66">
                  <c:v>112.86495286919831</c:v>
                </c:pt>
                <c:pt idx="67">
                  <c:v>112.1552392056624</c:v>
                </c:pt>
                <c:pt idx="68">
                  <c:v>112.1552392056624</c:v>
                </c:pt>
                <c:pt idx="69">
                  <c:v>111.3305114572845</c:v>
                </c:pt>
                <c:pt idx="70">
                  <c:v>110.7311347764727</c:v>
                </c:pt>
                <c:pt idx="71">
                  <c:v>114.9000781720388</c:v>
                </c:pt>
                <c:pt idx="72">
                  <c:v>117.8276051485462</c:v>
                </c:pt>
                <c:pt idx="73">
                  <c:v>118.2896008965357</c:v>
                </c:pt>
                <c:pt idx="74">
                  <c:v>118.0350490599631</c:v>
                </c:pt>
                <c:pt idx="75">
                  <c:v>118.8836341986332</c:v>
                </c:pt>
                <c:pt idx="76">
                  <c:v>117.8114704696213</c:v>
                </c:pt>
                <c:pt idx="77">
                  <c:v>116.1864920582408</c:v>
                </c:pt>
                <c:pt idx="78">
                  <c:v>117.7121775675536</c:v>
                </c:pt>
                <c:pt idx="79">
                  <c:v>117.0554293505725</c:v>
                </c:pt>
                <c:pt idx="80">
                  <c:v>117.0554293505725</c:v>
                </c:pt>
                <c:pt idx="81">
                  <c:v>114.3299516875261</c:v>
                </c:pt>
                <c:pt idx="82">
                  <c:v>112.1035681443886</c:v>
                </c:pt>
                <c:pt idx="83">
                  <c:v>111.7840145185412</c:v>
                </c:pt>
                <c:pt idx="84">
                  <c:v>109.0941806462304</c:v>
                </c:pt>
                <c:pt idx="85">
                  <c:v>108.312447231894</c:v>
                </c:pt>
                <c:pt idx="86">
                  <c:v>105.1773399554833</c:v>
                </c:pt>
                <c:pt idx="87">
                  <c:v>107.0459548040976</c:v>
                </c:pt>
                <c:pt idx="88">
                  <c:v>107.0459548040976</c:v>
                </c:pt>
                <c:pt idx="89">
                  <c:v>105.5228163994816</c:v>
                </c:pt>
                <c:pt idx="90">
                  <c:v>107.04743696610591</c:v>
                </c:pt>
                <c:pt idx="91">
                  <c:v>110.1291194300772</c:v>
                </c:pt>
                <c:pt idx="92">
                  <c:v>107.5933184252</c:v>
                </c:pt>
                <c:pt idx="93">
                  <c:v>107.6892749312251</c:v>
                </c:pt>
                <c:pt idx="94">
                  <c:v>103.6477826339279</c:v>
                </c:pt>
                <c:pt idx="95">
                  <c:v>102.9895687824278</c:v>
                </c:pt>
                <c:pt idx="96">
                  <c:v>99.565695186207236</c:v>
                </c:pt>
                <c:pt idx="97">
                  <c:v>101.68154242343419</c:v>
                </c:pt>
                <c:pt idx="98">
                  <c:v>101.1625357683714</c:v>
                </c:pt>
                <c:pt idx="99">
                  <c:v>101.78713672332221</c:v>
                </c:pt>
                <c:pt idx="100">
                  <c:v>100.0130661876015</c:v>
                </c:pt>
                <c:pt idx="101">
                  <c:v>103.7009652285158</c:v>
                </c:pt>
                <c:pt idx="102">
                  <c:v>102.93182427474849</c:v>
                </c:pt>
                <c:pt idx="103">
                  <c:v>101.89085353024871</c:v>
                </c:pt>
                <c:pt idx="104">
                  <c:v>104.8293268700309</c:v>
                </c:pt>
                <c:pt idx="105">
                  <c:v>103.606526786714</c:v>
                </c:pt>
                <c:pt idx="106">
                  <c:v>102.2506439903247</c:v>
                </c:pt>
                <c:pt idx="107">
                  <c:v>102.8716015952828</c:v>
                </c:pt>
                <c:pt idx="108">
                  <c:v>102.62197999076569</c:v>
                </c:pt>
                <c:pt idx="109">
                  <c:v>101.8784287024551</c:v>
                </c:pt>
                <c:pt idx="110">
                  <c:v>102.9161751447282</c:v>
                </c:pt>
                <c:pt idx="111">
                  <c:v>101.51574013710869</c:v>
                </c:pt>
                <c:pt idx="112">
                  <c:v>101.51574013710869</c:v>
                </c:pt>
                <c:pt idx="113">
                  <c:v>100.647013393205</c:v>
                </c:pt>
                <c:pt idx="114">
                  <c:v>100.68264893814811</c:v>
                </c:pt>
                <c:pt idx="115">
                  <c:v>101.7026571306085</c:v>
                </c:pt>
                <c:pt idx="116">
                  <c:v>100.2614285078462</c:v>
                </c:pt>
                <c:pt idx="117">
                  <c:v>102.85814917223929</c:v>
                </c:pt>
                <c:pt idx="118">
                  <c:v>102.382941480767</c:v>
                </c:pt>
                <c:pt idx="119">
                  <c:v>101.9575913341293</c:v>
                </c:pt>
                <c:pt idx="120">
                  <c:v>100.8792720975475</c:v>
                </c:pt>
                <c:pt idx="121">
                  <c:v>98.988962483841277</c:v>
                </c:pt>
                <c:pt idx="122">
                  <c:v>99.081391597711416</c:v>
                </c:pt>
                <c:pt idx="123">
                  <c:v>99.64301261495352</c:v>
                </c:pt>
                <c:pt idx="124">
                  <c:v>100.9065714212968</c:v>
                </c:pt>
                <c:pt idx="125">
                  <c:v>101.54012428343511</c:v>
                </c:pt>
                <c:pt idx="126">
                  <c:v>103.3535522511374</c:v>
                </c:pt>
                <c:pt idx="127">
                  <c:v>104.6350052928057</c:v>
                </c:pt>
                <c:pt idx="128">
                  <c:v>106.2628450163192</c:v>
                </c:pt>
                <c:pt idx="129">
                  <c:v>106.5096240440764</c:v>
                </c:pt>
                <c:pt idx="130">
                  <c:v>105.45213457088791</c:v>
                </c:pt>
                <c:pt idx="131">
                  <c:v>105.60843644693929</c:v>
                </c:pt>
                <c:pt idx="132">
                  <c:v>106.4768464440541</c:v>
                </c:pt>
                <c:pt idx="133">
                  <c:v>107.1657585595011</c:v>
                </c:pt>
                <c:pt idx="134">
                  <c:v>104.9246017290416</c:v>
                </c:pt>
                <c:pt idx="135">
                  <c:v>103.5361937567192</c:v>
                </c:pt>
                <c:pt idx="136">
                  <c:v>102.273593608773</c:v>
                </c:pt>
                <c:pt idx="137">
                  <c:v>104.94677358978311</c:v>
                </c:pt>
                <c:pt idx="138">
                  <c:v>108.61263937454559</c:v>
                </c:pt>
                <c:pt idx="139">
                  <c:v>106.1493627827539</c:v>
                </c:pt>
                <c:pt idx="140">
                  <c:v>107.23780788318059</c:v>
                </c:pt>
                <c:pt idx="141">
                  <c:v>106.1066969251812</c:v>
                </c:pt>
                <c:pt idx="142">
                  <c:v>103.79068782230129</c:v>
                </c:pt>
                <c:pt idx="143">
                  <c:v>102.81388035017611</c:v>
                </c:pt>
                <c:pt idx="144">
                  <c:v>102.1544065327695</c:v>
                </c:pt>
                <c:pt idx="145">
                  <c:v>100.5883798691568</c:v>
                </c:pt>
                <c:pt idx="146">
                  <c:v>102.49809760698039</c:v>
                </c:pt>
                <c:pt idx="147">
                  <c:v>100.8887498579204</c:v>
                </c:pt>
                <c:pt idx="148">
                  <c:v>99.531496215482775</c:v>
                </c:pt>
                <c:pt idx="149">
                  <c:v>101.72888511465651</c:v>
                </c:pt>
                <c:pt idx="150">
                  <c:v>102.70663390186741</c:v>
                </c:pt>
                <c:pt idx="151">
                  <c:v>99.551184011338918</c:v>
                </c:pt>
                <c:pt idx="152">
                  <c:v>102.3757177953424</c:v>
                </c:pt>
                <c:pt idx="153">
                  <c:v>102.3623166376583</c:v>
                </c:pt>
                <c:pt idx="154">
                  <c:v>103.1661437151852</c:v>
                </c:pt>
                <c:pt idx="155">
                  <c:v>103.14855204030179</c:v>
                </c:pt>
                <c:pt idx="156">
                  <c:v>102.6966840902335</c:v>
                </c:pt>
                <c:pt idx="157">
                  <c:v>102.0852857604459</c:v>
                </c:pt>
                <c:pt idx="158">
                  <c:v>99.915918185510165</c:v>
                </c:pt>
                <c:pt idx="159">
                  <c:v>98.534739953238443</c:v>
                </c:pt>
                <c:pt idx="160">
                  <c:v>95.689261876488075</c:v>
                </c:pt>
                <c:pt idx="161">
                  <c:v>94.757127004951542</c:v>
                </c:pt>
                <c:pt idx="162">
                  <c:v>94.798331755279847</c:v>
                </c:pt>
                <c:pt idx="163">
                  <c:v>93.572892796157049</c:v>
                </c:pt>
                <c:pt idx="164">
                  <c:v>92.724306146112653</c:v>
                </c:pt>
                <c:pt idx="165">
                  <c:v>90.990084580789173</c:v>
                </c:pt>
                <c:pt idx="166">
                  <c:v>92.450850480586851</c:v>
                </c:pt>
                <c:pt idx="167">
                  <c:v>92.085935918175252</c:v>
                </c:pt>
                <c:pt idx="168">
                  <c:v>94.871459332511222</c:v>
                </c:pt>
                <c:pt idx="169">
                  <c:v>95.064857619674939</c:v>
                </c:pt>
                <c:pt idx="170">
                  <c:v>98.50078469260788</c:v>
                </c:pt>
                <c:pt idx="171">
                  <c:v>97.211998287647035</c:v>
                </c:pt>
                <c:pt idx="172">
                  <c:v>97.1652488420102</c:v>
                </c:pt>
                <c:pt idx="173">
                  <c:v>97.135800494860788</c:v>
                </c:pt>
                <c:pt idx="174">
                  <c:v>98.814992766279232</c:v>
                </c:pt>
                <c:pt idx="175">
                  <c:v>100.72784439493179</c:v>
                </c:pt>
                <c:pt idx="176">
                  <c:v>104.560220696903</c:v>
                </c:pt>
                <c:pt idx="177">
                  <c:v>105.101865758339</c:v>
                </c:pt>
                <c:pt idx="178">
                  <c:v>104.9272050667651</c:v>
                </c:pt>
                <c:pt idx="179">
                  <c:v>104.9272050667651</c:v>
                </c:pt>
                <c:pt idx="180">
                  <c:v>106.2242153589942</c:v>
                </c:pt>
                <c:pt idx="181">
                  <c:v>104.5616444891167</c:v>
                </c:pt>
                <c:pt idx="182">
                  <c:v>106.9281508043256</c:v>
                </c:pt>
                <c:pt idx="183">
                  <c:v>105.8858611862041</c:v>
                </c:pt>
                <c:pt idx="184">
                  <c:v>105.1910149484732</c:v>
                </c:pt>
                <c:pt idx="185">
                  <c:v>105.3808546312554</c:v>
                </c:pt>
              </c:numCache>
            </c:numRef>
          </c:val>
          <c:smooth val="1"/>
          <c:extLst>
            <c:ext xmlns:c16="http://schemas.microsoft.com/office/drawing/2014/chart" uri="{C3380CC4-5D6E-409C-BE32-E72D297353CC}">
              <c16:uniqueId val="{00000000-4B8C-4AE2-963F-5203D51DAC4E}"/>
            </c:ext>
          </c:extLst>
        </c:ser>
        <c:ser>
          <c:idx val="1"/>
          <c:order val="1"/>
          <c:tx>
            <c:v>Ibovespa</c:v>
          </c:tx>
          <c:spPr>
            <a:ln w="19050">
              <a:solidFill>
                <a:srgbClr val="8EB3DF"/>
              </a:solidFill>
            </a:ln>
          </c:spPr>
          <c:marker>
            <c:symbol val="none"/>
          </c:marker>
          <c:cat>
            <c:numRef>
              <c:f>Sheet1!$A$2:$A$187</c:f>
              <c:numCache>
                <c:formatCode>yyyy\-mm\-dd</c:formatCode>
                <c:ptCount val="186"/>
                <c:pt idx="0">
                  <c:v>46021</c:v>
                </c:pt>
                <c:pt idx="1">
                  <c:v>46022</c:v>
                </c:pt>
                <c:pt idx="2">
                  <c:v>46023</c:v>
                </c:pt>
                <c:pt idx="3">
                  <c:v>46024</c:v>
                </c:pt>
                <c:pt idx="4">
                  <c:v>46027</c:v>
                </c:pt>
                <c:pt idx="5">
                  <c:v>46028</c:v>
                </c:pt>
                <c:pt idx="6">
                  <c:v>46029</c:v>
                </c:pt>
                <c:pt idx="7">
                  <c:v>46030</c:v>
                </c:pt>
                <c:pt idx="8">
                  <c:v>46031</c:v>
                </c:pt>
                <c:pt idx="9">
                  <c:v>46034</c:v>
                </c:pt>
                <c:pt idx="10">
                  <c:v>46035</c:v>
                </c:pt>
                <c:pt idx="11">
                  <c:v>46036</c:v>
                </c:pt>
                <c:pt idx="12">
                  <c:v>46037</c:v>
                </c:pt>
                <c:pt idx="13">
                  <c:v>46038</c:v>
                </c:pt>
                <c:pt idx="14">
                  <c:v>46041</c:v>
                </c:pt>
                <c:pt idx="15">
                  <c:v>46042</c:v>
                </c:pt>
                <c:pt idx="16">
                  <c:v>46043</c:v>
                </c:pt>
                <c:pt idx="17">
                  <c:v>46044</c:v>
                </c:pt>
                <c:pt idx="18">
                  <c:v>46045</c:v>
                </c:pt>
                <c:pt idx="19">
                  <c:v>46048</c:v>
                </c:pt>
                <c:pt idx="20">
                  <c:v>46049</c:v>
                </c:pt>
                <c:pt idx="21">
                  <c:v>46050</c:v>
                </c:pt>
                <c:pt idx="22">
                  <c:v>46051</c:v>
                </c:pt>
                <c:pt idx="23">
                  <c:v>46052</c:v>
                </c:pt>
                <c:pt idx="24">
                  <c:v>46055</c:v>
                </c:pt>
                <c:pt idx="25">
                  <c:v>46056</c:v>
                </c:pt>
                <c:pt idx="26">
                  <c:v>46057</c:v>
                </c:pt>
                <c:pt idx="27">
                  <c:v>46058</c:v>
                </c:pt>
                <c:pt idx="28">
                  <c:v>46059</c:v>
                </c:pt>
                <c:pt idx="29">
                  <c:v>46062</c:v>
                </c:pt>
                <c:pt idx="30">
                  <c:v>46063</c:v>
                </c:pt>
                <c:pt idx="31">
                  <c:v>46064</c:v>
                </c:pt>
                <c:pt idx="32">
                  <c:v>46065</c:v>
                </c:pt>
                <c:pt idx="33">
                  <c:v>46066</c:v>
                </c:pt>
                <c:pt idx="34">
                  <c:v>46069</c:v>
                </c:pt>
                <c:pt idx="35">
                  <c:v>46070</c:v>
                </c:pt>
                <c:pt idx="36">
                  <c:v>46071</c:v>
                </c:pt>
                <c:pt idx="37">
                  <c:v>46072</c:v>
                </c:pt>
                <c:pt idx="38">
                  <c:v>46073</c:v>
                </c:pt>
                <c:pt idx="39">
                  <c:v>46076</c:v>
                </c:pt>
                <c:pt idx="40">
                  <c:v>46077</c:v>
                </c:pt>
                <c:pt idx="41">
                  <c:v>46078</c:v>
                </c:pt>
                <c:pt idx="42">
                  <c:v>46079</c:v>
                </c:pt>
                <c:pt idx="43">
                  <c:v>46080</c:v>
                </c:pt>
                <c:pt idx="44">
                  <c:v>46083</c:v>
                </c:pt>
                <c:pt idx="45">
                  <c:v>46084</c:v>
                </c:pt>
                <c:pt idx="46">
                  <c:v>46085</c:v>
                </c:pt>
                <c:pt idx="47">
                  <c:v>46086</c:v>
                </c:pt>
                <c:pt idx="48">
                  <c:v>46087</c:v>
                </c:pt>
                <c:pt idx="49">
                  <c:v>46090</c:v>
                </c:pt>
                <c:pt idx="50">
                  <c:v>46091</c:v>
                </c:pt>
                <c:pt idx="51">
                  <c:v>46092</c:v>
                </c:pt>
                <c:pt idx="52">
                  <c:v>46093</c:v>
                </c:pt>
                <c:pt idx="53">
                  <c:v>46094</c:v>
                </c:pt>
                <c:pt idx="54">
                  <c:v>46097</c:v>
                </c:pt>
                <c:pt idx="55">
                  <c:v>46098</c:v>
                </c:pt>
                <c:pt idx="56">
                  <c:v>46099</c:v>
                </c:pt>
                <c:pt idx="57">
                  <c:v>46100</c:v>
                </c:pt>
                <c:pt idx="58">
                  <c:v>46101</c:v>
                </c:pt>
                <c:pt idx="59">
                  <c:v>46104</c:v>
                </c:pt>
                <c:pt idx="60">
                  <c:v>46105</c:v>
                </c:pt>
                <c:pt idx="61">
                  <c:v>46106</c:v>
                </c:pt>
                <c:pt idx="62">
                  <c:v>46107</c:v>
                </c:pt>
                <c:pt idx="63">
                  <c:v>46108</c:v>
                </c:pt>
                <c:pt idx="64">
                  <c:v>46111</c:v>
                </c:pt>
                <c:pt idx="65">
                  <c:v>46112</c:v>
                </c:pt>
                <c:pt idx="66">
                  <c:v>46113</c:v>
                </c:pt>
                <c:pt idx="67">
                  <c:v>46114</c:v>
                </c:pt>
                <c:pt idx="68">
                  <c:v>46115</c:v>
                </c:pt>
                <c:pt idx="69">
                  <c:v>46118</c:v>
                </c:pt>
                <c:pt idx="70">
                  <c:v>46119</c:v>
                </c:pt>
                <c:pt idx="71">
                  <c:v>46120</c:v>
                </c:pt>
                <c:pt idx="72">
                  <c:v>46121</c:v>
                </c:pt>
                <c:pt idx="73">
                  <c:v>46122</c:v>
                </c:pt>
                <c:pt idx="74">
                  <c:v>46125</c:v>
                </c:pt>
                <c:pt idx="75">
                  <c:v>46126</c:v>
                </c:pt>
                <c:pt idx="76">
                  <c:v>46127</c:v>
                </c:pt>
                <c:pt idx="77">
                  <c:v>46128</c:v>
                </c:pt>
                <c:pt idx="78">
                  <c:v>46129</c:v>
                </c:pt>
                <c:pt idx="79">
                  <c:v>46132</c:v>
                </c:pt>
                <c:pt idx="80">
                  <c:v>46133</c:v>
                </c:pt>
                <c:pt idx="81">
                  <c:v>46134</c:v>
                </c:pt>
                <c:pt idx="82">
                  <c:v>46135</c:v>
                </c:pt>
                <c:pt idx="83">
                  <c:v>46136</c:v>
                </c:pt>
                <c:pt idx="84">
                  <c:v>46139</c:v>
                </c:pt>
                <c:pt idx="85">
                  <c:v>46140</c:v>
                </c:pt>
                <c:pt idx="86">
                  <c:v>46141</c:v>
                </c:pt>
                <c:pt idx="87">
                  <c:v>46142</c:v>
                </c:pt>
                <c:pt idx="88">
                  <c:v>46143</c:v>
                </c:pt>
                <c:pt idx="89">
                  <c:v>46146</c:v>
                </c:pt>
                <c:pt idx="90">
                  <c:v>46147</c:v>
                </c:pt>
                <c:pt idx="91">
                  <c:v>46148</c:v>
                </c:pt>
                <c:pt idx="92">
                  <c:v>46149</c:v>
                </c:pt>
                <c:pt idx="93">
                  <c:v>46150</c:v>
                </c:pt>
                <c:pt idx="94">
                  <c:v>46153</c:v>
                </c:pt>
                <c:pt idx="95">
                  <c:v>46154</c:v>
                </c:pt>
                <c:pt idx="96">
                  <c:v>46155</c:v>
                </c:pt>
                <c:pt idx="97">
                  <c:v>46156</c:v>
                </c:pt>
                <c:pt idx="98">
                  <c:v>46157</c:v>
                </c:pt>
                <c:pt idx="99">
                  <c:v>46160</c:v>
                </c:pt>
                <c:pt idx="100">
                  <c:v>46161</c:v>
                </c:pt>
                <c:pt idx="101">
                  <c:v>46162</c:v>
                </c:pt>
                <c:pt idx="102">
                  <c:v>46163</c:v>
                </c:pt>
                <c:pt idx="103">
                  <c:v>46164</c:v>
                </c:pt>
                <c:pt idx="104">
                  <c:v>46167</c:v>
                </c:pt>
                <c:pt idx="105">
                  <c:v>46168</c:v>
                </c:pt>
                <c:pt idx="106">
                  <c:v>46169</c:v>
                </c:pt>
                <c:pt idx="107">
                  <c:v>46170</c:v>
                </c:pt>
                <c:pt idx="108">
                  <c:v>46171</c:v>
                </c:pt>
                <c:pt idx="109">
                  <c:v>46174</c:v>
                </c:pt>
                <c:pt idx="110">
                  <c:v>46175</c:v>
                </c:pt>
                <c:pt idx="111">
                  <c:v>46176</c:v>
                </c:pt>
                <c:pt idx="112">
                  <c:v>46177</c:v>
                </c:pt>
                <c:pt idx="113">
                  <c:v>46178</c:v>
                </c:pt>
                <c:pt idx="114">
                  <c:v>46181</c:v>
                </c:pt>
                <c:pt idx="115">
                  <c:v>46182</c:v>
                </c:pt>
                <c:pt idx="116">
                  <c:v>46183</c:v>
                </c:pt>
                <c:pt idx="117">
                  <c:v>46184</c:v>
                </c:pt>
                <c:pt idx="118">
                  <c:v>46185</c:v>
                </c:pt>
                <c:pt idx="119">
                  <c:v>46188</c:v>
                </c:pt>
                <c:pt idx="120">
                  <c:v>46189</c:v>
                </c:pt>
                <c:pt idx="121">
                  <c:v>46190</c:v>
                </c:pt>
                <c:pt idx="122">
                  <c:v>46191</c:v>
                </c:pt>
                <c:pt idx="123">
                  <c:v>46192</c:v>
                </c:pt>
                <c:pt idx="124">
                  <c:v>46195</c:v>
                </c:pt>
                <c:pt idx="125">
                  <c:v>46196</c:v>
                </c:pt>
                <c:pt idx="126">
                  <c:v>46197</c:v>
                </c:pt>
                <c:pt idx="127">
                  <c:v>46198</c:v>
                </c:pt>
                <c:pt idx="128">
                  <c:v>46199</c:v>
                </c:pt>
                <c:pt idx="129">
                  <c:v>46202</c:v>
                </c:pt>
                <c:pt idx="130">
                  <c:v>46203</c:v>
                </c:pt>
                <c:pt idx="131">
                  <c:v>46204</c:v>
                </c:pt>
                <c:pt idx="132">
                  <c:v>46205</c:v>
                </c:pt>
                <c:pt idx="133">
                  <c:v>46206</c:v>
                </c:pt>
                <c:pt idx="134">
                  <c:v>46209</c:v>
                </c:pt>
                <c:pt idx="135">
                  <c:v>46210</c:v>
                </c:pt>
                <c:pt idx="136">
                  <c:v>46211</c:v>
                </c:pt>
                <c:pt idx="137">
                  <c:v>46212</c:v>
                </c:pt>
                <c:pt idx="138">
                  <c:v>46213</c:v>
                </c:pt>
                <c:pt idx="139">
                  <c:v>46216</c:v>
                </c:pt>
                <c:pt idx="140">
                  <c:v>46217</c:v>
                </c:pt>
                <c:pt idx="141">
                  <c:v>46218</c:v>
                </c:pt>
                <c:pt idx="142">
                  <c:v>46219</c:v>
                </c:pt>
                <c:pt idx="143">
                  <c:v>46220</c:v>
                </c:pt>
                <c:pt idx="144">
                  <c:v>46223</c:v>
                </c:pt>
                <c:pt idx="145">
                  <c:v>46224</c:v>
                </c:pt>
                <c:pt idx="146">
                  <c:v>46225</c:v>
                </c:pt>
                <c:pt idx="147">
                  <c:v>46226</c:v>
                </c:pt>
                <c:pt idx="148">
                  <c:v>46227</c:v>
                </c:pt>
                <c:pt idx="149">
                  <c:v>46230</c:v>
                </c:pt>
                <c:pt idx="150">
                  <c:v>46231</c:v>
                </c:pt>
                <c:pt idx="151">
                  <c:v>46232</c:v>
                </c:pt>
                <c:pt idx="152">
                  <c:v>46233</c:v>
                </c:pt>
                <c:pt idx="153">
                  <c:v>46234</c:v>
                </c:pt>
                <c:pt idx="154">
                  <c:v>46237</c:v>
                </c:pt>
                <c:pt idx="155">
                  <c:v>46238</c:v>
                </c:pt>
                <c:pt idx="156">
                  <c:v>46239</c:v>
                </c:pt>
                <c:pt idx="157">
                  <c:v>46240</c:v>
                </c:pt>
                <c:pt idx="158">
                  <c:v>46241</c:v>
                </c:pt>
                <c:pt idx="159">
                  <c:v>46244</c:v>
                </c:pt>
                <c:pt idx="160">
                  <c:v>46245</c:v>
                </c:pt>
                <c:pt idx="161">
                  <c:v>46246</c:v>
                </c:pt>
                <c:pt idx="162">
                  <c:v>46247</c:v>
                </c:pt>
                <c:pt idx="163">
                  <c:v>46248</c:v>
                </c:pt>
                <c:pt idx="164">
                  <c:v>46251</c:v>
                </c:pt>
                <c:pt idx="165">
                  <c:v>46252</c:v>
                </c:pt>
                <c:pt idx="166">
                  <c:v>46253</c:v>
                </c:pt>
                <c:pt idx="167">
                  <c:v>46254</c:v>
                </c:pt>
                <c:pt idx="168">
                  <c:v>46255</c:v>
                </c:pt>
                <c:pt idx="169">
                  <c:v>46258</c:v>
                </c:pt>
                <c:pt idx="170">
                  <c:v>46259</c:v>
                </c:pt>
                <c:pt idx="171">
                  <c:v>46260</c:v>
                </c:pt>
                <c:pt idx="172">
                  <c:v>46261</c:v>
                </c:pt>
                <c:pt idx="173">
                  <c:v>46262</c:v>
                </c:pt>
                <c:pt idx="174">
                  <c:v>46265</c:v>
                </c:pt>
                <c:pt idx="175">
                  <c:v>46266</c:v>
                </c:pt>
                <c:pt idx="176">
                  <c:v>46267</c:v>
                </c:pt>
                <c:pt idx="177">
                  <c:v>46268</c:v>
                </c:pt>
                <c:pt idx="178">
                  <c:v>46269</c:v>
                </c:pt>
                <c:pt idx="179">
                  <c:v>46272</c:v>
                </c:pt>
                <c:pt idx="180">
                  <c:v>46273</c:v>
                </c:pt>
                <c:pt idx="181">
                  <c:v>46274</c:v>
                </c:pt>
                <c:pt idx="182">
                  <c:v>46275</c:v>
                </c:pt>
                <c:pt idx="183">
                  <c:v>46276</c:v>
                </c:pt>
                <c:pt idx="184">
                  <c:v>46279</c:v>
                </c:pt>
                <c:pt idx="185">
                  <c:v>46280</c:v>
                </c:pt>
              </c:numCache>
            </c:numRef>
          </c:cat>
          <c:val>
            <c:numRef>
              <c:f>Sheet1!$C$2:$C$187</c:f>
              <c:numCache>
                <c:formatCode>General</c:formatCode>
                <c:ptCount val="186"/>
                <c:pt idx="0">
                  <c:v>100</c:v>
                </c:pt>
                <c:pt idx="1">
                  <c:v>100</c:v>
                </c:pt>
                <c:pt idx="2">
                  <c:v>100</c:v>
                </c:pt>
                <c:pt idx="3">
                  <c:v>99.635886018446385</c:v>
                </c:pt>
                <c:pt idx="4">
                  <c:v>100.46199428432659</c:v>
                </c:pt>
                <c:pt idx="5">
                  <c:v>101.5754874604788</c:v>
                </c:pt>
                <c:pt idx="6">
                  <c:v>100.5274588353156</c:v>
                </c:pt>
                <c:pt idx="7">
                  <c:v>101.1240377601615</c:v>
                </c:pt>
                <c:pt idx="8">
                  <c:v>101.39328772371481</c:v>
                </c:pt>
                <c:pt idx="9">
                  <c:v>101.25677290919489</c:v>
                </c:pt>
                <c:pt idx="10">
                  <c:v>100.5260996452638</c:v>
                </c:pt>
                <c:pt idx="11">
                  <c:v>102.49533018915641</c:v>
                </c:pt>
                <c:pt idx="12">
                  <c:v>102.7574490596981</c:v>
                </c:pt>
                <c:pt idx="13">
                  <c:v>102.2805905736632</c:v>
                </c:pt>
                <c:pt idx="14">
                  <c:v>102.3111816593501</c:v>
                </c:pt>
                <c:pt idx="15">
                  <c:v>103.1972184144558</c:v>
                </c:pt>
                <c:pt idx="16">
                  <c:v>106.6353920552673</c:v>
                </c:pt>
                <c:pt idx="17">
                  <c:v>108.9768482765936</c:v>
                </c:pt>
                <c:pt idx="18">
                  <c:v>111.0058211192936</c:v>
                </c:pt>
                <c:pt idx="19">
                  <c:v>110.9202604158489</c:v>
                </c:pt>
                <c:pt idx="20">
                  <c:v>112.9053295579709</c:v>
                </c:pt>
                <c:pt idx="21">
                  <c:v>114.6256793700458</c:v>
                </c:pt>
                <c:pt idx="22">
                  <c:v>113.6591649099084</c:v>
                </c:pt>
                <c:pt idx="23">
                  <c:v>112.56073453857699</c:v>
                </c:pt>
                <c:pt idx="24">
                  <c:v>113.44793188062189</c:v>
                </c:pt>
                <c:pt idx="25">
                  <c:v>115.23599914774439</c:v>
                </c:pt>
                <c:pt idx="26">
                  <c:v>112.7744376940764</c:v>
                </c:pt>
                <c:pt idx="27">
                  <c:v>113.0344960573248</c:v>
                </c:pt>
                <c:pt idx="28">
                  <c:v>113.5449867392081</c:v>
                </c:pt>
                <c:pt idx="29">
                  <c:v>115.5877252601499</c:v>
                </c:pt>
                <c:pt idx="30">
                  <c:v>115.39419893962069</c:v>
                </c:pt>
                <c:pt idx="31">
                  <c:v>117.7338615265864</c:v>
                </c:pt>
                <c:pt idx="32">
                  <c:v>116.5343607899861</c:v>
                </c:pt>
                <c:pt idx="33">
                  <c:v>115.72621989944849</c:v>
                </c:pt>
                <c:pt idx="34">
                  <c:v>115.72621989944849</c:v>
                </c:pt>
                <c:pt idx="35">
                  <c:v>115.72621989944849</c:v>
                </c:pt>
                <c:pt idx="36">
                  <c:v>115.4481817481629</c:v>
                </c:pt>
                <c:pt idx="37">
                  <c:v>117.0110082602138</c:v>
                </c:pt>
                <c:pt idx="38">
                  <c:v>118.2522777139317</c:v>
                </c:pt>
                <c:pt idx="39">
                  <c:v>117.2090341825127</c:v>
                </c:pt>
                <c:pt idx="40">
                  <c:v>118.8455921001143</c:v>
                </c:pt>
                <c:pt idx="41">
                  <c:v>118.6948150995712</c:v>
                </c:pt>
                <c:pt idx="42">
                  <c:v>118.5443484163915</c:v>
                </c:pt>
                <c:pt idx="43">
                  <c:v>117.1677557668293</c:v>
                </c:pt>
                <c:pt idx="44">
                  <c:v>117.490510650185</c:v>
                </c:pt>
                <c:pt idx="45">
                  <c:v>113.64124097899671</c:v>
                </c:pt>
                <c:pt idx="46">
                  <c:v>115.0448498582191</c:v>
                </c:pt>
                <c:pt idx="47">
                  <c:v>112.0021260463203</c:v>
                </c:pt>
                <c:pt idx="48">
                  <c:v>111.3200360688078</c:v>
                </c:pt>
                <c:pt idx="49">
                  <c:v>112.2823550381917</c:v>
                </c:pt>
                <c:pt idx="50">
                  <c:v>113.8535787380969</c:v>
                </c:pt>
                <c:pt idx="51">
                  <c:v>114.1777672876717</c:v>
                </c:pt>
                <c:pt idx="52">
                  <c:v>111.2701804811992</c:v>
                </c:pt>
                <c:pt idx="53">
                  <c:v>110.2578135274414</c:v>
                </c:pt>
                <c:pt idx="54">
                  <c:v>111.6369445730365</c:v>
                </c:pt>
                <c:pt idx="55">
                  <c:v>111.96854350125</c:v>
                </c:pt>
                <c:pt idx="56">
                  <c:v>111.4907664758194</c:v>
                </c:pt>
                <c:pt idx="57">
                  <c:v>111.88220700439661</c:v>
                </c:pt>
                <c:pt idx="58">
                  <c:v>109.3678791862511</c:v>
                </c:pt>
                <c:pt idx="59">
                  <c:v>112.9132736824747</c:v>
                </c:pt>
                <c:pt idx="60">
                  <c:v>113.271510253165</c:v>
                </c:pt>
                <c:pt idx="61">
                  <c:v>115.0807473708206</c:v>
                </c:pt>
                <c:pt idx="62">
                  <c:v>113.4102407336598</c:v>
                </c:pt>
                <c:pt idx="63">
                  <c:v>112.680430151999</c:v>
                </c:pt>
                <c:pt idx="64">
                  <c:v>113.2746506648829</c:v>
                </c:pt>
                <c:pt idx="65">
                  <c:v>116.34532786487939</c:v>
                </c:pt>
                <c:pt idx="66">
                  <c:v>116.650102960198</c:v>
                </c:pt>
                <c:pt idx="67">
                  <c:v>116.711614067977</c:v>
                </c:pt>
                <c:pt idx="68">
                  <c:v>116.711614067977</c:v>
                </c:pt>
                <c:pt idx="69">
                  <c:v>116.77985285619511</c:v>
                </c:pt>
                <c:pt idx="70">
                  <c:v>116.84001718661681</c:v>
                </c:pt>
                <c:pt idx="71">
                  <c:v>119.2867144385766</c:v>
                </c:pt>
                <c:pt idx="72">
                  <c:v>121.1039887759451</c:v>
                </c:pt>
                <c:pt idx="73">
                  <c:v>122.4660461602043</c:v>
                </c:pt>
                <c:pt idx="74">
                  <c:v>122.8861165687315</c:v>
                </c:pt>
                <c:pt idx="75">
                  <c:v>123.2936377430817</c:v>
                </c:pt>
                <c:pt idx="76">
                  <c:v>122.7228275720949</c:v>
                </c:pt>
                <c:pt idx="77">
                  <c:v>122.152451845417</c:v>
                </c:pt>
                <c:pt idx="78">
                  <c:v>121.4790135159969</c:v>
                </c:pt>
                <c:pt idx="79">
                  <c:v>121.72636748638659</c:v>
                </c:pt>
                <c:pt idx="80">
                  <c:v>121.72636748638659</c:v>
                </c:pt>
                <c:pt idx="81">
                  <c:v>119.7135870037102</c:v>
                </c:pt>
                <c:pt idx="82">
                  <c:v>118.7760996297479</c:v>
                </c:pt>
                <c:pt idx="83">
                  <c:v>118.3829833874082</c:v>
                </c:pt>
                <c:pt idx="84">
                  <c:v>117.6591805499035</c:v>
                </c:pt>
                <c:pt idx="85">
                  <c:v>117.0633091486462</c:v>
                </c:pt>
                <c:pt idx="86">
                  <c:v>114.66252645377951</c:v>
                </c:pt>
                <c:pt idx="87">
                  <c:v>116.2558323372663</c:v>
                </c:pt>
                <c:pt idx="88">
                  <c:v>116.2558323372663</c:v>
                </c:pt>
                <c:pt idx="89">
                  <c:v>115.18987978119149</c:v>
                </c:pt>
                <c:pt idx="90">
                  <c:v>115.9059060655687</c:v>
                </c:pt>
                <c:pt idx="91">
                  <c:v>116.4874656300246</c:v>
                </c:pt>
                <c:pt idx="92">
                  <c:v>113.7116147506752</c:v>
                </c:pt>
                <c:pt idx="93">
                  <c:v>114.26399827662151</c:v>
                </c:pt>
                <c:pt idx="94">
                  <c:v>112.8989618456733</c:v>
                </c:pt>
                <c:pt idx="95">
                  <c:v>111.92671272065969</c:v>
                </c:pt>
                <c:pt idx="96">
                  <c:v>109.9133488413401</c:v>
                </c:pt>
                <c:pt idx="97">
                  <c:v>110.7000468020648</c:v>
                </c:pt>
                <c:pt idx="98">
                  <c:v>110.0285014085615</c:v>
                </c:pt>
                <c:pt idx="99">
                  <c:v>109.83733970634169</c:v>
                </c:pt>
                <c:pt idx="100">
                  <c:v>108.16351267339211</c:v>
                </c:pt>
                <c:pt idx="101">
                  <c:v>110.0731250454227</c:v>
                </c:pt>
                <c:pt idx="102">
                  <c:v>110.2556723376337</c:v>
                </c:pt>
                <c:pt idx="103">
                  <c:v>109.3618031722751</c:v>
                </c:pt>
                <c:pt idx="104">
                  <c:v>110.3586108134306</c:v>
                </c:pt>
                <c:pt idx="105">
                  <c:v>109.5972844003399</c:v>
                </c:pt>
                <c:pt idx="106">
                  <c:v>109.07305907195121</c:v>
                </c:pt>
                <c:pt idx="107">
                  <c:v>108.6504316483494</c:v>
                </c:pt>
                <c:pt idx="108">
                  <c:v>107.8585513876555</c:v>
                </c:pt>
                <c:pt idx="109">
                  <c:v>106.87172355290789</c:v>
                </c:pt>
                <c:pt idx="110">
                  <c:v>108.11310472087671</c:v>
                </c:pt>
                <c:pt idx="111">
                  <c:v>105.7131040257658</c:v>
                </c:pt>
                <c:pt idx="112">
                  <c:v>105.7131040257658</c:v>
                </c:pt>
                <c:pt idx="113">
                  <c:v>104.899135375143</c:v>
                </c:pt>
                <c:pt idx="114">
                  <c:v>104.6816649668516</c:v>
                </c:pt>
                <c:pt idx="115">
                  <c:v>105.3919379673108</c:v>
                </c:pt>
                <c:pt idx="116">
                  <c:v>104.65096837326119</c:v>
                </c:pt>
                <c:pt idx="117">
                  <c:v>106.43714270446669</c:v>
                </c:pt>
                <c:pt idx="118">
                  <c:v>106.21087169574849</c:v>
                </c:pt>
                <c:pt idx="119">
                  <c:v>105.76554766018531</c:v>
                </c:pt>
                <c:pt idx="120">
                  <c:v>105.2897318404917</c:v>
                </c:pt>
                <c:pt idx="121">
                  <c:v>104.5483588338695</c:v>
                </c:pt>
                <c:pt idx="122">
                  <c:v>104.4388912807462</c:v>
                </c:pt>
                <c:pt idx="123">
                  <c:v>104.4736840635339</c:v>
                </c:pt>
                <c:pt idx="124">
                  <c:v>105.7377742561584</c:v>
                </c:pt>
                <c:pt idx="125">
                  <c:v>106.28920200462539</c:v>
                </c:pt>
                <c:pt idx="126">
                  <c:v>105.82235435673481</c:v>
                </c:pt>
                <c:pt idx="127">
                  <c:v>106.74309079941909</c:v>
                </c:pt>
                <c:pt idx="128">
                  <c:v>107.5529818798865</c:v>
                </c:pt>
                <c:pt idx="129">
                  <c:v>107.4972550877618</c:v>
                </c:pt>
                <c:pt idx="130">
                  <c:v>106.76414272935421</c:v>
                </c:pt>
                <c:pt idx="131">
                  <c:v>106.5559135721457</c:v>
                </c:pt>
                <c:pt idx="132">
                  <c:v>107.23799734331099</c:v>
                </c:pt>
                <c:pt idx="133">
                  <c:v>108.0340544757166</c:v>
                </c:pt>
                <c:pt idx="134">
                  <c:v>107.0269567107899</c:v>
                </c:pt>
                <c:pt idx="135">
                  <c:v>106.7620077458938</c:v>
                </c:pt>
                <c:pt idx="136">
                  <c:v>105.91345732829041</c:v>
                </c:pt>
                <c:pt idx="137">
                  <c:v>107.2097584632389</c:v>
                </c:pt>
                <c:pt idx="138">
                  <c:v>110.39004596234599</c:v>
                </c:pt>
                <c:pt idx="139">
                  <c:v>109.06977591424619</c:v>
                </c:pt>
                <c:pt idx="140">
                  <c:v>109.6296008505675</c:v>
                </c:pt>
                <c:pt idx="141">
                  <c:v>109.238476845701</c:v>
                </c:pt>
                <c:pt idx="142">
                  <c:v>107.88199896763621</c:v>
                </c:pt>
                <c:pt idx="143">
                  <c:v>107.8129905923567</c:v>
                </c:pt>
                <c:pt idx="144">
                  <c:v>107.60028045242041</c:v>
                </c:pt>
                <c:pt idx="145">
                  <c:v>107.5719174454029</c:v>
                </c:pt>
                <c:pt idx="146">
                  <c:v>110.19218761142329</c:v>
                </c:pt>
                <c:pt idx="147">
                  <c:v>109.6808156282279</c:v>
                </c:pt>
                <c:pt idx="148">
                  <c:v>108.016478100252</c:v>
                </c:pt>
                <c:pt idx="149">
                  <c:v>108.81865469106449</c:v>
                </c:pt>
                <c:pt idx="150">
                  <c:v>109.58221538917179</c:v>
                </c:pt>
                <c:pt idx="151">
                  <c:v>107.91928049567861</c:v>
                </c:pt>
                <c:pt idx="152">
                  <c:v>109.95094068674599</c:v>
                </c:pt>
                <c:pt idx="153">
                  <c:v>110.4723607461693</c:v>
                </c:pt>
                <c:pt idx="154">
                  <c:v>110.4731303332306</c:v>
                </c:pt>
                <c:pt idx="155">
                  <c:v>110.4077961155341</c:v>
                </c:pt>
                <c:pt idx="156">
                  <c:v>110.3030329736403</c:v>
                </c:pt>
                <c:pt idx="157">
                  <c:v>108.9501671896859</c:v>
                </c:pt>
                <c:pt idx="158">
                  <c:v>107.0678193012063</c:v>
                </c:pt>
                <c:pt idx="159">
                  <c:v>106.86084382614609</c:v>
                </c:pt>
                <c:pt idx="160">
                  <c:v>104.1888313429474</c:v>
                </c:pt>
                <c:pt idx="161">
                  <c:v>103.9507744807661</c:v>
                </c:pt>
                <c:pt idx="162">
                  <c:v>103.7086524611239</c:v>
                </c:pt>
                <c:pt idx="163">
                  <c:v>103.6051616204202</c:v>
                </c:pt>
                <c:pt idx="164">
                  <c:v>103.51167541151339</c:v>
                </c:pt>
                <c:pt idx="165">
                  <c:v>103.2331904032245</c:v>
                </c:pt>
                <c:pt idx="166">
                  <c:v>104.16129378011669</c:v>
                </c:pt>
                <c:pt idx="167">
                  <c:v>104.2214208724548</c:v>
                </c:pt>
                <c:pt idx="168">
                  <c:v>106.1482310327666</c:v>
                </c:pt>
                <c:pt idx="169">
                  <c:v>106.69128021242091</c:v>
                </c:pt>
                <c:pt idx="170">
                  <c:v>108.3484245839125</c:v>
                </c:pt>
                <c:pt idx="171">
                  <c:v>108.3542957884286</c:v>
                </c:pt>
                <c:pt idx="172">
                  <c:v>108.6951173486832</c:v>
                </c:pt>
                <c:pt idx="173">
                  <c:v>109.0235634524842</c:v>
                </c:pt>
                <c:pt idx="174">
                  <c:v>110.1122560649512</c:v>
                </c:pt>
                <c:pt idx="175">
                  <c:v>111.5420122852162</c:v>
                </c:pt>
                <c:pt idx="176">
                  <c:v>114.9447104450404</c:v>
                </c:pt>
                <c:pt idx="177">
                  <c:v>114.9341844800729</c:v>
                </c:pt>
                <c:pt idx="178">
                  <c:v>114.90875086896619</c:v>
                </c:pt>
                <c:pt idx="179">
                  <c:v>114.90875086896619</c:v>
                </c:pt>
                <c:pt idx="180">
                  <c:v>116.2863675658278</c:v>
                </c:pt>
                <c:pt idx="181">
                  <c:v>115.2078285374923</c:v>
                </c:pt>
                <c:pt idx="182">
                  <c:v>116.8460249307729</c:v>
                </c:pt>
                <c:pt idx="183">
                  <c:v>116.1870970412667</c:v>
                </c:pt>
                <c:pt idx="184">
                  <c:v>115.128287990898</c:v>
                </c:pt>
                <c:pt idx="185">
                  <c:v>115.7500150348763</c:v>
                </c:pt>
              </c:numCache>
            </c:numRef>
          </c:val>
          <c:smooth val="1"/>
          <c:extLst>
            <c:ext xmlns:c16="http://schemas.microsoft.com/office/drawing/2014/chart" uri="{C3380CC4-5D6E-409C-BE32-E72D297353CC}">
              <c16:uniqueId val="{00000001-4B8C-4AE2-963F-5203D51DAC4E}"/>
            </c:ext>
          </c:extLst>
        </c:ser>
        <c:dLbls>
          <c:showLegendKey val="0"/>
          <c:showVal val="0"/>
          <c:showCatName val="0"/>
          <c:showSerName val="0"/>
          <c:showPercent val="0"/>
          <c:showBubbleSize val="0"/>
        </c:dLbls>
        <c:smooth val="0"/>
        <c:axId val="50010001"/>
        <c:axId val="50010002"/>
      </c:lineChart>
      <c:dateAx>
        <c:axId val="50010001"/>
        <c:scaling>
          <c:orientation val="minMax"/>
          <c:max val="46280"/>
          <c:min val="46023"/>
        </c:scaling>
        <c:delete val="0"/>
        <c:axPos val="b"/>
        <c:numFmt formatCode="[$-409]mmm\-yy" sourceLinked="0"/>
        <c:majorTickMark val="out"/>
        <c:minorTickMark val="cross"/>
        <c:tickLblPos val="low"/>
        <c:spPr>
          <a:ln w="9525">
            <a:solidFill>
              <a:srgbClr val="D9D9D9"/>
            </a:solidFill>
          </a:ln>
        </c:spPr>
        <c:txPr>
          <a:bodyPr rot="-5400000" vert="horz"/>
          <a:lstStyle/>
          <a:p>
            <a:pPr>
              <a:defRPr sz="900" b="0" baseline="0">
                <a:solidFill>
                  <a:srgbClr val="000000"/>
                </a:solidFill>
                <a:latin typeface="Roboto Light"/>
              </a:defRPr>
            </a:pPr>
            <a:endParaRPr lang="en-US"/>
          </a:p>
        </c:txPr>
        <c:crossAx val="50010002"/>
        <c:crosses val="autoZero"/>
        <c:auto val="1"/>
        <c:lblOffset val="100"/>
        <c:baseTimeUnit val="days"/>
        <c:majorUnit val="1"/>
        <c:majorTimeUnit val="months"/>
      </c:dateAx>
      <c:valAx>
        <c:axId val="50010002"/>
        <c:scaling>
          <c:orientation val="minMax"/>
          <c:min val="80"/>
        </c:scaling>
        <c:delete val="0"/>
        <c:axPos val="l"/>
        <c:majorGridlines>
          <c:spPr>
            <a:ln w="6350">
              <a:solidFill>
                <a:srgbClr val="D9D9D9"/>
              </a:solidFill>
              <a:prstDash val="dash"/>
            </a:ln>
          </c:spPr>
        </c:majorGridlines>
        <c:numFmt formatCode="#,##0" sourceLinked="0"/>
        <c:majorTickMark val="none"/>
        <c:minorTickMark val="cross"/>
        <c:tickLblPos val="nextTo"/>
        <c:spPr>
          <a:ln>
            <a:noFill/>
          </a:ln>
        </c:spPr>
        <c:txPr>
          <a:bodyPr/>
          <a:lstStyle/>
          <a:p>
            <a:pPr>
              <a:defRPr sz="900" b="0" baseline="0">
                <a:solidFill>
                  <a:srgbClr val="000000"/>
                </a:solidFill>
                <a:latin typeface="Roboto Light"/>
              </a:defRPr>
            </a:pPr>
            <a:endParaRPr lang="en-US"/>
          </a:p>
        </c:txPr>
        <c:crossAx val="50010001"/>
        <c:crosses val="autoZero"/>
        <c:crossBetween val="between"/>
      </c:valAx>
      <c:spPr>
        <a:noFill/>
        <a:ln>
          <a:noFill/>
        </a:ln>
      </c:spPr>
    </c:plotArea>
    <c:legend>
      <c:legendPos val="t"/>
      <c:overlay val="0"/>
      <c:txPr>
        <a:bodyPr/>
        <a:lstStyle/>
        <a:p>
          <a:pPr>
            <a:defRPr sz="900" b="0" baseline="0">
              <a:solidFill>
                <a:srgbClr val="000000"/>
              </a:solidFill>
              <a:latin typeface="Roboto Light"/>
            </a:defRPr>
          </a:pPr>
          <a:endParaRPr lang="en-US"/>
        </a:p>
      </c:txPr>
    </c:legend>
    <c:plotVisOnly val="1"/>
    <c:dispBlanksAs val="zero"/>
    <c:showDLblsOverMax val="1"/>
  </c:chart>
  <c:spPr>
    <a:solidFill>
      <a:srgbClr val="FFFFFF"/>
    </a:solidFill>
    <a:ln>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4493710795742319E-2"/>
          <c:y val="0.16625699079240144"/>
          <c:w val="0.91550628920425769"/>
          <c:h val="0.60691939163866471"/>
        </c:manualLayout>
      </c:layout>
      <c:lineChart>
        <c:grouping val="standard"/>
        <c:varyColors val="1"/>
        <c:ser>
          <c:idx val="0"/>
          <c:order val="0"/>
          <c:tx>
            <c:v>Forward P/E</c:v>
          </c:tx>
          <c:spPr>
            <a:ln w="28575">
              <a:solidFill>
                <a:srgbClr val="1F2F44"/>
              </a:solidFill>
            </a:ln>
          </c:spPr>
          <c:marker>
            <c:symbol val="none"/>
          </c:marker>
          <c:cat>
            <c:numRef>
              <c:f>Sheet1!$A$2:$A$299</c:f>
              <c:numCache>
                <c:formatCode>yyyy\-mm\-dd</c:formatCode>
                <c:ptCount val="298"/>
                <c:pt idx="0">
                  <c:v>44204</c:v>
                </c:pt>
                <c:pt idx="1">
                  <c:v>44211</c:v>
                </c:pt>
                <c:pt idx="2">
                  <c:v>44218</c:v>
                </c:pt>
                <c:pt idx="3">
                  <c:v>44225</c:v>
                </c:pt>
                <c:pt idx="4">
                  <c:v>44232</c:v>
                </c:pt>
                <c:pt idx="5">
                  <c:v>44239</c:v>
                </c:pt>
                <c:pt idx="6">
                  <c:v>44246</c:v>
                </c:pt>
                <c:pt idx="7">
                  <c:v>44253</c:v>
                </c:pt>
                <c:pt idx="8">
                  <c:v>44260</c:v>
                </c:pt>
                <c:pt idx="9">
                  <c:v>44267</c:v>
                </c:pt>
                <c:pt idx="10">
                  <c:v>44274</c:v>
                </c:pt>
                <c:pt idx="11">
                  <c:v>44281</c:v>
                </c:pt>
                <c:pt idx="12">
                  <c:v>44288</c:v>
                </c:pt>
                <c:pt idx="13">
                  <c:v>44295</c:v>
                </c:pt>
                <c:pt idx="14">
                  <c:v>44302</c:v>
                </c:pt>
                <c:pt idx="15">
                  <c:v>44309</c:v>
                </c:pt>
                <c:pt idx="16">
                  <c:v>44316</c:v>
                </c:pt>
                <c:pt idx="17">
                  <c:v>44323</c:v>
                </c:pt>
                <c:pt idx="18">
                  <c:v>44330</c:v>
                </c:pt>
                <c:pt idx="19">
                  <c:v>44337</c:v>
                </c:pt>
                <c:pt idx="20">
                  <c:v>44344</c:v>
                </c:pt>
                <c:pt idx="21">
                  <c:v>44351</c:v>
                </c:pt>
                <c:pt idx="22">
                  <c:v>44358</c:v>
                </c:pt>
                <c:pt idx="23">
                  <c:v>44365</c:v>
                </c:pt>
                <c:pt idx="24">
                  <c:v>44372</c:v>
                </c:pt>
                <c:pt idx="25">
                  <c:v>44379</c:v>
                </c:pt>
                <c:pt idx="26">
                  <c:v>44386</c:v>
                </c:pt>
                <c:pt idx="27">
                  <c:v>44393</c:v>
                </c:pt>
                <c:pt idx="28">
                  <c:v>44400</c:v>
                </c:pt>
                <c:pt idx="29">
                  <c:v>44407</c:v>
                </c:pt>
                <c:pt idx="30">
                  <c:v>44414</c:v>
                </c:pt>
                <c:pt idx="31">
                  <c:v>44421</c:v>
                </c:pt>
                <c:pt idx="32">
                  <c:v>44428</c:v>
                </c:pt>
                <c:pt idx="33">
                  <c:v>44435</c:v>
                </c:pt>
                <c:pt idx="34">
                  <c:v>44442</c:v>
                </c:pt>
                <c:pt idx="35">
                  <c:v>44449</c:v>
                </c:pt>
                <c:pt idx="36">
                  <c:v>44456</c:v>
                </c:pt>
                <c:pt idx="37">
                  <c:v>44463</c:v>
                </c:pt>
                <c:pt idx="38">
                  <c:v>44470</c:v>
                </c:pt>
                <c:pt idx="39">
                  <c:v>44477</c:v>
                </c:pt>
                <c:pt idx="40">
                  <c:v>44484</c:v>
                </c:pt>
                <c:pt idx="41">
                  <c:v>44491</c:v>
                </c:pt>
                <c:pt idx="42">
                  <c:v>44498</c:v>
                </c:pt>
                <c:pt idx="43">
                  <c:v>44505</c:v>
                </c:pt>
                <c:pt idx="44">
                  <c:v>44512</c:v>
                </c:pt>
                <c:pt idx="45">
                  <c:v>44519</c:v>
                </c:pt>
                <c:pt idx="46">
                  <c:v>44526</c:v>
                </c:pt>
                <c:pt idx="47">
                  <c:v>44533</c:v>
                </c:pt>
                <c:pt idx="48">
                  <c:v>44540</c:v>
                </c:pt>
                <c:pt idx="49">
                  <c:v>44547</c:v>
                </c:pt>
                <c:pt idx="50">
                  <c:v>44554</c:v>
                </c:pt>
                <c:pt idx="51">
                  <c:v>44561</c:v>
                </c:pt>
                <c:pt idx="52">
                  <c:v>44568</c:v>
                </c:pt>
                <c:pt idx="53">
                  <c:v>44575</c:v>
                </c:pt>
                <c:pt idx="54">
                  <c:v>44582</c:v>
                </c:pt>
                <c:pt idx="55">
                  <c:v>44589</c:v>
                </c:pt>
                <c:pt idx="56">
                  <c:v>44596</c:v>
                </c:pt>
                <c:pt idx="57">
                  <c:v>44603</c:v>
                </c:pt>
                <c:pt idx="58">
                  <c:v>44610</c:v>
                </c:pt>
                <c:pt idx="59">
                  <c:v>44617</c:v>
                </c:pt>
                <c:pt idx="60">
                  <c:v>44624</c:v>
                </c:pt>
                <c:pt idx="61">
                  <c:v>44631</c:v>
                </c:pt>
                <c:pt idx="62">
                  <c:v>44638</c:v>
                </c:pt>
                <c:pt idx="63">
                  <c:v>44645</c:v>
                </c:pt>
                <c:pt idx="64">
                  <c:v>44652</c:v>
                </c:pt>
                <c:pt idx="65">
                  <c:v>44659</c:v>
                </c:pt>
                <c:pt idx="66">
                  <c:v>44666</c:v>
                </c:pt>
                <c:pt idx="67">
                  <c:v>44673</c:v>
                </c:pt>
                <c:pt idx="68">
                  <c:v>44680</c:v>
                </c:pt>
                <c:pt idx="69">
                  <c:v>44687</c:v>
                </c:pt>
                <c:pt idx="70">
                  <c:v>44694</c:v>
                </c:pt>
                <c:pt idx="71">
                  <c:v>44701</c:v>
                </c:pt>
                <c:pt idx="72">
                  <c:v>44708</c:v>
                </c:pt>
                <c:pt idx="73">
                  <c:v>44715</c:v>
                </c:pt>
                <c:pt idx="74">
                  <c:v>44722</c:v>
                </c:pt>
                <c:pt idx="75">
                  <c:v>44729</c:v>
                </c:pt>
                <c:pt idx="76">
                  <c:v>44736</c:v>
                </c:pt>
                <c:pt idx="77">
                  <c:v>44743</c:v>
                </c:pt>
                <c:pt idx="78">
                  <c:v>44750</c:v>
                </c:pt>
                <c:pt idx="79">
                  <c:v>44757</c:v>
                </c:pt>
                <c:pt idx="80">
                  <c:v>44764</c:v>
                </c:pt>
                <c:pt idx="81">
                  <c:v>44771</c:v>
                </c:pt>
                <c:pt idx="82">
                  <c:v>44778</c:v>
                </c:pt>
                <c:pt idx="83">
                  <c:v>44785</c:v>
                </c:pt>
                <c:pt idx="84">
                  <c:v>44792</c:v>
                </c:pt>
                <c:pt idx="85">
                  <c:v>44799</c:v>
                </c:pt>
                <c:pt idx="86">
                  <c:v>44806</c:v>
                </c:pt>
                <c:pt idx="87">
                  <c:v>44813</c:v>
                </c:pt>
                <c:pt idx="88">
                  <c:v>44820</c:v>
                </c:pt>
                <c:pt idx="89">
                  <c:v>44827</c:v>
                </c:pt>
                <c:pt idx="90">
                  <c:v>44834</c:v>
                </c:pt>
                <c:pt idx="91">
                  <c:v>44841</c:v>
                </c:pt>
                <c:pt idx="92">
                  <c:v>44848</c:v>
                </c:pt>
                <c:pt idx="93">
                  <c:v>44855</c:v>
                </c:pt>
                <c:pt idx="94">
                  <c:v>44862</c:v>
                </c:pt>
                <c:pt idx="95">
                  <c:v>44869</c:v>
                </c:pt>
                <c:pt idx="96">
                  <c:v>44876</c:v>
                </c:pt>
                <c:pt idx="97">
                  <c:v>44883</c:v>
                </c:pt>
                <c:pt idx="98">
                  <c:v>44890</c:v>
                </c:pt>
                <c:pt idx="99">
                  <c:v>44897</c:v>
                </c:pt>
                <c:pt idx="100">
                  <c:v>44904</c:v>
                </c:pt>
                <c:pt idx="101">
                  <c:v>44911</c:v>
                </c:pt>
                <c:pt idx="102">
                  <c:v>44918</c:v>
                </c:pt>
                <c:pt idx="103">
                  <c:v>44925</c:v>
                </c:pt>
                <c:pt idx="104">
                  <c:v>44932</c:v>
                </c:pt>
                <c:pt idx="105">
                  <c:v>44939</c:v>
                </c:pt>
                <c:pt idx="106">
                  <c:v>44946</c:v>
                </c:pt>
                <c:pt idx="107">
                  <c:v>44953</c:v>
                </c:pt>
                <c:pt idx="108">
                  <c:v>44960</c:v>
                </c:pt>
                <c:pt idx="109">
                  <c:v>44967</c:v>
                </c:pt>
                <c:pt idx="110">
                  <c:v>44974</c:v>
                </c:pt>
                <c:pt idx="111">
                  <c:v>44981</c:v>
                </c:pt>
                <c:pt idx="112">
                  <c:v>44988</c:v>
                </c:pt>
                <c:pt idx="113">
                  <c:v>44995</c:v>
                </c:pt>
                <c:pt idx="114">
                  <c:v>45002</c:v>
                </c:pt>
                <c:pt idx="115">
                  <c:v>45009</c:v>
                </c:pt>
                <c:pt idx="116">
                  <c:v>45016</c:v>
                </c:pt>
                <c:pt idx="117">
                  <c:v>45023</c:v>
                </c:pt>
                <c:pt idx="118">
                  <c:v>45030</c:v>
                </c:pt>
                <c:pt idx="119">
                  <c:v>45037</c:v>
                </c:pt>
                <c:pt idx="120">
                  <c:v>45044</c:v>
                </c:pt>
                <c:pt idx="121">
                  <c:v>45051</c:v>
                </c:pt>
                <c:pt idx="122">
                  <c:v>45058</c:v>
                </c:pt>
                <c:pt idx="123">
                  <c:v>45065</c:v>
                </c:pt>
                <c:pt idx="124">
                  <c:v>45072</c:v>
                </c:pt>
                <c:pt idx="125">
                  <c:v>45079</c:v>
                </c:pt>
                <c:pt idx="126">
                  <c:v>45086</c:v>
                </c:pt>
                <c:pt idx="127">
                  <c:v>45093</c:v>
                </c:pt>
                <c:pt idx="128">
                  <c:v>45100</c:v>
                </c:pt>
                <c:pt idx="129">
                  <c:v>45107</c:v>
                </c:pt>
                <c:pt idx="130">
                  <c:v>45114</c:v>
                </c:pt>
                <c:pt idx="131">
                  <c:v>45121</c:v>
                </c:pt>
                <c:pt idx="132">
                  <c:v>45128</c:v>
                </c:pt>
                <c:pt idx="133">
                  <c:v>45135</c:v>
                </c:pt>
                <c:pt idx="134">
                  <c:v>45142</c:v>
                </c:pt>
                <c:pt idx="135">
                  <c:v>45149</c:v>
                </c:pt>
                <c:pt idx="136">
                  <c:v>45156</c:v>
                </c:pt>
                <c:pt idx="137">
                  <c:v>45163</c:v>
                </c:pt>
                <c:pt idx="138">
                  <c:v>45170</c:v>
                </c:pt>
                <c:pt idx="139">
                  <c:v>45177</c:v>
                </c:pt>
                <c:pt idx="140">
                  <c:v>45184</c:v>
                </c:pt>
                <c:pt idx="141">
                  <c:v>45191</c:v>
                </c:pt>
                <c:pt idx="142">
                  <c:v>45198</c:v>
                </c:pt>
                <c:pt idx="143">
                  <c:v>45205</c:v>
                </c:pt>
                <c:pt idx="144">
                  <c:v>45212</c:v>
                </c:pt>
                <c:pt idx="145">
                  <c:v>45219</c:v>
                </c:pt>
                <c:pt idx="146">
                  <c:v>45226</c:v>
                </c:pt>
                <c:pt idx="147">
                  <c:v>45233</c:v>
                </c:pt>
                <c:pt idx="148">
                  <c:v>45240</c:v>
                </c:pt>
                <c:pt idx="149">
                  <c:v>45247</c:v>
                </c:pt>
                <c:pt idx="150">
                  <c:v>45254</c:v>
                </c:pt>
                <c:pt idx="151">
                  <c:v>45261</c:v>
                </c:pt>
                <c:pt idx="152">
                  <c:v>45268</c:v>
                </c:pt>
                <c:pt idx="153">
                  <c:v>45275</c:v>
                </c:pt>
                <c:pt idx="154">
                  <c:v>45282</c:v>
                </c:pt>
                <c:pt idx="155">
                  <c:v>45289</c:v>
                </c:pt>
                <c:pt idx="156">
                  <c:v>45296</c:v>
                </c:pt>
                <c:pt idx="157">
                  <c:v>45303</c:v>
                </c:pt>
                <c:pt idx="158">
                  <c:v>45310</c:v>
                </c:pt>
                <c:pt idx="159">
                  <c:v>45317</c:v>
                </c:pt>
                <c:pt idx="160">
                  <c:v>45324</c:v>
                </c:pt>
                <c:pt idx="161">
                  <c:v>45331</c:v>
                </c:pt>
                <c:pt idx="162">
                  <c:v>45338</c:v>
                </c:pt>
                <c:pt idx="163">
                  <c:v>45345</c:v>
                </c:pt>
                <c:pt idx="164">
                  <c:v>45352</c:v>
                </c:pt>
                <c:pt idx="165">
                  <c:v>45359</c:v>
                </c:pt>
                <c:pt idx="166">
                  <c:v>45366</c:v>
                </c:pt>
                <c:pt idx="167">
                  <c:v>45373</c:v>
                </c:pt>
                <c:pt idx="168">
                  <c:v>45380</c:v>
                </c:pt>
                <c:pt idx="169">
                  <c:v>45387</c:v>
                </c:pt>
                <c:pt idx="170">
                  <c:v>45394</c:v>
                </c:pt>
                <c:pt idx="171">
                  <c:v>45401</c:v>
                </c:pt>
                <c:pt idx="172">
                  <c:v>45408</c:v>
                </c:pt>
                <c:pt idx="173">
                  <c:v>45415</c:v>
                </c:pt>
                <c:pt idx="174">
                  <c:v>45422</c:v>
                </c:pt>
                <c:pt idx="175">
                  <c:v>45429</c:v>
                </c:pt>
                <c:pt idx="176">
                  <c:v>45436</c:v>
                </c:pt>
                <c:pt idx="177">
                  <c:v>45443</c:v>
                </c:pt>
                <c:pt idx="178">
                  <c:v>45450</c:v>
                </c:pt>
                <c:pt idx="179">
                  <c:v>45457</c:v>
                </c:pt>
                <c:pt idx="180">
                  <c:v>45464</c:v>
                </c:pt>
                <c:pt idx="181">
                  <c:v>45471</c:v>
                </c:pt>
                <c:pt idx="182">
                  <c:v>45478</c:v>
                </c:pt>
                <c:pt idx="183">
                  <c:v>45485</c:v>
                </c:pt>
                <c:pt idx="184">
                  <c:v>45492</c:v>
                </c:pt>
                <c:pt idx="185">
                  <c:v>45499</c:v>
                </c:pt>
                <c:pt idx="186">
                  <c:v>45506</c:v>
                </c:pt>
                <c:pt idx="187">
                  <c:v>45513</c:v>
                </c:pt>
                <c:pt idx="188">
                  <c:v>45520</c:v>
                </c:pt>
                <c:pt idx="189">
                  <c:v>45527</c:v>
                </c:pt>
                <c:pt idx="190">
                  <c:v>45534</c:v>
                </c:pt>
                <c:pt idx="191">
                  <c:v>45541</c:v>
                </c:pt>
                <c:pt idx="192">
                  <c:v>45548</c:v>
                </c:pt>
                <c:pt idx="193">
                  <c:v>45555</c:v>
                </c:pt>
                <c:pt idx="194">
                  <c:v>45562</c:v>
                </c:pt>
                <c:pt idx="195">
                  <c:v>45569</c:v>
                </c:pt>
                <c:pt idx="196">
                  <c:v>45576</c:v>
                </c:pt>
                <c:pt idx="197">
                  <c:v>45583</c:v>
                </c:pt>
                <c:pt idx="198">
                  <c:v>45590</c:v>
                </c:pt>
                <c:pt idx="199">
                  <c:v>45597</c:v>
                </c:pt>
                <c:pt idx="200">
                  <c:v>45604</c:v>
                </c:pt>
                <c:pt idx="201">
                  <c:v>45611</c:v>
                </c:pt>
                <c:pt idx="202">
                  <c:v>45618</c:v>
                </c:pt>
                <c:pt idx="203">
                  <c:v>45625</c:v>
                </c:pt>
                <c:pt idx="204">
                  <c:v>45632</c:v>
                </c:pt>
                <c:pt idx="205">
                  <c:v>45639</c:v>
                </c:pt>
                <c:pt idx="206">
                  <c:v>45646</c:v>
                </c:pt>
                <c:pt idx="207">
                  <c:v>45653</c:v>
                </c:pt>
                <c:pt idx="208">
                  <c:v>45660</c:v>
                </c:pt>
                <c:pt idx="209">
                  <c:v>45667</c:v>
                </c:pt>
                <c:pt idx="210">
                  <c:v>45674</c:v>
                </c:pt>
                <c:pt idx="211">
                  <c:v>45681</c:v>
                </c:pt>
                <c:pt idx="212">
                  <c:v>45688</c:v>
                </c:pt>
                <c:pt idx="213">
                  <c:v>45695</c:v>
                </c:pt>
                <c:pt idx="214">
                  <c:v>45702</c:v>
                </c:pt>
                <c:pt idx="215">
                  <c:v>45709</c:v>
                </c:pt>
                <c:pt idx="216">
                  <c:v>45716</c:v>
                </c:pt>
                <c:pt idx="217">
                  <c:v>45723</c:v>
                </c:pt>
                <c:pt idx="218">
                  <c:v>45730</c:v>
                </c:pt>
                <c:pt idx="219">
                  <c:v>45737</c:v>
                </c:pt>
                <c:pt idx="220">
                  <c:v>45744</c:v>
                </c:pt>
                <c:pt idx="221">
                  <c:v>45751</c:v>
                </c:pt>
                <c:pt idx="222">
                  <c:v>45758</c:v>
                </c:pt>
                <c:pt idx="223">
                  <c:v>45765</c:v>
                </c:pt>
                <c:pt idx="224">
                  <c:v>45772</c:v>
                </c:pt>
                <c:pt idx="225">
                  <c:v>45779</c:v>
                </c:pt>
                <c:pt idx="226">
                  <c:v>45786</c:v>
                </c:pt>
                <c:pt idx="227">
                  <c:v>45793</c:v>
                </c:pt>
                <c:pt idx="228">
                  <c:v>45800</c:v>
                </c:pt>
                <c:pt idx="229">
                  <c:v>45807</c:v>
                </c:pt>
                <c:pt idx="230">
                  <c:v>45814</c:v>
                </c:pt>
                <c:pt idx="231">
                  <c:v>45821</c:v>
                </c:pt>
                <c:pt idx="232">
                  <c:v>45828</c:v>
                </c:pt>
                <c:pt idx="233">
                  <c:v>45835</c:v>
                </c:pt>
                <c:pt idx="234">
                  <c:v>45842</c:v>
                </c:pt>
                <c:pt idx="235">
                  <c:v>45849</c:v>
                </c:pt>
                <c:pt idx="236">
                  <c:v>45856</c:v>
                </c:pt>
                <c:pt idx="237">
                  <c:v>45863</c:v>
                </c:pt>
                <c:pt idx="238">
                  <c:v>45870</c:v>
                </c:pt>
                <c:pt idx="239">
                  <c:v>45877</c:v>
                </c:pt>
                <c:pt idx="240">
                  <c:v>45884</c:v>
                </c:pt>
                <c:pt idx="241">
                  <c:v>45891</c:v>
                </c:pt>
                <c:pt idx="242">
                  <c:v>45898</c:v>
                </c:pt>
                <c:pt idx="243">
                  <c:v>45905</c:v>
                </c:pt>
                <c:pt idx="244">
                  <c:v>45912</c:v>
                </c:pt>
                <c:pt idx="245">
                  <c:v>45919</c:v>
                </c:pt>
                <c:pt idx="246">
                  <c:v>45926</c:v>
                </c:pt>
                <c:pt idx="247">
                  <c:v>45933</c:v>
                </c:pt>
                <c:pt idx="248">
                  <c:v>45940</c:v>
                </c:pt>
                <c:pt idx="249">
                  <c:v>45947</c:v>
                </c:pt>
                <c:pt idx="250">
                  <c:v>45954</c:v>
                </c:pt>
                <c:pt idx="251">
                  <c:v>45961</c:v>
                </c:pt>
                <c:pt idx="252">
                  <c:v>45968</c:v>
                </c:pt>
                <c:pt idx="253">
                  <c:v>45975</c:v>
                </c:pt>
                <c:pt idx="254">
                  <c:v>45982</c:v>
                </c:pt>
                <c:pt idx="255">
                  <c:v>45989</c:v>
                </c:pt>
                <c:pt idx="256">
                  <c:v>45996</c:v>
                </c:pt>
                <c:pt idx="257">
                  <c:v>46003</c:v>
                </c:pt>
                <c:pt idx="258">
                  <c:v>46010</c:v>
                </c:pt>
                <c:pt idx="259">
                  <c:v>46017</c:v>
                </c:pt>
                <c:pt idx="260">
                  <c:v>46024</c:v>
                </c:pt>
                <c:pt idx="261">
                  <c:v>46031</c:v>
                </c:pt>
                <c:pt idx="262">
                  <c:v>46038</c:v>
                </c:pt>
                <c:pt idx="263">
                  <c:v>46045</c:v>
                </c:pt>
                <c:pt idx="264">
                  <c:v>46052</c:v>
                </c:pt>
                <c:pt idx="265">
                  <c:v>46059</c:v>
                </c:pt>
                <c:pt idx="266">
                  <c:v>46066</c:v>
                </c:pt>
                <c:pt idx="267">
                  <c:v>46073</c:v>
                </c:pt>
                <c:pt idx="268">
                  <c:v>46080</c:v>
                </c:pt>
                <c:pt idx="269">
                  <c:v>46087</c:v>
                </c:pt>
                <c:pt idx="270">
                  <c:v>46094</c:v>
                </c:pt>
                <c:pt idx="271">
                  <c:v>46101</c:v>
                </c:pt>
                <c:pt idx="272">
                  <c:v>46108</c:v>
                </c:pt>
                <c:pt idx="273">
                  <c:v>46115</c:v>
                </c:pt>
                <c:pt idx="274">
                  <c:v>46122</c:v>
                </c:pt>
                <c:pt idx="275">
                  <c:v>46129</c:v>
                </c:pt>
                <c:pt idx="276">
                  <c:v>46136</c:v>
                </c:pt>
                <c:pt idx="277">
                  <c:v>46143</c:v>
                </c:pt>
                <c:pt idx="278">
                  <c:v>46150</c:v>
                </c:pt>
                <c:pt idx="279">
                  <c:v>46157</c:v>
                </c:pt>
                <c:pt idx="280">
                  <c:v>46164</c:v>
                </c:pt>
                <c:pt idx="281">
                  <c:v>46171</c:v>
                </c:pt>
                <c:pt idx="282">
                  <c:v>46178</c:v>
                </c:pt>
                <c:pt idx="283">
                  <c:v>46185</c:v>
                </c:pt>
                <c:pt idx="284">
                  <c:v>46192</c:v>
                </c:pt>
                <c:pt idx="285">
                  <c:v>46199</c:v>
                </c:pt>
                <c:pt idx="286">
                  <c:v>46206</c:v>
                </c:pt>
                <c:pt idx="287">
                  <c:v>46213</c:v>
                </c:pt>
                <c:pt idx="288">
                  <c:v>46220</c:v>
                </c:pt>
                <c:pt idx="289">
                  <c:v>46227</c:v>
                </c:pt>
                <c:pt idx="290">
                  <c:v>46234</c:v>
                </c:pt>
                <c:pt idx="291">
                  <c:v>46241</c:v>
                </c:pt>
                <c:pt idx="292">
                  <c:v>46248</c:v>
                </c:pt>
                <c:pt idx="293">
                  <c:v>46255</c:v>
                </c:pt>
                <c:pt idx="294">
                  <c:v>46262</c:v>
                </c:pt>
                <c:pt idx="295">
                  <c:v>46269</c:v>
                </c:pt>
                <c:pt idx="296">
                  <c:v>46276</c:v>
                </c:pt>
                <c:pt idx="297">
                  <c:v>46283</c:v>
                </c:pt>
              </c:numCache>
            </c:numRef>
          </c:cat>
          <c:val>
            <c:numRef>
              <c:f>Sheet1!$B$2:$B$299</c:f>
              <c:numCache>
                <c:formatCode>General</c:formatCode>
                <c:ptCount val="298"/>
                <c:pt idx="0">
                  <c:v>20.41990610328639</c:v>
                </c:pt>
                <c:pt idx="1">
                  <c:v>20.52346081504702</c:v>
                </c:pt>
                <c:pt idx="2">
                  <c:v>19.66946739984289</c:v>
                </c:pt>
                <c:pt idx="3">
                  <c:v>20.64449938878554</c:v>
                </c:pt>
                <c:pt idx="4">
                  <c:v>19.636368000000001</c:v>
                </c:pt>
                <c:pt idx="5">
                  <c:v>19.94367935578331</c:v>
                </c:pt>
                <c:pt idx="6">
                  <c:v>19.264672112801559</c:v>
                </c:pt>
                <c:pt idx="7">
                  <c:v>17.476097978427092</c:v>
                </c:pt>
                <c:pt idx="8">
                  <c:v>18.419214374869981</c:v>
                </c:pt>
                <c:pt idx="9">
                  <c:v>19.527022836774361</c:v>
                </c:pt>
                <c:pt idx="10">
                  <c:v>20.005466060772811</c:v>
                </c:pt>
                <c:pt idx="11">
                  <c:v>19.554436943612831</c:v>
                </c:pt>
                <c:pt idx="12">
                  <c:v>20.60380501376866</c:v>
                </c:pt>
                <c:pt idx="13">
                  <c:v>20.404891729916059</c:v>
                </c:pt>
                <c:pt idx="14">
                  <c:v>20.515846698321571</c:v>
                </c:pt>
                <c:pt idx="15">
                  <c:v>20.464149960959251</c:v>
                </c:pt>
                <c:pt idx="16">
                  <c:v>19.882984819918061</c:v>
                </c:pt>
                <c:pt idx="17">
                  <c:v>21.732603948551251</c:v>
                </c:pt>
                <c:pt idx="18">
                  <c:v>20.850671273548311</c:v>
                </c:pt>
                <c:pt idx="19">
                  <c:v>21.352723006843679</c:v>
                </c:pt>
                <c:pt idx="20">
                  <c:v>21.938966562298582</c:v>
                </c:pt>
                <c:pt idx="21">
                  <c:v>21.87498382874654</c:v>
                </c:pt>
                <c:pt idx="22">
                  <c:v>21.039081476357939</c:v>
                </c:pt>
                <c:pt idx="23">
                  <c:v>21.499600097602841</c:v>
                </c:pt>
                <c:pt idx="24">
                  <c:v>20.373843935324881</c:v>
                </c:pt>
                <c:pt idx="25">
                  <c:v>19.90556432649711</c:v>
                </c:pt>
                <c:pt idx="26">
                  <c:v>18.34040158259149</c:v>
                </c:pt>
                <c:pt idx="27">
                  <c:v>18.859807276302849</c:v>
                </c:pt>
                <c:pt idx="28">
                  <c:v>18.698893241919681</c:v>
                </c:pt>
                <c:pt idx="29">
                  <c:v>18.384721535458681</c:v>
                </c:pt>
                <c:pt idx="30">
                  <c:v>17.953756002595721</c:v>
                </c:pt>
                <c:pt idx="31">
                  <c:v>17.222096408929151</c:v>
                </c:pt>
                <c:pt idx="32">
                  <c:v>16.674746365105008</c:v>
                </c:pt>
                <c:pt idx="33">
                  <c:v>16.48250370848114</c:v>
                </c:pt>
                <c:pt idx="34">
                  <c:v>17.52434879418885</c:v>
                </c:pt>
                <c:pt idx="35">
                  <c:v>17.63928018589375</c:v>
                </c:pt>
                <c:pt idx="36">
                  <c:v>17.201671349581989</c:v>
                </c:pt>
                <c:pt idx="37">
                  <c:v>17.936732720092881</c:v>
                </c:pt>
                <c:pt idx="38">
                  <c:v>17.89120598334793</c:v>
                </c:pt>
                <c:pt idx="39">
                  <c:v>18.219216196219151</c:v>
                </c:pt>
                <c:pt idx="40">
                  <c:v>18.512739705902391</c:v>
                </c:pt>
                <c:pt idx="41">
                  <c:v>16.270142078791569</c:v>
                </c:pt>
                <c:pt idx="42">
                  <c:v>15.82661338726599</c:v>
                </c:pt>
                <c:pt idx="43">
                  <c:v>16.55758455457244</c:v>
                </c:pt>
                <c:pt idx="44">
                  <c:v>17.212895671963931</c:v>
                </c:pt>
                <c:pt idx="45">
                  <c:v>17.40605515716382</c:v>
                </c:pt>
                <c:pt idx="46">
                  <c:v>16.614659234208411</c:v>
                </c:pt>
                <c:pt idx="47">
                  <c:v>17.30806131532615</c:v>
                </c:pt>
                <c:pt idx="48">
                  <c:v>17.610587488832891</c:v>
                </c:pt>
                <c:pt idx="49">
                  <c:v>17.185432737197441</c:v>
                </c:pt>
                <c:pt idx="50">
                  <c:v>15.982324051353769</c:v>
                </c:pt>
                <c:pt idx="51">
                  <c:v>16.34729804695532</c:v>
                </c:pt>
                <c:pt idx="52">
                  <c:v>14.04588546792054</c:v>
                </c:pt>
                <c:pt idx="53">
                  <c:v>15.006181600867921</c:v>
                </c:pt>
                <c:pt idx="54">
                  <c:v>15.632527846142439</c:v>
                </c:pt>
                <c:pt idx="55">
                  <c:v>16.626203325526191</c:v>
                </c:pt>
                <c:pt idx="56">
                  <c:v>16.283194019524061</c:v>
                </c:pt>
                <c:pt idx="57">
                  <c:v>16.0694876130616</c:v>
                </c:pt>
                <c:pt idx="58">
                  <c:v>16.713741973244151</c:v>
                </c:pt>
                <c:pt idx="59">
                  <c:v>15.673312892705489</c:v>
                </c:pt>
                <c:pt idx="60">
                  <c:v>15.369558977239841</c:v>
                </c:pt>
                <c:pt idx="61">
                  <c:v>14.967452334010639</c:v>
                </c:pt>
                <c:pt idx="62">
                  <c:v>15.5074079821254</c:v>
                </c:pt>
                <c:pt idx="63">
                  <c:v>17.394452584754461</c:v>
                </c:pt>
                <c:pt idx="64">
                  <c:v>18.117674133261549</c:v>
                </c:pt>
                <c:pt idx="65">
                  <c:v>16.590581492092731</c:v>
                </c:pt>
                <c:pt idx="66">
                  <c:v>16.355752667320449</c:v>
                </c:pt>
                <c:pt idx="67">
                  <c:v>15.693700390732481</c:v>
                </c:pt>
                <c:pt idx="68">
                  <c:v>15.104881866620619</c:v>
                </c:pt>
                <c:pt idx="69">
                  <c:v>14.475597767625951</c:v>
                </c:pt>
                <c:pt idx="70">
                  <c:v>14.99422118041258</c:v>
                </c:pt>
                <c:pt idx="71">
                  <c:v>10.998516632918721</c:v>
                </c:pt>
                <c:pt idx="72">
                  <c:v>11.107649609713789</c:v>
                </c:pt>
                <c:pt idx="73">
                  <c:v>10.94109511419486</c:v>
                </c:pt>
                <c:pt idx="74">
                  <c:v>8.7452221620212178</c:v>
                </c:pt>
                <c:pt idx="75">
                  <c:v>9.9703769968051112</c:v>
                </c:pt>
                <c:pt idx="76">
                  <c:v>9.9686175856929946</c:v>
                </c:pt>
                <c:pt idx="77">
                  <c:v>10.018759633027519</c:v>
                </c:pt>
                <c:pt idx="78">
                  <c:v>10.27905688073395</c:v>
                </c:pt>
                <c:pt idx="79">
                  <c:v>8.9533675404350248</c:v>
                </c:pt>
                <c:pt idx="80">
                  <c:v>9.2936506963788315</c:v>
                </c:pt>
                <c:pt idx="81">
                  <c:v>8.2506474259208851</c:v>
                </c:pt>
                <c:pt idx="82">
                  <c:v>8.9137332177192743</c:v>
                </c:pt>
                <c:pt idx="83">
                  <c:v>10.832368915456881</c:v>
                </c:pt>
                <c:pt idx="84">
                  <c:v>10.511025553662691</c:v>
                </c:pt>
                <c:pt idx="85">
                  <c:v>10.199439501275149</c:v>
                </c:pt>
                <c:pt idx="86">
                  <c:v>10.20062567299518</c:v>
                </c:pt>
                <c:pt idx="87">
                  <c:v>10.83988489208633</c:v>
                </c:pt>
                <c:pt idx="88">
                  <c:v>10.666266318537859</c:v>
                </c:pt>
                <c:pt idx="89">
                  <c:v>9.5090632385348979</c:v>
                </c:pt>
                <c:pt idx="90">
                  <c:v>9.1959303680659747</c:v>
                </c:pt>
                <c:pt idx="91">
                  <c:v>9.4991790912096334</c:v>
                </c:pt>
                <c:pt idx="92">
                  <c:v>10.82125490196078</c:v>
                </c:pt>
                <c:pt idx="93">
                  <c:v>11.89350023397286</c:v>
                </c:pt>
                <c:pt idx="94">
                  <c:v>12.55763032316521</c:v>
                </c:pt>
                <c:pt idx="95">
                  <c:v>13.48575609756098</c:v>
                </c:pt>
                <c:pt idx="96">
                  <c:v>10.917537353735369</c:v>
                </c:pt>
                <c:pt idx="97">
                  <c:v>10.385731343283579</c:v>
                </c:pt>
                <c:pt idx="98">
                  <c:v>10.52453278204371</c:v>
                </c:pt>
                <c:pt idx="99">
                  <c:v>10.493980525228681</c:v>
                </c:pt>
                <c:pt idx="100">
                  <c:v>9.8198217763352016</c:v>
                </c:pt>
                <c:pt idx="101">
                  <c:v>9.4195997631734745</c:v>
                </c:pt>
                <c:pt idx="102">
                  <c:v>10.326622156573119</c:v>
                </c:pt>
                <c:pt idx="103">
                  <c:v>9.9297521143190419</c:v>
                </c:pt>
                <c:pt idx="104">
                  <c:v>9.7070000000000007</c:v>
                </c:pt>
                <c:pt idx="105">
                  <c:v>10.274280395578829</c:v>
                </c:pt>
                <c:pt idx="106">
                  <c:v>10.14149184149184</c:v>
                </c:pt>
                <c:pt idx="107">
                  <c:v>11.34934865900383</c:v>
                </c:pt>
                <c:pt idx="108">
                  <c:v>11.168012816405</c:v>
                </c:pt>
                <c:pt idx="109">
                  <c:v>11.16874040920716</c:v>
                </c:pt>
                <c:pt idx="110">
                  <c:v>10.364608820985881</c:v>
                </c:pt>
                <c:pt idx="111">
                  <c:v>9.8466141732283443</c:v>
                </c:pt>
                <c:pt idx="112">
                  <c:v>9.2822834645669285</c:v>
                </c:pt>
                <c:pt idx="113">
                  <c:v>9.8490493757094217</c:v>
                </c:pt>
                <c:pt idx="114">
                  <c:v>10.088058419243991</c:v>
                </c:pt>
                <c:pt idx="115">
                  <c:v>9.8133247422680405</c:v>
                </c:pt>
                <c:pt idx="116">
                  <c:v>10.058744571428569</c:v>
                </c:pt>
                <c:pt idx="117">
                  <c:v>10.051890256771021</c:v>
                </c:pt>
                <c:pt idx="118">
                  <c:v>10.63951314285714</c:v>
                </c:pt>
                <c:pt idx="119">
                  <c:v>10.13515387440323</c:v>
                </c:pt>
                <c:pt idx="120">
                  <c:v>10.60057731958763</c:v>
                </c:pt>
                <c:pt idx="121">
                  <c:v>11.18740848343986</c:v>
                </c:pt>
                <c:pt idx="122">
                  <c:v>11.257618218740941</c:v>
                </c:pt>
                <c:pt idx="123">
                  <c:v>11.99020775462963</c:v>
                </c:pt>
                <c:pt idx="124">
                  <c:v>11.971886548722271</c:v>
                </c:pt>
                <c:pt idx="125">
                  <c:v>10.55649420118343</c:v>
                </c:pt>
                <c:pt idx="126">
                  <c:v>10.73383416017009</c:v>
                </c:pt>
                <c:pt idx="127">
                  <c:v>10.350815306348149</c:v>
                </c:pt>
                <c:pt idx="128">
                  <c:v>11.16339349701394</c:v>
                </c:pt>
                <c:pt idx="129">
                  <c:v>10.87353109836789</c:v>
                </c:pt>
                <c:pt idx="130">
                  <c:v>11.22057973568282</c:v>
                </c:pt>
                <c:pt idx="131">
                  <c:v>10.779955947136569</c:v>
                </c:pt>
                <c:pt idx="132">
                  <c:v>10.82414933920705</c:v>
                </c:pt>
                <c:pt idx="133">
                  <c:v>10.87533066666667</c:v>
                </c:pt>
                <c:pt idx="134">
                  <c:v>10.74784088888889</c:v>
                </c:pt>
                <c:pt idx="135">
                  <c:v>10.985461883408069</c:v>
                </c:pt>
                <c:pt idx="136">
                  <c:v>10.288926315789469</c:v>
                </c:pt>
                <c:pt idx="137">
                  <c:v>10.275848714069591</c:v>
                </c:pt>
                <c:pt idx="138">
                  <c:v>10.02393982995422</c:v>
                </c:pt>
                <c:pt idx="139">
                  <c:v>10.000146050011059</c:v>
                </c:pt>
                <c:pt idx="140">
                  <c:v>10.597543512480319</c:v>
                </c:pt>
                <c:pt idx="141">
                  <c:v>10.39108675172243</c:v>
                </c:pt>
                <c:pt idx="142">
                  <c:v>11.27</c:v>
                </c:pt>
                <c:pt idx="143">
                  <c:v>10.47995701813298</c:v>
                </c:pt>
                <c:pt idx="144">
                  <c:v>10.601000000000001</c:v>
                </c:pt>
                <c:pt idx="145">
                  <c:v>10.33887768817204</c:v>
                </c:pt>
                <c:pt idx="146">
                  <c:v>10.69969892473118</c:v>
                </c:pt>
                <c:pt idx="147">
                  <c:v>10.939052419354841</c:v>
                </c:pt>
                <c:pt idx="148">
                  <c:v>11.435581584292491</c:v>
                </c:pt>
                <c:pt idx="149">
                  <c:v>11.85098307379824</c:v>
                </c:pt>
                <c:pt idx="150">
                  <c:v>11.921944632005401</c:v>
                </c:pt>
                <c:pt idx="151">
                  <c:v>13.295860714285711</c:v>
                </c:pt>
                <c:pt idx="152">
                  <c:v>13.32268477292965</c:v>
                </c:pt>
                <c:pt idx="153">
                  <c:v>13.98419208537128</c:v>
                </c:pt>
                <c:pt idx="154">
                  <c:v>14.33547663551402</c:v>
                </c:pt>
                <c:pt idx="155">
                  <c:v>14.73269455237811</c:v>
                </c:pt>
                <c:pt idx="156">
                  <c:v>14.506096798839479</c:v>
                </c:pt>
                <c:pt idx="157">
                  <c:v>14.87124720607957</c:v>
                </c:pt>
                <c:pt idx="158">
                  <c:v>14.43886688757914</c:v>
                </c:pt>
                <c:pt idx="159">
                  <c:v>14.30431031849889</c:v>
                </c:pt>
                <c:pt idx="160">
                  <c:v>14.33498291101626</c:v>
                </c:pt>
                <c:pt idx="161">
                  <c:v>14.203275862700609</c:v>
                </c:pt>
                <c:pt idx="162">
                  <c:v>13.760594093804279</c:v>
                </c:pt>
                <c:pt idx="163">
                  <c:v>14.21454354049312</c:v>
                </c:pt>
                <c:pt idx="164">
                  <c:v>14.6946455160077</c:v>
                </c:pt>
                <c:pt idx="165">
                  <c:v>14.50637892116848</c:v>
                </c:pt>
                <c:pt idx="166">
                  <c:v>14.23004004115619</c:v>
                </c:pt>
                <c:pt idx="167">
                  <c:v>14.24256101839015</c:v>
                </c:pt>
                <c:pt idx="168">
                  <c:v>14.755653466565329</c:v>
                </c:pt>
                <c:pt idx="169">
                  <c:v>14.55286038266282</c:v>
                </c:pt>
                <c:pt idx="170">
                  <c:v>13.88785366227583</c:v>
                </c:pt>
                <c:pt idx="171">
                  <c:v>13.293954563302711</c:v>
                </c:pt>
                <c:pt idx="172">
                  <c:v>13.06449147684652</c:v>
                </c:pt>
                <c:pt idx="173">
                  <c:v>12.97577645334963</c:v>
                </c:pt>
                <c:pt idx="174">
                  <c:v>12.3911596606007</c:v>
                </c:pt>
                <c:pt idx="175">
                  <c:v>12.435546701210191</c:v>
                </c:pt>
                <c:pt idx="176">
                  <c:v>11.946312469188729</c:v>
                </c:pt>
                <c:pt idx="177">
                  <c:v>11.74699058496355</c:v>
                </c:pt>
                <c:pt idx="178">
                  <c:v>11.812676145859751</c:v>
                </c:pt>
                <c:pt idx="179">
                  <c:v>11.37322254474989</c:v>
                </c:pt>
                <c:pt idx="180">
                  <c:v>11.3604567133223</c:v>
                </c:pt>
                <c:pt idx="181">
                  <c:v>11.158527446861701</c:v>
                </c:pt>
                <c:pt idx="182">
                  <c:v>11.77723232758621</c:v>
                </c:pt>
                <c:pt idx="183">
                  <c:v>12.341272857749839</c:v>
                </c:pt>
                <c:pt idx="184">
                  <c:v>11.93920946009241</c:v>
                </c:pt>
                <c:pt idx="185">
                  <c:v>11.871365883526851</c:v>
                </c:pt>
                <c:pt idx="186">
                  <c:v>11.455144501813701</c:v>
                </c:pt>
                <c:pt idx="187">
                  <c:v>11.667920203735139</c:v>
                </c:pt>
                <c:pt idx="188">
                  <c:v>12.368882404147881</c:v>
                </c:pt>
                <c:pt idx="189">
                  <c:v>13.45463504456664</c:v>
                </c:pt>
                <c:pt idx="190">
                  <c:v>13.01426026130434</c:v>
                </c:pt>
                <c:pt idx="191">
                  <c:v>12.83009123787112</c:v>
                </c:pt>
                <c:pt idx="192">
                  <c:v>13.2911575708572</c:v>
                </c:pt>
                <c:pt idx="193">
                  <c:v>12.624282855133989</c:v>
                </c:pt>
                <c:pt idx="194">
                  <c:v>12.24288123910795</c:v>
                </c:pt>
                <c:pt idx="195">
                  <c:v>11.437953247641859</c:v>
                </c:pt>
                <c:pt idx="196">
                  <c:v>12.19470667163371</c:v>
                </c:pt>
                <c:pt idx="197">
                  <c:v>12.68871458983088</c:v>
                </c:pt>
                <c:pt idx="198">
                  <c:v>12.633756060204529</c:v>
                </c:pt>
                <c:pt idx="199">
                  <c:v>12.394938942621071</c:v>
                </c:pt>
                <c:pt idx="200">
                  <c:v>11.71434853160858</c:v>
                </c:pt>
                <c:pt idx="201">
                  <c:v>11.04156760750562</c:v>
                </c:pt>
                <c:pt idx="202">
                  <c:v>11.31276835338099</c:v>
                </c:pt>
                <c:pt idx="203">
                  <c:v>10.44979636451769</c:v>
                </c:pt>
                <c:pt idx="204">
                  <c:v>9.9668248407643318</c:v>
                </c:pt>
                <c:pt idx="205">
                  <c:v>9.5509952806390572</c:v>
                </c:pt>
                <c:pt idx="206">
                  <c:v>9.5494856147693863</c:v>
                </c:pt>
                <c:pt idx="207">
                  <c:v>9.1973549621345789</c:v>
                </c:pt>
                <c:pt idx="208">
                  <c:v>9.0869070175438598</c:v>
                </c:pt>
                <c:pt idx="209">
                  <c:v>9.2134989824462341</c:v>
                </c:pt>
                <c:pt idx="210">
                  <c:v>9.2606088799041633</c:v>
                </c:pt>
                <c:pt idx="211">
                  <c:v>9.5381008779813801</c:v>
                </c:pt>
                <c:pt idx="212">
                  <c:v>10.09207465367119</c:v>
                </c:pt>
                <c:pt idx="213">
                  <c:v>10.06157266328035</c:v>
                </c:pt>
                <c:pt idx="214">
                  <c:v>10.82005238857562</c:v>
                </c:pt>
                <c:pt idx="215">
                  <c:v>10.258735880111621</c:v>
                </c:pt>
                <c:pt idx="216">
                  <c:v>10.087959546015011</c:v>
                </c:pt>
                <c:pt idx="217">
                  <c:v>10.33599629321548</c:v>
                </c:pt>
                <c:pt idx="218">
                  <c:v>10.73011229439026</c:v>
                </c:pt>
                <c:pt idx="219">
                  <c:v>10.63520699283829</c:v>
                </c:pt>
                <c:pt idx="220">
                  <c:v>10.766292748057911</c:v>
                </c:pt>
                <c:pt idx="221">
                  <c:v>10.942668911335581</c:v>
                </c:pt>
                <c:pt idx="222">
                  <c:v>11.13002621169969</c:v>
                </c:pt>
                <c:pt idx="223">
                  <c:v>11.629905797101451</c:v>
                </c:pt>
                <c:pt idx="224">
                  <c:v>12.075922382083011</c:v>
                </c:pt>
                <c:pt idx="225">
                  <c:v>12.568365245714791</c:v>
                </c:pt>
                <c:pt idx="226">
                  <c:v>13.320093839763089</c:v>
                </c:pt>
                <c:pt idx="227">
                  <c:v>13.824772688021969</c:v>
                </c:pt>
                <c:pt idx="228">
                  <c:v>13.60595261543663</c:v>
                </c:pt>
                <c:pt idx="229">
                  <c:v>13.584930112241169</c:v>
                </c:pt>
                <c:pt idx="230">
                  <c:v>12.94974176566028</c:v>
                </c:pt>
                <c:pt idx="231">
                  <c:v>13.06532032374254</c:v>
                </c:pt>
                <c:pt idx="232">
                  <c:v>12.9229606115492</c:v>
                </c:pt>
                <c:pt idx="233">
                  <c:v>13.32952933733549</c:v>
                </c:pt>
                <c:pt idx="234">
                  <c:v>13.23983601129186</c:v>
                </c:pt>
                <c:pt idx="235">
                  <c:v>12.46144709585006</c:v>
                </c:pt>
                <c:pt idx="236">
                  <c:v>11.93304485684043</c:v>
                </c:pt>
                <c:pt idx="237">
                  <c:v>11.488918441379919</c:v>
                </c:pt>
                <c:pt idx="238">
                  <c:v>11.39796010230179</c:v>
                </c:pt>
                <c:pt idx="239">
                  <c:v>11.58497648829117</c:v>
                </c:pt>
                <c:pt idx="240">
                  <c:v>11.51124923427416</c:v>
                </c:pt>
                <c:pt idx="241">
                  <c:v>11.39854578018948</c:v>
                </c:pt>
                <c:pt idx="242">
                  <c:v>11.41954749537952</c:v>
                </c:pt>
                <c:pt idx="243">
                  <c:v>11.537617655636669</c:v>
                </c:pt>
                <c:pt idx="244">
                  <c:v>11.61704208620017</c:v>
                </c:pt>
                <c:pt idx="245">
                  <c:v>12.11565332960269</c:v>
                </c:pt>
                <c:pt idx="246">
                  <c:v>11.64590805639671</c:v>
                </c:pt>
                <c:pt idx="247">
                  <c:v>11.507947672168831</c:v>
                </c:pt>
                <c:pt idx="248">
                  <c:v>11.09379003558719</c:v>
                </c:pt>
                <c:pt idx="249">
                  <c:v>11.57064294421575</c:v>
                </c:pt>
                <c:pt idx="250">
                  <c:v>12.082600649281011</c:v>
                </c:pt>
                <c:pt idx="251">
                  <c:v>12.324876916710471</c:v>
                </c:pt>
                <c:pt idx="252">
                  <c:v>12.48709220549452</c:v>
                </c:pt>
                <c:pt idx="253">
                  <c:v>12.82850508743514</c:v>
                </c:pt>
                <c:pt idx="254">
                  <c:v>12.352600952189441</c:v>
                </c:pt>
                <c:pt idx="255">
                  <c:v>12.990702808547921</c:v>
                </c:pt>
                <c:pt idx="256">
                  <c:v>12.81557633831898</c:v>
                </c:pt>
                <c:pt idx="257">
                  <c:v>13.07043636275778</c:v>
                </c:pt>
                <c:pt idx="258">
                  <c:v>12.486382852282061</c:v>
                </c:pt>
                <c:pt idx="259">
                  <c:v>12.47807733540674</c:v>
                </c:pt>
                <c:pt idx="260">
                  <c:v>12.14955046546722</c:v>
                </c:pt>
                <c:pt idx="261">
                  <c:v>12.77936296296296</c:v>
                </c:pt>
                <c:pt idx="262">
                  <c:v>12.78085085769178</c:v>
                </c:pt>
                <c:pt idx="263">
                  <c:v>13.96196367367744</c:v>
                </c:pt>
                <c:pt idx="264">
                  <c:v>13.91002412280702</c:v>
                </c:pt>
                <c:pt idx="265">
                  <c:v>14.072158986031431</c:v>
                </c:pt>
                <c:pt idx="266">
                  <c:v>14.12817300159818</c:v>
                </c:pt>
                <c:pt idx="267">
                  <c:v>14.30388803780702</c:v>
                </c:pt>
                <c:pt idx="268">
                  <c:v>13.83204880694143</c:v>
                </c:pt>
                <c:pt idx="269">
                  <c:v>13.05379899051942</c:v>
                </c:pt>
                <c:pt idx="270">
                  <c:v>12.736293715523409</c:v>
                </c:pt>
                <c:pt idx="271">
                  <c:v>12.879266094380149</c:v>
                </c:pt>
                <c:pt idx="272">
                  <c:v>13.206831097751421</c:v>
                </c:pt>
                <c:pt idx="273">
                  <c:v>13.94323777639932</c:v>
                </c:pt>
                <c:pt idx="274">
                  <c:v>14.374921839093821</c:v>
                </c:pt>
                <c:pt idx="275">
                  <c:v>14.3684492993413</c:v>
                </c:pt>
                <c:pt idx="276">
                  <c:v>13.9137199783139</c:v>
                </c:pt>
                <c:pt idx="277">
                  <c:v>13.27426410881365</c:v>
                </c:pt>
                <c:pt idx="278">
                  <c:v>13.259830769749261</c:v>
                </c:pt>
                <c:pt idx="279">
                  <c:v>12.485558374604549</c:v>
                </c:pt>
                <c:pt idx="280">
                  <c:v>12.23022108956711</c:v>
                </c:pt>
                <c:pt idx="281">
                  <c:v>11.995678135063359</c:v>
                </c:pt>
                <c:pt idx="282">
                  <c:v>11.626402993303641</c:v>
                </c:pt>
                <c:pt idx="283">
                  <c:v>11.641902072065349</c:v>
                </c:pt>
                <c:pt idx="284">
                  <c:v>11.264863286968829</c:v>
                </c:pt>
                <c:pt idx="285">
                  <c:v>11.910894647366421</c:v>
                </c:pt>
                <c:pt idx="286">
                  <c:v>12.10456789820083</c:v>
                </c:pt>
                <c:pt idx="287">
                  <c:v>12.327628589837429</c:v>
                </c:pt>
                <c:pt idx="288">
                  <c:v>11.778991934811019</c:v>
                </c:pt>
                <c:pt idx="289">
                  <c:v>11.43849782759836</c:v>
                </c:pt>
                <c:pt idx="290">
                  <c:v>11.797928270696239</c:v>
                </c:pt>
                <c:pt idx="291">
                  <c:v>11.67270045078595</c:v>
                </c:pt>
                <c:pt idx="292">
                  <c:v>11.202530526562249</c:v>
                </c:pt>
                <c:pt idx="293">
                  <c:v>11.5265099342755</c:v>
                </c:pt>
                <c:pt idx="294">
                  <c:v>11.742527245531599</c:v>
                </c:pt>
                <c:pt idx="295">
                  <c:v>13.36141237052367</c:v>
                </c:pt>
                <c:pt idx="296">
                  <c:v>13.269517556454771</c:v>
                </c:pt>
                <c:pt idx="297">
                  <c:v>13.165360339751031</c:v>
                </c:pt>
              </c:numCache>
            </c:numRef>
          </c:val>
          <c:smooth val="1"/>
          <c:extLst>
            <c:ext xmlns:c16="http://schemas.microsoft.com/office/drawing/2014/chart" uri="{C3380CC4-5D6E-409C-BE32-E72D297353CC}">
              <c16:uniqueId val="{00000000-2B50-4DD7-B4A1-1FC0E9E7CCED}"/>
            </c:ext>
          </c:extLst>
        </c:ser>
        <c:ser>
          <c:idx val="1"/>
          <c:order val="1"/>
          <c:tx>
            <c:v>Average</c:v>
          </c:tx>
          <c:spPr>
            <a:ln w="19050">
              <a:solidFill>
                <a:srgbClr val="8EB3DF"/>
              </a:solidFill>
              <a:prstDash val="dash"/>
            </a:ln>
          </c:spPr>
          <c:marker>
            <c:symbol val="none"/>
          </c:marker>
          <c:cat>
            <c:numRef>
              <c:f>Sheet1!$A$2:$A$299</c:f>
              <c:numCache>
                <c:formatCode>yyyy\-mm\-dd</c:formatCode>
                <c:ptCount val="298"/>
                <c:pt idx="0">
                  <c:v>44204</c:v>
                </c:pt>
                <c:pt idx="1">
                  <c:v>44211</c:v>
                </c:pt>
                <c:pt idx="2">
                  <c:v>44218</c:v>
                </c:pt>
                <c:pt idx="3">
                  <c:v>44225</c:v>
                </c:pt>
                <c:pt idx="4">
                  <c:v>44232</c:v>
                </c:pt>
                <c:pt idx="5">
                  <c:v>44239</c:v>
                </c:pt>
                <c:pt idx="6">
                  <c:v>44246</c:v>
                </c:pt>
                <c:pt idx="7">
                  <c:v>44253</c:v>
                </c:pt>
                <c:pt idx="8">
                  <c:v>44260</c:v>
                </c:pt>
                <c:pt idx="9">
                  <c:v>44267</c:v>
                </c:pt>
                <c:pt idx="10">
                  <c:v>44274</c:v>
                </c:pt>
                <c:pt idx="11">
                  <c:v>44281</c:v>
                </c:pt>
                <c:pt idx="12">
                  <c:v>44288</c:v>
                </c:pt>
                <c:pt idx="13">
                  <c:v>44295</c:v>
                </c:pt>
                <c:pt idx="14">
                  <c:v>44302</c:v>
                </c:pt>
                <c:pt idx="15">
                  <c:v>44309</c:v>
                </c:pt>
                <c:pt idx="16">
                  <c:v>44316</c:v>
                </c:pt>
                <c:pt idx="17">
                  <c:v>44323</c:v>
                </c:pt>
                <c:pt idx="18">
                  <c:v>44330</c:v>
                </c:pt>
                <c:pt idx="19">
                  <c:v>44337</c:v>
                </c:pt>
                <c:pt idx="20">
                  <c:v>44344</c:v>
                </c:pt>
                <c:pt idx="21">
                  <c:v>44351</c:v>
                </c:pt>
                <c:pt idx="22">
                  <c:v>44358</c:v>
                </c:pt>
                <c:pt idx="23">
                  <c:v>44365</c:v>
                </c:pt>
                <c:pt idx="24">
                  <c:v>44372</c:v>
                </c:pt>
                <c:pt idx="25">
                  <c:v>44379</c:v>
                </c:pt>
                <c:pt idx="26">
                  <c:v>44386</c:v>
                </c:pt>
                <c:pt idx="27">
                  <c:v>44393</c:v>
                </c:pt>
                <c:pt idx="28">
                  <c:v>44400</c:v>
                </c:pt>
                <c:pt idx="29">
                  <c:v>44407</c:v>
                </c:pt>
                <c:pt idx="30">
                  <c:v>44414</c:v>
                </c:pt>
                <c:pt idx="31">
                  <c:v>44421</c:v>
                </c:pt>
                <c:pt idx="32">
                  <c:v>44428</c:v>
                </c:pt>
                <c:pt idx="33">
                  <c:v>44435</c:v>
                </c:pt>
                <c:pt idx="34">
                  <c:v>44442</c:v>
                </c:pt>
                <c:pt idx="35">
                  <c:v>44449</c:v>
                </c:pt>
                <c:pt idx="36">
                  <c:v>44456</c:v>
                </c:pt>
                <c:pt idx="37">
                  <c:v>44463</c:v>
                </c:pt>
                <c:pt idx="38">
                  <c:v>44470</c:v>
                </c:pt>
                <c:pt idx="39">
                  <c:v>44477</c:v>
                </c:pt>
                <c:pt idx="40">
                  <c:v>44484</c:v>
                </c:pt>
                <c:pt idx="41">
                  <c:v>44491</c:v>
                </c:pt>
                <c:pt idx="42">
                  <c:v>44498</c:v>
                </c:pt>
                <c:pt idx="43">
                  <c:v>44505</c:v>
                </c:pt>
                <c:pt idx="44">
                  <c:v>44512</c:v>
                </c:pt>
                <c:pt idx="45">
                  <c:v>44519</c:v>
                </c:pt>
                <c:pt idx="46">
                  <c:v>44526</c:v>
                </c:pt>
                <c:pt idx="47">
                  <c:v>44533</c:v>
                </c:pt>
                <c:pt idx="48">
                  <c:v>44540</c:v>
                </c:pt>
                <c:pt idx="49">
                  <c:v>44547</c:v>
                </c:pt>
                <c:pt idx="50">
                  <c:v>44554</c:v>
                </c:pt>
                <c:pt idx="51">
                  <c:v>44561</c:v>
                </c:pt>
                <c:pt idx="52">
                  <c:v>44568</c:v>
                </c:pt>
                <c:pt idx="53">
                  <c:v>44575</c:v>
                </c:pt>
                <c:pt idx="54">
                  <c:v>44582</c:v>
                </c:pt>
                <c:pt idx="55">
                  <c:v>44589</c:v>
                </c:pt>
                <c:pt idx="56">
                  <c:v>44596</c:v>
                </c:pt>
                <c:pt idx="57">
                  <c:v>44603</c:v>
                </c:pt>
                <c:pt idx="58">
                  <c:v>44610</c:v>
                </c:pt>
                <c:pt idx="59">
                  <c:v>44617</c:v>
                </c:pt>
                <c:pt idx="60">
                  <c:v>44624</c:v>
                </c:pt>
                <c:pt idx="61">
                  <c:v>44631</c:v>
                </c:pt>
                <c:pt idx="62">
                  <c:v>44638</c:v>
                </c:pt>
                <c:pt idx="63">
                  <c:v>44645</c:v>
                </c:pt>
                <c:pt idx="64">
                  <c:v>44652</c:v>
                </c:pt>
                <c:pt idx="65">
                  <c:v>44659</c:v>
                </c:pt>
                <c:pt idx="66">
                  <c:v>44666</c:v>
                </c:pt>
                <c:pt idx="67">
                  <c:v>44673</c:v>
                </c:pt>
                <c:pt idx="68">
                  <c:v>44680</c:v>
                </c:pt>
                <c:pt idx="69">
                  <c:v>44687</c:v>
                </c:pt>
                <c:pt idx="70">
                  <c:v>44694</c:v>
                </c:pt>
                <c:pt idx="71">
                  <c:v>44701</c:v>
                </c:pt>
                <c:pt idx="72">
                  <c:v>44708</c:v>
                </c:pt>
                <c:pt idx="73">
                  <c:v>44715</c:v>
                </c:pt>
                <c:pt idx="74">
                  <c:v>44722</c:v>
                </c:pt>
                <c:pt idx="75">
                  <c:v>44729</c:v>
                </c:pt>
                <c:pt idx="76">
                  <c:v>44736</c:v>
                </c:pt>
                <c:pt idx="77">
                  <c:v>44743</c:v>
                </c:pt>
                <c:pt idx="78">
                  <c:v>44750</c:v>
                </c:pt>
                <c:pt idx="79">
                  <c:v>44757</c:v>
                </c:pt>
                <c:pt idx="80">
                  <c:v>44764</c:v>
                </c:pt>
                <c:pt idx="81">
                  <c:v>44771</c:v>
                </c:pt>
                <c:pt idx="82">
                  <c:v>44778</c:v>
                </c:pt>
                <c:pt idx="83">
                  <c:v>44785</c:v>
                </c:pt>
                <c:pt idx="84">
                  <c:v>44792</c:v>
                </c:pt>
                <c:pt idx="85">
                  <c:v>44799</c:v>
                </c:pt>
                <c:pt idx="86">
                  <c:v>44806</c:v>
                </c:pt>
                <c:pt idx="87">
                  <c:v>44813</c:v>
                </c:pt>
                <c:pt idx="88">
                  <c:v>44820</c:v>
                </c:pt>
                <c:pt idx="89">
                  <c:v>44827</c:v>
                </c:pt>
                <c:pt idx="90">
                  <c:v>44834</c:v>
                </c:pt>
                <c:pt idx="91">
                  <c:v>44841</c:v>
                </c:pt>
                <c:pt idx="92">
                  <c:v>44848</c:v>
                </c:pt>
                <c:pt idx="93">
                  <c:v>44855</c:v>
                </c:pt>
                <c:pt idx="94">
                  <c:v>44862</c:v>
                </c:pt>
                <c:pt idx="95">
                  <c:v>44869</c:v>
                </c:pt>
                <c:pt idx="96">
                  <c:v>44876</c:v>
                </c:pt>
                <c:pt idx="97">
                  <c:v>44883</c:v>
                </c:pt>
                <c:pt idx="98">
                  <c:v>44890</c:v>
                </c:pt>
                <c:pt idx="99">
                  <c:v>44897</c:v>
                </c:pt>
                <c:pt idx="100">
                  <c:v>44904</c:v>
                </c:pt>
                <c:pt idx="101">
                  <c:v>44911</c:v>
                </c:pt>
                <c:pt idx="102">
                  <c:v>44918</c:v>
                </c:pt>
                <c:pt idx="103">
                  <c:v>44925</c:v>
                </c:pt>
                <c:pt idx="104">
                  <c:v>44932</c:v>
                </c:pt>
                <c:pt idx="105">
                  <c:v>44939</c:v>
                </c:pt>
                <c:pt idx="106">
                  <c:v>44946</c:v>
                </c:pt>
                <c:pt idx="107">
                  <c:v>44953</c:v>
                </c:pt>
                <c:pt idx="108">
                  <c:v>44960</c:v>
                </c:pt>
                <c:pt idx="109">
                  <c:v>44967</c:v>
                </c:pt>
                <c:pt idx="110">
                  <c:v>44974</c:v>
                </c:pt>
                <c:pt idx="111">
                  <c:v>44981</c:v>
                </c:pt>
                <c:pt idx="112">
                  <c:v>44988</c:v>
                </c:pt>
                <c:pt idx="113">
                  <c:v>44995</c:v>
                </c:pt>
                <c:pt idx="114">
                  <c:v>45002</c:v>
                </c:pt>
                <c:pt idx="115">
                  <c:v>45009</c:v>
                </c:pt>
                <c:pt idx="116">
                  <c:v>45016</c:v>
                </c:pt>
                <c:pt idx="117">
                  <c:v>45023</c:v>
                </c:pt>
                <c:pt idx="118">
                  <c:v>45030</c:v>
                </c:pt>
                <c:pt idx="119">
                  <c:v>45037</c:v>
                </c:pt>
                <c:pt idx="120">
                  <c:v>45044</c:v>
                </c:pt>
                <c:pt idx="121">
                  <c:v>45051</c:v>
                </c:pt>
                <c:pt idx="122">
                  <c:v>45058</c:v>
                </c:pt>
                <c:pt idx="123">
                  <c:v>45065</c:v>
                </c:pt>
                <c:pt idx="124">
                  <c:v>45072</c:v>
                </c:pt>
                <c:pt idx="125">
                  <c:v>45079</c:v>
                </c:pt>
                <c:pt idx="126">
                  <c:v>45086</c:v>
                </c:pt>
                <c:pt idx="127">
                  <c:v>45093</c:v>
                </c:pt>
                <c:pt idx="128">
                  <c:v>45100</c:v>
                </c:pt>
                <c:pt idx="129">
                  <c:v>45107</c:v>
                </c:pt>
                <c:pt idx="130">
                  <c:v>45114</c:v>
                </c:pt>
                <c:pt idx="131">
                  <c:v>45121</c:v>
                </c:pt>
                <c:pt idx="132">
                  <c:v>45128</c:v>
                </c:pt>
                <c:pt idx="133">
                  <c:v>45135</c:v>
                </c:pt>
                <c:pt idx="134">
                  <c:v>45142</c:v>
                </c:pt>
                <c:pt idx="135">
                  <c:v>45149</c:v>
                </c:pt>
                <c:pt idx="136">
                  <c:v>45156</c:v>
                </c:pt>
                <c:pt idx="137">
                  <c:v>45163</c:v>
                </c:pt>
                <c:pt idx="138">
                  <c:v>45170</c:v>
                </c:pt>
                <c:pt idx="139">
                  <c:v>45177</c:v>
                </c:pt>
                <c:pt idx="140">
                  <c:v>45184</c:v>
                </c:pt>
                <c:pt idx="141">
                  <c:v>45191</c:v>
                </c:pt>
                <c:pt idx="142">
                  <c:v>45198</c:v>
                </c:pt>
                <c:pt idx="143">
                  <c:v>45205</c:v>
                </c:pt>
                <c:pt idx="144">
                  <c:v>45212</c:v>
                </c:pt>
                <c:pt idx="145">
                  <c:v>45219</c:v>
                </c:pt>
                <c:pt idx="146">
                  <c:v>45226</c:v>
                </c:pt>
                <c:pt idx="147">
                  <c:v>45233</c:v>
                </c:pt>
                <c:pt idx="148">
                  <c:v>45240</c:v>
                </c:pt>
                <c:pt idx="149">
                  <c:v>45247</c:v>
                </c:pt>
                <c:pt idx="150">
                  <c:v>45254</c:v>
                </c:pt>
                <c:pt idx="151">
                  <c:v>45261</c:v>
                </c:pt>
                <c:pt idx="152">
                  <c:v>45268</c:v>
                </c:pt>
                <c:pt idx="153">
                  <c:v>45275</c:v>
                </c:pt>
                <c:pt idx="154">
                  <c:v>45282</c:v>
                </c:pt>
                <c:pt idx="155">
                  <c:v>45289</c:v>
                </c:pt>
                <c:pt idx="156">
                  <c:v>45296</c:v>
                </c:pt>
                <c:pt idx="157">
                  <c:v>45303</c:v>
                </c:pt>
                <c:pt idx="158">
                  <c:v>45310</c:v>
                </c:pt>
                <c:pt idx="159">
                  <c:v>45317</c:v>
                </c:pt>
                <c:pt idx="160">
                  <c:v>45324</c:v>
                </c:pt>
                <c:pt idx="161">
                  <c:v>45331</c:v>
                </c:pt>
                <c:pt idx="162">
                  <c:v>45338</c:v>
                </c:pt>
                <c:pt idx="163">
                  <c:v>45345</c:v>
                </c:pt>
                <c:pt idx="164">
                  <c:v>45352</c:v>
                </c:pt>
                <c:pt idx="165">
                  <c:v>45359</c:v>
                </c:pt>
                <c:pt idx="166">
                  <c:v>45366</c:v>
                </c:pt>
                <c:pt idx="167">
                  <c:v>45373</c:v>
                </c:pt>
                <c:pt idx="168">
                  <c:v>45380</c:v>
                </c:pt>
                <c:pt idx="169">
                  <c:v>45387</c:v>
                </c:pt>
                <c:pt idx="170">
                  <c:v>45394</c:v>
                </c:pt>
                <c:pt idx="171">
                  <c:v>45401</c:v>
                </c:pt>
                <c:pt idx="172">
                  <c:v>45408</c:v>
                </c:pt>
                <c:pt idx="173">
                  <c:v>45415</c:v>
                </c:pt>
                <c:pt idx="174">
                  <c:v>45422</c:v>
                </c:pt>
                <c:pt idx="175">
                  <c:v>45429</c:v>
                </c:pt>
                <c:pt idx="176">
                  <c:v>45436</c:v>
                </c:pt>
                <c:pt idx="177">
                  <c:v>45443</c:v>
                </c:pt>
                <c:pt idx="178">
                  <c:v>45450</c:v>
                </c:pt>
                <c:pt idx="179">
                  <c:v>45457</c:v>
                </c:pt>
                <c:pt idx="180">
                  <c:v>45464</c:v>
                </c:pt>
                <c:pt idx="181">
                  <c:v>45471</c:v>
                </c:pt>
                <c:pt idx="182">
                  <c:v>45478</c:v>
                </c:pt>
                <c:pt idx="183">
                  <c:v>45485</c:v>
                </c:pt>
                <c:pt idx="184">
                  <c:v>45492</c:v>
                </c:pt>
                <c:pt idx="185">
                  <c:v>45499</c:v>
                </c:pt>
                <c:pt idx="186">
                  <c:v>45506</c:v>
                </c:pt>
                <c:pt idx="187">
                  <c:v>45513</c:v>
                </c:pt>
                <c:pt idx="188">
                  <c:v>45520</c:v>
                </c:pt>
                <c:pt idx="189">
                  <c:v>45527</c:v>
                </c:pt>
                <c:pt idx="190">
                  <c:v>45534</c:v>
                </c:pt>
                <c:pt idx="191">
                  <c:v>45541</c:v>
                </c:pt>
                <c:pt idx="192">
                  <c:v>45548</c:v>
                </c:pt>
                <c:pt idx="193">
                  <c:v>45555</c:v>
                </c:pt>
                <c:pt idx="194">
                  <c:v>45562</c:v>
                </c:pt>
                <c:pt idx="195">
                  <c:v>45569</c:v>
                </c:pt>
                <c:pt idx="196">
                  <c:v>45576</c:v>
                </c:pt>
                <c:pt idx="197">
                  <c:v>45583</c:v>
                </c:pt>
                <c:pt idx="198">
                  <c:v>45590</c:v>
                </c:pt>
                <c:pt idx="199">
                  <c:v>45597</c:v>
                </c:pt>
                <c:pt idx="200">
                  <c:v>45604</c:v>
                </c:pt>
                <c:pt idx="201">
                  <c:v>45611</c:v>
                </c:pt>
                <c:pt idx="202">
                  <c:v>45618</c:v>
                </c:pt>
                <c:pt idx="203">
                  <c:v>45625</c:v>
                </c:pt>
                <c:pt idx="204">
                  <c:v>45632</c:v>
                </c:pt>
                <c:pt idx="205">
                  <c:v>45639</c:v>
                </c:pt>
                <c:pt idx="206">
                  <c:v>45646</c:v>
                </c:pt>
                <c:pt idx="207">
                  <c:v>45653</c:v>
                </c:pt>
                <c:pt idx="208">
                  <c:v>45660</c:v>
                </c:pt>
                <c:pt idx="209">
                  <c:v>45667</c:v>
                </c:pt>
                <c:pt idx="210">
                  <c:v>45674</c:v>
                </c:pt>
                <c:pt idx="211">
                  <c:v>45681</c:v>
                </c:pt>
                <c:pt idx="212">
                  <c:v>45688</c:v>
                </c:pt>
                <c:pt idx="213">
                  <c:v>45695</c:v>
                </c:pt>
                <c:pt idx="214">
                  <c:v>45702</c:v>
                </c:pt>
                <c:pt idx="215">
                  <c:v>45709</c:v>
                </c:pt>
                <c:pt idx="216">
                  <c:v>45716</c:v>
                </c:pt>
                <c:pt idx="217">
                  <c:v>45723</c:v>
                </c:pt>
                <c:pt idx="218">
                  <c:v>45730</c:v>
                </c:pt>
                <c:pt idx="219">
                  <c:v>45737</c:v>
                </c:pt>
                <c:pt idx="220">
                  <c:v>45744</c:v>
                </c:pt>
                <c:pt idx="221">
                  <c:v>45751</c:v>
                </c:pt>
                <c:pt idx="222">
                  <c:v>45758</c:v>
                </c:pt>
                <c:pt idx="223">
                  <c:v>45765</c:v>
                </c:pt>
                <c:pt idx="224">
                  <c:v>45772</c:v>
                </c:pt>
                <c:pt idx="225">
                  <c:v>45779</c:v>
                </c:pt>
                <c:pt idx="226">
                  <c:v>45786</c:v>
                </c:pt>
                <c:pt idx="227">
                  <c:v>45793</c:v>
                </c:pt>
                <c:pt idx="228">
                  <c:v>45800</c:v>
                </c:pt>
                <c:pt idx="229">
                  <c:v>45807</c:v>
                </c:pt>
                <c:pt idx="230">
                  <c:v>45814</c:v>
                </c:pt>
                <c:pt idx="231">
                  <c:v>45821</c:v>
                </c:pt>
                <c:pt idx="232">
                  <c:v>45828</c:v>
                </c:pt>
                <c:pt idx="233">
                  <c:v>45835</c:v>
                </c:pt>
                <c:pt idx="234">
                  <c:v>45842</c:v>
                </c:pt>
                <c:pt idx="235">
                  <c:v>45849</c:v>
                </c:pt>
                <c:pt idx="236">
                  <c:v>45856</c:v>
                </c:pt>
                <c:pt idx="237">
                  <c:v>45863</c:v>
                </c:pt>
                <c:pt idx="238">
                  <c:v>45870</c:v>
                </c:pt>
                <c:pt idx="239">
                  <c:v>45877</c:v>
                </c:pt>
                <c:pt idx="240">
                  <c:v>45884</c:v>
                </c:pt>
                <c:pt idx="241">
                  <c:v>45891</c:v>
                </c:pt>
                <c:pt idx="242">
                  <c:v>45898</c:v>
                </c:pt>
                <c:pt idx="243">
                  <c:v>45905</c:v>
                </c:pt>
                <c:pt idx="244">
                  <c:v>45912</c:v>
                </c:pt>
                <c:pt idx="245">
                  <c:v>45919</c:v>
                </c:pt>
                <c:pt idx="246">
                  <c:v>45926</c:v>
                </c:pt>
                <c:pt idx="247">
                  <c:v>45933</c:v>
                </c:pt>
                <c:pt idx="248">
                  <c:v>45940</c:v>
                </c:pt>
                <c:pt idx="249">
                  <c:v>45947</c:v>
                </c:pt>
                <c:pt idx="250">
                  <c:v>45954</c:v>
                </c:pt>
                <c:pt idx="251">
                  <c:v>45961</c:v>
                </c:pt>
                <c:pt idx="252">
                  <c:v>45968</c:v>
                </c:pt>
                <c:pt idx="253">
                  <c:v>45975</c:v>
                </c:pt>
                <c:pt idx="254">
                  <c:v>45982</c:v>
                </c:pt>
                <c:pt idx="255">
                  <c:v>45989</c:v>
                </c:pt>
                <c:pt idx="256">
                  <c:v>45996</c:v>
                </c:pt>
                <c:pt idx="257">
                  <c:v>46003</c:v>
                </c:pt>
                <c:pt idx="258">
                  <c:v>46010</c:v>
                </c:pt>
                <c:pt idx="259">
                  <c:v>46017</c:v>
                </c:pt>
                <c:pt idx="260">
                  <c:v>46024</c:v>
                </c:pt>
                <c:pt idx="261">
                  <c:v>46031</c:v>
                </c:pt>
                <c:pt idx="262">
                  <c:v>46038</c:v>
                </c:pt>
                <c:pt idx="263">
                  <c:v>46045</c:v>
                </c:pt>
                <c:pt idx="264">
                  <c:v>46052</c:v>
                </c:pt>
                <c:pt idx="265">
                  <c:v>46059</c:v>
                </c:pt>
                <c:pt idx="266">
                  <c:v>46066</c:v>
                </c:pt>
                <c:pt idx="267">
                  <c:v>46073</c:v>
                </c:pt>
                <c:pt idx="268">
                  <c:v>46080</c:v>
                </c:pt>
                <c:pt idx="269">
                  <c:v>46087</c:v>
                </c:pt>
                <c:pt idx="270">
                  <c:v>46094</c:v>
                </c:pt>
                <c:pt idx="271">
                  <c:v>46101</c:v>
                </c:pt>
                <c:pt idx="272">
                  <c:v>46108</c:v>
                </c:pt>
                <c:pt idx="273">
                  <c:v>46115</c:v>
                </c:pt>
                <c:pt idx="274">
                  <c:v>46122</c:v>
                </c:pt>
                <c:pt idx="275">
                  <c:v>46129</c:v>
                </c:pt>
                <c:pt idx="276">
                  <c:v>46136</c:v>
                </c:pt>
                <c:pt idx="277">
                  <c:v>46143</c:v>
                </c:pt>
                <c:pt idx="278">
                  <c:v>46150</c:v>
                </c:pt>
                <c:pt idx="279">
                  <c:v>46157</c:v>
                </c:pt>
                <c:pt idx="280">
                  <c:v>46164</c:v>
                </c:pt>
                <c:pt idx="281">
                  <c:v>46171</c:v>
                </c:pt>
                <c:pt idx="282">
                  <c:v>46178</c:v>
                </c:pt>
                <c:pt idx="283">
                  <c:v>46185</c:v>
                </c:pt>
                <c:pt idx="284">
                  <c:v>46192</c:v>
                </c:pt>
                <c:pt idx="285">
                  <c:v>46199</c:v>
                </c:pt>
                <c:pt idx="286">
                  <c:v>46206</c:v>
                </c:pt>
                <c:pt idx="287">
                  <c:v>46213</c:v>
                </c:pt>
                <c:pt idx="288">
                  <c:v>46220</c:v>
                </c:pt>
                <c:pt idx="289">
                  <c:v>46227</c:v>
                </c:pt>
                <c:pt idx="290">
                  <c:v>46234</c:v>
                </c:pt>
                <c:pt idx="291">
                  <c:v>46241</c:v>
                </c:pt>
                <c:pt idx="292">
                  <c:v>46248</c:v>
                </c:pt>
                <c:pt idx="293">
                  <c:v>46255</c:v>
                </c:pt>
                <c:pt idx="294">
                  <c:v>46262</c:v>
                </c:pt>
                <c:pt idx="295">
                  <c:v>46269</c:v>
                </c:pt>
                <c:pt idx="296">
                  <c:v>46276</c:v>
                </c:pt>
                <c:pt idx="297">
                  <c:v>46283</c:v>
                </c:pt>
              </c:numCache>
            </c:numRef>
          </c:cat>
          <c:val>
            <c:numRef>
              <c:f>Sheet1!$C$2:$C$299</c:f>
              <c:numCache>
                <c:formatCode>General</c:formatCode>
                <c:ptCount val="298"/>
                <c:pt idx="0">
                  <c:v>13.21861637226506</c:v>
                </c:pt>
                <c:pt idx="1">
                  <c:v>13.21861637226506</c:v>
                </c:pt>
                <c:pt idx="2">
                  <c:v>13.21861637226506</c:v>
                </c:pt>
                <c:pt idx="3">
                  <c:v>13.21861637226506</c:v>
                </c:pt>
                <c:pt idx="4">
                  <c:v>13.21861637226506</c:v>
                </c:pt>
                <c:pt idx="5">
                  <c:v>13.21861637226506</c:v>
                </c:pt>
                <c:pt idx="6">
                  <c:v>13.21861637226506</c:v>
                </c:pt>
                <c:pt idx="7">
                  <c:v>13.21861637226506</c:v>
                </c:pt>
                <c:pt idx="8">
                  <c:v>13.21861637226506</c:v>
                </c:pt>
                <c:pt idx="9">
                  <c:v>13.21861637226506</c:v>
                </c:pt>
                <c:pt idx="10">
                  <c:v>13.21861637226506</c:v>
                </c:pt>
                <c:pt idx="11">
                  <c:v>13.21861637226506</c:v>
                </c:pt>
                <c:pt idx="12">
                  <c:v>13.21861637226506</c:v>
                </c:pt>
                <c:pt idx="13">
                  <c:v>13.21861637226506</c:v>
                </c:pt>
                <c:pt idx="14">
                  <c:v>13.21861637226506</c:v>
                </c:pt>
                <c:pt idx="15">
                  <c:v>13.21861637226506</c:v>
                </c:pt>
                <c:pt idx="16">
                  <c:v>13.21861637226506</c:v>
                </c:pt>
                <c:pt idx="17">
                  <c:v>13.21861637226506</c:v>
                </c:pt>
                <c:pt idx="18">
                  <c:v>13.21861637226506</c:v>
                </c:pt>
                <c:pt idx="19">
                  <c:v>13.21861637226506</c:v>
                </c:pt>
                <c:pt idx="20">
                  <c:v>13.21861637226506</c:v>
                </c:pt>
                <c:pt idx="21">
                  <c:v>13.21861637226506</c:v>
                </c:pt>
                <c:pt idx="22">
                  <c:v>13.21861637226506</c:v>
                </c:pt>
                <c:pt idx="23">
                  <c:v>13.21861637226506</c:v>
                </c:pt>
                <c:pt idx="24">
                  <c:v>13.21861637226506</c:v>
                </c:pt>
                <c:pt idx="25">
                  <c:v>13.21861637226506</c:v>
                </c:pt>
                <c:pt idx="26">
                  <c:v>13.21861637226506</c:v>
                </c:pt>
                <c:pt idx="27">
                  <c:v>13.21861637226506</c:v>
                </c:pt>
                <c:pt idx="28">
                  <c:v>13.21861637226506</c:v>
                </c:pt>
                <c:pt idx="29">
                  <c:v>13.21861637226506</c:v>
                </c:pt>
                <c:pt idx="30">
                  <c:v>13.21861637226506</c:v>
                </c:pt>
                <c:pt idx="31">
                  <c:v>13.21861637226506</c:v>
                </c:pt>
                <c:pt idx="32">
                  <c:v>13.21861637226506</c:v>
                </c:pt>
                <c:pt idx="33">
                  <c:v>13.21861637226506</c:v>
                </c:pt>
                <c:pt idx="34">
                  <c:v>13.21861637226506</c:v>
                </c:pt>
                <c:pt idx="35">
                  <c:v>13.21861637226506</c:v>
                </c:pt>
                <c:pt idx="36">
                  <c:v>13.21861637226506</c:v>
                </c:pt>
                <c:pt idx="37">
                  <c:v>13.21861637226506</c:v>
                </c:pt>
                <c:pt idx="38">
                  <c:v>13.21861637226506</c:v>
                </c:pt>
                <c:pt idx="39">
                  <c:v>13.21861637226506</c:v>
                </c:pt>
                <c:pt idx="40">
                  <c:v>13.21861637226506</c:v>
                </c:pt>
                <c:pt idx="41">
                  <c:v>13.21861637226506</c:v>
                </c:pt>
                <c:pt idx="42">
                  <c:v>13.21861637226506</c:v>
                </c:pt>
                <c:pt idx="43">
                  <c:v>13.21861637226506</c:v>
                </c:pt>
                <c:pt idx="44">
                  <c:v>13.21861637226506</c:v>
                </c:pt>
                <c:pt idx="45">
                  <c:v>13.21861637226506</c:v>
                </c:pt>
                <c:pt idx="46">
                  <c:v>13.21861637226506</c:v>
                </c:pt>
                <c:pt idx="47">
                  <c:v>13.21861637226506</c:v>
                </c:pt>
                <c:pt idx="48">
                  <c:v>13.21861637226506</c:v>
                </c:pt>
                <c:pt idx="49">
                  <c:v>13.21861637226506</c:v>
                </c:pt>
                <c:pt idx="50">
                  <c:v>13.21861637226506</c:v>
                </c:pt>
                <c:pt idx="51">
                  <c:v>13.21861637226506</c:v>
                </c:pt>
                <c:pt idx="52">
                  <c:v>13.21861637226506</c:v>
                </c:pt>
                <c:pt idx="53">
                  <c:v>13.21861637226506</c:v>
                </c:pt>
                <c:pt idx="54">
                  <c:v>13.21861637226506</c:v>
                </c:pt>
                <c:pt idx="55">
                  <c:v>13.21861637226506</c:v>
                </c:pt>
                <c:pt idx="56">
                  <c:v>13.21861637226506</c:v>
                </c:pt>
                <c:pt idx="57">
                  <c:v>13.21861637226506</c:v>
                </c:pt>
                <c:pt idx="58">
                  <c:v>13.21861637226506</c:v>
                </c:pt>
                <c:pt idx="59">
                  <c:v>13.21861637226506</c:v>
                </c:pt>
                <c:pt idx="60">
                  <c:v>13.21861637226506</c:v>
                </c:pt>
                <c:pt idx="61">
                  <c:v>13.21861637226506</c:v>
                </c:pt>
                <c:pt idx="62">
                  <c:v>13.21861637226506</c:v>
                </c:pt>
                <c:pt idx="63">
                  <c:v>13.21861637226506</c:v>
                </c:pt>
                <c:pt idx="64">
                  <c:v>13.21861637226506</c:v>
                </c:pt>
                <c:pt idx="65">
                  <c:v>13.21861637226506</c:v>
                </c:pt>
                <c:pt idx="66">
                  <c:v>13.21861637226506</c:v>
                </c:pt>
                <c:pt idx="67">
                  <c:v>13.21861637226506</c:v>
                </c:pt>
                <c:pt idx="68">
                  <c:v>13.21861637226506</c:v>
                </c:pt>
                <c:pt idx="69">
                  <c:v>13.21861637226506</c:v>
                </c:pt>
                <c:pt idx="70">
                  <c:v>13.21861637226506</c:v>
                </c:pt>
                <c:pt idx="71">
                  <c:v>13.21861637226506</c:v>
                </c:pt>
                <c:pt idx="72">
                  <c:v>13.21861637226506</c:v>
                </c:pt>
                <c:pt idx="73">
                  <c:v>13.21861637226506</c:v>
                </c:pt>
                <c:pt idx="74">
                  <c:v>13.21861637226506</c:v>
                </c:pt>
                <c:pt idx="75">
                  <c:v>13.21861637226506</c:v>
                </c:pt>
                <c:pt idx="76">
                  <c:v>13.21861637226506</c:v>
                </c:pt>
                <c:pt idx="77">
                  <c:v>13.21861637226506</c:v>
                </c:pt>
                <c:pt idx="78">
                  <c:v>13.21861637226506</c:v>
                </c:pt>
                <c:pt idx="79">
                  <c:v>13.21861637226506</c:v>
                </c:pt>
                <c:pt idx="80">
                  <c:v>13.21861637226506</c:v>
                </c:pt>
                <c:pt idx="81">
                  <c:v>13.21861637226506</c:v>
                </c:pt>
                <c:pt idx="82">
                  <c:v>13.21861637226506</c:v>
                </c:pt>
                <c:pt idx="83">
                  <c:v>13.21861637226506</c:v>
                </c:pt>
                <c:pt idx="84">
                  <c:v>13.21861637226506</c:v>
                </c:pt>
                <c:pt idx="85">
                  <c:v>13.21861637226506</c:v>
                </c:pt>
                <c:pt idx="86">
                  <c:v>13.21861637226506</c:v>
                </c:pt>
                <c:pt idx="87">
                  <c:v>13.21861637226506</c:v>
                </c:pt>
                <c:pt idx="88">
                  <c:v>13.21861637226506</c:v>
                </c:pt>
                <c:pt idx="89">
                  <c:v>13.21861637226506</c:v>
                </c:pt>
                <c:pt idx="90">
                  <c:v>13.21861637226506</c:v>
                </c:pt>
                <c:pt idx="91">
                  <c:v>13.21861637226506</c:v>
                </c:pt>
                <c:pt idx="92">
                  <c:v>13.21861637226506</c:v>
                </c:pt>
                <c:pt idx="93">
                  <c:v>13.21861637226506</c:v>
                </c:pt>
                <c:pt idx="94">
                  <c:v>13.21861637226506</c:v>
                </c:pt>
                <c:pt idx="95">
                  <c:v>13.21861637226506</c:v>
                </c:pt>
                <c:pt idx="96">
                  <c:v>13.21861637226506</c:v>
                </c:pt>
                <c:pt idx="97">
                  <c:v>13.21861637226506</c:v>
                </c:pt>
                <c:pt idx="98">
                  <c:v>13.21861637226506</c:v>
                </c:pt>
                <c:pt idx="99">
                  <c:v>13.21861637226506</c:v>
                </c:pt>
                <c:pt idx="100">
                  <c:v>13.21861637226506</c:v>
                </c:pt>
                <c:pt idx="101">
                  <c:v>13.21861637226506</c:v>
                </c:pt>
                <c:pt idx="102">
                  <c:v>13.21861637226506</c:v>
                </c:pt>
                <c:pt idx="103">
                  <c:v>13.21861637226506</c:v>
                </c:pt>
                <c:pt idx="104">
                  <c:v>13.21861637226506</c:v>
                </c:pt>
                <c:pt idx="105">
                  <c:v>13.21861637226506</c:v>
                </c:pt>
                <c:pt idx="106">
                  <c:v>13.21861637226506</c:v>
                </c:pt>
                <c:pt idx="107">
                  <c:v>13.21861637226506</c:v>
                </c:pt>
                <c:pt idx="108">
                  <c:v>13.21861637226506</c:v>
                </c:pt>
                <c:pt idx="109">
                  <c:v>13.21861637226506</c:v>
                </c:pt>
                <c:pt idx="110">
                  <c:v>13.21861637226506</c:v>
                </c:pt>
                <c:pt idx="111">
                  <c:v>13.21861637226506</c:v>
                </c:pt>
                <c:pt idx="112">
                  <c:v>13.21861637226506</c:v>
                </c:pt>
                <c:pt idx="113">
                  <c:v>13.21861637226506</c:v>
                </c:pt>
                <c:pt idx="114">
                  <c:v>13.21861637226506</c:v>
                </c:pt>
                <c:pt idx="115">
                  <c:v>13.21861637226506</c:v>
                </c:pt>
                <c:pt idx="116">
                  <c:v>13.21861637226506</c:v>
                </c:pt>
                <c:pt idx="117">
                  <c:v>13.21861637226506</c:v>
                </c:pt>
                <c:pt idx="118">
                  <c:v>13.21861637226506</c:v>
                </c:pt>
                <c:pt idx="119">
                  <c:v>13.21861637226506</c:v>
                </c:pt>
                <c:pt idx="120">
                  <c:v>13.21861637226506</c:v>
                </c:pt>
                <c:pt idx="121">
                  <c:v>13.21861637226506</c:v>
                </c:pt>
                <c:pt idx="122">
                  <c:v>13.21861637226506</c:v>
                </c:pt>
                <c:pt idx="123">
                  <c:v>13.21861637226506</c:v>
                </c:pt>
                <c:pt idx="124">
                  <c:v>13.21861637226506</c:v>
                </c:pt>
                <c:pt idx="125">
                  <c:v>13.21861637226506</c:v>
                </c:pt>
                <c:pt idx="126">
                  <c:v>13.21861637226506</c:v>
                </c:pt>
                <c:pt idx="127">
                  <c:v>13.21861637226506</c:v>
                </c:pt>
                <c:pt idx="128">
                  <c:v>13.21861637226506</c:v>
                </c:pt>
                <c:pt idx="129">
                  <c:v>13.21861637226506</c:v>
                </c:pt>
                <c:pt idx="130">
                  <c:v>13.21861637226506</c:v>
                </c:pt>
                <c:pt idx="131">
                  <c:v>13.21861637226506</c:v>
                </c:pt>
                <c:pt idx="132">
                  <c:v>13.21861637226506</c:v>
                </c:pt>
                <c:pt idx="133">
                  <c:v>13.21861637226506</c:v>
                </c:pt>
                <c:pt idx="134">
                  <c:v>13.21861637226506</c:v>
                </c:pt>
                <c:pt idx="135">
                  <c:v>13.21861637226506</c:v>
                </c:pt>
                <c:pt idx="136">
                  <c:v>13.21861637226506</c:v>
                </c:pt>
                <c:pt idx="137">
                  <c:v>13.21861637226506</c:v>
                </c:pt>
                <c:pt idx="138">
                  <c:v>13.21861637226506</c:v>
                </c:pt>
                <c:pt idx="139">
                  <c:v>13.21861637226506</c:v>
                </c:pt>
                <c:pt idx="140">
                  <c:v>13.21861637226506</c:v>
                </c:pt>
                <c:pt idx="141">
                  <c:v>13.21861637226506</c:v>
                </c:pt>
                <c:pt idx="142">
                  <c:v>13.21861637226506</c:v>
                </c:pt>
                <c:pt idx="143">
                  <c:v>13.21861637226506</c:v>
                </c:pt>
                <c:pt idx="144">
                  <c:v>13.21861637226506</c:v>
                </c:pt>
                <c:pt idx="145">
                  <c:v>13.21861637226506</c:v>
                </c:pt>
                <c:pt idx="146">
                  <c:v>13.21861637226506</c:v>
                </c:pt>
                <c:pt idx="147">
                  <c:v>13.21861637226506</c:v>
                </c:pt>
                <c:pt idx="148">
                  <c:v>13.21861637226506</c:v>
                </c:pt>
                <c:pt idx="149">
                  <c:v>13.21861637226506</c:v>
                </c:pt>
                <c:pt idx="150">
                  <c:v>13.21861637226506</c:v>
                </c:pt>
                <c:pt idx="151">
                  <c:v>13.21861637226506</c:v>
                </c:pt>
                <c:pt idx="152">
                  <c:v>13.21861637226506</c:v>
                </c:pt>
                <c:pt idx="153">
                  <c:v>13.21861637226506</c:v>
                </c:pt>
                <c:pt idx="154">
                  <c:v>13.21861637226506</c:v>
                </c:pt>
                <c:pt idx="155">
                  <c:v>13.21861637226506</c:v>
                </c:pt>
                <c:pt idx="156">
                  <c:v>13.21861637226506</c:v>
                </c:pt>
                <c:pt idx="157">
                  <c:v>13.21861637226506</c:v>
                </c:pt>
                <c:pt idx="158">
                  <c:v>13.21861637226506</c:v>
                </c:pt>
                <c:pt idx="159">
                  <c:v>13.21861637226506</c:v>
                </c:pt>
                <c:pt idx="160">
                  <c:v>13.21861637226506</c:v>
                </c:pt>
                <c:pt idx="161">
                  <c:v>13.21861637226506</c:v>
                </c:pt>
                <c:pt idx="162">
                  <c:v>13.21861637226506</c:v>
                </c:pt>
                <c:pt idx="163">
                  <c:v>13.21861637226506</c:v>
                </c:pt>
                <c:pt idx="164">
                  <c:v>13.21861637226506</c:v>
                </c:pt>
                <c:pt idx="165">
                  <c:v>13.21861637226506</c:v>
                </c:pt>
                <c:pt idx="166">
                  <c:v>13.21861637226506</c:v>
                </c:pt>
                <c:pt idx="167">
                  <c:v>13.21861637226506</c:v>
                </c:pt>
                <c:pt idx="168">
                  <c:v>13.21861637226506</c:v>
                </c:pt>
                <c:pt idx="169">
                  <c:v>13.21861637226506</c:v>
                </c:pt>
                <c:pt idx="170">
                  <c:v>13.21861637226506</c:v>
                </c:pt>
                <c:pt idx="171">
                  <c:v>13.21861637226506</c:v>
                </c:pt>
                <c:pt idx="172">
                  <c:v>13.21861637226506</c:v>
                </c:pt>
                <c:pt idx="173">
                  <c:v>13.21861637226506</c:v>
                </c:pt>
                <c:pt idx="174">
                  <c:v>13.21861637226506</c:v>
                </c:pt>
                <c:pt idx="175">
                  <c:v>13.21861637226506</c:v>
                </c:pt>
                <c:pt idx="176">
                  <c:v>13.21861637226506</c:v>
                </c:pt>
                <c:pt idx="177">
                  <c:v>13.21861637226506</c:v>
                </c:pt>
                <c:pt idx="178">
                  <c:v>13.21861637226506</c:v>
                </c:pt>
                <c:pt idx="179">
                  <c:v>13.21861637226506</c:v>
                </c:pt>
                <c:pt idx="180">
                  <c:v>13.21861637226506</c:v>
                </c:pt>
                <c:pt idx="181">
                  <c:v>13.21861637226506</c:v>
                </c:pt>
                <c:pt idx="182">
                  <c:v>13.21861637226506</c:v>
                </c:pt>
                <c:pt idx="183">
                  <c:v>13.21861637226506</c:v>
                </c:pt>
                <c:pt idx="184">
                  <c:v>13.21861637226506</c:v>
                </c:pt>
                <c:pt idx="185">
                  <c:v>13.21861637226506</c:v>
                </c:pt>
                <c:pt idx="186">
                  <c:v>13.21861637226506</c:v>
                </c:pt>
                <c:pt idx="187">
                  <c:v>13.21861637226506</c:v>
                </c:pt>
                <c:pt idx="188">
                  <c:v>13.21861637226506</c:v>
                </c:pt>
                <c:pt idx="189">
                  <c:v>13.21861637226506</c:v>
                </c:pt>
                <c:pt idx="190">
                  <c:v>13.21861637226506</c:v>
                </c:pt>
                <c:pt idx="191">
                  <c:v>13.21861637226506</c:v>
                </c:pt>
                <c:pt idx="192">
                  <c:v>13.21861637226506</c:v>
                </c:pt>
                <c:pt idx="193">
                  <c:v>13.21861637226506</c:v>
                </c:pt>
                <c:pt idx="194">
                  <c:v>13.21861637226506</c:v>
                </c:pt>
                <c:pt idx="195">
                  <c:v>13.21861637226506</c:v>
                </c:pt>
                <c:pt idx="196">
                  <c:v>13.21861637226506</c:v>
                </c:pt>
                <c:pt idx="197">
                  <c:v>13.21861637226506</c:v>
                </c:pt>
                <c:pt idx="198">
                  <c:v>13.21861637226506</c:v>
                </c:pt>
                <c:pt idx="199">
                  <c:v>13.21861637226506</c:v>
                </c:pt>
                <c:pt idx="200">
                  <c:v>13.21861637226506</c:v>
                </c:pt>
                <c:pt idx="201">
                  <c:v>13.21861637226506</c:v>
                </c:pt>
                <c:pt idx="202">
                  <c:v>13.21861637226506</c:v>
                </c:pt>
                <c:pt idx="203">
                  <c:v>13.21861637226506</c:v>
                </c:pt>
                <c:pt idx="204">
                  <c:v>13.21861637226506</c:v>
                </c:pt>
                <c:pt idx="205">
                  <c:v>13.21861637226506</c:v>
                </c:pt>
                <c:pt idx="206">
                  <c:v>13.21861637226506</c:v>
                </c:pt>
                <c:pt idx="207">
                  <c:v>13.21861637226506</c:v>
                </c:pt>
                <c:pt idx="208">
                  <c:v>13.21861637226506</c:v>
                </c:pt>
                <c:pt idx="209">
                  <c:v>13.21861637226506</c:v>
                </c:pt>
                <c:pt idx="210">
                  <c:v>13.21861637226506</c:v>
                </c:pt>
                <c:pt idx="211">
                  <c:v>13.21861637226506</c:v>
                </c:pt>
                <c:pt idx="212">
                  <c:v>13.21861637226506</c:v>
                </c:pt>
                <c:pt idx="213">
                  <c:v>13.21861637226506</c:v>
                </c:pt>
                <c:pt idx="214">
                  <c:v>13.21861637226506</c:v>
                </c:pt>
                <c:pt idx="215">
                  <c:v>13.21861637226506</c:v>
                </c:pt>
                <c:pt idx="216">
                  <c:v>13.21861637226506</c:v>
                </c:pt>
                <c:pt idx="217">
                  <c:v>13.21861637226506</c:v>
                </c:pt>
                <c:pt idx="218">
                  <c:v>13.21861637226506</c:v>
                </c:pt>
                <c:pt idx="219">
                  <c:v>13.21861637226506</c:v>
                </c:pt>
                <c:pt idx="220">
                  <c:v>13.21861637226506</c:v>
                </c:pt>
                <c:pt idx="221">
                  <c:v>13.21861637226506</c:v>
                </c:pt>
                <c:pt idx="222">
                  <c:v>13.21861637226506</c:v>
                </c:pt>
                <c:pt idx="223">
                  <c:v>13.21861637226506</c:v>
                </c:pt>
                <c:pt idx="224">
                  <c:v>13.21861637226506</c:v>
                </c:pt>
                <c:pt idx="225">
                  <c:v>13.21861637226506</c:v>
                </c:pt>
                <c:pt idx="226">
                  <c:v>13.21861637226506</c:v>
                </c:pt>
                <c:pt idx="227">
                  <c:v>13.21861637226506</c:v>
                </c:pt>
                <c:pt idx="228">
                  <c:v>13.21861637226506</c:v>
                </c:pt>
                <c:pt idx="229">
                  <c:v>13.21861637226506</c:v>
                </c:pt>
                <c:pt idx="230">
                  <c:v>13.21861637226506</c:v>
                </c:pt>
                <c:pt idx="231">
                  <c:v>13.21861637226506</c:v>
                </c:pt>
                <c:pt idx="232">
                  <c:v>13.21861637226506</c:v>
                </c:pt>
                <c:pt idx="233">
                  <c:v>13.21861637226506</c:v>
                </c:pt>
                <c:pt idx="234">
                  <c:v>13.21861637226506</c:v>
                </c:pt>
                <c:pt idx="235">
                  <c:v>13.21861637226506</c:v>
                </c:pt>
                <c:pt idx="236">
                  <c:v>13.21861637226506</c:v>
                </c:pt>
                <c:pt idx="237">
                  <c:v>13.21861637226506</c:v>
                </c:pt>
                <c:pt idx="238">
                  <c:v>13.21861637226506</c:v>
                </c:pt>
                <c:pt idx="239">
                  <c:v>13.21861637226506</c:v>
                </c:pt>
                <c:pt idx="240">
                  <c:v>13.21861637226506</c:v>
                </c:pt>
                <c:pt idx="241">
                  <c:v>13.21861637226506</c:v>
                </c:pt>
                <c:pt idx="242">
                  <c:v>13.21861637226506</c:v>
                </c:pt>
                <c:pt idx="243">
                  <c:v>13.21861637226506</c:v>
                </c:pt>
                <c:pt idx="244">
                  <c:v>13.21861637226506</c:v>
                </c:pt>
                <c:pt idx="245">
                  <c:v>13.21861637226506</c:v>
                </c:pt>
                <c:pt idx="246">
                  <c:v>13.21861637226506</c:v>
                </c:pt>
                <c:pt idx="247">
                  <c:v>13.21861637226506</c:v>
                </c:pt>
                <c:pt idx="248">
                  <c:v>13.21861637226506</c:v>
                </c:pt>
                <c:pt idx="249">
                  <c:v>13.21861637226506</c:v>
                </c:pt>
                <c:pt idx="250">
                  <c:v>13.21861637226506</c:v>
                </c:pt>
                <c:pt idx="251">
                  <c:v>13.21861637226506</c:v>
                </c:pt>
                <c:pt idx="252">
                  <c:v>13.21861637226506</c:v>
                </c:pt>
                <c:pt idx="253">
                  <c:v>13.21861637226506</c:v>
                </c:pt>
                <c:pt idx="254">
                  <c:v>13.21861637226506</c:v>
                </c:pt>
                <c:pt idx="255">
                  <c:v>13.21861637226506</c:v>
                </c:pt>
                <c:pt idx="256">
                  <c:v>13.21861637226506</c:v>
                </c:pt>
                <c:pt idx="257">
                  <c:v>13.21861637226506</c:v>
                </c:pt>
                <c:pt idx="258">
                  <c:v>13.21861637226506</c:v>
                </c:pt>
                <c:pt idx="259">
                  <c:v>13.21861637226506</c:v>
                </c:pt>
                <c:pt idx="260">
                  <c:v>13.21861637226506</c:v>
                </c:pt>
                <c:pt idx="261">
                  <c:v>13.21861637226506</c:v>
                </c:pt>
                <c:pt idx="262">
                  <c:v>13.21861637226506</c:v>
                </c:pt>
                <c:pt idx="263">
                  <c:v>13.21861637226506</c:v>
                </c:pt>
                <c:pt idx="264">
                  <c:v>13.21861637226506</c:v>
                </c:pt>
                <c:pt idx="265">
                  <c:v>13.21861637226506</c:v>
                </c:pt>
                <c:pt idx="266">
                  <c:v>13.21861637226506</c:v>
                </c:pt>
                <c:pt idx="267">
                  <c:v>13.21861637226506</c:v>
                </c:pt>
                <c:pt idx="268">
                  <c:v>13.21861637226506</c:v>
                </c:pt>
                <c:pt idx="269">
                  <c:v>13.21861637226506</c:v>
                </c:pt>
                <c:pt idx="270">
                  <c:v>13.21861637226506</c:v>
                </c:pt>
                <c:pt idx="271">
                  <c:v>13.21861637226506</c:v>
                </c:pt>
                <c:pt idx="272">
                  <c:v>13.21861637226506</c:v>
                </c:pt>
                <c:pt idx="273">
                  <c:v>13.21861637226506</c:v>
                </c:pt>
                <c:pt idx="274">
                  <c:v>13.21861637226506</c:v>
                </c:pt>
                <c:pt idx="275">
                  <c:v>13.21861637226506</c:v>
                </c:pt>
                <c:pt idx="276">
                  <c:v>13.21861637226506</c:v>
                </c:pt>
                <c:pt idx="277">
                  <c:v>13.21861637226506</c:v>
                </c:pt>
                <c:pt idx="278">
                  <c:v>13.21861637226506</c:v>
                </c:pt>
                <c:pt idx="279">
                  <c:v>13.21861637226506</c:v>
                </c:pt>
                <c:pt idx="280">
                  <c:v>13.21861637226506</c:v>
                </c:pt>
                <c:pt idx="281">
                  <c:v>13.21861637226506</c:v>
                </c:pt>
                <c:pt idx="282">
                  <c:v>13.21861637226506</c:v>
                </c:pt>
                <c:pt idx="283">
                  <c:v>13.21861637226506</c:v>
                </c:pt>
                <c:pt idx="284">
                  <c:v>13.21861637226506</c:v>
                </c:pt>
                <c:pt idx="285">
                  <c:v>13.21861637226506</c:v>
                </c:pt>
                <c:pt idx="286">
                  <c:v>13.21861637226506</c:v>
                </c:pt>
                <c:pt idx="287">
                  <c:v>13.21861637226506</c:v>
                </c:pt>
                <c:pt idx="288">
                  <c:v>13.21861637226506</c:v>
                </c:pt>
                <c:pt idx="289">
                  <c:v>13.21861637226506</c:v>
                </c:pt>
                <c:pt idx="290">
                  <c:v>13.21861637226506</c:v>
                </c:pt>
                <c:pt idx="291">
                  <c:v>13.21861637226506</c:v>
                </c:pt>
                <c:pt idx="292">
                  <c:v>13.21861637226506</c:v>
                </c:pt>
                <c:pt idx="293">
                  <c:v>13.21861637226506</c:v>
                </c:pt>
                <c:pt idx="294">
                  <c:v>13.21861637226506</c:v>
                </c:pt>
                <c:pt idx="295">
                  <c:v>13.21861637226506</c:v>
                </c:pt>
                <c:pt idx="296">
                  <c:v>13.21861637226506</c:v>
                </c:pt>
                <c:pt idx="297">
                  <c:v>13.21861637226506</c:v>
                </c:pt>
              </c:numCache>
            </c:numRef>
          </c:val>
          <c:smooth val="1"/>
          <c:extLst>
            <c:ext xmlns:c16="http://schemas.microsoft.com/office/drawing/2014/chart" uri="{C3380CC4-5D6E-409C-BE32-E72D297353CC}">
              <c16:uniqueId val="{00000001-2B50-4DD7-B4A1-1FC0E9E7CCED}"/>
            </c:ext>
          </c:extLst>
        </c:ser>
        <c:ser>
          <c:idx val="2"/>
          <c:order val="2"/>
          <c:tx>
            <c:v>±1 s.d.</c:v>
          </c:tx>
          <c:spPr>
            <a:ln w="19050">
              <a:solidFill>
                <a:srgbClr val="8EB3DF"/>
              </a:solidFill>
              <a:prstDash val="dash"/>
            </a:ln>
          </c:spPr>
          <c:marker>
            <c:symbol val="none"/>
          </c:marker>
          <c:cat>
            <c:numRef>
              <c:f>Sheet1!$A$2:$A$299</c:f>
              <c:numCache>
                <c:formatCode>yyyy\-mm\-dd</c:formatCode>
                <c:ptCount val="298"/>
                <c:pt idx="0">
                  <c:v>44204</c:v>
                </c:pt>
                <c:pt idx="1">
                  <c:v>44211</c:v>
                </c:pt>
                <c:pt idx="2">
                  <c:v>44218</c:v>
                </c:pt>
                <c:pt idx="3">
                  <c:v>44225</c:v>
                </c:pt>
                <c:pt idx="4">
                  <c:v>44232</c:v>
                </c:pt>
                <c:pt idx="5">
                  <c:v>44239</c:v>
                </c:pt>
                <c:pt idx="6">
                  <c:v>44246</c:v>
                </c:pt>
                <c:pt idx="7">
                  <c:v>44253</c:v>
                </c:pt>
                <c:pt idx="8">
                  <c:v>44260</c:v>
                </c:pt>
                <c:pt idx="9">
                  <c:v>44267</c:v>
                </c:pt>
                <c:pt idx="10">
                  <c:v>44274</c:v>
                </c:pt>
                <c:pt idx="11">
                  <c:v>44281</c:v>
                </c:pt>
                <c:pt idx="12">
                  <c:v>44288</c:v>
                </c:pt>
                <c:pt idx="13">
                  <c:v>44295</c:v>
                </c:pt>
                <c:pt idx="14">
                  <c:v>44302</c:v>
                </c:pt>
                <c:pt idx="15">
                  <c:v>44309</c:v>
                </c:pt>
                <c:pt idx="16">
                  <c:v>44316</c:v>
                </c:pt>
                <c:pt idx="17">
                  <c:v>44323</c:v>
                </c:pt>
                <c:pt idx="18">
                  <c:v>44330</c:v>
                </c:pt>
                <c:pt idx="19">
                  <c:v>44337</c:v>
                </c:pt>
                <c:pt idx="20">
                  <c:v>44344</c:v>
                </c:pt>
                <c:pt idx="21">
                  <c:v>44351</c:v>
                </c:pt>
                <c:pt idx="22">
                  <c:v>44358</c:v>
                </c:pt>
                <c:pt idx="23">
                  <c:v>44365</c:v>
                </c:pt>
                <c:pt idx="24">
                  <c:v>44372</c:v>
                </c:pt>
                <c:pt idx="25">
                  <c:v>44379</c:v>
                </c:pt>
                <c:pt idx="26">
                  <c:v>44386</c:v>
                </c:pt>
                <c:pt idx="27">
                  <c:v>44393</c:v>
                </c:pt>
                <c:pt idx="28">
                  <c:v>44400</c:v>
                </c:pt>
                <c:pt idx="29">
                  <c:v>44407</c:v>
                </c:pt>
                <c:pt idx="30">
                  <c:v>44414</c:v>
                </c:pt>
                <c:pt idx="31">
                  <c:v>44421</c:v>
                </c:pt>
                <c:pt idx="32">
                  <c:v>44428</c:v>
                </c:pt>
                <c:pt idx="33">
                  <c:v>44435</c:v>
                </c:pt>
                <c:pt idx="34">
                  <c:v>44442</c:v>
                </c:pt>
                <c:pt idx="35">
                  <c:v>44449</c:v>
                </c:pt>
                <c:pt idx="36">
                  <c:v>44456</c:v>
                </c:pt>
                <c:pt idx="37">
                  <c:v>44463</c:v>
                </c:pt>
                <c:pt idx="38">
                  <c:v>44470</c:v>
                </c:pt>
                <c:pt idx="39">
                  <c:v>44477</c:v>
                </c:pt>
                <c:pt idx="40">
                  <c:v>44484</c:v>
                </c:pt>
                <c:pt idx="41">
                  <c:v>44491</c:v>
                </c:pt>
                <c:pt idx="42">
                  <c:v>44498</c:v>
                </c:pt>
                <c:pt idx="43">
                  <c:v>44505</c:v>
                </c:pt>
                <c:pt idx="44">
                  <c:v>44512</c:v>
                </c:pt>
                <c:pt idx="45">
                  <c:v>44519</c:v>
                </c:pt>
                <c:pt idx="46">
                  <c:v>44526</c:v>
                </c:pt>
                <c:pt idx="47">
                  <c:v>44533</c:v>
                </c:pt>
                <c:pt idx="48">
                  <c:v>44540</c:v>
                </c:pt>
                <c:pt idx="49">
                  <c:v>44547</c:v>
                </c:pt>
                <c:pt idx="50">
                  <c:v>44554</c:v>
                </c:pt>
                <c:pt idx="51">
                  <c:v>44561</c:v>
                </c:pt>
                <c:pt idx="52">
                  <c:v>44568</c:v>
                </c:pt>
                <c:pt idx="53">
                  <c:v>44575</c:v>
                </c:pt>
                <c:pt idx="54">
                  <c:v>44582</c:v>
                </c:pt>
                <c:pt idx="55">
                  <c:v>44589</c:v>
                </c:pt>
                <c:pt idx="56">
                  <c:v>44596</c:v>
                </c:pt>
                <c:pt idx="57">
                  <c:v>44603</c:v>
                </c:pt>
                <c:pt idx="58">
                  <c:v>44610</c:v>
                </c:pt>
                <c:pt idx="59">
                  <c:v>44617</c:v>
                </c:pt>
                <c:pt idx="60">
                  <c:v>44624</c:v>
                </c:pt>
                <c:pt idx="61">
                  <c:v>44631</c:v>
                </c:pt>
                <c:pt idx="62">
                  <c:v>44638</c:v>
                </c:pt>
                <c:pt idx="63">
                  <c:v>44645</c:v>
                </c:pt>
                <c:pt idx="64">
                  <c:v>44652</c:v>
                </c:pt>
                <c:pt idx="65">
                  <c:v>44659</c:v>
                </c:pt>
                <c:pt idx="66">
                  <c:v>44666</c:v>
                </c:pt>
                <c:pt idx="67">
                  <c:v>44673</c:v>
                </c:pt>
                <c:pt idx="68">
                  <c:v>44680</c:v>
                </c:pt>
                <c:pt idx="69">
                  <c:v>44687</c:v>
                </c:pt>
                <c:pt idx="70">
                  <c:v>44694</c:v>
                </c:pt>
                <c:pt idx="71">
                  <c:v>44701</c:v>
                </c:pt>
                <c:pt idx="72">
                  <c:v>44708</c:v>
                </c:pt>
                <c:pt idx="73">
                  <c:v>44715</c:v>
                </c:pt>
                <c:pt idx="74">
                  <c:v>44722</c:v>
                </c:pt>
                <c:pt idx="75">
                  <c:v>44729</c:v>
                </c:pt>
                <c:pt idx="76">
                  <c:v>44736</c:v>
                </c:pt>
                <c:pt idx="77">
                  <c:v>44743</c:v>
                </c:pt>
                <c:pt idx="78">
                  <c:v>44750</c:v>
                </c:pt>
                <c:pt idx="79">
                  <c:v>44757</c:v>
                </c:pt>
                <c:pt idx="80">
                  <c:v>44764</c:v>
                </c:pt>
                <c:pt idx="81">
                  <c:v>44771</c:v>
                </c:pt>
                <c:pt idx="82">
                  <c:v>44778</c:v>
                </c:pt>
                <c:pt idx="83">
                  <c:v>44785</c:v>
                </c:pt>
                <c:pt idx="84">
                  <c:v>44792</c:v>
                </c:pt>
                <c:pt idx="85">
                  <c:v>44799</c:v>
                </c:pt>
                <c:pt idx="86">
                  <c:v>44806</c:v>
                </c:pt>
                <c:pt idx="87">
                  <c:v>44813</c:v>
                </c:pt>
                <c:pt idx="88">
                  <c:v>44820</c:v>
                </c:pt>
                <c:pt idx="89">
                  <c:v>44827</c:v>
                </c:pt>
                <c:pt idx="90">
                  <c:v>44834</c:v>
                </c:pt>
                <c:pt idx="91">
                  <c:v>44841</c:v>
                </c:pt>
                <c:pt idx="92">
                  <c:v>44848</c:v>
                </c:pt>
                <c:pt idx="93">
                  <c:v>44855</c:v>
                </c:pt>
                <c:pt idx="94">
                  <c:v>44862</c:v>
                </c:pt>
                <c:pt idx="95">
                  <c:v>44869</c:v>
                </c:pt>
                <c:pt idx="96">
                  <c:v>44876</c:v>
                </c:pt>
                <c:pt idx="97">
                  <c:v>44883</c:v>
                </c:pt>
                <c:pt idx="98">
                  <c:v>44890</c:v>
                </c:pt>
                <c:pt idx="99">
                  <c:v>44897</c:v>
                </c:pt>
                <c:pt idx="100">
                  <c:v>44904</c:v>
                </c:pt>
                <c:pt idx="101">
                  <c:v>44911</c:v>
                </c:pt>
                <c:pt idx="102">
                  <c:v>44918</c:v>
                </c:pt>
                <c:pt idx="103">
                  <c:v>44925</c:v>
                </c:pt>
                <c:pt idx="104">
                  <c:v>44932</c:v>
                </c:pt>
                <c:pt idx="105">
                  <c:v>44939</c:v>
                </c:pt>
                <c:pt idx="106">
                  <c:v>44946</c:v>
                </c:pt>
                <c:pt idx="107">
                  <c:v>44953</c:v>
                </c:pt>
                <c:pt idx="108">
                  <c:v>44960</c:v>
                </c:pt>
                <c:pt idx="109">
                  <c:v>44967</c:v>
                </c:pt>
                <c:pt idx="110">
                  <c:v>44974</c:v>
                </c:pt>
                <c:pt idx="111">
                  <c:v>44981</c:v>
                </c:pt>
                <c:pt idx="112">
                  <c:v>44988</c:v>
                </c:pt>
                <c:pt idx="113">
                  <c:v>44995</c:v>
                </c:pt>
                <c:pt idx="114">
                  <c:v>45002</c:v>
                </c:pt>
                <c:pt idx="115">
                  <c:v>45009</c:v>
                </c:pt>
                <c:pt idx="116">
                  <c:v>45016</c:v>
                </c:pt>
                <c:pt idx="117">
                  <c:v>45023</c:v>
                </c:pt>
                <c:pt idx="118">
                  <c:v>45030</c:v>
                </c:pt>
                <c:pt idx="119">
                  <c:v>45037</c:v>
                </c:pt>
                <c:pt idx="120">
                  <c:v>45044</c:v>
                </c:pt>
                <c:pt idx="121">
                  <c:v>45051</c:v>
                </c:pt>
                <c:pt idx="122">
                  <c:v>45058</c:v>
                </c:pt>
                <c:pt idx="123">
                  <c:v>45065</c:v>
                </c:pt>
                <c:pt idx="124">
                  <c:v>45072</c:v>
                </c:pt>
                <c:pt idx="125">
                  <c:v>45079</c:v>
                </c:pt>
                <c:pt idx="126">
                  <c:v>45086</c:v>
                </c:pt>
                <c:pt idx="127">
                  <c:v>45093</c:v>
                </c:pt>
                <c:pt idx="128">
                  <c:v>45100</c:v>
                </c:pt>
                <c:pt idx="129">
                  <c:v>45107</c:v>
                </c:pt>
                <c:pt idx="130">
                  <c:v>45114</c:v>
                </c:pt>
                <c:pt idx="131">
                  <c:v>45121</c:v>
                </c:pt>
                <c:pt idx="132">
                  <c:v>45128</c:v>
                </c:pt>
                <c:pt idx="133">
                  <c:v>45135</c:v>
                </c:pt>
                <c:pt idx="134">
                  <c:v>45142</c:v>
                </c:pt>
                <c:pt idx="135">
                  <c:v>45149</c:v>
                </c:pt>
                <c:pt idx="136">
                  <c:v>45156</c:v>
                </c:pt>
                <c:pt idx="137">
                  <c:v>45163</c:v>
                </c:pt>
                <c:pt idx="138">
                  <c:v>45170</c:v>
                </c:pt>
                <c:pt idx="139">
                  <c:v>45177</c:v>
                </c:pt>
                <c:pt idx="140">
                  <c:v>45184</c:v>
                </c:pt>
                <c:pt idx="141">
                  <c:v>45191</c:v>
                </c:pt>
                <c:pt idx="142">
                  <c:v>45198</c:v>
                </c:pt>
                <c:pt idx="143">
                  <c:v>45205</c:v>
                </c:pt>
                <c:pt idx="144">
                  <c:v>45212</c:v>
                </c:pt>
                <c:pt idx="145">
                  <c:v>45219</c:v>
                </c:pt>
                <c:pt idx="146">
                  <c:v>45226</c:v>
                </c:pt>
                <c:pt idx="147">
                  <c:v>45233</c:v>
                </c:pt>
                <c:pt idx="148">
                  <c:v>45240</c:v>
                </c:pt>
                <c:pt idx="149">
                  <c:v>45247</c:v>
                </c:pt>
                <c:pt idx="150">
                  <c:v>45254</c:v>
                </c:pt>
                <c:pt idx="151">
                  <c:v>45261</c:v>
                </c:pt>
                <c:pt idx="152">
                  <c:v>45268</c:v>
                </c:pt>
                <c:pt idx="153">
                  <c:v>45275</c:v>
                </c:pt>
                <c:pt idx="154">
                  <c:v>45282</c:v>
                </c:pt>
                <c:pt idx="155">
                  <c:v>45289</c:v>
                </c:pt>
                <c:pt idx="156">
                  <c:v>45296</c:v>
                </c:pt>
                <c:pt idx="157">
                  <c:v>45303</c:v>
                </c:pt>
                <c:pt idx="158">
                  <c:v>45310</c:v>
                </c:pt>
                <c:pt idx="159">
                  <c:v>45317</c:v>
                </c:pt>
                <c:pt idx="160">
                  <c:v>45324</c:v>
                </c:pt>
                <c:pt idx="161">
                  <c:v>45331</c:v>
                </c:pt>
                <c:pt idx="162">
                  <c:v>45338</c:v>
                </c:pt>
                <c:pt idx="163">
                  <c:v>45345</c:v>
                </c:pt>
                <c:pt idx="164">
                  <c:v>45352</c:v>
                </c:pt>
                <c:pt idx="165">
                  <c:v>45359</c:v>
                </c:pt>
                <c:pt idx="166">
                  <c:v>45366</c:v>
                </c:pt>
                <c:pt idx="167">
                  <c:v>45373</c:v>
                </c:pt>
                <c:pt idx="168">
                  <c:v>45380</c:v>
                </c:pt>
                <c:pt idx="169">
                  <c:v>45387</c:v>
                </c:pt>
                <c:pt idx="170">
                  <c:v>45394</c:v>
                </c:pt>
                <c:pt idx="171">
                  <c:v>45401</c:v>
                </c:pt>
                <c:pt idx="172">
                  <c:v>45408</c:v>
                </c:pt>
                <c:pt idx="173">
                  <c:v>45415</c:v>
                </c:pt>
                <c:pt idx="174">
                  <c:v>45422</c:v>
                </c:pt>
                <c:pt idx="175">
                  <c:v>45429</c:v>
                </c:pt>
                <c:pt idx="176">
                  <c:v>45436</c:v>
                </c:pt>
                <c:pt idx="177">
                  <c:v>45443</c:v>
                </c:pt>
                <c:pt idx="178">
                  <c:v>45450</c:v>
                </c:pt>
                <c:pt idx="179">
                  <c:v>45457</c:v>
                </c:pt>
                <c:pt idx="180">
                  <c:v>45464</c:v>
                </c:pt>
                <c:pt idx="181">
                  <c:v>45471</c:v>
                </c:pt>
                <c:pt idx="182">
                  <c:v>45478</c:v>
                </c:pt>
                <c:pt idx="183">
                  <c:v>45485</c:v>
                </c:pt>
                <c:pt idx="184">
                  <c:v>45492</c:v>
                </c:pt>
                <c:pt idx="185">
                  <c:v>45499</c:v>
                </c:pt>
                <c:pt idx="186">
                  <c:v>45506</c:v>
                </c:pt>
                <c:pt idx="187">
                  <c:v>45513</c:v>
                </c:pt>
                <c:pt idx="188">
                  <c:v>45520</c:v>
                </c:pt>
                <c:pt idx="189">
                  <c:v>45527</c:v>
                </c:pt>
                <c:pt idx="190">
                  <c:v>45534</c:v>
                </c:pt>
                <c:pt idx="191">
                  <c:v>45541</c:v>
                </c:pt>
                <c:pt idx="192">
                  <c:v>45548</c:v>
                </c:pt>
                <c:pt idx="193">
                  <c:v>45555</c:v>
                </c:pt>
                <c:pt idx="194">
                  <c:v>45562</c:v>
                </c:pt>
                <c:pt idx="195">
                  <c:v>45569</c:v>
                </c:pt>
                <c:pt idx="196">
                  <c:v>45576</c:v>
                </c:pt>
                <c:pt idx="197">
                  <c:v>45583</c:v>
                </c:pt>
                <c:pt idx="198">
                  <c:v>45590</c:v>
                </c:pt>
                <c:pt idx="199">
                  <c:v>45597</c:v>
                </c:pt>
                <c:pt idx="200">
                  <c:v>45604</c:v>
                </c:pt>
                <c:pt idx="201">
                  <c:v>45611</c:v>
                </c:pt>
                <c:pt idx="202">
                  <c:v>45618</c:v>
                </c:pt>
                <c:pt idx="203">
                  <c:v>45625</c:v>
                </c:pt>
                <c:pt idx="204">
                  <c:v>45632</c:v>
                </c:pt>
                <c:pt idx="205">
                  <c:v>45639</c:v>
                </c:pt>
                <c:pt idx="206">
                  <c:v>45646</c:v>
                </c:pt>
                <c:pt idx="207">
                  <c:v>45653</c:v>
                </c:pt>
                <c:pt idx="208">
                  <c:v>45660</c:v>
                </c:pt>
                <c:pt idx="209">
                  <c:v>45667</c:v>
                </c:pt>
                <c:pt idx="210">
                  <c:v>45674</c:v>
                </c:pt>
                <c:pt idx="211">
                  <c:v>45681</c:v>
                </c:pt>
                <c:pt idx="212">
                  <c:v>45688</c:v>
                </c:pt>
                <c:pt idx="213">
                  <c:v>45695</c:v>
                </c:pt>
                <c:pt idx="214">
                  <c:v>45702</c:v>
                </c:pt>
                <c:pt idx="215">
                  <c:v>45709</c:v>
                </c:pt>
                <c:pt idx="216">
                  <c:v>45716</c:v>
                </c:pt>
                <c:pt idx="217">
                  <c:v>45723</c:v>
                </c:pt>
                <c:pt idx="218">
                  <c:v>45730</c:v>
                </c:pt>
                <c:pt idx="219">
                  <c:v>45737</c:v>
                </c:pt>
                <c:pt idx="220">
                  <c:v>45744</c:v>
                </c:pt>
                <c:pt idx="221">
                  <c:v>45751</c:v>
                </c:pt>
                <c:pt idx="222">
                  <c:v>45758</c:v>
                </c:pt>
                <c:pt idx="223">
                  <c:v>45765</c:v>
                </c:pt>
                <c:pt idx="224">
                  <c:v>45772</c:v>
                </c:pt>
                <c:pt idx="225">
                  <c:v>45779</c:v>
                </c:pt>
                <c:pt idx="226">
                  <c:v>45786</c:v>
                </c:pt>
                <c:pt idx="227">
                  <c:v>45793</c:v>
                </c:pt>
                <c:pt idx="228">
                  <c:v>45800</c:v>
                </c:pt>
                <c:pt idx="229">
                  <c:v>45807</c:v>
                </c:pt>
                <c:pt idx="230">
                  <c:v>45814</c:v>
                </c:pt>
                <c:pt idx="231">
                  <c:v>45821</c:v>
                </c:pt>
                <c:pt idx="232">
                  <c:v>45828</c:v>
                </c:pt>
                <c:pt idx="233">
                  <c:v>45835</c:v>
                </c:pt>
                <c:pt idx="234">
                  <c:v>45842</c:v>
                </c:pt>
                <c:pt idx="235">
                  <c:v>45849</c:v>
                </c:pt>
                <c:pt idx="236">
                  <c:v>45856</c:v>
                </c:pt>
                <c:pt idx="237">
                  <c:v>45863</c:v>
                </c:pt>
                <c:pt idx="238">
                  <c:v>45870</c:v>
                </c:pt>
                <c:pt idx="239">
                  <c:v>45877</c:v>
                </c:pt>
                <c:pt idx="240">
                  <c:v>45884</c:v>
                </c:pt>
                <c:pt idx="241">
                  <c:v>45891</c:v>
                </c:pt>
                <c:pt idx="242">
                  <c:v>45898</c:v>
                </c:pt>
                <c:pt idx="243">
                  <c:v>45905</c:v>
                </c:pt>
                <c:pt idx="244">
                  <c:v>45912</c:v>
                </c:pt>
                <c:pt idx="245">
                  <c:v>45919</c:v>
                </c:pt>
                <c:pt idx="246">
                  <c:v>45926</c:v>
                </c:pt>
                <c:pt idx="247">
                  <c:v>45933</c:v>
                </c:pt>
                <c:pt idx="248">
                  <c:v>45940</c:v>
                </c:pt>
                <c:pt idx="249">
                  <c:v>45947</c:v>
                </c:pt>
                <c:pt idx="250">
                  <c:v>45954</c:v>
                </c:pt>
                <c:pt idx="251">
                  <c:v>45961</c:v>
                </c:pt>
                <c:pt idx="252">
                  <c:v>45968</c:v>
                </c:pt>
                <c:pt idx="253">
                  <c:v>45975</c:v>
                </c:pt>
                <c:pt idx="254">
                  <c:v>45982</c:v>
                </c:pt>
                <c:pt idx="255">
                  <c:v>45989</c:v>
                </c:pt>
                <c:pt idx="256">
                  <c:v>45996</c:v>
                </c:pt>
                <c:pt idx="257">
                  <c:v>46003</c:v>
                </c:pt>
                <c:pt idx="258">
                  <c:v>46010</c:v>
                </c:pt>
                <c:pt idx="259">
                  <c:v>46017</c:v>
                </c:pt>
                <c:pt idx="260">
                  <c:v>46024</c:v>
                </c:pt>
                <c:pt idx="261">
                  <c:v>46031</c:v>
                </c:pt>
                <c:pt idx="262">
                  <c:v>46038</c:v>
                </c:pt>
                <c:pt idx="263">
                  <c:v>46045</c:v>
                </c:pt>
                <c:pt idx="264">
                  <c:v>46052</c:v>
                </c:pt>
                <c:pt idx="265">
                  <c:v>46059</c:v>
                </c:pt>
                <c:pt idx="266">
                  <c:v>46066</c:v>
                </c:pt>
                <c:pt idx="267">
                  <c:v>46073</c:v>
                </c:pt>
                <c:pt idx="268">
                  <c:v>46080</c:v>
                </c:pt>
                <c:pt idx="269">
                  <c:v>46087</c:v>
                </c:pt>
                <c:pt idx="270">
                  <c:v>46094</c:v>
                </c:pt>
                <c:pt idx="271">
                  <c:v>46101</c:v>
                </c:pt>
                <c:pt idx="272">
                  <c:v>46108</c:v>
                </c:pt>
                <c:pt idx="273">
                  <c:v>46115</c:v>
                </c:pt>
                <c:pt idx="274">
                  <c:v>46122</c:v>
                </c:pt>
                <c:pt idx="275">
                  <c:v>46129</c:v>
                </c:pt>
                <c:pt idx="276">
                  <c:v>46136</c:v>
                </c:pt>
                <c:pt idx="277">
                  <c:v>46143</c:v>
                </c:pt>
                <c:pt idx="278">
                  <c:v>46150</c:v>
                </c:pt>
                <c:pt idx="279">
                  <c:v>46157</c:v>
                </c:pt>
                <c:pt idx="280">
                  <c:v>46164</c:v>
                </c:pt>
                <c:pt idx="281">
                  <c:v>46171</c:v>
                </c:pt>
                <c:pt idx="282">
                  <c:v>46178</c:v>
                </c:pt>
                <c:pt idx="283">
                  <c:v>46185</c:v>
                </c:pt>
                <c:pt idx="284">
                  <c:v>46192</c:v>
                </c:pt>
                <c:pt idx="285">
                  <c:v>46199</c:v>
                </c:pt>
                <c:pt idx="286">
                  <c:v>46206</c:v>
                </c:pt>
                <c:pt idx="287">
                  <c:v>46213</c:v>
                </c:pt>
                <c:pt idx="288">
                  <c:v>46220</c:v>
                </c:pt>
                <c:pt idx="289">
                  <c:v>46227</c:v>
                </c:pt>
                <c:pt idx="290">
                  <c:v>46234</c:v>
                </c:pt>
                <c:pt idx="291">
                  <c:v>46241</c:v>
                </c:pt>
                <c:pt idx="292">
                  <c:v>46248</c:v>
                </c:pt>
                <c:pt idx="293">
                  <c:v>46255</c:v>
                </c:pt>
                <c:pt idx="294">
                  <c:v>46262</c:v>
                </c:pt>
                <c:pt idx="295">
                  <c:v>46269</c:v>
                </c:pt>
                <c:pt idx="296">
                  <c:v>46276</c:v>
                </c:pt>
                <c:pt idx="297">
                  <c:v>46283</c:v>
                </c:pt>
              </c:numCache>
            </c:numRef>
          </c:cat>
          <c:val>
            <c:numRef>
              <c:f>Sheet1!$D$2:$D$299</c:f>
              <c:numCache>
                <c:formatCode>General</c:formatCode>
                <c:ptCount val="298"/>
                <c:pt idx="0">
                  <c:v>16.37466545596558</c:v>
                </c:pt>
                <c:pt idx="1">
                  <c:v>16.37466545596558</c:v>
                </c:pt>
                <c:pt idx="2">
                  <c:v>16.37466545596558</c:v>
                </c:pt>
                <c:pt idx="3">
                  <c:v>16.37466545596558</c:v>
                </c:pt>
                <c:pt idx="4">
                  <c:v>16.37466545596558</c:v>
                </c:pt>
                <c:pt idx="5">
                  <c:v>16.37466545596558</c:v>
                </c:pt>
                <c:pt idx="6">
                  <c:v>16.37466545596558</c:v>
                </c:pt>
                <c:pt idx="7">
                  <c:v>16.37466545596558</c:v>
                </c:pt>
                <c:pt idx="8">
                  <c:v>16.37466545596558</c:v>
                </c:pt>
                <c:pt idx="9">
                  <c:v>16.37466545596558</c:v>
                </c:pt>
                <c:pt idx="10">
                  <c:v>16.37466545596558</c:v>
                </c:pt>
                <c:pt idx="11">
                  <c:v>16.37466545596558</c:v>
                </c:pt>
                <c:pt idx="12">
                  <c:v>16.37466545596558</c:v>
                </c:pt>
                <c:pt idx="13">
                  <c:v>16.37466545596558</c:v>
                </c:pt>
                <c:pt idx="14">
                  <c:v>16.37466545596558</c:v>
                </c:pt>
                <c:pt idx="15">
                  <c:v>16.37466545596558</c:v>
                </c:pt>
                <c:pt idx="16">
                  <c:v>16.37466545596558</c:v>
                </c:pt>
                <c:pt idx="17">
                  <c:v>16.37466545596558</c:v>
                </c:pt>
                <c:pt idx="18">
                  <c:v>16.37466545596558</c:v>
                </c:pt>
                <c:pt idx="19">
                  <c:v>16.37466545596558</c:v>
                </c:pt>
                <c:pt idx="20">
                  <c:v>16.37466545596558</c:v>
                </c:pt>
                <c:pt idx="21">
                  <c:v>16.37466545596558</c:v>
                </c:pt>
                <c:pt idx="22">
                  <c:v>16.37466545596558</c:v>
                </c:pt>
                <c:pt idx="23">
                  <c:v>16.37466545596558</c:v>
                </c:pt>
                <c:pt idx="24">
                  <c:v>16.37466545596558</c:v>
                </c:pt>
                <c:pt idx="25">
                  <c:v>16.37466545596558</c:v>
                </c:pt>
                <c:pt idx="26">
                  <c:v>16.37466545596558</c:v>
                </c:pt>
                <c:pt idx="27">
                  <c:v>16.37466545596558</c:v>
                </c:pt>
                <c:pt idx="28">
                  <c:v>16.37466545596558</c:v>
                </c:pt>
                <c:pt idx="29">
                  <c:v>16.37466545596558</c:v>
                </c:pt>
                <c:pt idx="30">
                  <c:v>16.37466545596558</c:v>
                </c:pt>
                <c:pt idx="31">
                  <c:v>16.37466545596558</c:v>
                </c:pt>
                <c:pt idx="32">
                  <c:v>16.37466545596558</c:v>
                </c:pt>
                <c:pt idx="33">
                  <c:v>16.37466545596558</c:v>
                </c:pt>
                <c:pt idx="34">
                  <c:v>16.37466545596558</c:v>
                </c:pt>
                <c:pt idx="35">
                  <c:v>16.37466545596558</c:v>
                </c:pt>
                <c:pt idx="36">
                  <c:v>16.37466545596558</c:v>
                </c:pt>
                <c:pt idx="37">
                  <c:v>16.37466545596558</c:v>
                </c:pt>
                <c:pt idx="38">
                  <c:v>16.37466545596558</c:v>
                </c:pt>
                <c:pt idx="39">
                  <c:v>16.37466545596558</c:v>
                </c:pt>
                <c:pt idx="40">
                  <c:v>16.37466545596558</c:v>
                </c:pt>
                <c:pt idx="41">
                  <c:v>16.37466545596558</c:v>
                </c:pt>
                <c:pt idx="42">
                  <c:v>16.37466545596558</c:v>
                </c:pt>
                <c:pt idx="43">
                  <c:v>16.37466545596558</c:v>
                </c:pt>
                <c:pt idx="44">
                  <c:v>16.37466545596558</c:v>
                </c:pt>
                <c:pt idx="45">
                  <c:v>16.37466545596558</c:v>
                </c:pt>
                <c:pt idx="46">
                  <c:v>16.37466545596558</c:v>
                </c:pt>
                <c:pt idx="47">
                  <c:v>16.37466545596558</c:v>
                </c:pt>
                <c:pt idx="48">
                  <c:v>16.37466545596558</c:v>
                </c:pt>
                <c:pt idx="49">
                  <c:v>16.37466545596558</c:v>
                </c:pt>
                <c:pt idx="50">
                  <c:v>16.37466545596558</c:v>
                </c:pt>
                <c:pt idx="51">
                  <c:v>16.37466545596558</c:v>
                </c:pt>
                <c:pt idx="52">
                  <c:v>16.37466545596558</c:v>
                </c:pt>
                <c:pt idx="53">
                  <c:v>16.37466545596558</c:v>
                </c:pt>
                <c:pt idx="54">
                  <c:v>16.37466545596558</c:v>
                </c:pt>
                <c:pt idx="55">
                  <c:v>16.37466545596558</c:v>
                </c:pt>
                <c:pt idx="56">
                  <c:v>16.37466545596558</c:v>
                </c:pt>
                <c:pt idx="57">
                  <c:v>16.37466545596558</c:v>
                </c:pt>
                <c:pt idx="58">
                  <c:v>16.37466545596558</c:v>
                </c:pt>
                <c:pt idx="59">
                  <c:v>16.37466545596558</c:v>
                </c:pt>
                <c:pt idx="60">
                  <c:v>16.37466545596558</c:v>
                </c:pt>
                <c:pt idx="61">
                  <c:v>16.37466545596558</c:v>
                </c:pt>
                <c:pt idx="62">
                  <c:v>16.37466545596558</c:v>
                </c:pt>
                <c:pt idx="63">
                  <c:v>16.37466545596558</c:v>
                </c:pt>
                <c:pt idx="64">
                  <c:v>16.37466545596558</c:v>
                </c:pt>
                <c:pt idx="65">
                  <c:v>16.37466545596558</c:v>
                </c:pt>
                <c:pt idx="66">
                  <c:v>16.37466545596558</c:v>
                </c:pt>
                <c:pt idx="67">
                  <c:v>16.37466545596558</c:v>
                </c:pt>
                <c:pt idx="68">
                  <c:v>16.37466545596558</c:v>
                </c:pt>
                <c:pt idx="69">
                  <c:v>16.37466545596558</c:v>
                </c:pt>
                <c:pt idx="70">
                  <c:v>16.37466545596558</c:v>
                </c:pt>
                <c:pt idx="71">
                  <c:v>16.37466545596558</c:v>
                </c:pt>
                <c:pt idx="72">
                  <c:v>16.37466545596558</c:v>
                </c:pt>
                <c:pt idx="73">
                  <c:v>16.37466545596558</c:v>
                </c:pt>
                <c:pt idx="74">
                  <c:v>16.37466545596558</c:v>
                </c:pt>
                <c:pt idx="75">
                  <c:v>16.37466545596558</c:v>
                </c:pt>
                <c:pt idx="76">
                  <c:v>16.37466545596558</c:v>
                </c:pt>
                <c:pt idx="77">
                  <c:v>16.37466545596558</c:v>
                </c:pt>
                <c:pt idx="78">
                  <c:v>16.37466545596558</c:v>
                </c:pt>
                <c:pt idx="79">
                  <c:v>16.37466545596558</c:v>
                </c:pt>
                <c:pt idx="80">
                  <c:v>16.37466545596558</c:v>
                </c:pt>
                <c:pt idx="81">
                  <c:v>16.37466545596558</c:v>
                </c:pt>
                <c:pt idx="82">
                  <c:v>16.37466545596558</c:v>
                </c:pt>
                <c:pt idx="83">
                  <c:v>16.37466545596558</c:v>
                </c:pt>
                <c:pt idx="84">
                  <c:v>16.37466545596558</c:v>
                </c:pt>
                <c:pt idx="85">
                  <c:v>16.37466545596558</c:v>
                </c:pt>
                <c:pt idx="86">
                  <c:v>16.37466545596558</c:v>
                </c:pt>
                <c:pt idx="87">
                  <c:v>16.37466545596558</c:v>
                </c:pt>
                <c:pt idx="88">
                  <c:v>16.37466545596558</c:v>
                </c:pt>
                <c:pt idx="89">
                  <c:v>16.37466545596558</c:v>
                </c:pt>
                <c:pt idx="90">
                  <c:v>16.37466545596558</c:v>
                </c:pt>
                <c:pt idx="91">
                  <c:v>16.37466545596558</c:v>
                </c:pt>
                <c:pt idx="92">
                  <c:v>16.37466545596558</c:v>
                </c:pt>
                <c:pt idx="93">
                  <c:v>16.37466545596558</c:v>
                </c:pt>
                <c:pt idx="94">
                  <c:v>16.37466545596558</c:v>
                </c:pt>
                <c:pt idx="95">
                  <c:v>16.37466545596558</c:v>
                </c:pt>
                <c:pt idx="96">
                  <c:v>16.37466545596558</c:v>
                </c:pt>
                <c:pt idx="97">
                  <c:v>16.37466545596558</c:v>
                </c:pt>
                <c:pt idx="98">
                  <c:v>16.37466545596558</c:v>
                </c:pt>
                <c:pt idx="99">
                  <c:v>16.37466545596558</c:v>
                </c:pt>
                <c:pt idx="100">
                  <c:v>16.37466545596558</c:v>
                </c:pt>
                <c:pt idx="101">
                  <c:v>16.37466545596558</c:v>
                </c:pt>
                <c:pt idx="102">
                  <c:v>16.37466545596558</c:v>
                </c:pt>
                <c:pt idx="103">
                  <c:v>16.37466545596558</c:v>
                </c:pt>
                <c:pt idx="104">
                  <c:v>16.37466545596558</c:v>
                </c:pt>
                <c:pt idx="105">
                  <c:v>16.37466545596558</c:v>
                </c:pt>
                <c:pt idx="106">
                  <c:v>16.37466545596558</c:v>
                </c:pt>
                <c:pt idx="107">
                  <c:v>16.37466545596558</c:v>
                </c:pt>
                <c:pt idx="108">
                  <c:v>16.37466545596558</c:v>
                </c:pt>
                <c:pt idx="109">
                  <c:v>16.37466545596558</c:v>
                </c:pt>
                <c:pt idx="110">
                  <c:v>16.37466545596558</c:v>
                </c:pt>
                <c:pt idx="111">
                  <c:v>16.37466545596558</c:v>
                </c:pt>
                <c:pt idx="112">
                  <c:v>16.37466545596558</c:v>
                </c:pt>
                <c:pt idx="113">
                  <c:v>16.37466545596558</c:v>
                </c:pt>
                <c:pt idx="114">
                  <c:v>16.37466545596558</c:v>
                </c:pt>
                <c:pt idx="115">
                  <c:v>16.37466545596558</c:v>
                </c:pt>
                <c:pt idx="116">
                  <c:v>16.37466545596558</c:v>
                </c:pt>
                <c:pt idx="117">
                  <c:v>16.37466545596558</c:v>
                </c:pt>
                <c:pt idx="118">
                  <c:v>16.37466545596558</c:v>
                </c:pt>
                <c:pt idx="119">
                  <c:v>16.37466545596558</c:v>
                </c:pt>
                <c:pt idx="120">
                  <c:v>16.37466545596558</c:v>
                </c:pt>
                <c:pt idx="121">
                  <c:v>16.37466545596558</c:v>
                </c:pt>
                <c:pt idx="122">
                  <c:v>16.37466545596558</c:v>
                </c:pt>
                <c:pt idx="123">
                  <c:v>16.37466545596558</c:v>
                </c:pt>
                <c:pt idx="124">
                  <c:v>16.37466545596558</c:v>
                </c:pt>
                <c:pt idx="125">
                  <c:v>16.37466545596558</c:v>
                </c:pt>
                <c:pt idx="126">
                  <c:v>16.37466545596558</c:v>
                </c:pt>
                <c:pt idx="127">
                  <c:v>16.37466545596558</c:v>
                </c:pt>
                <c:pt idx="128">
                  <c:v>16.37466545596558</c:v>
                </c:pt>
                <c:pt idx="129">
                  <c:v>16.37466545596558</c:v>
                </c:pt>
                <c:pt idx="130">
                  <c:v>16.37466545596558</c:v>
                </c:pt>
                <c:pt idx="131">
                  <c:v>16.37466545596558</c:v>
                </c:pt>
                <c:pt idx="132">
                  <c:v>16.37466545596558</c:v>
                </c:pt>
                <c:pt idx="133">
                  <c:v>16.37466545596558</c:v>
                </c:pt>
                <c:pt idx="134">
                  <c:v>16.37466545596558</c:v>
                </c:pt>
                <c:pt idx="135">
                  <c:v>16.37466545596558</c:v>
                </c:pt>
                <c:pt idx="136">
                  <c:v>16.37466545596558</c:v>
                </c:pt>
                <c:pt idx="137">
                  <c:v>16.37466545596558</c:v>
                </c:pt>
                <c:pt idx="138">
                  <c:v>16.37466545596558</c:v>
                </c:pt>
                <c:pt idx="139">
                  <c:v>16.37466545596558</c:v>
                </c:pt>
                <c:pt idx="140">
                  <c:v>16.37466545596558</c:v>
                </c:pt>
                <c:pt idx="141">
                  <c:v>16.37466545596558</c:v>
                </c:pt>
                <c:pt idx="142">
                  <c:v>16.37466545596558</c:v>
                </c:pt>
                <c:pt idx="143">
                  <c:v>16.37466545596558</c:v>
                </c:pt>
                <c:pt idx="144">
                  <c:v>16.37466545596558</c:v>
                </c:pt>
                <c:pt idx="145">
                  <c:v>16.37466545596558</c:v>
                </c:pt>
                <c:pt idx="146">
                  <c:v>16.37466545596558</c:v>
                </c:pt>
                <c:pt idx="147">
                  <c:v>16.37466545596558</c:v>
                </c:pt>
                <c:pt idx="148">
                  <c:v>16.37466545596558</c:v>
                </c:pt>
                <c:pt idx="149">
                  <c:v>16.37466545596558</c:v>
                </c:pt>
                <c:pt idx="150">
                  <c:v>16.37466545596558</c:v>
                </c:pt>
                <c:pt idx="151">
                  <c:v>16.37466545596558</c:v>
                </c:pt>
                <c:pt idx="152">
                  <c:v>16.37466545596558</c:v>
                </c:pt>
                <c:pt idx="153">
                  <c:v>16.37466545596558</c:v>
                </c:pt>
                <c:pt idx="154">
                  <c:v>16.37466545596558</c:v>
                </c:pt>
                <c:pt idx="155">
                  <c:v>16.37466545596558</c:v>
                </c:pt>
                <c:pt idx="156">
                  <c:v>16.37466545596558</c:v>
                </c:pt>
                <c:pt idx="157">
                  <c:v>16.37466545596558</c:v>
                </c:pt>
                <c:pt idx="158">
                  <c:v>16.37466545596558</c:v>
                </c:pt>
                <c:pt idx="159">
                  <c:v>16.37466545596558</c:v>
                </c:pt>
                <c:pt idx="160">
                  <c:v>16.37466545596558</c:v>
                </c:pt>
                <c:pt idx="161">
                  <c:v>16.37466545596558</c:v>
                </c:pt>
                <c:pt idx="162">
                  <c:v>16.37466545596558</c:v>
                </c:pt>
                <c:pt idx="163">
                  <c:v>16.37466545596558</c:v>
                </c:pt>
                <c:pt idx="164">
                  <c:v>16.37466545596558</c:v>
                </c:pt>
                <c:pt idx="165">
                  <c:v>16.37466545596558</c:v>
                </c:pt>
                <c:pt idx="166">
                  <c:v>16.37466545596558</c:v>
                </c:pt>
                <c:pt idx="167">
                  <c:v>16.37466545596558</c:v>
                </c:pt>
                <c:pt idx="168">
                  <c:v>16.37466545596558</c:v>
                </c:pt>
                <c:pt idx="169">
                  <c:v>16.37466545596558</c:v>
                </c:pt>
                <c:pt idx="170">
                  <c:v>16.37466545596558</c:v>
                </c:pt>
                <c:pt idx="171">
                  <c:v>16.37466545596558</c:v>
                </c:pt>
                <c:pt idx="172">
                  <c:v>16.37466545596558</c:v>
                </c:pt>
                <c:pt idx="173">
                  <c:v>16.37466545596558</c:v>
                </c:pt>
                <c:pt idx="174">
                  <c:v>16.37466545596558</c:v>
                </c:pt>
                <c:pt idx="175">
                  <c:v>16.37466545596558</c:v>
                </c:pt>
                <c:pt idx="176">
                  <c:v>16.37466545596558</c:v>
                </c:pt>
                <c:pt idx="177">
                  <c:v>16.37466545596558</c:v>
                </c:pt>
                <c:pt idx="178">
                  <c:v>16.37466545596558</c:v>
                </c:pt>
                <c:pt idx="179">
                  <c:v>16.37466545596558</c:v>
                </c:pt>
                <c:pt idx="180">
                  <c:v>16.37466545596558</c:v>
                </c:pt>
                <c:pt idx="181">
                  <c:v>16.37466545596558</c:v>
                </c:pt>
                <c:pt idx="182">
                  <c:v>16.37466545596558</c:v>
                </c:pt>
                <c:pt idx="183">
                  <c:v>16.37466545596558</c:v>
                </c:pt>
                <c:pt idx="184">
                  <c:v>16.37466545596558</c:v>
                </c:pt>
                <c:pt idx="185">
                  <c:v>16.37466545596558</c:v>
                </c:pt>
                <c:pt idx="186">
                  <c:v>16.37466545596558</c:v>
                </c:pt>
                <c:pt idx="187">
                  <c:v>16.37466545596558</c:v>
                </c:pt>
                <c:pt idx="188">
                  <c:v>16.37466545596558</c:v>
                </c:pt>
                <c:pt idx="189">
                  <c:v>16.37466545596558</c:v>
                </c:pt>
                <c:pt idx="190">
                  <c:v>16.37466545596558</c:v>
                </c:pt>
                <c:pt idx="191">
                  <c:v>16.37466545596558</c:v>
                </c:pt>
                <c:pt idx="192">
                  <c:v>16.37466545596558</c:v>
                </c:pt>
                <c:pt idx="193">
                  <c:v>16.37466545596558</c:v>
                </c:pt>
                <c:pt idx="194">
                  <c:v>16.37466545596558</c:v>
                </c:pt>
                <c:pt idx="195">
                  <c:v>16.37466545596558</c:v>
                </c:pt>
                <c:pt idx="196">
                  <c:v>16.37466545596558</c:v>
                </c:pt>
                <c:pt idx="197">
                  <c:v>16.37466545596558</c:v>
                </c:pt>
                <c:pt idx="198">
                  <c:v>16.37466545596558</c:v>
                </c:pt>
                <c:pt idx="199">
                  <c:v>16.37466545596558</c:v>
                </c:pt>
                <c:pt idx="200">
                  <c:v>16.37466545596558</c:v>
                </c:pt>
                <c:pt idx="201">
                  <c:v>16.37466545596558</c:v>
                </c:pt>
                <c:pt idx="202">
                  <c:v>16.37466545596558</c:v>
                </c:pt>
                <c:pt idx="203">
                  <c:v>16.37466545596558</c:v>
                </c:pt>
                <c:pt idx="204">
                  <c:v>16.37466545596558</c:v>
                </c:pt>
                <c:pt idx="205">
                  <c:v>16.37466545596558</c:v>
                </c:pt>
                <c:pt idx="206">
                  <c:v>16.37466545596558</c:v>
                </c:pt>
                <c:pt idx="207">
                  <c:v>16.37466545596558</c:v>
                </c:pt>
                <c:pt idx="208">
                  <c:v>16.37466545596558</c:v>
                </c:pt>
                <c:pt idx="209">
                  <c:v>16.37466545596558</c:v>
                </c:pt>
                <c:pt idx="210">
                  <c:v>16.37466545596558</c:v>
                </c:pt>
                <c:pt idx="211">
                  <c:v>16.37466545596558</c:v>
                </c:pt>
                <c:pt idx="212">
                  <c:v>16.37466545596558</c:v>
                </c:pt>
                <c:pt idx="213">
                  <c:v>16.37466545596558</c:v>
                </c:pt>
                <c:pt idx="214">
                  <c:v>16.37466545596558</c:v>
                </c:pt>
                <c:pt idx="215">
                  <c:v>16.37466545596558</c:v>
                </c:pt>
                <c:pt idx="216">
                  <c:v>16.37466545596558</c:v>
                </c:pt>
                <c:pt idx="217">
                  <c:v>16.37466545596558</c:v>
                </c:pt>
                <c:pt idx="218">
                  <c:v>16.37466545596558</c:v>
                </c:pt>
                <c:pt idx="219">
                  <c:v>16.37466545596558</c:v>
                </c:pt>
                <c:pt idx="220">
                  <c:v>16.37466545596558</c:v>
                </c:pt>
                <c:pt idx="221">
                  <c:v>16.37466545596558</c:v>
                </c:pt>
                <c:pt idx="222">
                  <c:v>16.37466545596558</c:v>
                </c:pt>
                <c:pt idx="223">
                  <c:v>16.37466545596558</c:v>
                </c:pt>
                <c:pt idx="224">
                  <c:v>16.37466545596558</c:v>
                </c:pt>
                <c:pt idx="225">
                  <c:v>16.37466545596558</c:v>
                </c:pt>
                <c:pt idx="226">
                  <c:v>16.37466545596558</c:v>
                </c:pt>
                <c:pt idx="227">
                  <c:v>16.37466545596558</c:v>
                </c:pt>
                <c:pt idx="228">
                  <c:v>16.37466545596558</c:v>
                </c:pt>
                <c:pt idx="229">
                  <c:v>16.37466545596558</c:v>
                </c:pt>
                <c:pt idx="230">
                  <c:v>16.37466545596558</c:v>
                </c:pt>
                <c:pt idx="231">
                  <c:v>16.37466545596558</c:v>
                </c:pt>
                <c:pt idx="232">
                  <c:v>16.37466545596558</c:v>
                </c:pt>
                <c:pt idx="233">
                  <c:v>16.37466545596558</c:v>
                </c:pt>
                <c:pt idx="234">
                  <c:v>16.37466545596558</c:v>
                </c:pt>
                <c:pt idx="235">
                  <c:v>16.37466545596558</c:v>
                </c:pt>
                <c:pt idx="236">
                  <c:v>16.37466545596558</c:v>
                </c:pt>
                <c:pt idx="237">
                  <c:v>16.37466545596558</c:v>
                </c:pt>
                <c:pt idx="238">
                  <c:v>16.37466545596558</c:v>
                </c:pt>
                <c:pt idx="239">
                  <c:v>16.37466545596558</c:v>
                </c:pt>
                <c:pt idx="240">
                  <c:v>16.37466545596558</c:v>
                </c:pt>
                <c:pt idx="241">
                  <c:v>16.37466545596558</c:v>
                </c:pt>
                <c:pt idx="242">
                  <c:v>16.37466545596558</c:v>
                </c:pt>
                <c:pt idx="243">
                  <c:v>16.37466545596558</c:v>
                </c:pt>
                <c:pt idx="244">
                  <c:v>16.37466545596558</c:v>
                </c:pt>
                <c:pt idx="245">
                  <c:v>16.37466545596558</c:v>
                </c:pt>
                <c:pt idx="246">
                  <c:v>16.37466545596558</c:v>
                </c:pt>
                <c:pt idx="247">
                  <c:v>16.37466545596558</c:v>
                </c:pt>
                <c:pt idx="248">
                  <c:v>16.37466545596558</c:v>
                </c:pt>
                <c:pt idx="249">
                  <c:v>16.37466545596558</c:v>
                </c:pt>
                <c:pt idx="250">
                  <c:v>16.37466545596558</c:v>
                </c:pt>
                <c:pt idx="251">
                  <c:v>16.37466545596558</c:v>
                </c:pt>
                <c:pt idx="252">
                  <c:v>16.37466545596558</c:v>
                </c:pt>
                <c:pt idx="253">
                  <c:v>16.37466545596558</c:v>
                </c:pt>
                <c:pt idx="254">
                  <c:v>16.37466545596558</c:v>
                </c:pt>
                <c:pt idx="255">
                  <c:v>16.37466545596558</c:v>
                </c:pt>
                <c:pt idx="256">
                  <c:v>16.37466545596558</c:v>
                </c:pt>
                <c:pt idx="257">
                  <c:v>16.37466545596558</c:v>
                </c:pt>
                <c:pt idx="258">
                  <c:v>16.37466545596558</c:v>
                </c:pt>
                <c:pt idx="259">
                  <c:v>16.37466545596558</c:v>
                </c:pt>
                <c:pt idx="260">
                  <c:v>16.37466545596558</c:v>
                </c:pt>
                <c:pt idx="261">
                  <c:v>16.37466545596558</c:v>
                </c:pt>
                <c:pt idx="262">
                  <c:v>16.37466545596558</c:v>
                </c:pt>
                <c:pt idx="263">
                  <c:v>16.37466545596558</c:v>
                </c:pt>
                <c:pt idx="264">
                  <c:v>16.37466545596558</c:v>
                </c:pt>
                <c:pt idx="265">
                  <c:v>16.37466545596558</c:v>
                </c:pt>
                <c:pt idx="266">
                  <c:v>16.37466545596558</c:v>
                </c:pt>
                <c:pt idx="267">
                  <c:v>16.37466545596558</c:v>
                </c:pt>
                <c:pt idx="268">
                  <c:v>16.37466545596558</c:v>
                </c:pt>
                <c:pt idx="269">
                  <c:v>16.37466545596558</c:v>
                </c:pt>
                <c:pt idx="270">
                  <c:v>16.37466545596558</c:v>
                </c:pt>
                <c:pt idx="271">
                  <c:v>16.37466545596558</c:v>
                </c:pt>
                <c:pt idx="272">
                  <c:v>16.37466545596558</c:v>
                </c:pt>
                <c:pt idx="273">
                  <c:v>16.37466545596558</c:v>
                </c:pt>
                <c:pt idx="274">
                  <c:v>16.37466545596558</c:v>
                </c:pt>
                <c:pt idx="275">
                  <c:v>16.37466545596558</c:v>
                </c:pt>
                <c:pt idx="276">
                  <c:v>16.37466545596558</c:v>
                </c:pt>
                <c:pt idx="277">
                  <c:v>16.37466545596558</c:v>
                </c:pt>
                <c:pt idx="278">
                  <c:v>16.37466545596558</c:v>
                </c:pt>
                <c:pt idx="279">
                  <c:v>16.37466545596558</c:v>
                </c:pt>
                <c:pt idx="280">
                  <c:v>16.37466545596558</c:v>
                </c:pt>
                <c:pt idx="281">
                  <c:v>16.37466545596558</c:v>
                </c:pt>
                <c:pt idx="282">
                  <c:v>16.37466545596558</c:v>
                </c:pt>
                <c:pt idx="283">
                  <c:v>16.37466545596558</c:v>
                </c:pt>
                <c:pt idx="284">
                  <c:v>16.37466545596558</c:v>
                </c:pt>
                <c:pt idx="285">
                  <c:v>16.37466545596558</c:v>
                </c:pt>
                <c:pt idx="286">
                  <c:v>16.37466545596558</c:v>
                </c:pt>
                <c:pt idx="287">
                  <c:v>16.37466545596558</c:v>
                </c:pt>
                <c:pt idx="288">
                  <c:v>16.37466545596558</c:v>
                </c:pt>
                <c:pt idx="289">
                  <c:v>16.37466545596558</c:v>
                </c:pt>
                <c:pt idx="290">
                  <c:v>16.37466545596558</c:v>
                </c:pt>
                <c:pt idx="291">
                  <c:v>16.37466545596558</c:v>
                </c:pt>
                <c:pt idx="292">
                  <c:v>16.37466545596558</c:v>
                </c:pt>
                <c:pt idx="293">
                  <c:v>16.37466545596558</c:v>
                </c:pt>
                <c:pt idx="294">
                  <c:v>16.37466545596558</c:v>
                </c:pt>
                <c:pt idx="295">
                  <c:v>16.37466545596558</c:v>
                </c:pt>
                <c:pt idx="296">
                  <c:v>16.37466545596558</c:v>
                </c:pt>
                <c:pt idx="297">
                  <c:v>16.37466545596558</c:v>
                </c:pt>
              </c:numCache>
            </c:numRef>
          </c:val>
          <c:smooth val="1"/>
          <c:extLst>
            <c:ext xmlns:c16="http://schemas.microsoft.com/office/drawing/2014/chart" uri="{C3380CC4-5D6E-409C-BE32-E72D297353CC}">
              <c16:uniqueId val="{00000002-2B50-4DD7-B4A1-1FC0E9E7CCED}"/>
            </c:ext>
          </c:extLst>
        </c:ser>
        <c:ser>
          <c:idx val="3"/>
          <c:order val="3"/>
          <c:tx>
            <c:v>-1 s.d.</c:v>
          </c:tx>
          <c:spPr>
            <a:ln w="19050">
              <a:solidFill>
                <a:srgbClr val="8EB3DF"/>
              </a:solidFill>
              <a:prstDash val="dash"/>
            </a:ln>
          </c:spPr>
          <c:marker>
            <c:symbol val="none"/>
          </c:marker>
          <c:cat>
            <c:numRef>
              <c:f>Sheet1!$A$2:$A$299</c:f>
              <c:numCache>
                <c:formatCode>yyyy\-mm\-dd</c:formatCode>
                <c:ptCount val="298"/>
                <c:pt idx="0">
                  <c:v>44204</c:v>
                </c:pt>
                <c:pt idx="1">
                  <c:v>44211</c:v>
                </c:pt>
                <c:pt idx="2">
                  <c:v>44218</c:v>
                </c:pt>
                <c:pt idx="3">
                  <c:v>44225</c:v>
                </c:pt>
                <c:pt idx="4">
                  <c:v>44232</c:v>
                </c:pt>
                <c:pt idx="5">
                  <c:v>44239</c:v>
                </c:pt>
                <c:pt idx="6">
                  <c:v>44246</c:v>
                </c:pt>
                <c:pt idx="7">
                  <c:v>44253</c:v>
                </c:pt>
                <c:pt idx="8">
                  <c:v>44260</c:v>
                </c:pt>
                <c:pt idx="9">
                  <c:v>44267</c:v>
                </c:pt>
                <c:pt idx="10">
                  <c:v>44274</c:v>
                </c:pt>
                <c:pt idx="11">
                  <c:v>44281</c:v>
                </c:pt>
                <c:pt idx="12">
                  <c:v>44288</c:v>
                </c:pt>
                <c:pt idx="13">
                  <c:v>44295</c:v>
                </c:pt>
                <c:pt idx="14">
                  <c:v>44302</c:v>
                </c:pt>
                <c:pt idx="15">
                  <c:v>44309</c:v>
                </c:pt>
                <c:pt idx="16">
                  <c:v>44316</c:v>
                </c:pt>
                <c:pt idx="17">
                  <c:v>44323</c:v>
                </c:pt>
                <c:pt idx="18">
                  <c:v>44330</c:v>
                </c:pt>
                <c:pt idx="19">
                  <c:v>44337</c:v>
                </c:pt>
                <c:pt idx="20">
                  <c:v>44344</c:v>
                </c:pt>
                <c:pt idx="21">
                  <c:v>44351</c:v>
                </c:pt>
                <c:pt idx="22">
                  <c:v>44358</c:v>
                </c:pt>
                <c:pt idx="23">
                  <c:v>44365</c:v>
                </c:pt>
                <c:pt idx="24">
                  <c:v>44372</c:v>
                </c:pt>
                <c:pt idx="25">
                  <c:v>44379</c:v>
                </c:pt>
                <c:pt idx="26">
                  <c:v>44386</c:v>
                </c:pt>
                <c:pt idx="27">
                  <c:v>44393</c:v>
                </c:pt>
                <c:pt idx="28">
                  <c:v>44400</c:v>
                </c:pt>
                <c:pt idx="29">
                  <c:v>44407</c:v>
                </c:pt>
                <c:pt idx="30">
                  <c:v>44414</c:v>
                </c:pt>
                <c:pt idx="31">
                  <c:v>44421</c:v>
                </c:pt>
                <c:pt idx="32">
                  <c:v>44428</c:v>
                </c:pt>
                <c:pt idx="33">
                  <c:v>44435</c:v>
                </c:pt>
                <c:pt idx="34">
                  <c:v>44442</c:v>
                </c:pt>
                <c:pt idx="35">
                  <c:v>44449</c:v>
                </c:pt>
                <c:pt idx="36">
                  <c:v>44456</c:v>
                </c:pt>
                <c:pt idx="37">
                  <c:v>44463</c:v>
                </c:pt>
                <c:pt idx="38">
                  <c:v>44470</c:v>
                </c:pt>
                <c:pt idx="39">
                  <c:v>44477</c:v>
                </c:pt>
                <c:pt idx="40">
                  <c:v>44484</c:v>
                </c:pt>
                <c:pt idx="41">
                  <c:v>44491</c:v>
                </c:pt>
                <c:pt idx="42">
                  <c:v>44498</c:v>
                </c:pt>
                <c:pt idx="43">
                  <c:v>44505</c:v>
                </c:pt>
                <c:pt idx="44">
                  <c:v>44512</c:v>
                </c:pt>
                <c:pt idx="45">
                  <c:v>44519</c:v>
                </c:pt>
                <c:pt idx="46">
                  <c:v>44526</c:v>
                </c:pt>
                <c:pt idx="47">
                  <c:v>44533</c:v>
                </c:pt>
                <c:pt idx="48">
                  <c:v>44540</c:v>
                </c:pt>
                <c:pt idx="49">
                  <c:v>44547</c:v>
                </c:pt>
                <c:pt idx="50">
                  <c:v>44554</c:v>
                </c:pt>
                <c:pt idx="51">
                  <c:v>44561</c:v>
                </c:pt>
                <c:pt idx="52">
                  <c:v>44568</c:v>
                </c:pt>
                <c:pt idx="53">
                  <c:v>44575</c:v>
                </c:pt>
                <c:pt idx="54">
                  <c:v>44582</c:v>
                </c:pt>
                <c:pt idx="55">
                  <c:v>44589</c:v>
                </c:pt>
                <c:pt idx="56">
                  <c:v>44596</c:v>
                </c:pt>
                <c:pt idx="57">
                  <c:v>44603</c:v>
                </c:pt>
                <c:pt idx="58">
                  <c:v>44610</c:v>
                </c:pt>
                <c:pt idx="59">
                  <c:v>44617</c:v>
                </c:pt>
                <c:pt idx="60">
                  <c:v>44624</c:v>
                </c:pt>
                <c:pt idx="61">
                  <c:v>44631</c:v>
                </c:pt>
                <c:pt idx="62">
                  <c:v>44638</c:v>
                </c:pt>
                <c:pt idx="63">
                  <c:v>44645</c:v>
                </c:pt>
                <c:pt idx="64">
                  <c:v>44652</c:v>
                </c:pt>
                <c:pt idx="65">
                  <c:v>44659</c:v>
                </c:pt>
                <c:pt idx="66">
                  <c:v>44666</c:v>
                </c:pt>
                <c:pt idx="67">
                  <c:v>44673</c:v>
                </c:pt>
                <c:pt idx="68">
                  <c:v>44680</c:v>
                </c:pt>
                <c:pt idx="69">
                  <c:v>44687</c:v>
                </c:pt>
                <c:pt idx="70">
                  <c:v>44694</c:v>
                </c:pt>
                <c:pt idx="71">
                  <c:v>44701</c:v>
                </c:pt>
                <c:pt idx="72">
                  <c:v>44708</c:v>
                </c:pt>
                <c:pt idx="73">
                  <c:v>44715</c:v>
                </c:pt>
                <c:pt idx="74">
                  <c:v>44722</c:v>
                </c:pt>
                <c:pt idx="75">
                  <c:v>44729</c:v>
                </c:pt>
                <c:pt idx="76">
                  <c:v>44736</c:v>
                </c:pt>
                <c:pt idx="77">
                  <c:v>44743</c:v>
                </c:pt>
                <c:pt idx="78">
                  <c:v>44750</c:v>
                </c:pt>
                <c:pt idx="79">
                  <c:v>44757</c:v>
                </c:pt>
                <c:pt idx="80">
                  <c:v>44764</c:v>
                </c:pt>
                <c:pt idx="81">
                  <c:v>44771</c:v>
                </c:pt>
                <c:pt idx="82">
                  <c:v>44778</c:v>
                </c:pt>
                <c:pt idx="83">
                  <c:v>44785</c:v>
                </c:pt>
                <c:pt idx="84">
                  <c:v>44792</c:v>
                </c:pt>
                <c:pt idx="85">
                  <c:v>44799</c:v>
                </c:pt>
                <c:pt idx="86">
                  <c:v>44806</c:v>
                </c:pt>
                <c:pt idx="87">
                  <c:v>44813</c:v>
                </c:pt>
                <c:pt idx="88">
                  <c:v>44820</c:v>
                </c:pt>
                <c:pt idx="89">
                  <c:v>44827</c:v>
                </c:pt>
                <c:pt idx="90">
                  <c:v>44834</c:v>
                </c:pt>
                <c:pt idx="91">
                  <c:v>44841</c:v>
                </c:pt>
                <c:pt idx="92">
                  <c:v>44848</c:v>
                </c:pt>
                <c:pt idx="93">
                  <c:v>44855</c:v>
                </c:pt>
                <c:pt idx="94">
                  <c:v>44862</c:v>
                </c:pt>
                <c:pt idx="95">
                  <c:v>44869</c:v>
                </c:pt>
                <c:pt idx="96">
                  <c:v>44876</c:v>
                </c:pt>
                <c:pt idx="97">
                  <c:v>44883</c:v>
                </c:pt>
                <c:pt idx="98">
                  <c:v>44890</c:v>
                </c:pt>
                <c:pt idx="99">
                  <c:v>44897</c:v>
                </c:pt>
                <c:pt idx="100">
                  <c:v>44904</c:v>
                </c:pt>
                <c:pt idx="101">
                  <c:v>44911</c:v>
                </c:pt>
                <c:pt idx="102">
                  <c:v>44918</c:v>
                </c:pt>
                <c:pt idx="103">
                  <c:v>44925</c:v>
                </c:pt>
                <c:pt idx="104">
                  <c:v>44932</c:v>
                </c:pt>
                <c:pt idx="105">
                  <c:v>44939</c:v>
                </c:pt>
                <c:pt idx="106">
                  <c:v>44946</c:v>
                </c:pt>
                <c:pt idx="107">
                  <c:v>44953</c:v>
                </c:pt>
                <c:pt idx="108">
                  <c:v>44960</c:v>
                </c:pt>
                <c:pt idx="109">
                  <c:v>44967</c:v>
                </c:pt>
                <c:pt idx="110">
                  <c:v>44974</c:v>
                </c:pt>
                <c:pt idx="111">
                  <c:v>44981</c:v>
                </c:pt>
                <c:pt idx="112">
                  <c:v>44988</c:v>
                </c:pt>
                <c:pt idx="113">
                  <c:v>44995</c:v>
                </c:pt>
                <c:pt idx="114">
                  <c:v>45002</c:v>
                </c:pt>
                <c:pt idx="115">
                  <c:v>45009</c:v>
                </c:pt>
                <c:pt idx="116">
                  <c:v>45016</c:v>
                </c:pt>
                <c:pt idx="117">
                  <c:v>45023</c:v>
                </c:pt>
                <c:pt idx="118">
                  <c:v>45030</c:v>
                </c:pt>
                <c:pt idx="119">
                  <c:v>45037</c:v>
                </c:pt>
                <c:pt idx="120">
                  <c:v>45044</c:v>
                </c:pt>
                <c:pt idx="121">
                  <c:v>45051</c:v>
                </c:pt>
                <c:pt idx="122">
                  <c:v>45058</c:v>
                </c:pt>
                <c:pt idx="123">
                  <c:v>45065</c:v>
                </c:pt>
                <c:pt idx="124">
                  <c:v>45072</c:v>
                </c:pt>
                <c:pt idx="125">
                  <c:v>45079</c:v>
                </c:pt>
                <c:pt idx="126">
                  <c:v>45086</c:v>
                </c:pt>
                <c:pt idx="127">
                  <c:v>45093</c:v>
                </c:pt>
                <c:pt idx="128">
                  <c:v>45100</c:v>
                </c:pt>
                <c:pt idx="129">
                  <c:v>45107</c:v>
                </c:pt>
                <c:pt idx="130">
                  <c:v>45114</c:v>
                </c:pt>
                <c:pt idx="131">
                  <c:v>45121</c:v>
                </c:pt>
                <c:pt idx="132">
                  <c:v>45128</c:v>
                </c:pt>
                <c:pt idx="133">
                  <c:v>45135</c:v>
                </c:pt>
                <c:pt idx="134">
                  <c:v>45142</c:v>
                </c:pt>
                <c:pt idx="135">
                  <c:v>45149</c:v>
                </c:pt>
                <c:pt idx="136">
                  <c:v>45156</c:v>
                </c:pt>
                <c:pt idx="137">
                  <c:v>45163</c:v>
                </c:pt>
                <c:pt idx="138">
                  <c:v>45170</c:v>
                </c:pt>
                <c:pt idx="139">
                  <c:v>45177</c:v>
                </c:pt>
                <c:pt idx="140">
                  <c:v>45184</c:v>
                </c:pt>
                <c:pt idx="141">
                  <c:v>45191</c:v>
                </c:pt>
                <c:pt idx="142">
                  <c:v>45198</c:v>
                </c:pt>
                <c:pt idx="143">
                  <c:v>45205</c:v>
                </c:pt>
                <c:pt idx="144">
                  <c:v>45212</c:v>
                </c:pt>
                <c:pt idx="145">
                  <c:v>45219</c:v>
                </c:pt>
                <c:pt idx="146">
                  <c:v>45226</c:v>
                </c:pt>
                <c:pt idx="147">
                  <c:v>45233</c:v>
                </c:pt>
                <c:pt idx="148">
                  <c:v>45240</c:v>
                </c:pt>
                <c:pt idx="149">
                  <c:v>45247</c:v>
                </c:pt>
                <c:pt idx="150">
                  <c:v>45254</c:v>
                </c:pt>
                <c:pt idx="151">
                  <c:v>45261</c:v>
                </c:pt>
                <c:pt idx="152">
                  <c:v>45268</c:v>
                </c:pt>
                <c:pt idx="153">
                  <c:v>45275</c:v>
                </c:pt>
                <c:pt idx="154">
                  <c:v>45282</c:v>
                </c:pt>
                <c:pt idx="155">
                  <c:v>45289</c:v>
                </c:pt>
                <c:pt idx="156">
                  <c:v>45296</c:v>
                </c:pt>
                <c:pt idx="157">
                  <c:v>45303</c:v>
                </c:pt>
                <c:pt idx="158">
                  <c:v>45310</c:v>
                </c:pt>
                <c:pt idx="159">
                  <c:v>45317</c:v>
                </c:pt>
                <c:pt idx="160">
                  <c:v>45324</c:v>
                </c:pt>
                <c:pt idx="161">
                  <c:v>45331</c:v>
                </c:pt>
                <c:pt idx="162">
                  <c:v>45338</c:v>
                </c:pt>
                <c:pt idx="163">
                  <c:v>45345</c:v>
                </c:pt>
                <c:pt idx="164">
                  <c:v>45352</c:v>
                </c:pt>
                <c:pt idx="165">
                  <c:v>45359</c:v>
                </c:pt>
                <c:pt idx="166">
                  <c:v>45366</c:v>
                </c:pt>
                <c:pt idx="167">
                  <c:v>45373</c:v>
                </c:pt>
                <c:pt idx="168">
                  <c:v>45380</c:v>
                </c:pt>
                <c:pt idx="169">
                  <c:v>45387</c:v>
                </c:pt>
                <c:pt idx="170">
                  <c:v>45394</c:v>
                </c:pt>
                <c:pt idx="171">
                  <c:v>45401</c:v>
                </c:pt>
                <c:pt idx="172">
                  <c:v>45408</c:v>
                </c:pt>
                <c:pt idx="173">
                  <c:v>45415</c:v>
                </c:pt>
                <c:pt idx="174">
                  <c:v>45422</c:v>
                </c:pt>
                <c:pt idx="175">
                  <c:v>45429</c:v>
                </c:pt>
                <c:pt idx="176">
                  <c:v>45436</c:v>
                </c:pt>
                <c:pt idx="177">
                  <c:v>45443</c:v>
                </c:pt>
                <c:pt idx="178">
                  <c:v>45450</c:v>
                </c:pt>
                <c:pt idx="179">
                  <c:v>45457</c:v>
                </c:pt>
                <c:pt idx="180">
                  <c:v>45464</c:v>
                </c:pt>
                <c:pt idx="181">
                  <c:v>45471</c:v>
                </c:pt>
                <c:pt idx="182">
                  <c:v>45478</c:v>
                </c:pt>
                <c:pt idx="183">
                  <c:v>45485</c:v>
                </c:pt>
                <c:pt idx="184">
                  <c:v>45492</c:v>
                </c:pt>
                <c:pt idx="185">
                  <c:v>45499</c:v>
                </c:pt>
                <c:pt idx="186">
                  <c:v>45506</c:v>
                </c:pt>
                <c:pt idx="187">
                  <c:v>45513</c:v>
                </c:pt>
                <c:pt idx="188">
                  <c:v>45520</c:v>
                </c:pt>
                <c:pt idx="189">
                  <c:v>45527</c:v>
                </c:pt>
                <c:pt idx="190">
                  <c:v>45534</c:v>
                </c:pt>
                <c:pt idx="191">
                  <c:v>45541</c:v>
                </c:pt>
                <c:pt idx="192">
                  <c:v>45548</c:v>
                </c:pt>
                <c:pt idx="193">
                  <c:v>45555</c:v>
                </c:pt>
                <c:pt idx="194">
                  <c:v>45562</c:v>
                </c:pt>
                <c:pt idx="195">
                  <c:v>45569</c:v>
                </c:pt>
                <c:pt idx="196">
                  <c:v>45576</c:v>
                </c:pt>
                <c:pt idx="197">
                  <c:v>45583</c:v>
                </c:pt>
                <c:pt idx="198">
                  <c:v>45590</c:v>
                </c:pt>
                <c:pt idx="199">
                  <c:v>45597</c:v>
                </c:pt>
                <c:pt idx="200">
                  <c:v>45604</c:v>
                </c:pt>
                <c:pt idx="201">
                  <c:v>45611</c:v>
                </c:pt>
                <c:pt idx="202">
                  <c:v>45618</c:v>
                </c:pt>
                <c:pt idx="203">
                  <c:v>45625</c:v>
                </c:pt>
                <c:pt idx="204">
                  <c:v>45632</c:v>
                </c:pt>
                <c:pt idx="205">
                  <c:v>45639</c:v>
                </c:pt>
                <c:pt idx="206">
                  <c:v>45646</c:v>
                </c:pt>
                <c:pt idx="207">
                  <c:v>45653</c:v>
                </c:pt>
                <c:pt idx="208">
                  <c:v>45660</c:v>
                </c:pt>
                <c:pt idx="209">
                  <c:v>45667</c:v>
                </c:pt>
                <c:pt idx="210">
                  <c:v>45674</c:v>
                </c:pt>
                <c:pt idx="211">
                  <c:v>45681</c:v>
                </c:pt>
                <c:pt idx="212">
                  <c:v>45688</c:v>
                </c:pt>
                <c:pt idx="213">
                  <c:v>45695</c:v>
                </c:pt>
                <c:pt idx="214">
                  <c:v>45702</c:v>
                </c:pt>
                <c:pt idx="215">
                  <c:v>45709</c:v>
                </c:pt>
                <c:pt idx="216">
                  <c:v>45716</c:v>
                </c:pt>
                <c:pt idx="217">
                  <c:v>45723</c:v>
                </c:pt>
                <c:pt idx="218">
                  <c:v>45730</c:v>
                </c:pt>
                <c:pt idx="219">
                  <c:v>45737</c:v>
                </c:pt>
                <c:pt idx="220">
                  <c:v>45744</c:v>
                </c:pt>
                <c:pt idx="221">
                  <c:v>45751</c:v>
                </c:pt>
                <c:pt idx="222">
                  <c:v>45758</c:v>
                </c:pt>
                <c:pt idx="223">
                  <c:v>45765</c:v>
                </c:pt>
                <c:pt idx="224">
                  <c:v>45772</c:v>
                </c:pt>
                <c:pt idx="225">
                  <c:v>45779</c:v>
                </c:pt>
                <c:pt idx="226">
                  <c:v>45786</c:v>
                </c:pt>
                <c:pt idx="227">
                  <c:v>45793</c:v>
                </c:pt>
                <c:pt idx="228">
                  <c:v>45800</c:v>
                </c:pt>
                <c:pt idx="229">
                  <c:v>45807</c:v>
                </c:pt>
                <c:pt idx="230">
                  <c:v>45814</c:v>
                </c:pt>
                <c:pt idx="231">
                  <c:v>45821</c:v>
                </c:pt>
                <c:pt idx="232">
                  <c:v>45828</c:v>
                </c:pt>
                <c:pt idx="233">
                  <c:v>45835</c:v>
                </c:pt>
                <c:pt idx="234">
                  <c:v>45842</c:v>
                </c:pt>
                <c:pt idx="235">
                  <c:v>45849</c:v>
                </c:pt>
                <c:pt idx="236">
                  <c:v>45856</c:v>
                </c:pt>
                <c:pt idx="237">
                  <c:v>45863</c:v>
                </c:pt>
                <c:pt idx="238">
                  <c:v>45870</c:v>
                </c:pt>
                <c:pt idx="239">
                  <c:v>45877</c:v>
                </c:pt>
                <c:pt idx="240">
                  <c:v>45884</c:v>
                </c:pt>
                <c:pt idx="241">
                  <c:v>45891</c:v>
                </c:pt>
                <c:pt idx="242">
                  <c:v>45898</c:v>
                </c:pt>
                <c:pt idx="243">
                  <c:v>45905</c:v>
                </c:pt>
                <c:pt idx="244">
                  <c:v>45912</c:v>
                </c:pt>
                <c:pt idx="245">
                  <c:v>45919</c:v>
                </c:pt>
                <c:pt idx="246">
                  <c:v>45926</c:v>
                </c:pt>
                <c:pt idx="247">
                  <c:v>45933</c:v>
                </c:pt>
                <c:pt idx="248">
                  <c:v>45940</c:v>
                </c:pt>
                <c:pt idx="249">
                  <c:v>45947</c:v>
                </c:pt>
                <c:pt idx="250">
                  <c:v>45954</c:v>
                </c:pt>
                <c:pt idx="251">
                  <c:v>45961</c:v>
                </c:pt>
                <c:pt idx="252">
                  <c:v>45968</c:v>
                </c:pt>
                <c:pt idx="253">
                  <c:v>45975</c:v>
                </c:pt>
                <c:pt idx="254">
                  <c:v>45982</c:v>
                </c:pt>
                <c:pt idx="255">
                  <c:v>45989</c:v>
                </c:pt>
                <c:pt idx="256">
                  <c:v>45996</c:v>
                </c:pt>
                <c:pt idx="257">
                  <c:v>46003</c:v>
                </c:pt>
                <c:pt idx="258">
                  <c:v>46010</c:v>
                </c:pt>
                <c:pt idx="259">
                  <c:v>46017</c:v>
                </c:pt>
                <c:pt idx="260">
                  <c:v>46024</c:v>
                </c:pt>
                <c:pt idx="261">
                  <c:v>46031</c:v>
                </c:pt>
                <c:pt idx="262">
                  <c:v>46038</c:v>
                </c:pt>
                <c:pt idx="263">
                  <c:v>46045</c:v>
                </c:pt>
                <c:pt idx="264">
                  <c:v>46052</c:v>
                </c:pt>
                <c:pt idx="265">
                  <c:v>46059</c:v>
                </c:pt>
                <c:pt idx="266">
                  <c:v>46066</c:v>
                </c:pt>
                <c:pt idx="267">
                  <c:v>46073</c:v>
                </c:pt>
                <c:pt idx="268">
                  <c:v>46080</c:v>
                </c:pt>
                <c:pt idx="269">
                  <c:v>46087</c:v>
                </c:pt>
                <c:pt idx="270">
                  <c:v>46094</c:v>
                </c:pt>
                <c:pt idx="271">
                  <c:v>46101</c:v>
                </c:pt>
                <c:pt idx="272">
                  <c:v>46108</c:v>
                </c:pt>
                <c:pt idx="273">
                  <c:v>46115</c:v>
                </c:pt>
                <c:pt idx="274">
                  <c:v>46122</c:v>
                </c:pt>
                <c:pt idx="275">
                  <c:v>46129</c:v>
                </c:pt>
                <c:pt idx="276">
                  <c:v>46136</c:v>
                </c:pt>
                <c:pt idx="277">
                  <c:v>46143</c:v>
                </c:pt>
                <c:pt idx="278">
                  <c:v>46150</c:v>
                </c:pt>
                <c:pt idx="279">
                  <c:v>46157</c:v>
                </c:pt>
                <c:pt idx="280">
                  <c:v>46164</c:v>
                </c:pt>
                <c:pt idx="281">
                  <c:v>46171</c:v>
                </c:pt>
                <c:pt idx="282">
                  <c:v>46178</c:v>
                </c:pt>
                <c:pt idx="283">
                  <c:v>46185</c:v>
                </c:pt>
                <c:pt idx="284">
                  <c:v>46192</c:v>
                </c:pt>
                <c:pt idx="285">
                  <c:v>46199</c:v>
                </c:pt>
                <c:pt idx="286">
                  <c:v>46206</c:v>
                </c:pt>
                <c:pt idx="287">
                  <c:v>46213</c:v>
                </c:pt>
                <c:pt idx="288">
                  <c:v>46220</c:v>
                </c:pt>
                <c:pt idx="289">
                  <c:v>46227</c:v>
                </c:pt>
                <c:pt idx="290">
                  <c:v>46234</c:v>
                </c:pt>
                <c:pt idx="291">
                  <c:v>46241</c:v>
                </c:pt>
                <c:pt idx="292">
                  <c:v>46248</c:v>
                </c:pt>
                <c:pt idx="293">
                  <c:v>46255</c:v>
                </c:pt>
                <c:pt idx="294">
                  <c:v>46262</c:v>
                </c:pt>
                <c:pt idx="295">
                  <c:v>46269</c:v>
                </c:pt>
                <c:pt idx="296">
                  <c:v>46276</c:v>
                </c:pt>
                <c:pt idx="297">
                  <c:v>46283</c:v>
                </c:pt>
              </c:numCache>
            </c:numRef>
          </c:cat>
          <c:val>
            <c:numRef>
              <c:f>Sheet1!$E$2:$E$299</c:f>
              <c:numCache>
                <c:formatCode>General</c:formatCode>
                <c:ptCount val="298"/>
                <c:pt idx="0">
                  <c:v>10.06256728856455</c:v>
                </c:pt>
                <c:pt idx="1">
                  <c:v>10.06256728856455</c:v>
                </c:pt>
                <c:pt idx="2">
                  <c:v>10.06256728856455</c:v>
                </c:pt>
                <c:pt idx="3">
                  <c:v>10.06256728856455</c:v>
                </c:pt>
                <c:pt idx="4">
                  <c:v>10.06256728856455</c:v>
                </c:pt>
                <c:pt idx="5">
                  <c:v>10.06256728856455</c:v>
                </c:pt>
                <c:pt idx="6">
                  <c:v>10.06256728856455</c:v>
                </c:pt>
                <c:pt idx="7">
                  <c:v>10.06256728856455</c:v>
                </c:pt>
                <c:pt idx="8">
                  <c:v>10.06256728856455</c:v>
                </c:pt>
                <c:pt idx="9">
                  <c:v>10.06256728856455</c:v>
                </c:pt>
                <c:pt idx="10">
                  <c:v>10.06256728856455</c:v>
                </c:pt>
                <c:pt idx="11">
                  <c:v>10.06256728856455</c:v>
                </c:pt>
                <c:pt idx="12">
                  <c:v>10.06256728856455</c:v>
                </c:pt>
                <c:pt idx="13">
                  <c:v>10.06256728856455</c:v>
                </c:pt>
                <c:pt idx="14">
                  <c:v>10.06256728856455</c:v>
                </c:pt>
                <c:pt idx="15">
                  <c:v>10.06256728856455</c:v>
                </c:pt>
                <c:pt idx="16">
                  <c:v>10.06256728856455</c:v>
                </c:pt>
                <c:pt idx="17">
                  <c:v>10.06256728856455</c:v>
                </c:pt>
                <c:pt idx="18">
                  <c:v>10.06256728856455</c:v>
                </c:pt>
                <c:pt idx="19">
                  <c:v>10.06256728856455</c:v>
                </c:pt>
                <c:pt idx="20">
                  <c:v>10.06256728856455</c:v>
                </c:pt>
                <c:pt idx="21">
                  <c:v>10.06256728856455</c:v>
                </c:pt>
                <c:pt idx="22">
                  <c:v>10.06256728856455</c:v>
                </c:pt>
                <c:pt idx="23">
                  <c:v>10.06256728856455</c:v>
                </c:pt>
                <c:pt idx="24">
                  <c:v>10.06256728856455</c:v>
                </c:pt>
                <c:pt idx="25">
                  <c:v>10.06256728856455</c:v>
                </c:pt>
                <c:pt idx="26">
                  <c:v>10.06256728856455</c:v>
                </c:pt>
                <c:pt idx="27">
                  <c:v>10.06256728856455</c:v>
                </c:pt>
                <c:pt idx="28">
                  <c:v>10.06256728856455</c:v>
                </c:pt>
                <c:pt idx="29">
                  <c:v>10.06256728856455</c:v>
                </c:pt>
                <c:pt idx="30">
                  <c:v>10.06256728856455</c:v>
                </c:pt>
                <c:pt idx="31">
                  <c:v>10.06256728856455</c:v>
                </c:pt>
                <c:pt idx="32">
                  <c:v>10.06256728856455</c:v>
                </c:pt>
                <c:pt idx="33">
                  <c:v>10.06256728856455</c:v>
                </c:pt>
                <c:pt idx="34">
                  <c:v>10.06256728856455</c:v>
                </c:pt>
                <c:pt idx="35">
                  <c:v>10.06256728856455</c:v>
                </c:pt>
                <c:pt idx="36">
                  <c:v>10.06256728856455</c:v>
                </c:pt>
                <c:pt idx="37">
                  <c:v>10.06256728856455</c:v>
                </c:pt>
                <c:pt idx="38">
                  <c:v>10.06256728856455</c:v>
                </c:pt>
                <c:pt idx="39">
                  <c:v>10.06256728856455</c:v>
                </c:pt>
                <c:pt idx="40">
                  <c:v>10.06256728856455</c:v>
                </c:pt>
                <c:pt idx="41">
                  <c:v>10.06256728856455</c:v>
                </c:pt>
                <c:pt idx="42">
                  <c:v>10.06256728856455</c:v>
                </c:pt>
                <c:pt idx="43">
                  <c:v>10.06256728856455</c:v>
                </c:pt>
                <c:pt idx="44">
                  <c:v>10.06256728856455</c:v>
                </c:pt>
                <c:pt idx="45">
                  <c:v>10.06256728856455</c:v>
                </c:pt>
                <c:pt idx="46">
                  <c:v>10.06256728856455</c:v>
                </c:pt>
                <c:pt idx="47">
                  <c:v>10.06256728856455</c:v>
                </c:pt>
                <c:pt idx="48">
                  <c:v>10.06256728856455</c:v>
                </c:pt>
                <c:pt idx="49">
                  <c:v>10.06256728856455</c:v>
                </c:pt>
                <c:pt idx="50">
                  <c:v>10.06256728856455</c:v>
                </c:pt>
                <c:pt idx="51">
                  <c:v>10.06256728856455</c:v>
                </c:pt>
                <c:pt idx="52">
                  <c:v>10.06256728856455</c:v>
                </c:pt>
                <c:pt idx="53">
                  <c:v>10.06256728856455</c:v>
                </c:pt>
                <c:pt idx="54">
                  <c:v>10.06256728856455</c:v>
                </c:pt>
                <c:pt idx="55">
                  <c:v>10.06256728856455</c:v>
                </c:pt>
                <c:pt idx="56">
                  <c:v>10.06256728856455</c:v>
                </c:pt>
                <c:pt idx="57">
                  <c:v>10.06256728856455</c:v>
                </c:pt>
                <c:pt idx="58">
                  <c:v>10.06256728856455</c:v>
                </c:pt>
                <c:pt idx="59">
                  <c:v>10.06256728856455</c:v>
                </c:pt>
                <c:pt idx="60">
                  <c:v>10.06256728856455</c:v>
                </c:pt>
                <c:pt idx="61">
                  <c:v>10.06256728856455</c:v>
                </c:pt>
                <c:pt idx="62">
                  <c:v>10.06256728856455</c:v>
                </c:pt>
                <c:pt idx="63">
                  <c:v>10.06256728856455</c:v>
                </c:pt>
                <c:pt idx="64">
                  <c:v>10.06256728856455</c:v>
                </c:pt>
                <c:pt idx="65">
                  <c:v>10.06256728856455</c:v>
                </c:pt>
                <c:pt idx="66">
                  <c:v>10.06256728856455</c:v>
                </c:pt>
                <c:pt idx="67">
                  <c:v>10.06256728856455</c:v>
                </c:pt>
                <c:pt idx="68">
                  <c:v>10.06256728856455</c:v>
                </c:pt>
                <c:pt idx="69">
                  <c:v>10.06256728856455</c:v>
                </c:pt>
                <c:pt idx="70">
                  <c:v>10.06256728856455</c:v>
                </c:pt>
                <c:pt idx="71">
                  <c:v>10.06256728856455</c:v>
                </c:pt>
                <c:pt idx="72">
                  <c:v>10.06256728856455</c:v>
                </c:pt>
                <c:pt idx="73">
                  <c:v>10.06256728856455</c:v>
                </c:pt>
                <c:pt idx="74">
                  <c:v>10.06256728856455</c:v>
                </c:pt>
                <c:pt idx="75">
                  <c:v>10.06256728856455</c:v>
                </c:pt>
                <c:pt idx="76">
                  <c:v>10.06256728856455</c:v>
                </c:pt>
                <c:pt idx="77">
                  <c:v>10.06256728856455</c:v>
                </c:pt>
                <c:pt idx="78">
                  <c:v>10.06256728856455</c:v>
                </c:pt>
                <c:pt idx="79">
                  <c:v>10.06256728856455</c:v>
                </c:pt>
                <c:pt idx="80">
                  <c:v>10.06256728856455</c:v>
                </c:pt>
                <c:pt idx="81">
                  <c:v>10.06256728856455</c:v>
                </c:pt>
                <c:pt idx="82">
                  <c:v>10.06256728856455</c:v>
                </c:pt>
                <c:pt idx="83">
                  <c:v>10.06256728856455</c:v>
                </c:pt>
                <c:pt idx="84">
                  <c:v>10.06256728856455</c:v>
                </c:pt>
                <c:pt idx="85">
                  <c:v>10.06256728856455</c:v>
                </c:pt>
                <c:pt idx="86">
                  <c:v>10.06256728856455</c:v>
                </c:pt>
                <c:pt idx="87">
                  <c:v>10.06256728856455</c:v>
                </c:pt>
                <c:pt idx="88">
                  <c:v>10.06256728856455</c:v>
                </c:pt>
                <c:pt idx="89">
                  <c:v>10.06256728856455</c:v>
                </c:pt>
                <c:pt idx="90">
                  <c:v>10.06256728856455</c:v>
                </c:pt>
                <c:pt idx="91">
                  <c:v>10.06256728856455</c:v>
                </c:pt>
                <c:pt idx="92">
                  <c:v>10.06256728856455</c:v>
                </c:pt>
                <c:pt idx="93">
                  <c:v>10.06256728856455</c:v>
                </c:pt>
                <c:pt idx="94">
                  <c:v>10.06256728856455</c:v>
                </c:pt>
                <c:pt idx="95">
                  <c:v>10.06256728856455</c:v>
                </c:pt>
                <c:pt idx="96">
                  <c:v>10.06256728856455</c:v>
                </c:pt>
                <c:pt idx="97">
                  <c:v>10.06256728856455</c:v>
                </c:pt>
                <c:pt idx="98">
                  <c:v>10.06256728856455</c:v>
                </c:pt>
                <c:pt idx="99">
                  <c:v>10.06256728856455</c:v>
                </c:pt>
                <c:pt idx="100">
                  <c:v>10.06256728856455</c:v>
                </c:pt>
                <c:pt idx="101">
                  <c:v>10.06256728856455</c:v>
                </c:pt>
                <c:pt idx="102">
                  <c:v>10.06256728856455</c:v>
                </c:pt>
                <c:pt idx="103">
                  <c:v>10.06256728856455</c:v>
                </c:pt>
                <c:pt idx="104">
                  <c:v>10.06256728856455</c:v>
                </c:pt>
                <c:pt idx="105">
                  <c:v>10.06256728856455</c:v>
                </c:pt>
                <c:pt idx="106">
                  <c:v>10.06256728856455</c:v>
                </c:pt>
                <c:pt idx="107">
                  <c:v>10.06256728856455</c:v>
                </c:pt>
                <c:pt idx="108">
                  <c:v>10.06256728856455</c:v>
                </c:pt>
                <c:pt idx="109">
                  <c:v>10.06256728856455</c:v>
                </c:pt>
                <c:pt idx="110">
                  <c:v>10.06256728856455</c:v>
                </c:pt>
                <c:pt idx="111">
                  <c:v>10.06256728856455</c:v>
                </c:pt>
                <c:pt idx="112">
                  <c:v>10.06256728856455</c:v>
                </c:pt>
                <c:pt idx="113">
                  <c:v>10.06256728856455</c:v>
                </c:pt>
                <c:pt idx="114">
                  <c:v>10.06256728856455</c:v>
                </c:pt>
                <c:pt idx="115">
                  <c:v>10.06256728856455</c:v>
                </c:pt>
                <c:pt idx="116">
                  <c:v>10.06256728856455</c:v>
                </c:pt>
                <c:pt idx="117">
                  <c:v>10.06256728856455</c:v>
                </c:pt>
                <c:pt idx="118">
                  <c:v>10.06256728856455</c:v>
                </c:pt>
                <c:pt idx="119">
                  <c:v>10.06256728856455</c:v>
                </c:pt>
                <c:pt idx="120">
                  <c:v>10.06256728856455</c:v>
                </c:pt>
                <c:pt idx="121">
                  <c:v>10.06256728856455</c:v>
                </c:pt>
                <c:pt idx="122">
                  <c:v>10.06256728856455</c:v>
                </c:pt>
                <c:pt idx="123">
                  <c:v>10.06256728856455</c:v>
                </c:pt>
                <c:pt idx="124">
                  <c:v>10.06256728856455</c:v>
                </c:pt>
                <c:pt idx="125">
                  <c:v>10.06256728856455</c:v>
                </c:pt>
                <c:pt idx="126">
                  <c:v>10.06256728856455</c:v>
                </c:pt>
                <c:pt idx="127">
                  <c:v>10.06256728856455</c:v>
                </c:pt>
                <c:pt idx="128">
                  <c:v>10.06256728856455</c:v>
                </c:pt>
                <c:pt idx="129">
                  <c:v>10.06256728856455</c:v>
                </c:pt>
                <c:pt idx="130">
                  <c:v>10.06256728856455</c:v>
                </c:pt>
                <c:pt idx="131">
                  <c:v>10.06256728856455</c:v>
                </c:pt>
                <c:pt idx="132">
                  <c:v>10.06256728856455</c:v>
                </c:pt>
                <c:pt idx="133">
                  <c:v>10.06256728856455</c:v>
                </c:pt>
                <c:pt idx="134">
                  <c:v>10.06256728856455</c:v>
                </c:pt>
                <c:pt idx="135">
                  <c:v>10.06256728856455</c:v>
                </c:pt>
                <c:pt idx="136">
                  <c:v>10.06256728856455</c:v>
                </c:pt>
                <c:pt idx="137">
                  <c:v>10.06256728856455</c:v>
                </c:pt>
                <c:pt idx="138">
                  <c:v>10.06256728856455</c:v>
                </c:pt>
                <c:pt idx="139">
                  <c:v>10.06256728856455</c:v>
                </c:pt>
                <c:pt idx="140">
                  <c:v>10.06256728856455</c:v>
                </c:pt>
                <c:pt idx="141">
                  <c:v>10.06256728856455</c:v>
                </c:pt>
                <c:pt idx="142">
                  <c:v>10.06256728856455</c:v>
                </c:pt>
                <c:pt idx="143">
                  <c:v>10.06256728856455</c:v>
                </c:pt>
                <c:pt idx="144">
                  <c:v>10.06256728856455</c:v>
                </c:pt>
                <c:pt idx="145">
                  <c:v>10.06256728856455</c:v>
                </c:pt>
                <c:pt idx="146">
                  <c:v>10.06256728856455</c:v>
                </c:pt>
                <c:pt idx="147">
                  <c:v>10.06256728856455</c:v>
                </c:pt>
                <c:pt idx="148">
                  <c:v>10.06256728856455</c:v>
                </c:pt>
                <c:pt idx="149">
                  <c:v>10.06256728856455</c:v>
                </c:pt>
                <c:pt idx="150">
                  <c:v>10.06256728856455</c:v>
                </c:pt>
                <c:pt idx="151">
                  <c:v>10.06256728856455</c:v>
                </c:pt>
                <c:pt idx="152">
                  <c:v>10.06256728856455</c:v>
                </c:pt>
                <c:pt idx="153">
                  <c:v>10.06256728856455</c:v>
                </c:pt>
                <c:pt idx="154">
                  <c:v>10.06256728856455</c:v>
                </c:pt>
                <c:pt idx="155">
                  <c:v>10.06256728856455</c:v>
                </c:pt>
                <c:pt idx="156">
                  <c:v>10.06256728856455</c:v>
                </c:pt>
                <c:pt idx="157">
                  <c:v>10.06256728856455</c:v>
                </c:pt>
                <c:pt idx="158">
                  <c:v>10.06256728856455</c:v>
                </c:pt>
                <c:pt idx="159">
                  <c:v>10.06256728856455</c:v>
                </c:pt>
                <c:pt idx="160">
                  <c:v>10.06256728856455</c:v>
                </c:pt>
                <c:pt idx="161">
                  <c:v>10.06256728856455</c:v>
                </c:pt>
                <c:pt idx="162">
                  <c:v>10.06256728856455</c:v>
                </c:pt>
                <c:pt idx="163">
                  <c:v>10.06256728856455</c:v>
                </c:pt>
                <c:pt idx="164">
                  <c:v>10.06256728856455</c:v>
                </c:pt>
                <c:pt idx="165">
                  <c:v>10.06256728856455</c:v>
                </c:pt>
                <c:pt idx="166">
                  <c:v>10.06256728856455</c:v>
                </c:pt>
                <c:pt idx="167">
                  <c:v>10.06256728856455</c:v>
                </c:pt>
                <c:pt idx="168">
                  <c:v>10.06256728856455</c:v>
                </c:pt>
                <c:pt idx="169">
                  <c:v>10.06256728856455</c:v>
                </c:pt>
                <c:pt idx="170">
                  <c:v>10.06256728856455</c:v>
                </c:pt>
                <c:pt idx="171">
                  <c:v>10.06256728856455</c:v>
                </c:pt>
                <c:pt idx="172">
                  <c:v>10.06256728856455</c:v>
                </c:pt>
                <c:pt idx="173">
                  <c:v>10.06256728856455</c:v>
                </c:pt>
                <c:pt idx="174">
                  <c:v>10.06256728856455</c:v>
                </c:pt>
                <c:pt idx="175">
                  <c:v>10.06256728856455</c:v>
                </c:pt>
                <c:pt idx="176">
                  <c:v>10.06256728856455</c:v>
                </c:pt>
                <c:pt idx="177">
                  <c:v>10.06256728856455</c:v>
                </c:pt>
                <c:pt idx="178">
                  <c:v>10.06256728856455</c:v>
                </c:pt>
                <c:pt idx="179">
                  <c:v>10.06256728856455</c:v>
                </c:pt>
                <c:pt idx="180">
                  <c:v>10.06256728856455</c:v>
                </c:pt>
                <c:pt idx="181">
                  <c:v>10.06256728856455</c:v>
                </c:pt>
                <c:pt idx="182">
                  <c:v>10.06256728856455</c:v>
                </c:pt>
                <c:pt idx="183">
                  <c:v>10.06256728856455</c:v>
                </c:pt>
                <c:pt idx="184">
                  <c:v>10.06256728856455</c:v>
                </c:pt>
                <c:pt idx="185">
                  <c:v>10.06256728856455</c:v>
                </c:pt>
                <c:pt idx="186">
                  <c:v>10.06256728856455</c:v>
                </c:pt>
                <c:pt idx="187">
                  <c:v>10.06256728856455</c:v>
                </c:pt>
                <c:pt idx="188">
                  <c:v>10.06256728856455</c:v>
                </c:pt>
                <c:pt idx="189">
                  <c:v>10.06256728856455</c:v>
                </c:pt>
                <c:pt idx="190">
                  <c:v>10.06256728856455</c:v>
                </c:pt>
                <c:pt idx="191">
                  <c:v>10.06256728856455</c:v>
                </c:pt>
                <c:pt idx="192">
                  <c:v>10.06256728856455</c:v>
                </c:pt>
                <c:pt idx="193">
                  <c:v>10.06256728856455</c:v>
                </c:pt>
                <c:pt idx="194">
                  <c:v>10.06256728856455</c:v>
                </c:pt>
                <c:pt idx="195">
                  <c:v>10.06256728856455</c:v>
                </c:pt>
                <c:pt idx="196">
                  <c:v>10.06256728856455</c:v>
                </c:pt>
                <c:pt idx="197">
                  <c:v>10.06256728856455</c:v>
                </c:pt>
                <c:pt idx="198">
                  <c:v>10.06256728856455</c:v>
                </c:pt>
                <c:pt idx="199">
                  <c:v>10.06256728856455</c:v>
                </c:pt>
                <c:pt idx="200">
                  <c:v>10.06256728856455</c:v>
                </c:pt>
                <c:pt idx="201">
                  <c:v>10.06256728856455</c:v>
                </c:pt>
                <c:pt idx="202">
                  <c:v>10.06256728856455</c:v>
                </c:pt>
                <c:pt idx="203">
                  <c:v>10.06256728856455</c:v>
                </c:pt>
                <c:pt idx="204">
                  <c:v>10.06256728856455</c:v>
                </c:pt>
                <c:pt idx="205">
                  <c:v>10.06256728856455</c:v>
                </c:pt>
                <c:pt idx="206">
                  <c:v>10.06256728856455</c:v>
                </c:pt>
                <c:pt idx="207">
                  <c:v>10.06256728856455</c:v>
                </c:pt>
                <c:pt idx="208">
                  <c:v>10.06256728856455</c:v>
                </c:pt>
                <c:pt idx="209">
                  <c:v>10.06256728856455</c:v>
                </c:pt>
                <c:pt idx="210">
                  <c:v>10.06256728856455</c:v>
                </c:pt>
                <c:pt idx="211">
                  <c:v>10.06256728856455</c:v>
                </c:pt>
                <c:pt idx="212">
                  <c:v>10.06256728856455</c:v>
                </c:pt>
                <c:pt idx="213">
                  <c:v>10.06256728856455</c:v>
                </c:pt>
                <c:pt idx="214">
                  <c:v>10.06256728856455</c:v>
                </c:pt>
                <c:pt idx="215">
                  <c:v>10.06256728856455</c:v>
                </c:pt>
                <c:pt idx="216">
                  <c:v>10.06256728856455</c:v>
                </c:pt>
                <c:pt idx="217">
                  <c:v>10.06256728856455</c:v>
                </c:pt>
                <c:pt idx="218">
                  <c:v>10.06256728856455</c:v>
                </c:pt>
                <c:pt idx="219">
                  <c:v>10.06256728856455</c:v>
                </c:pt>
                <c:pt idx="220">
                  <c:v>10.06256728856455</c:v>
                </c:pt>
                <c:pt idx="221">
                  <c:v>10.06256728856455</c:v>
                </c:pt>
                <c:pt idx="222">
                  <c:v>10.06256728856455</c:v>
                </c:pt>
                <c:pt idx="223">
                  <c:v>10.06256728856455</c:v>
                </c:pt>
                <c:pt idx="224">
                  <c:v>10.06256728856455</c:v>
                </c:pt>
                <c:pt idx="225">
                  <c:v>10.06256728856455</c:v>
                </c:pt>
                <c:pt idx="226">
                  <c:v>10.06256728856455</c:v>
                </c:pt>
                <c:pt idx="227">
                  <c:v>10.06256728856455</c:v>
                </c:pt>
                <c:pt idx="228">
                  <c:v>10.06256728856455</c:v>
                </c:pt>
                <c:pt idx="229">
                  <c:v>10.06256728856455</c:v>
                </c:pt>
                <c:pt idx="230">
                  <c:v>10.06256728856455</c:v>
                </c:pt>
                <c:pt idx="231">
                  <c:v>10.06256728856455</c:v>
                </c:pt>
                <c:pt idx="232">
                  <c:v>10.06256728856455</c:v>
                </c:pt>
                <c:pt idx="233">
                  <c:v>10.06256728856455</c:v>
                </c:pt>
                <c:pt idx="234">
                  <c:v>10.06256728856455</c:v>
                </c:pt>
                <c:pt idx="235">
                  <c:v>10.06256728856455</c:v>
                </c:pt>
                <c:pt idx="236">
                  <c:v>10.06256728856455</c:v>
                </c:pt>
                <c:pt idx="237">
                  <c:v>10.06256728856455</c:v>
                </c:pt>
                <c:pt idx="238">
                  <c:v>10.06256728856455</c:v>
                </c:pt>
                <c:pt idx="239">
                  <c:v>10.06256728856455</c:v>
                </c:pt>
                <c:pt idx="240">
                  <c:v>10.06256728856455</c:v>
                </c:pt>
                <c:pt idx="241">
                  <c:v>10.06256728856455</c:v>
                </c:pt>
                <c:pt idx="242">
                  <c:v>10.06256728856455</c:v>
                </c:pt>
                <c:pt idx="243">
                  <c:v>10.06256728856455</c:v>
                </c:pt>
                <c:pt idx="244">
                  <c:v>10.06256728856455</c:v>
                </c:pt>
                <c:pt idx="245">
                  <c:v>10.06256728856455</c:v>
                </c:pt>
                <c:pt idx="246">
                  <c:v>10.06256728856455</c:v>
                </c:pt>
                <c:pt idx="247">
                  <c:v>10.06256728856455</c:v>
                </c:pt>
                <c:pt idx="248">
                  <c:v>10.06256728856455</c:v>
                </c:pt>
                <c:pt idx="249">
                  <c:v>10.06256728856455</c:v>
                </c:pt>
                <c:pt idx="250">
                  <c:v>10.06256728856455</c:v>
                </c:pt>
                <c:pt idx="251">
                  <c:v>10.06256728856455</c:v>
                </c:pt>
                <c:pt idx="252">
                  <c:v>10.06256728856455</c:v>
                </c:pt>
                <c:pt idx="253">
                  <c:v>10.06256728856455</c:v>
                </c:pt>
                <c:pt idx="254">
                  <c:v>10.06256728856455</c:v>
                </c:pt>
                <c:pt idx="255">
                  <c:v>10.06256728856455</c:v>
                </c:pt>
                <c:pt idx="256">
                  <c:v>10.06256728856455</c:v>
                </c:pt>
                <c:pt idx="257">
                  <c:v>10.06256728856455</c:v>
                </c:pt>
                <c:pt idx="258">
                  <c:v>10.06256728856455</c:v>
                </c:pt>
                <c:pt idx="259">
                  <c:v>10.06256728856455</c:v>
                </c:pt>
                <c:pt idx="260">
                  <c:v>10.06256728856455</c:v>
                </c:pt>
                <c:pt idx="261">
                  <c:v>10.06256728856455</c:v>
                </c:pt>
                <c:pt idx="262">
                  <c:v>10.06256728856455</c:v>
                </c:pt>
                <c:pt idx="263">
                  <c:v>10.06256728856455</c:v>
                </c:pt>
                <c:pt idx="264">
                  <c:v>10.06256728856455</c:v>
                </c:pt>
                <c:pt idx="265">
                  <c:v>10.06256728856455</c:v>
                </c:pt>
                <c:pt idx="266">
                  <c:v>10.06256728856455</c:v>
                </c:pt>
                <c:pt idx="267">
                  <c:v>10.06256728856455</c:v>
                </c:pt>
                <c:pt idx="268">
                  <c:v>10.06256728856455</c:v>
                </c:pt>
                <c:pt idx="269">
                  <c:v>10.06256728856455</c:v>
                </c:pt>
                <c:pt idx="270">
                  <c:v>10.06256728856455</c:v>
                </c:pt>
                <c:pt idx="271">
                  <c:v>10.06256728856455</c:v>
                </c:pt>
                <c:pt idx="272">
                  <c:v>10.06256728856455</c:v>
                </c:pt>
                <c:pt idx="273">
                  <c:v>10.06256728856455</c:v>
                </c:pt>
                <c:pt idx="274">
                  <c:v>10.06256728856455</c:v>
                </c:pt>
                <c:pt idx="275">
                  <c:v>10.06256728856455</c:v>
                </c:pt>
                <c:pt idx="276">
                  <c:v>10.06256728856455</c:v>
                </c:pt>
                <c:pt idx="277">
                  <c:v>10.06256728856455</c:v>
                </c:pt>
                <c:pt idx="278">
                  <c:v>10.06256728856455</c:v>
                </c:pt>
                <c:pt idx="279">
                  <c:v>10.06256728856455</c:v>
                </c:pt>
                <c:pt idx="280">
                  <c:v>10.06256728856455</c:v>
                </c:pt>
                <c:pt idx="281">
                  <c:v>10.06256728856455</c:v>
                </c:pt>
                <c:pt idx="282">
                  <c:v>10.06256728856455</c:v>
                </c:pt>
                <c:pt idx="283">
                  <c:v>10.06256728856455</c:v>
                </c:pt>
                <c:pt idx="284">
                  <c:v>10.06256728856455</c:v>
                </c:pt>
                <c:pt idx="285">
                  <c:v>10.06256728856455</c:v>
                </c:pt>
                <c:pt idx="286">
                  <c:v>10.06256728856455</c:v>
                </c:pt>
                <c:pt idx="287">
                  <c:v>10.06256728856455</c:v>
                </c:pt>
                <c:pt idx="288">
                  <c:v>10.06256728856455</c:v>
                </c:pt>
                <c:pt idx="289">
                  <c:v>10.06256728856455</c:v>
                </c:pt>
                <c:pt idx="290">
                  <c:v>10.06256728856455</c:v>
                </c:pt>
                <c:pt idx="291">
                  <c:v>10.06256728856455</c:v>
                </c:pt>
                <c:pt idx="292">
                  <c:v>10.06256728856455</c:v>
                </c:pt>
                <c:pt idx="293">
                  <c:v>10.06256728856455</c:v>
                </c:pt>
                <c:pt idx="294">
                  <c:v>10.06256728856455</c:v>
                </c:pt>
                <c:pt idx="295">
                  <c:v>10.06256728856455</c:v>
                </c:pt>
                <c:pt idx="296">
                  <c:v>10.06256728856455</c:v>
                </c:pt>
                <c:pt idx="297">
                  <c:v>10.06256728856455</c:v>
                </c:pt>
              </c:numCache>
            </c:numRef>
          </c:val>
          <c:smooth val="1"/>
          <c:extLst>
            <c:ext xmlns:c16="http://schemas.microsoft.com/office/drawing/2014/chart" uri="{C3380CC4-5D6E-409C-BE32-E72D297353CC}">
              <c16:uniqueId val="{00000003-2B50-4DD7-B4A1-1FC0E9E7CCED}"/>
            </c:ext>
          </c:extLst>
        </c:ser>
        <c:dLbls>
          <c:showLegendKey val="0"/>
          <c:showVal val="0"/>
          <c:showCatName val="0"/>
          <c:showSerName val="0"/>
          <c:showPercent val="0"/>
          <c:showBubbleSize val="0"/>
        </c:dLbls>
        <c:smooth val="0"/>
        <c:axId val="50010001"/>
        <c:axId val="50010002"/>
      </c:lineChart>
      <c:dateAx>
        <c:axId val="50010001"/>
        <c:scaling>
          <c:orientation val="minMax"/>
        </c:scaling>
        <c:delete val="0"/>
        <c:axPos val="b"/>
        <c:numFmt formatCode="yyyy" sourceLinked="0"/>
        <c:majorTickMark val="out"/>
        <c:minorTickMark val="cross"/>
        <c:tickLblPos val="low"/>
        <c:spPr>
          <a:ln w="9525">
            <a:solidFill>
              <a:srgbClr val="D9D9D9"/>
            </a:solidFill>
          </a:ln>
        </c:spPr>
        <c:txPr>
          <a:bodyPr rot="-5400000" vert="horz"/>
          <a:lstStyle/>
          <a:p>
            <a:pPr>
              <a:defRPr sz="900" b="0" baseline="0">
                <a:solidFill>
                  <a:srgbClr val="000000"/>
                </a:solidFill>
                <a:latin typeface="Roboto Light"/>
              </a:defRPr>
            </a:pPr>
            <a:endParaRPr lang="en-US"/>
          </a:p>
        </c:txPr>
        <c:crossAx val="50010002"/>
        <c:crosses val="autoZero"/>
        <c:auto val="1"/>
        <c:lblOffset val="100"/>
        <c:baseTimeUnit val="days"/>
        <c:majorUnit val="1"/>
        <c:majorTimeUnit val="years"/>
      </c:dateAx>
      <c:valAx>
        <c:axId val="50010002"/>
        <c:scaling>
          <c:orientation val="minMax"/>
          <c:min val="5"/>
        </c:scaling>
        <c:delete val="0"/>
        <c:axPos val="l"/>
        <c:majorGridlines>
          <c:spPr>
            <a:ln w="6350">
              <a:solidFill>
                <a:srgbClr val="D9D9D9"/>
              </a:solidFill>
              <a:prstDash val="dash"/>
            </a:ln>
          </c:spPr>
        </c:majorGridlines>
        <c:numFmt formatCode="0" sourceLinked="0"/>
        <c:majorTickMark val="none"/>
        <c:minorTickMark val="cross"/>
        <c:tickLblPos val="nextTo"/>
        <c:spPr>
          <a:ln>
            <a:noFill/>
          </a:ln>
        </c:spPr>
        <c:txPr>
          <a:bodyPr/>
          <a:lstStyle/>
          <a:p>
            <a:pPr>
              <a:defRPr sz="900" b="0" baseline="0">
                <a:solidFill>
                  <a:srgbClr val="000000"/>
                </a:solidFill>
                <a:latin typeface="Roboto Light"/>
              </a:defRPr>
            </a:pPr>
            <a:endParaRPr lang="en-US"/>
          </a:p>
        </c:txPr>
        <c:crossAx val="50010001"/>
        <c:crosses val="autoZero"/>
        <c:crossBetween val="between"/>
      </c:valAx>
      <c:spPr>
        <a:noFill/>
        <a:ln>
          <a:noFill/>
        </a:ln>
      </c:spPr>
    </c:plotArea>
    <c:legend>
      <c:legendPos val="t"/>
      <c:legendEntry>
        <c:idx val="3"/>
        <c:delete val="1"/>
      </c:legendEntry>
      <c:overlay val="0"/>
      <c:txPr>
        <a:bodyPr/>
        <a:lstStyle/>
        <a:p>
          <a:pPr>
            <a:defRPr sz="900" b="0" baseline="0">
              <a:solidFill>
                <a:srgbClr val="000000"/>
              </a:solidFill>
              <a:latin typeface="Roboto Light"/>
            </a:defRPr>
          </a:pPr>
          <a:endParaRPr lang="en-US"/>
        </a:p>
      </c:txPr>
    </c:legend>
    <c:plotVisOnly val="1"/>
    <c:dispBlanksAs val="zero"/>
    <c:showDLblsOverMax val="1"/>
  </c:chart>
  <c:spPr>
    <a:solidFill>
      <a:srgbClr val="FFFFFF"/>
    </a:solidFill>
    <a:ln>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0684832761048267"/>
          <c:y val="0.1585925415856719"/>
          <c:w val="0.89315167238951731"/>
          <c:h val="0.5909826584617438"/>
        </c:manualLayout>
      </c:layout>
      <c:lineChart>
        <c:grouping val="standard"/>
        <c:varyColors val="1"/>
        <c:ser>
          <c:idx val="0"/>
          <c:order val="0"/>
          <c:tx>
            <c:v>Foreign Flows</c:v>
          </c:tx>
          <c:spPr>
            <a:ln w="28575">
              <a:solidFill>
                <a:srgbClr val="1F2F44"/>
              </a:solidFill>
            </a:ln>
          </c:spPr>
          <c:marker>
            <c:symbol val="none"/>
          </c:marker>
          <c:cat>
            <c:numRef>
              <c:f>Sheet1!$A$2:$A$187</c:f>
              <c:numCache>
                <c:formatCode>yyyy\-mm\-dd</c:formatCode>
                <c:ptCount val="186"/>
                <c:pt idx="0">
                  <c:v>46021</c:v>
                </c:pt>
                <c:pt idx="1">
                  <c:v>46022</c:v>
                </c:pt>
                <c:pt idx="2">
                  <c:v>46023</c:v>
                </c:pt>
                <c:pt idx="3">
                  <c:v>46024</c:v>
                </c:pt>
                <c:pt idx="4">
                  <c:v>46027</c:v>
                </c:pt>
                <c:pt idx="5">
                  <c:v>46028</c:v>
                </c:pt>
                <c:pt idx="6">
                  <c:v>46029</c:v>
                </c:pt>
                <c:pt idx="7">
                  <c:v>46030</c:v>
                </c:pt>
                <c:pt idx="8">
                  <c:v>46031</c:v>
                </c:pt>
                <c:pt idx="9">
                  <c:v>46034</c:v>
                </c:pt>
                <c:pt idx="10">
                  <c:v>46035</c:v>
                </c:pt>
                <c:pt idx="11">
                  <c:v>46036</c:v>
                </c:pt>
                <c:pt idx="12">
                  <c:v>46037</c:v>
                </c:pt>
                <c:pt idx="13">
                  <c:v>46038</c:v>
                </c:pt>
                <c:pt idx="14">
                  <c:v>46041</c:v>
                </c:pt>
                <c:pt idx="15">
                  <c:v>46042</c:v>
                </c:pt>
                <c:pt idx="16">
                  <c:v>46043</c:v>
                </c:pt>
                <c:pt idx="17">
                  <c:v>46044</c:v>
                </c:pt>
                <c:pt idx="18">
                  <c:v>46045</c:v>
                </c:pt>
                <c:pt idx="19">
                  <c:v>46048</c:v>
                </c:pt>
                <c:pt idx="20">
                  <c:v>46049</c:v>
                </c:pt>
                <c:pt idx="21">
                  <c:v>46050</c:v>
                </c:pt>
                <c:pt idx="22">
                  <c:v>46051</c:v>
                </c:pt>
                <c:pt idx="23">
                  <c:v>46052</c:v>
                </c:pt>
                <c:pt idx="24">
                  <c:v>46055</c:v>
                </c:pt>
                <c:pt idx="25">
                  <c:v>46056</c:v>
                </c:pt>
                <c:pt idx="26">
                  <c:v>46057</c:v>
                </c:pt>
                <c:pt idx="27">
                  <c:v>46058</c:v>
                </c:pt>
                <c:pt idx="28">
                  <c:v>46059</c:v>
                </c:pt>
                <c:pt idx="29">
                  <c:v>46062</c:v>
                </c:pt>
                <c:pt idx="30">
                  <c:v>46063</c:v>
                </c:pt>
                <c:pt idx="31">
                  <c:v>46064</c:v>
                </c:pt>
                <c:pt idx="32">
                  <c:v>46065</c:v>
                </c:pt>
                <c:pt idx="33">
                  <c:v>46066</c:v>
                </c:pt>
                <c:pt idx="34">
                  <c:v>46069</c:v>
                </c:pt>
                <c:pt idx="35">
                  <c:v>46070</c:v>
                </c:pt>
                <c:pt idx="36">
                  <c:v>46071</c:v>
                </c:pt>
                <c:pt idx="37">
                  <c:v>46072</c:v>
                </c:pt>
                <c:pt idx="38">
                  <c:v>46073</c:v>
                </c:pt>
                <c:pt idx="39">
                  <c:v>46076</c:v>
                </c:pt>
                <c:pt idx="40">
                  <c:v>46077</c:v>
                </c:pt>
                <c:pt idx="41">
                  <c:v>46078</c:v>
                </c:pt>
                <c:pt idx="42">
                  <c:v>46079</c:v>
                </c:pt>
                <c:pt idx="43">
                  <c:v>46080</c:v>
                </c:pt>
                <c:pt idx="44">
                  <c:v>46083</c:v>
                </c:pt>
                <c:pt idx="45">
                  <c:v>46084</c:v>
                </c:pt>
                <c:pt idx="46">
                  <c:v>46085</c:v>
                </c:pt>
                <c:pt idx="47">
                  <c:v>46086</c:v>
                </c:pt>
                <c:pt idx="48">
                  <c:v>46087</c:v>
                </c:pt>
                <c:pt idx="49">
                  <c:v>46090</c:v>
                </c:pt>
                <c:pt idx="50">
                  <c:v>46091</c:v>
                </c:pt>
                <c:pt idx="51">
                  <c:v>46092</c:v>
                </c:pt>
                <c:pt idx="52">
                  <c:v>46093</c:v>
                </c:pt>
                <c:pt idx="53">
                  <c:v>46094</c:v>
                </c:pt>
                <c:pt idx="54">
                  <c:v>46097</c:v>
                </c:pt>
                <c:pt idx="55">
                  <c:v>46098</c:v>
                </c:pt>
                <c:pt idx="56">
                  <c:v>46099</c:v>
                </c:pt>
                <c:pt idx="57">
                  <c:v>46100</c:v>
                </c:pt>
                <c:pt idx="58">
                  <c:v>46101</c:v>
                </c:pt>
                <c:pt idx="59">
                  <c:v>46104</c:v>
                </c:pt>
                <c:pt idx="60">
                  <c:v>46105</c:v>
                </c:pt>
                <c:pt idx="61">
                  <c:v>46106</c:v>
                </c:pt>
                <c:pt idx="62">
                  <c:v>46107</c:v>
                </c:pt>
                <c:pt idx="63">
                  <c:v>46108</c:v>
                </c:pt>
                <c:pt idx="64">
                  <c:v>46111</c:v>
                </c:pt>
                <c:pt idx="65">
                  <c:v>46112</c:v>
                </c:pt>
                <c:pt idx="66">
                  <c:v>46113</c:v>
                </c:pt>
                <c:pt idx="67">
                  <c:v>46114</c:v>
                </c:pt>
                <c:pt idx="68">
                  <c:v>46115</c:v>
                </c:pt>
                <c:pt idx="69">
                  <c:v>46118</c:v>
                </c:pt>
                <c:pt idx="70">
                  <c:v>46119</c:v>
                </c:pt>
                <c:pt idx="71">
                  <c:v>46120</c:v>
                </c:pt>
                <c:pt idx="72">
                  <c:v>46121</c:v>
                </c:pt>
                <c:pt idx="73">
                  <c:v>46122</c:v>
                </c:pt>
                <c:pt idx="74">
                  <c:v>46125</c:v>
                </c:pt>
                <c:pt idx="75">
                  <c:v>46126</c:v>
                </c:pt>
                <c:pt idx="76">
                  <c:v>46127</c:v>
                </c:pt>
                <c:pt idx="77">
                  <c:v>46128</c:v>
                </c:pt>
                <c:pt idx="78">
                  <c:v>46129</c:v>
                </c:pt>
                <c:pt idx="79">
                  <c:v>46132</c:v>
                </c:pt>
                <c:pt idx="80">
                  <c:v>46133</c:v>
                </c:pt>
                <c:pt idx="81">
                  <c:v>46134</c:v>
                </c:pt>
                <c:pt idx="82">
                  <c:v>46135</c:v>
                </c:pt>
                <c:pt idx="83">
                  <c:v>46136</c:v>
                </c:pt>
                <c:pt idx="84">
                  <c:v>46139</c:v>
                </c:pt>
                <c:pt idx="85">
                  <c:v>46140</c:v>
                </c:pt>
                <c:pt idx="86">
                  <c:v>46141</c:v>
                </c:pt>
                <c:pt idx="87">
                  <c:v>46142</c:v>
                </c:pt>
                <c:pt idx="88">
                  <c:v>46143</c:v>
                </c:pt>
                <c:pt idx="89">
                  <c:v>46146</c:v>
                </c:pt>
                <c:pt idx="90">
                  <c:v>46147</c:v>
                </c:pt>
                <c:pt idx="91">
                  <c:v>46148</c:v>
                </c:pt>
                <c:pt idx="92">
                  <c:v>46149</c:v>
                </c:pt>
                <c:pt idx="93">
                  <c:v>46150</c:v>
                </c:pt>
                <c:pt idx="94">
                  <c:v>46153</c:v>
                </c:pt>
                <c:pt idx="95">
                  <c:v>46154</c:v>
                </c:pt>
                <c:pt idx="96">
                  <c:v>46155</c:v>
                </c:pt>
                <c:pt idx="97">
                  <c:v>46156</c:v>
                </c:pt>
                <c:pt idx="98">
                  <c:v>46157</c:v>
                </c:pt>
                <c:pt idx="99">
                  <c:v>46160</c:v>
                </c:pt>
                <c:pt idx="100">
                  <c:v>46161</c:v>
                </c:pt>
                <c:pt idx="101">
                  <c:v>46162</c:v>
                </c:pt>
                <c:pt idx="102">
                  <c:v>46163</c:v>
                </c:pt>
                <c:pt idx="103">
                  <c:v>46164</c:v>
                </c:pt>
                <c:pt idx="104">
                  <c:v>46167</c:v>
                </c:pt>
                <c:pt idx="105">
                  <c:v>46168</c:v>
                </c:pt>
                <c:pt idx="106">
                  <c:v>46169</c:v>
                </c:pt>
                <c:pt idx="107">
                  <c:v>46170</c:v>
                </c:pt>
                <c:pt idx="108">
                  <c:v>46171</c:v>
                </c:pt>
                <c:pt idx="109">
                  <c:v>46174</c:v>
                </c:pt>
                <c:pt idx="110">
                  <c:v>46175</c:v>
                </c:pt>
                <c:pt idx="111">
                  <c:v>46176</c:v>
                </c:pt>
                <c:pt idx="112">
                  <c:v>46177</c:v>
                </c:pt>
                <c:pt idx="113">
                  <c:v>46178</c:v>
                </c:pt>
                <c:pt idx="114">
                  <c:v>46181</c:v>
                </c:pt>
                <c:pt idx="115">
                  <c:v>46182</c:v>
                </c:pt>
                <c:pt idx="116">
                  <c:v>46183</c:v>
                </c:pt>
                <c:pt idx="117">
                  <c:v>46184</c:v>
                </c:pt>
                <c:pt idx="118">
                  <c:v>46185</c:v>
                </c:pt>
                <c:pt idx="119">
                  <c:v>46188</c:v>
                </c:pt>
                <c:pt idx="120">
                  <c:v>46189</c:v>
                </c:pt>
                <c:pt idx="121">
                  <c:v>46190</c:v>
                </c:pt>
                <c:pt idx="122">
                  <c:v>46191</c:v>
                </c:pt>
                <c:pt idx="123">
                  <c:v>46192</c:v>
                </c:pt>
                <c:pt idx="124">
                  <c:v>46195</c:v>
                </c:pt>
                <c:pt idx="125">
                  <c:v>46196</c:v>
                </c:pt>
                <c:pt idx="126">
                  <c:v>46197</c:v>
                </c:pt>
                <c:pt idx="127">
                  <c:v>46198</c:v>
                </c:pt>
                <c:pt idx="128">
                  <c:v>46199</c:v>
                </c:pt>
                <c:pt idx="129">
                  <c:v>46202</c:v>
                </c:pt>
                <c:pt idx="130">
                  <c:v>46203</c:v>
                </c:pt>
                <c:pt idx="131">
                  <c:v>46204</c:v>
                </c:pt>
                <c:pt idx="132">
                  <c:v>46205</c:v>
                </c:pt>
                <c:pt idx="133">
                  <c:v>46206</c:v>
                </c:pt>
                <c:pt idx="134">
                  <c:v>46209</c:v>
                </c:pt>
                <c:pt idx="135">
                  <c:v>46210</c:v>
                </c:pt>
                <c:pt idx="136">
                  <c:v>46211</c:v>
                </c:pt>
                <c:pt idx="137">
                  <c:v>46212</c:v>
                </c:pt>
                <c:pt idx="138">
                  <c:v>46213</c:v>
                </c:pt>
                <c:pt idx="139">
                  <c:v>46216</c:v>
                </c:pt>
                <c:pt idx="140">
                  <c:v>46217</c:v>
                </c:pt>
                <c:pt idx="141">
                  <c:v>46218</c:v>
                </c:pt>
                <c:pt idx="142">
                  <c:v>46219</c:v>
                </c:pt>
                <c:pt idx="143">
                  <c:v>46220</c:v>
                </c:pt>
                <c:pt idx="144">
                  <c:v>46223</c:v>
                </c:pt>
                <c:pt idx="145">
                  <c:v>46224</c:v>
                </c:pt>
                <c:pt idx="146">
                  <c:v>46225</c:v>
                </c:pt>
                <c:pt idx="147">
                  <c:v>46226</c:v>
                </c:pt>
                <c:pt idx="148">
                  <c:v>46227</c:v>
                </c:pt>
                <c:pt idx="149">
                  <c:v>46230</c:v>
                </c:pt>
                <c:pt idx="150">
                  <c:v>46231</c:v>
                </c:pt>
                <c:pt idx="151">
                  <c:v>46232</c:v>
                </c:pt>
                <c:pt idx="152">
                  <c:v>46233</c:v>
                </c:pt>
                <c:pt idx="153">
                  <c:v>46234</c:v>
                </c:pt>
                <c:pt idx="154">
                  <c:v>46237</c:v>
                </c:pt>
                <c:pt idx="155">
                  <c:v>46238</c:v>
                </c:pt>
                <c:pt idx="156">
                  <c:v>46239</c:v>
                </c:pt>
                <c:pt idx="157">
                  <c:v>46240</c:v>
                </c:pt>
                <c:pt idx="158">
                  <c:v>46241</c:v>
                </c:pt>
                <c:pt idx="159">
                  <c:v>46244</c:v>
                </c:pt>
                <c:pt idx="160">
                  <c:v>46245</c:v>
                </c:pt>
                <c:pt idx="161">
                  <c:v>46246</c:v>
                </c:pt>
                <c:pt idx="162">
                  <c:v>46247</c:v>
                </c:pt>
                <c:pt idx="163">
                  <c:v>46248</c:v>
                </c:pt>
                <c:pt idx="164">
                  <c:v>46251</c:v>
                </c:pt>
                <c:pt idx="165">
                  <c:v>46252</c:v>
                </c:pt>
                <c:pt idx="166">
                  <c:v>46253</c:v>
                </c:pt>
                <c:pt idx="167">
                  <c:v>46254</c:v>
                </c:pt>
                <c:pt idx="168">
                  <c:v>46255</c:v>
                </c:pt>
                <c:pt idx="169">
                  <c:v>46258</c:v>
                </c:pt>
                <c:pt idx="170">
                  <c:v>46259</c:v>
                </c:pt>
                <c:pt idx="171">
                  <c:v>46260</c:v>
                </c:pt>
                <c:pt idx="172">
                  <c:v>46261</c:v>
                </c:pt>
                <c:pt idx="173">
                  <c:v>46262</c:v>
                </c:pt>
                <c:pt idx="174">
                  <c:v>46265</c:v>
                </c:pt>
                <c:pt idx="175">
                  <c:v>46266</c:v>
                </c:pt>
                <c:pt idx="176">
                  <c:v>46267</c:v>
                </c:pt>
                <c:pt idx="177">
                  <c:v>46268</c:v>
                </c:pt>
                <c:pt idx="178">
                  <c:v>46269</c:v>
                </c:pt>
                <c:pt idx="179">
                  <c:v>46272</c:v>
                </c:pt>
                <c:pt idx="180">
                  <c:v>46273</c:v>
                </c:pt>
                <c:pt idx="181">
                  <c:v>46274</c:v>
                </c:pt>
                <c:pt idx="182">
                  <c:v>46275</c:v>
                </c:pt>
                <c:pt idx="183">
                  <c:v>46276</c:v>
                </c:pt>
                <c:pt idx="184">
                  <c:v>46279</c:v>
                </c:pt>
                <c:pt idx="185">
                  <c:v>46280</c:v>
                </c:pt>
              </c:numCache>
            </c:numRef>
          </c:cat>
          <c:val>
            <c:numRef>
              <c:f>Sheet1!$B$2:$B$187</c:f>
              <c:numCache>
                <c:formatCode>General</c:formatCode>
                <c:ptCount val="186"/>
                <c:pt idx="0">
                  <c:v>100</c:v>
                </c:pt>
                <c:pt idx="1">
                  <c:v>100</c:v>
                </c:pt>
                <c:pt idx="2">
                  <c:v>100</c:v>
                </c:pt>
                <c:pt idx="3">
                  <c:v>99.331337485495865</c:v>
                </c:pt>
                <c:pt idx="4">
                  <c:v>102.7009145723157</c:v>
                </c:pt>
                <c:pt idx="5">
                  <c:v>102.8792172068338</c:v>
                </c:pt>
                <c:pt idx="6">
                  <c:v>102.22607436224899</c:v>
                </c:pt>
                <c:pt idx="7">
                  <c:v>103.1591836293193</c:v>
                </c:pt>
                <c:pt idx="8">
                  <c:v>102.79301028263851</c:v>
                </c:pt>
                <c:pt idx="9">
                  <c:v>102.4853753748734</c:v>
                </c:pt>
                <c:pt idx="10">
                  <c:v>101.83723005382561</c:v>
                </c:pt>
                <c:pt idx="11">
                  <c:v>102.9997286134346</c:v>
                </c:pt>
                <c:pt idx="12">
                  <c:v>103.1042520828272</c:v>
                </c:pt>
                <c:pt idx="13">
                  <c:v>103.0269298632695</c:v>
                </c:pt>
                <c:pt idx="14">
                  <c:v>102.5101128380894</c:v>
                </c:pt>
                <c:pt idx="15">
                  <c:v>103.2782434280321</c:v>
                </c:pt>
                <c:pt idx="16">
                  <c:v>105.475109445424</c:v>
                </c:pt>
                <c:pt idx="17">
                  <c:v>108.1224393605662</c:v>
                </c:pt>
                <c:pt idx="18">
                  <c:v>109.4407381525242</c:v>
                </c:pt>
                <c:pt idx="19">
                  <c:v>110.11190501154719</c:v>
                </c:pt>
                <c:pt idx="20">
                  <c:v>112.16511190601931</c:v>
                </c:pt>
                <c:pt idx="21">
                  <c:v>113.09017903469859</c:v>
                </c:pt>
                <c:pt idx="22">
                  <c:v>112.016818865815</c:v>
                </c:pt>
                <c:pt idx="23">
                  <c:v>110.4147697476801</c:v>
                </c:pt>
                <c:pt idx="24">
                  <c:v>110.6554327975291</c:v>
                </c:pt>
                <c:pt idx="25">
                  <c:v>109.8748762051371</c:v>
                </c:pt>
                <c:pt idx="26">
                  <c:v>106.9470471987712</c:v>
                </c:pt>
                <c:pt idx="27">
                  <c:v>106.0668671434604</c:v>
                </c:pt>
                <c:pt idx="28">
                  <c:v>106.1640724469685</c:v>
                </c:pt>
                <c:pt idx="29">
                  <c:v>108.7481267282709</c:v>
                </c:pt>
                <c:pt idx="30">
                  <c:v>108.8744965998322</c:v>
                </c:pt>
                <c:pt idx="31">
                  <c:v>109.230335026963</c:v>
                </c:pt>
                <c:pt idx="32">
                  <c:v>107.76571860428091</c:v>
                </c:pt>
                <c:pt idx="33">
                  <c:v>106.8876870740072</c:v>
                </c:pt>
                <c:pt idx="34">
                  <c:v>106.8876870740072</c:v>
                </c:pt>
                <c:pt idx="35">
                  <c:v>106.8876870740072</c:v>
                </c:pt>
                <c:pt idx="36">
                  <c:v>108.1780432317604</c:v>
                </c:pt>
                <c:pt idx="37">
                  <c:v>108.8860262483017</c:v>
                </c:pt>
                <c:pt idx="38">
                  <c:v>109.3545181989855</c:v>
                </c:pt>
                <c:pt idx="39">
                  <c:v>105.2793796437057</c:v>
                </c:pt>
                <c:pt idx="40">
                  <c:v>107.2112952886612</c:v>
                </c:pt>
                <c:pt idx="41">
                  <c:v>104.4152188378186</c:v>
                </c:pt>
                <c:pt idx="42">
                  <c:v>102.9438303237186</c:v>
                </c:pt>
                <c:pt idx="43">
                  <c:v>101.7485683009894</c:v>
                </c:pt>
                <c:pt idx="44">
                  <c:v>103.5334687611153</c:v>
                </c:pt>
                <c:pt idx="45">
                  <c:v>101.97204612048129</c:v>
                </c:pt>
                <c:pt idx="46">
                  <c:v>102.6950897527538</c:v>
                </c:pt>
                <c:pt idx="47">
                  <c:v>101.09603536776341</c:v>
                </c:pt>
                <c:pt idx="48">
                  <c:v>99.399839181662429</c:v>
                </c:pt>
                <c:pt idx="49">
                  <c:v>99.986858445732537</c:v>
                </c:pt>
                <c:pt idx="50">
                  <c:v>100.5692286304624</c:v>
                </c:pt>
                <c:pt idx="51">
                  <c:v>101.1574552781685</c:v>
                </c:pt>
                <c:pt idx="52">
                  <c:v>97.258990978963865</c:v>
                </c:pt>
                <c:pt idx="53">
                  <c:v>97.138791030771216</c:v>
                </c:pt>
                <c:pt idx="54">
                  <c:v>99.092078824820732</c:v>
                </c:pt>
                <c:pt idx="55">
                  <c:v>99.254297348419854</c:v>
                </c:pt>
                <c:pt idx="56">
                  <c:v>98.713568232459338</c:v>
                </c:pt>
                <c:pt idx="57">
                  <c:v>98.596036032402438</c:v>
                </c:pt>
                <c:pt idx="58">
                  <c:v>96.593664314566837</c:v>
                </c:pt>
                <c:pt idx="59">
                  <c:v>99.595632997466723</c:v>
                </c:pt>
                <c:pt idx="60">
                  <c:v>98.676421559955415</c:v>
                </c:pt>
                <c:pt idx="61">
                  <c:v>99.538366838073756</c:v>
                </c:pt>
                <c:pt idx="62">
                  <c:v>98.442160108859738</c:v>
                </c:pt>
                <c:pt idx="63">
                  <c:v>97.336252239083251</c:v>
                </c:pt>
                <c:pt idx="64">
                  <c:v>97.341955500913784</c:v>
                </c:pt>
                <c:pt idx="65">
                  <c:v>100.7983654886458</c:v>
                </c:pt>
                <c:pt idx="66">
                  <c:v>101.5732903260745</c:v>
                </c:pt>
                <c:pt idx="67">
                  <c:v>101.15110783809079</c:v>
                </c:pt>
                <c:pt idx="68">
                  <c:v>101.15110783809079</c:v>
                </c:pt>
                <c:pt idx="69">
                  <c:v>101.7575298774202</c:v>
                </c:pt>
                <c:pt idx="70">
                  <c:v>101.81966656227991</c:v>
                </c:pt>
                <c:pt idx="71">
                  <c:v>102.8669050229926</c:v>
                </c:pt>
                <c:pt idx="72">
                  <c:v>104.4783317536485</c:v>
                </c:pt>
                <c:pt idx="73">
                  <c:v>104.85145047931771</c:v>
                </c:pt>
                <c:pt idx="74">
                  <c:v>105.7767878232666</c:v>
                </c:pt>
                <c:pt idx="75">
                  <c:v>105.7843657676989</c:v>
                </c:pt>
                <c:pt idx="76">
                  <c:v>105.9431970897157</c:v>
                </c:pt>
                <c:pt idx="77">
                  <c:v>105.4592840235246</c:v>
                </c:pt>
                <c:pt idx="78">
                  <c:v>104.9809919380737</c:v>
                </c:pt>
                <c:pt idx="79">
                  <c:v>104.5898268353631</c:v>
                </c:pt>
                <c:pt idx="80">
                  <c:v>104.5898268353631</c:v>
                </c:pt>
                <c:pt idx="81">
                  <c:v>102.6112700791036</c:v>
                </c:pt>
                <c:pt idx="82">
                  <c:v>101.4240047716852</c:v>
                </c:pt>
                <c:pt idx="83">
                  <c:v>101.724203340687</c:v>
                </c:pt>
                <c:pt idx="84">
                  <c:v>101.7309631536581</c:v>
                </c:pt>
                <c:pt idx="85">
                  <c:v>101.0530705674999</c:v>
                </c:pt>
                <c:pt idx="86">
                  <c:v>99.872294104467755</c:v>
                </c:pt>
                <c:pt idx="87">
                  <c:v>100.6021662524646</c:v>
                </c:pt>
                <c:pt idx="88">
                  <c:v>100.6021662524646</c:v>
                </c:pt>
                <c:pt idx="89">
                  <c:v>100.87865198930091</c:v>
                </c:pt>
                <c:pt idx="90">
                  <c:v>100.3287432307573</c:v>
                </c:pt>
                <c:pt idx="91">
                  <c:v>101.1933566066824</c:v>
                </c:pt>
                <c:pt idx="92">
                  <c:v>99.526004427408694</c:v>
                </c:pt>
                <c:pt idx="93">
                  <c:v>94.606165977706539</c:v>
                </c:pt>
                <c:pt idx="94">
                  <c:v>93.253976425752654</c:v>
                </c:pt>
                <c:pt idx="95">
                  <c:v>92.115413627087321</c:v>
                </c:pt>
                <c:pt idx="96">
                  <c:v>91.627506418108311</c:v>
                </c:pt>
                <c:pt idx="97">
                  <c:v>92.650192737703435</c:v>
                </c:pt>
                <c:pt idx="98">
                  <c:v>91.296123631274313</c:v>
                </c:pt>
                <c:pt idx="99">
                  <c:v>91.010514136667382</c:v>
                </c:pt>
                <c:pt idx="100">
                  <c:v>90.622767339462825</c:v>
                </c:pt>
                <c:pt idx="101">
                  <c:v>91.861412118231385</c:v>
                </c:pt>
                <c:pt idx="102">
                  <c:v>93.300051410898746</c:v>
                </c:pt>
                <c:pt idx="103">
                  <c:v>92.692843739961489</c:v>
                </c:pt>
                <c:pt idx="104">
                  <c:v>93.514761428240703</c:v>
                </c:pt>
                <c:pt idx="105">
                  <c:v>92.705624512841496</c:v>
                </c:pt>
                <c:pt idx="106">
                  <c:v>93.718287622314548</c:v>
                </c:pt>
                <c:pt idx="107">
                  <c:v>93.410573411898923</c:v>
                </c:pt>
                <c:pt idx="108">
                  <c:v>93.041633899764705</c:v>
                </c:pt>
                <c:pt idx="109">
                  <c:v>92.658083164721845</c:v>
                </c:pt>
                <c:pt idx="110">
                  <c:v>90.37938888289905</c:v>
                </c:pt>
                <c:pt idx="111">
                  <c:v>89.245159574825877</c:v>
                </c:pt>
                <c:pt idx="112">
                  <c:v>89.245159574825877</c:v>
                </c:pt>
                <c:pt idx="113">
                  <c:v>90.221850898135472</c:v>
                </c:pt>
                <c:pt idx="114">
                  <c:v>90.409058666346681</c:v>
                </c:pt>
                <c:pt idx="115">
                  <c:v>91.182179119663616</c:v>
                </c:pt>
                <c:pt idx="116">
                  <c:v>89.863501189816503</c:v>
                </c:pt>
                <c:pt idx="117">
                  <c:v>91.468664157945241</c:v>
                </c:pt>
                <c:pt idx="118">
                  <c:v>90.895354119204995</c:v>
                </c:pt>
                <c:pt idx="119">
                  <c:v>91.972749971752492</c:v>
                </c:pt>
                <c:pt idx="120">
                  <c:v>92.480056415801073</c:v>
                </c:pt>
                <c:pt idx="121">
                  <c:v>93.412561183847586</c:v>
                </c:pt>
                <c:pt idx="122">
                  <c:v>93.754116339743959</c:v>
                </c:pt>
                <c:pt idx="123">
                  <c:v>93.482150522106792</c:v>
                </c:pt>
                <c:pt idx="124">
                  <c:v>93.551627355445916</c:v>
                </c:pt>
                <c:pt idx="125">
                  <c:v>93.403402977127499</c:v>
                </c:pt>
                <c:pt idx="126">
                  <c:v>94.568405344451435</c:v>
                </c:pt>
                <c:pt idx="127">
                  <c:v>94.282438450233713</c:v>
                </c:pt>
                <c:pt idx="128">
                  <c:v>95.917261426141863</c:v>
                </c:pt>
                <c:pt idx="129">
                  <c:v>95.993848927345113</c:v>
                </c:pt>
                <c:pt idx="130">
                  <c:v>96.346854593700783</c:v>
                </c:pt>
                <c:pt idx="131">
                  <c:v>97.422779304562582</c:v>
                </c:pt>
                <c:pt idx="132">
                  <c:v>98.283683611409472</c:v>
                </c:pt>
                <c:pt idx="133">
                  <c:v>98.881775087072583</c:v>
                </c:pt>
                <c:pt idx="134">
                  <c:v>99.577460142263604</c:v>
                </c:pt>
                <c:pt idx="135">
                  <c:v>99.357928160665992</c:v>
                </c:pt>
                <c:pt idx="136">
                  <c:v>98.204383253070887</c:v>
                </c:pt>
                <c:pt idx="137">
                  <c:v>99.055531991251868</c:v>
                </c:pt>
                <c:pt idx="138">
                  <c:v>101.144689410297</c:v>
                </c:pt>
                <c:pt idx="139">
                  <c:v>100.9104299321415</c:v>
                </c:pt>
                <c:pt idx="140">
                  <c:v>100.9289218479154</c:v>
                </c:pt>
                <c:pt idx="141">
                  <c:v>100.2153477266114</c:v>
                </c:pt>
                <c:pt idx="142">
                  <c:v>99.782005545051021</c:v>
                </c:pt>
                <c:pt idx="143">
                  <c:v>99.360584071079813</c:v>
                </c:pt>
                <c:pt idx="144">
                  <c:v>100.4155989771395</c:v>
                </c:pt>
                <c:pt idx="145">
                  <c:v>100.996434721833</c:v>
                </c:pt>
                <c:pt idx="146">
                  <c:v>101.5646430784211</c:v>
                </c:pt>
                <c:pt idx="147">
                  <c:v>101.645371733171</c:v>
                </c:pt>
                <c:pt idx="148">
                  <c:v>100.3887458237904</c:v>
                </c:pt>
                <c:pt idx="149">
                  <c:v>102.0736532144857</c:v>
                </c:pt>
                <c:pt idx="150">
                  <c:v>103.6712114284026</c:v>
                </c:pt>
                <c:pt idx="151">
                  <c:v>102.1071031087841</c:v>
                </c:pt>
                <c:pt idx="152">
                  <c:v>103.2922752772035</c:v>
                </c:pt>
                <c:pt idx="153">
                  <c:v>103.4810716125742</c:v>
                </c:pt>
                <c:pt idx="154">
                  <c:v>104.65187982095379</c:v>
                </c:pt>
                <c:pt idx="155">
                  <c:v>104.0615516330717</c:v>
                </c:pt>
                <c:pt idx="156">
                  <c:v>105.1310692804181</c:v>
                </c:pt>
                <c:pt idx="157">
                  <c:v>102.9941445822041</c:v>
                </c:pt>
                <c:pt idx="158">
                  <c:v>101.1312641066895</c:v>
                </c:pt>
                <c:pt idx="159">
                  <c:v>102.5307868222455</c:v>
                </c:pt>
                <c:pt idx="160">
                  <c:v>102.45371019771309</c:v>
                </c:pt>
                <c:pt idx="161">
                  <c:v>101.8763158785633</c:v>
                </c:pt>
                <c:pt idx="162">
                  <c:v>102.8434655889352</c:v>
                </c:pt>
                <c:pt idx="163">
                  <c:v>105.8585376411077</c:v>
                </c:pt>
                <c:pt idx="164">
                  <c:v>104.59487051621809</c:v>
                </c:pt>
                <c:pt idx="165">
                  <c:v>104.5435681380672</c:v>
                </c:pt>
                <c:pt idx="166">
                  <c:v>106.0275048321779</c:v>
                </c:pt>
                <c:pt idx="167">
                  <c:v>105.22808042394141</c:v>
                </c:pt>
                <c:pt idx="168">
                  <c:v>105.9893666438753</c:v>
                </c:pt>
                <c:pt idx="169">
                  <c:v>106.3308339993247</c:v>
                </c:pt>
                <c:pt idx="170">
                  <c:v>106.77989032434409</c:v>
                </c:pt>
                <c:pt idx="171">
                  <c:v>107.0008161292693</c:v>
                </c:pt>
                <c:pt idx="172">
                  <c:v>106.7969564552119</c:v>
                </c:pt>
                <c:pt idx="173">
                  <c:v>106.6140161895112</c:v>
                </c:pt>
                <c:pt idx="174">
                  <c:v>107.0580322413213</c:v>
                </c:pt>
                <c:pt idx="175">
                  <c:v>107.6796885711293</c:v>
                </c:pt>
                <c:pt idx="176">
                  <c:v>110.6549627675232</c:v>
                </c:pt>
                <c:pt idx="177">
                  <c:v>111.00668067000031</c:v>
                </c:pt>
                <c:pt idx="178">
                  <c:v>111.2337105591704</c:v>
                </c:pt>
                <c:pt idx="179">
                  <c:v>111.2337105591704</c:v>
                </c:pt>
                <c:pt idx="180">
                  <c:v>110.5294258057649</c:v>
                </c:pt>
                <c:pt idx="181">
                  <c:v>109.7732032772893</c:v>
                </c:pt>
                <c:pt idx="182">
                  <c:v>110.86495887031781</c:v>
                </c:pt>
                <c:pt idx="183">
                  <c:v>110.83243978286239</c:v>
                </c:pt>
                <c:pt idx="184">
                  <c:v>110.0281387070622</c:v>
                </c:pt>
                <c:pt idx="185">
                  <c:v>110.19125685766051</c:v>
                </c:pt>
              </c:numCache>
            </c:numRef>
          </c:val>
          <c:smooth val="1"/>
          <c:extLst>
            <c:ext xmlns:c16="http://schemas.microsoft.com/office/drawing/2014/chart" uri="{C3380CC4-5D6E-409C-BE32-E72D297353CC}">
              <c16:uniqueId val="{00000000-EAEB-44CC-A054-AA24668FC565}"/>
            </c:ext>
          </c:extLst>
        </c:ser>
        <c:ser>
          <c:idx val="1"/>
          <c:order val="1"/>
          <c:tx>
            <c:v>Ibovespa</c:v>
          </c:tx>
          <c:spPr>
            <a:ln w="19050">
              <a:solidFill>
                <a:srgbClr val="8EB3DF"/>
              </a:solidFill>
            </a:ln>
          </c:spPr>
          <c:marker>
            <c:symbol val="none"/>
          </c:marker>
          <c:cat>
            <c:numRef>
              <c:f>Sheet1!$A$2:$A$187</c:f>
              <c:numCache>
                <c:formatCode>yyyy\-mm\-dd</c:formatCode>
                <c:ptCount val="186"/>
                <c:pt idx="0">
                  <c:v>46021</c:v>
                </c:pt>
                <c:pt idx="1">
                  <c:v>46022</c:v>
                </c:pt>
                <c:pt idx="2">
                  <c:v>46023</c:v>
                </c:pt>
                <c:pt idx="3">
                  <c:v>46024</c:v>
                </c:pt>
                <c:pt idx="4">
                  <c:v>46027</c:v>
                </c:pt>
                <c:pt idx="5">
                  <c:v>46028</c:v>
                </c:pt>
                <c:pt idx="6">
                  <c:v>46029</c:v>
                </c:pt>
                <c:pt idx="7">
                  <c:v>46030</c:v>
                </c:pt>
                <c:pt idx="8">
                  <c:v>46031</c:v>
                </c:pt>
                <c:pt idx="9">
                  <c:v>46034</c:v>
                </c:pt>
                <c:pt idx="10">
                  <c:v>46035</c:v>
                </c:pt>
                <c:pt idx="11">
                  <c:v>46036</c:v>
                </c:pt>
                <c:pt idx="12">
                  <c:v>46037</c:v>
                </c:pt>
                <c:pt idx="13">
                  <c:v>46038</c:v>
                </c:pt>
                <c:pt idx="14">
                  <c:v>46041</c:v>
                </c:pt>
                <c:pt idx="15">
                  <c:v>46042</c:v>
                </c:pt>
                <c:pt idx="16">
                  <c:v>46043</c:v>
                </c:pt>
                <c:pt idx="17">
                  <c:v>46044</c:v>
                </c:pt>
                <c:pt idx="18">
                  <c:v>46045</c:v>
                </c:pt>
                <c:pt idx="19">
                  <c:v>46048</c:v>
                </c:pt>
                <c:pt idx="20">
                  <c:v>46049</c:v>
                </c:pt>
                <c:pt idx="21">
                  <c:v>46050</c:v>
                </c:pt>
                <c:pt idx="22">
                  <c:v>46051</c:v>
                </c:pt>
                <c:pt idx="23">
                  <c:v>46052</c:v>
                </c:pt>
                <c:pt idx="24">
                  <c:v>46055</c:v>
                </c:pt>
                <c:pt idx="25">
                  <c:v>46056</c:v>
                </c:pt>
                <c:pt idx="26">
                  <c:v>46057</c:v>
                </c:pt>
                <c:pt idx="27">
                  <c:v>46058</c:v>
                </c:pt>
                <c:pt idx="28">
                  <c:v>46059</c:v>
                </c:pt>
                <c:pt idx="29">
                  <c:v>46062</c:v>
                </c:pt>
                <c:pt idx="30">
                  <c:v>46063</c:v>
                </c:pt>
                <c:pt idx="31">
                  <c:v>46064</c:v>
                </c:pt>
                <c:pt idx="32">
                  <c:v>46065</c:v>
                </c:pt>
                <c:pt idx="33">
                  <c:v>46066</c:v>
                </c:pt>
                <c:pt idx="34">
                  <c:v>46069</c:v>
                </c:pt>
                <c:pt idx="35">
                  <c:v>46070</c:v>
                </c:pt>
                <c:pt idx="36">
                  <c:v>46071</c:v>
                </c:pt>
                <c:pt idx="37">
                  <c:v>46072</c:v>
                </c:pt>
                <c:pt idx="38">
                  <c:v>46073</c:v>
                </c:pt>
                <c:pt idx="39">
                  <c:v>46076</c:v>
                </c:pt>
                <c:pt idx="40">
                  <c:v>46077</c:v>
                </c:pt>
                <c:pt idx="41">
                  <c:v>46078</c:v>
                </c:pt>
                <c:pt idx="42">
                  <c:v>46079</c:v>
                </c:pt>
                <c:pt idx="43">
                  <c:v>46080</c:v>
                </c:pt>
                <c:pt idx="44">
                  <c:v>46083</c:v>
                </c:pt>
                <c:pt idx="45">
                  <c:v>46084</c:v>
                </c:pt>
                <c:pt idx="46">
                  <c:v>46085</c:v>
                </c:pt>
                <c:pt idx="47">
                  <c:v>46086</c:v>
                </c:pt>
                <c:pt idx="48">
                  <c:v>46087</c:v>
                </c:pt>
                <c:pt idx="49">
                  <c:v>46090</c:v>
                </c:pt>
                <c:pt idx="50">
                  <c:v>46091</c:v>
                </c:pt>
                <c:pt idx="51">
                  <c:v>46092</c:v>
                </c:pt>
                <c:pt idx="52">
                  <c:v>46093</c:v>
                </c:pt>
                <c:pt idx="53">
                  <c:v>46094</c:v>
                </c:pt>
                <c:pt idx="54">
                  <c:v>46097</c:v>
                </c:pt>
                <c:pt idx="55">
                  <c:v>46098</c:v>
                </c:pt>
                <c:pt idx="56">
                  <c:v>46099</c:v>
                </c:pt>
                <c:pt idx="57">
                  <c:v>46100</c:v>
                </c:pt>
                <c:pt idx="58">
                  <c:v>46101</c:v>
                </c:pt>
                <c:pt idx="59">
                  <c:v>46104</c:v>
                </c:pt>
                <c:pt idx="60">
                  <c:v>46105</c:v>
                </c:pt>
                <c:pt idx="61">
                  <c:v>46106</c:v>
                </c:pt>
                <c:pt idx="62">
                  <c:v>46107</c:v>
                </c:pt>
                <c:pt idx="63">
                  <c:v>46108</c:v>
                </c:pt>
                <c:pt idx="64">
                  <c:v>46111</c:v>
                </c:pt>
                <c:pt idx="65">
                  <c:v>46112</c:v>
                </c:pt>
                <c:pt idx="66">
                  <c:v>46113</c:v>
                </c:pt>
                <c:pt idx="67">
                  <c:v>46114</c:v>
                </c:pt>
                <c:pt idx="68">
                  <c:v>46115</c:v>
                </c:pt>
                <c:pt idx="69">
                  <c:v>46118</c:v>
                </c:pt>
                <c:pt idx="70">
                  <c:v>46119</c:v>
                </c:pt>
                <c:pt idx="71">
                  <c:v>46120</c:v>
                </c:pt>
                <c:pt idx="72">
                  <c:v>46121</c:v>
                </c:pt>
                <c:pt idx="73">
                  <c:v>46122</c:v>
                </c:pt>
                <c:pt idx="74">
                  <c:v>46125</c:v>
                </c:pt>
                <c:pt idx="75">
                  <c:v>46126</c:v>
                </c:pt>
                <c:pt idx="76">
                  <c:v>46127</c:v>
                </c:pt>
                <c:pt idx="77">
                  <c:v>46128</c:v>
                </c:pt>
                <c:pt idx="78">
                  <c:v>46129</c:v>
                </c:pt>
                <c:pt idx="79">
                  <c:v>46132</c:v>
                </c:pt>
                <c:pt idx="80">
                  <c:v>46133</c:v>
                </c:pt>
                <c:pt idx="81">
                  <c:v>46134</c:v>
                </c:pt>
                <c:pt idx="82">
                  <c:v>46135</c:v>
                </c:pt>
                <c:pt idx="83">
                  <c:v>46136</c:v>
                </c:pt>
                <c:pt idx="84">
                  <c:v>46139</c:v>
                </c:pt>
                <c:pt idx="85">
                  <c:v>46140</c:v>
                </c:pt>
                <c:pt idx="86">
                  <c:v>46141</c:v>
                </c:pt>
                <c:pt idx="87">
                  <c:v>46142</c:v>
                </c:pt>
                <c:pt idx="88">
                  <c:v>46143</c:v>
                </c:pt>
                <c:pt idx="89">
                  <c:v>46146</c:v>
                </c:pt>
                <c:pt idx="90">
                  <c:v>46147</c:v>
                </c:pt>
                <c:pt idx="91">
                  <c:v>46148</c:v>
                </c:pt>
                <c:pt idx="92">
                  <c:v>46149</c:v>
                </c:pt>
                <c:pt idx="93">
                  <c:v>46150</c:v>
                </c:pt>
                <c:pt idx="94">
                  <c:v>46153</c:v>
                </c:pt>
                <c:pt idx="95">
                  <c:v>46154</c:v>
                </c:pt>
                <c:pt idx="96">
                  <c:v>46155</c:v>
                </c:pt>
                <c:pt idx="97">
                  <c:v>46156</c:v>
                </c:pt>
                <c:pt idx="98">
                  <c:v>46157</c:v>
                </c:pt>
                <c:pt idx="99">
                  <c:v>46160</c:v>
                </c:pt>
                <c:pt idx="100">
                  <c:v>46161</c:v>
                </c:pt>
                <c:pt idx="101">
                  <c:v>46162</c:v>
                </c:pt>
                <c:pt idx="102">
                  <c:v>46163</c:v>
                </c:pt>
                <c:pt idx="103">
                  <c:v>46164</c:v>
                </c:pt>
                <c:pt idx="104">
                  <c:v>46167</c:v>
                </c:pt>
                <c:pt idx="105">
                  <c:v>46168</c:v>
                </c:pt>
                <c:pt idx="106">
                  <c:v>46169</c:v>
                </c:pt>
                <c:pt idx="107">
                  <c:v>46170</c:v>
                </c:pt>
                <c:pt idx="108">
                  <c:v>46171</c:v>
                </c:pt>
                <c:pt idx="109">
                  <c:v>46174</c:v>
                </c:pt>
                <c:pt idx="110">
                  <c:v>46175</c:v>
                </c:pt>
                <c:pt idx="111">
                  <c:v>46176</c:v>
                </c:pt>
                <c:pt idx="112">
                  <c:v>46177</c:v>
                </c:pt>
                <c:pt idx="113">
                  <c:v>46178</c:v>
                </c:pt>
                <c:pt idx="114">
                  <c:v>46181</c:v>
                </c:pt>
                <c:pt idx="115">
                  <c:v>46182</c:v>
                </c:pt>
                <c:pt idx="116">
                  <c:v>46183</c:v>
                </c:pt>
                <c:pt idx="117">
                  <c:v>46184</c:v>
                </c:pt>
                <c:pt idx="118">
                  <c:v>46185</c:v>
                </c:pt>
                <c:pt idx="119">
                  <c:v>46188</c:v>
                </c:pt>
                <c:pt idx="120">
                  <c:v>46189</c:v>
                </c:pt>
                <c:pt idx="121">
                  <c:v>46190</c:v>
                </c:pt>
                <c:pt idx="122">
                  <c:v>46191</c:v>
                </c:pt>
                <c:pt idx="123">
                  <c:v>46192</c:v>
                </c:pt>
                <c:pt idx="124">
                  <c:v>46195</c:v>
                </c:pt>
                <c:pt idx="125">
                  <c:v>46196</c:v>
                </c:pt>
                <c:pt idx="126">
                  <c:v>46197</c:v>
                </c:pt>
                <c:pt idx="127">
                  <c:v>46198</c:v>
                </c:pt>
                <c:pt idx="128">
                  <c:v>46199</c:v>
                </c:pt>
                <c:pt idx="129">
                  <c:v>46202</c:v>
                </c:pt>
                <c:pt idx="130">
                  <c:v>46203</c:v>
                </c:pt>
                <c:pt idx="131">
                  <c:v>46204</c:v>
                </c:pt>
                <c:pt idx="132">
                  <c:v>46205</c:v>
                </c:pt>
                <c:pt idx="133">
                  <c:v>46206</c:v>
                </c:pt>
                <c:pt idx="134">
                  <c:v>46209</c:v>
                </c:pt>
                <c:pt idx="135">
                  <c:v>46210</c:v>
                </c:pt>
                <c:pt idx="136">
                  <c:v>46211</c:v>
                </c:pt>
                <c:pt idx="137">
                  <c:v>46212</c:v>
                </c:pt>
                <c:pt idx="138">
                  <c:v>46213</c:v>
                </c:pt>
                <c:pt idx="139">
                  <c:v>46216</c:v>
                </c:pt>
                <c:pt idx="140">
                  <c:v>46217</c:v>
                </c:pt>
                <c:pt idx="141">
                  <c:v>46218</c:v>
                </c:pt>
                <c:pt idx="142">
                  <c:v>46219</c:v>
                </c:pt>
                <c:pt idx="143">
                  <c:v>46220</c:v>
                </c:pt>
                <c:pt idx="144">
                  <c:v>46223</c:v>
                </c:pt>
                <c:pt idx="145">
                  <c:v>46224</c:v>
                </c:pt>
                <c:pt idx="146">
                  <c:v>46225</c:v>
                </c:pt>
                <c:pt idx="147">
                  <c:v>46226</c:v>
                </c:pt>
                <c:pt idx="148">
                  <c:v>46227</c:v>
                </c:pt>
                <c:pt idx="149">
                  <c:v>46230</c:v>
                </c:pt>
                <c:pt idx="150">
                  <c:v>46231</c:v>
                </c:pt>
                <c:pt idx="151">
                  <c:v>46232</c:v>
                </c:pt>
                <c:pt idx="152">
                  <c:v>46233</c:v>
                </c:pt>
                <c:pt idx="153">
                  <c:v>46234</c:v>
                </c:pt>
                <c:pt idx="154">
                  <c:v>46237</c:v>
                </c:pt>
                <c:pt idx="155">
                  <c:v>46238</c:v>
                </c:pt>
                <c:pt idx="156">
                  <c:v>46239</c:v>
                </c:pt>
                <c:pt idx="157">
                  <c:v>46240</c:v>
                </c:pt>
                <c:pt idx="158">
                  <c:v>46241</c:v>
                </c:pt>
                <c:pt idx="159">
                  <c:v>46244</c:v>
                </c:pt>
                <c:pt idx="160">
                  <c:v>46245</c:v>
                </c:pt>
                <c:pt idx="161">
                  <c:v>46246</c:v>
                </c:pt>
                <c:pt idx="162">
                  <c:v>46247</c:v>
                </c:pt>
                <c:pt idx="163">
                  <c:v>46248</c:v>
                </c:pt>
                <c:pt idx="164">
                  <c:v>46251</c:v>
                </c:pt>
                <c:pt idx="165">
                  <c:v>46252</c:v>
                </c:pt>
                <c:pt idx="166">
                  <c:v>46253</c:v>
                </c:pt>
                <c:pt idx="167">
                  <c:v>46254</c:v>
                </c:pt>
                <c:pt idx="168">
                  <c:v>46255</c:v>
                </c:pt>
                <c:pt idx="169">
                  <c:v>46258</c:v>
                </c:pt>
                <c:pt idx="170">
                  <c:v>46259</c:v>
                </c:pt>
                <c:pt idx="171">
                  <c:v>46260</c:v>
                </c:pt>
                <c:pt idx="172">
                  <c:v>46261</c:v>
                </c:pt>
                <c:pt idx="173">
                  <c:v>46262</c:v>
                </c:pt>
                <c:pt idx="174">
                  <c:v>46265</c:v>
                </c:pt>
                <c:pt idx="175">
                  <c:v>46266</c:v>
                </c:pt>
                <c:pt idx="176">
                  <c:v>46267</c:v>
                </c:pt>
                <c:pt idx="177">
                  <c:v>46268</c:v>
                </c:pt>
                <c:pt idx="178">
                  <c:v>46269</c:v>
                </c:pt>
                <c:pt idx="179">
                  <c:v>46272</c:v>
                </c:pt>
                <c:pt idx="180">
                  <c:v>46273</c:v>
                </c:pt>
                <c:pt idx="181">
                  <c:v>46274</c:v>
                </c:pt>
                <c:pt idx="182">
                  <c:v>46275</c:v>
                </c:pt>
                <c:pt idx="183">
                  <c:v>46276</c:v>
                </c:pt>
                <c:pt idx="184">
                  <c:v>46279</c:v>
                </c:pt>
                <c:pt idx="185">
                  <c:v>46280</c:v>
                </c:pt>
              </c:numCache>
            </c:numRef>
          </c:cat>
          <c:val>
            <c:numRef>
              <c:f>Sheet1!$C$2:$C$187</c:f>
              <c:numCache>
                <c:formatCode>General</c:formatCode>
                <c:ptCount val="186"/>
                <c:pt idx="0">
                  <c:v>100</c:v>
                </c:pt>
                <c:pt idx="1">
                  <c:v>100</c:v>
                </c:pt>
                <c:pt idx="2">
                  <c:v>100</c:v>
                </c:pt>
                <c:pt idx="3">
                  <c:v>99.635886018446385</c:v>
                </c:pt>
                <c:pt idx="4">
                  <c:v>100.46199428432659</c:v>
                </c:pt>
                <c:pt idx="5">
                  <c:v>101.5754874604788</c:v>
                </c:pt>
                <c:pt idx="6">
                  <c:v>100.5274588353156</c:v>
                </c:pt>
                <c:pt idx="7">
                  <c:v>101.1240377601615</c:v>
                </c:pt>
                <c:pt idx="8">
                  <c:v>101.39328772371481</c:v>
                </c:pt>
                <c:pt idx="9">
                  <c:v>101.25677290919489</c:v>
                </c:pt>
                <c:pt idx="10">
                  <c:v>100.5260996452638</c:v>
                </c:pt>
                <c:pt idx="11">
                  <c:v>102.49533018915641</c:v>
                </c:pt>
                <c:pt idx="12">
                  <c:v>102.7574490596981</c:v>
                </c:pt>
                <c:pt idx="13">
                  <c:v>102.2805905736632</c:v>
                </c:pt>
                <c:pt idx="14">
                  <c:v>102.3111816593501</c:v>
                </c:pt>
                <c:pt idx="15">
                  <c:v>103.1972184144558</c:v>
                </c:pt>
                <c:pt idx="16">
                  <c:v>106.6353920552673</c:v>
                </c:pt>
                <c:pt idx="17">
                  <c:v>108.9768482765936</c:v>
                </c:pt>
                <c:pt idx="18">
                  <c:v>111.0058211192936</c:v>
                </c:pt>
                <c:pt idx="19">
                  <c:v>110.9202604158489</c:v>
                </c:pt>
                <c:pt idx="20">
                  <c:v>112.9053295579709</c:v>
                </c:pt>
                <c:pt idx="21">
                  <c:v>114.6256793700458</c:v>
                </c:pt>
                <c:pt idx="22">
                  <c:v>113.6591649099084</c:v>
                </c:pt>
                <c:pt idx="23">
                  <c:v>112.56073453857699</c:v>
                </c:pt>
                <c:pt idx="24">
                  <c:v>113.44793188062189</c:v>
                </c:pt>
                <c:pt idx="25">
                  <c:v>115.23599914774439</c:v>
                </c:pt>
                <c:pt idx="26">
                  <c:v>112.7744376940764</c:v>
                </c:pt>
                <c:pt idx="27">
                  <c:v>113.0344960573248</c:v>
                </c:pt>
                <c:pt idx="28">
                  <c:v>113.5449867392081</c:v>
                </c:pt>
                <c:pt idx="29">
                  <c:v>115.5877252601499</c:v>
                </c:pt>
                <c:pt idx="30">
                  <c:v>115.39419893962069</c:v>
                </c:pt>
                <c:pt idx="31">
                  <c:v>117.7338615265864</c:v>
                </c:pt>
                <c:pt idx="32">
                  <c:v>116.5343607899861</c:v>
                </c:pt>
                <c:pt idx="33">
                  <c:v>115.72621989944849</c:v>
                </c:pt>
                <c:pt idx="34">
                  <c:v>115.72621989944849</c:v>
                </c:pt>
                <c:pt idx="35">
                  <c:v>115.72621989944849</c:v>
                </c:pt>
                <c:pt idx="36">
                  <c:v>115.4481817481629</c:v>
                </c:pt>
                <c:pt idx="37">
                  <c:v>117.0110082602138</c:v>
                </c:pt>
                <c:pt idx="38">
                  <c:v>118.2522777139317</c:v>
                </c:pt>
                <c:pt idx="39">
                  <c:v>117.2090341825127</c:v>
                </c:pt>
                <c:pt idx="40">
                  <c:v>118.8455921001143</c:v>
                </c:pt>
                <c:pt idx="41">
                  <c:v>118.6948150995712</c:v>
                </c:pt>
                <c:pt idx="42">
                  <c:v>118.5443484163915</c:v>
                </c:pt>
                <c:pt idx="43">
                  <c:v>117.1677557668293</c:v>
                </c:pt>
                <c:pt idx="44">
                  <c:v>117.490510650185</c:v>
                </c:pt>
                <c:pt idx="45">
                  <c:v>113.64124097899671</c:v>
                </c:pt>
                <c:pt idx="46">
                  <c:v>115.0448498582191</c:v>
                </c:pt>
                <c:pt idx="47">
                  <c:v>112.0021260463203</c:v>
                </c:pt>
                <c:pt idx="48">
                  <c:v>111.3200360688078</c:v>
                </c:pt>
                <c:pt idx="49">
                  <c:v>112.2823550381917</c:v>
                </c:pt>
                <c:pt idx="50">
                  <c:v>113.8535787380969</c:v>
                </c:pt>
                <c:pt idx="51">
                  <c:v>114.1777672876717</c:v>
                </c:pt>
                <c:pt idx="52">
                  <c:v>111.2701804811992</c:v>
                </c:pt>
                <c:pt idx="53">
                  <c:v>110.2578135274414</c:v>
                </c:pt>
                <c:pt idx="54">
                  <c:v>111.6369445730365</c:v>
                </c:pt>
                <c:pt idx="55">
                  <c:v>111.96854350125</c:v>
                </c:pt>
                <c:pt idx="56">
                  <c:v>111.4907664758194</c:v>
                </c:pt>
                <c:pt idx="57">
                  <c:v>111.88220700439661</c:v>
                </c:pt>
                <c:pt idx="58">
                  <c:v>109.3678791862511</c:v>
                </c:pt>
                <c:pt idx="59">
                  <c:v>112.9132736824747</c:v>
                </c:pt>
                <c:pt idx="60">
                  <c:v>113.271510253165</c:v>
                </c:pt>
                <c:pt idx="61">
                  <c:v>115.0807473708206</c:v>
                </c:pt>
                <c:pt idx="62">
                  <c:v>113.4102407336598</c:v>
                </c:pt>
                <c:pt idx="63">
                  <c:v>112.680430151999</c:v>
                </c:pt>
                <c:pt idx="64">
                  <c:v>113.2746506648829</c:v>
                </c:pt>
                <c:pt idx="65">
                  <c:v>116.34532786487939</c:v>
                </c:pt>
                <c:pt idx="66">
                  <c:v>116.650102960198</c:v>
                </c:pt>
                <c:pt idx="67">
                  <c:v>116.711614067977</c:v>
                </c:pt>
                <c:pt idx="68">
                  <c:v>116.711614067977</c:v>
                </c:pt>
                <c:pt idx="69">
                  <c:v>116.77985285619511</c:v>
                </c:pt>
                <c:pt idx="70">
                  <c:v>116.84001718661681</c:v>
                </c:pt>
                <c:pt idx="71">
                  <c:v>119.2867144385766</c:v>
                </c:pt>
                <c:pt idx="72">
                  <c:v>121.1039887759451</c:v>
                </c:pt>
                <c:pt idx="73">
                  <c:v>122.4660461602043</c:v>
                </c:pt>
                <c:pt idx="74">
                  <c:v>122.8861165687315</c:v>
                </c:pt>
                <c:pt idx="75">
                  <c:v>123.2936377430817</c:v>
                </c:pt>
                <c:pt idx="76">
                  <c:v>122.7228275720949</c:v>
                </c:pt>
                <c:pt idx="77">
                  <c:v>122.152451845417</c:v>
                </c:pt>
                <c:pt idx="78">
                  <c:v>121.4790135159969</c:v>
                </c:pt>
                <c:pt idx="79">
                  <c:v>121.72636748638659</c:v>
                </c:pt>
                <c:pt idx="80">
                  <c:v>121.72636748638659</c:v>
                </c:pt>
                <c:pt idx="81">
                  <c:v>119.7135870037102</c:v>
                </c:pt>
                <c:pt idx="82">
                  <c:v>118.7760996297479</c:v>
                </c:pt>
                <c:pt idx="83">
                  <c:v>118.3829833874082</c:v>
                </c:pt>
                <c:pt idx="84">
                  <c:v>117.6591805499035</c:v>
                </c:pt>
                <c:pt idx="85">
                  <c:v>117.0633091486462</c:v>
                </c:pt>
                <c:pt idx="86">
                  <c:v>114.66252645377951</c:v>
                </c:pt>
                <c:pt idx="87">
                  <c:v>116.2558323372663</c:v>
                </c:pt>
                <c:pt idx="88">
                  <c:v>116.2558323372663</c:v>
                </c:pt>
                <c:pt idx="89">
                  <c:v>115.18987978119149</c:v>
                </c:pt>
                <c:pt idx="90">
                  <c:v>115.9059060655687</c:v>
                </c:pt>
                <c:pt idx="91">
                  <c:v>116.4874656300246</c:v>
                </c:pt>
                <c:pt idx="92">
                  <c:v>113.7116147506752</c:v>
                </c:pt>
                <c:pt idx="93">
                  <c:v>114.26399827662151</c:v>
                </c:pt>
                <c:pt idx="94">
                  <c:v>112.8989618456733</c:v>
                </c:pt>
                <c:pt idx="95">
                  <c:v>111.92671272065969</c:v>
                </c:pt>
                <c:pt idx="96">
                  <c:v>109.9133488413401</c:v>
                </c:pt>
                <c:pt idx="97">
                  <c:v>110.7000468020648</c:v>
                </c:pt>
                <c:pt idx="98">
                  <c:v>110.0285014085615</c:v>
                </c:pt>
                <c:pt idx="99">
                  <c:v>109.83733970634169</c:v>
                </c:pt>
                <c:pt idx="100">
                  <c:v>108.16351267339211</c:v>
                </c:pt>
                <c:pt idx="101">
                  <c:v>110.0731250454227</c:v>
                </c:pt>
                <c:pt idx="102">
                  <c:v>110.2556723376337</c:v>
                </c:pt>
                <c:pt idx="103">
                  <c:v>109.3618031722751</c:v>
                </c:pt>
                <c:pt idx="104">
                  <c:v>110.3586108134306</c:v>
                </c:pt>
                <c:pt idx="105">
                  <c:v>109.5972844003399</c:v>
                </c:pt>
                <c:pt idx="106">
                  <c:v>109.07305907195121</c:v>
                </c:pt>
                <c:pt idx="107">
                  <c:v>108.6504316483494</c:v>
                </c:pt>
                <c:pt idx="108">
                  <c:v>107.8585513876555</c:v>
                </c:pt>
                <c:pt idx="109">
                  <c:v>106.87172355290789</c:v>
                </c:pt>
                <c:pt idx="110">
                  <c:v>108.11310472087671</c:v>
                </c:pt>
                <c:pt idx="111">
                  <c:v>105.7131040257658</c:v>
                </c:pt>
                <c:pt idx="112">
                  <c:v>105.7131040257658</c:v>
                </c:pt>
                <c:pt idx="113">
                  <c:v>104.899135375143</c:v>
                </c:pt>
                <c:pt idx="114">
                  <c:v>104.6816649668516</c:v>
                </c:pt>
                <c:pt idx="115">
                  <c:v>105.3919379673108</c:v>
                </c:pt>
                <c:pt idx="116">
                  <c:v>104.65096837326119</c:v>
                </c:pt>
                <c:pt idx="117">
                  <c:v>106.43714270446669</c:v>
                </c:pt>
                <c:pt idx="118">
                  <c:v>106.21087169574849</c:v>
                </c:pt>
                <c:pt idx="119">
                  <c:v>105.76554766018531</c:v>
                </c:pt>
                <c:pt idx="120">
                  <c:v>105.2897318404917</c:v>
                </c:pt>
                <c:pt idx="121">
                  <c:v>104.5483588338695</c:v>
                </c:pt>
                <c:pt idx="122">
                  <c:v>104.4388912807462</c:v>
                </c:pt>
                <c:pt idx="123">
                  <c:v>104.4736840635339</c:v>
                </c:pt>
                <c:pt idx="124">
                  <c:v>105.7377742561584</c:v>
                </c:pt>
                <c:pt idx="125">
                  <c:v>106.28920200462539</c:v>
                </c:pt>
                <c:pt idx="126">
                  <c:v>105.82235435673481</c:v>
                </c:pt>
                <c:pt idx="127">
                  <c:v>106.74309079941909</c:v>
                </c:pt>
                <c:pt idx="128">
                  <c:v>107.5529818798865</c:v>
                </c:pt>
                <c:pt idx="129">
                  <c:v>107.4972550877618</c:v>
                </c:pt>
                <c:pt idx="130">
                  <c:v>106.76414272935421</c:v>
                </c:pt>
                <c:pt idx="131">
                  <c:v>106.5559135721457</c:v>
                </c:pt>
                <c:pt idx="132">
                  <c:v>107.23799734331099</c:v>
                </c:pt>
                <c:pt idx="133">
                  <c:v>108.0340544757166</c:v>
                </c:pt>
                <c:pt idx="134">
                  <c:v>107.0269567107899</c:v>
                </c:pt>
                <c:pt idx="135">
                  <c:v>106.7620077458938</c:v>
                </c:pt>
                <c:pt idx="136">
                  <c:v>105.91345732829041</c:v>
                </c:pt>
                <c:pt idx="137">
                  <c:v>107.2097584632389</c:v>
                </c:pt>
                <c:pt idx="138">
                  <c:v>110.39004596234599</c:v>
                </c:pt>
                <c:pt idx="139">
                  <c:v>109.06977591424619</c:v>
                </c:pt>
                <c:pt idx="140">
                  <c:v>109.6296008505675</c:v>
                </c:pt>
                <c:pt idx="141">
                  <c:v>109.238476845701</c:v>
                </c:pt>
                <c:pt idx="142">
                  <c:v>107.88199896763621</c:v>
                </c:pt>
                <c:pt idx="143">
                  <c:v>107.8129905923567</c:v>
                </c:pt>
                <c:pt idx="144">
                  <c:v>107.60028045242041</c:v>
                </c:pt>
                <c:pt idx="145">
                  <c:v>107.5719174454029</c:v>
                </c:pt>
                <c:pt idx="146">
                  <c:v>110.19218761142329</c:v>
                </c:pt>
                <c:pt idx="147">
                  <c:v>109.6808156282279</c:v>
                </c:pt>
                <c:pt idx="148">
                  <c:v>108.016478100252</c:v>
                </c:pt>
                <c:pt idx="149">
                  <c:v>108.81865469106449</c:v>
                </c:pt>
                <c:pt idx="150">
                  <c:v>109.58221538917179</c:v>
                </c:pt>
                <c:pt idx="151">
                  <c:v>107.91928049567861</c:v>
                </c:pt>
                <c:pt idx="152">
                  <c:v>109.95094068674599</c:v>
                </c:pt>
                <c:pt idx="153">
                  <c:v>110.4723607461693</c:v>
                </c:pt>
                <c:pt idx="154">
                  <c:v>110.4731303332306</c:v>
                </c:pt>
                <c:pt idx="155">
                  <c:v>110.4077961155341</c:v>
                </c:pt>
                <c:pt idx="156">
                  <c:v>110.3030329736403</c:v>
                </c:pt>
                <c:pt idx="157">
                  <c:v>108.9501671896859</c:v>
                </c:pt>
                <c:pt idx="158">
                  <c:v>107.0678193012063</c:v>
                </c:pt>
                <c:pt idx="159">
                  <c:v>106.86084382614609</c:v>
                </c:pt>
                <c:pt idx="160">
                  <c:v>104.1888313429474</c:v>
                </c:pt>
                <c:pt idx="161">
                  <c:v>103.9507744807661</c:v>
                </c:pt>
                <c:pt idx="162">
                  <c:v>103.7086524611239</c:v>
                </c:pt>
                <c:pt idx="163">
                  <c:v>103.6051616204202</c:v>
                </c:pt>
                <c:pt idx="164">
                  <c:v>103.51167541151339</c:v>
                </c:pt>
                <c:pt idx="165">
                  <c:v>103.2331904032245</c:v>
                </c:pt>
                <c:pt idx="166">
                  <c:v>104.16129378011669</c:v>
                </c:pt>
                <c:pt idx="167">
                  <c:v>104.2214208724548</c:v>
                </c:pt>
                <c:pt idx="168">
                  <c:v>106.1482310327666</c:v>
                </c:pt>
                <c:pt idx="169">
                  <c:v>106.69128021242091</c:v>
                </c:pt>
                <c:pt idx="170">
                  <c:v>108.3484245839125</c:v>
                </c:pt>
                <c:pt idx="171">
                  <c:v>108.3542957884286</c:v>
                </c:pt>
                <c:pt idx="172">
                  <c:v>108.6951173486832</c:v>
                </c:pt>
                <c:pt idx="173">
                  <c:v>109.0235634524842</c:v>
                </c:pt>
                <c:pt idx="174">
                  <c:v>110.1122560649512</c:v>
                </c:pt>
                <c:pt idx="175">
                  <c:v>111.5420122852162</c:v>
                </c:pt>
                <c:pt idx="176">
                  <c:v>114.9447104450404</c:v>
                </c:pt>
                <c:pt idx="177">
                  <c:v>114.9341844800729</c:v>
                </c:pt>
                <c:pt idx="178">
                  <c:v>114.90875086896619</c:v>
                </c:pt>
                <c:pt idx="179">
                  <c:v>114.90875086896619</c:v>
                </c:pt>
                <c:pt idx="180">
                  <c:v>116.2863675658278</c:v>
                </c:pt>
                <c:pt idx="181">
                  <c:v>115.2078285374923</c:v>
                </c:pt>
                <c:pt idx="182">
                  <c:v>116.8460249307729</c:v>
                </c:pt>
                <c:pt idx="183">
                  <c:v>116.1870970412667</c:v>
                </c:pt>
                <c:pt idx="184">
                  <c:v>115.128287990898</c:v>
                </c:pt>
                <c:pt idx="185">
                  <c:v>115.7500150348763</c:v>
                </c:pt>
              </c:numCache>
            </c:numRef>
          </c:val>
          <c:smooth val="1"/>
          <c:extLst>
            <c:ext xmlns:c16="http://schemas.microsoft.com/office/drawing/2014/chart" uri="{C3380CC4-5D6E-409C-BE32-E72D297353CC}">
              <c16:uniqueId val="{00000001-EAEB-44CC-A054-AA24668FC565}"/>
            </c:ext>
          </c:extLst>
        </c:ser>
        <c:dLbls>
          <c:showLegendKey val="0"/>
          <c:showVal val="0"/>
          <c:showCatName val="0"/>
          <c:showSerName val="0"/>
          <c:showPercent val="0"/>
          <c:showBubbleSize val="0"/>
        </c:dLbls>
        <c:smooth val="0"/>
        <c:axId val="50010001"/>
        <c:axId val="50010002"/>
      </c:lineChart>
      <c:dateAx>
        <c:axId val="50010001"/>
        <c:scaling>
          <c:orientation val="minMax"/>
          <c:max val="46280"/>
          <c:min val="46023"/>
        </c:scaling>
        <c:delete val="0"/>
        <c:axPos val="b"/>
        <c:numFmt formatCode="[$-409]mmm\-yy" sourceLinked="0"/>
        <c:majorTickMark val="out"/>
        <c:minorTickMark val="cross"/>
        <c:tickLblPos val="low"/>
        <c:spPr>
          <a:ln w="9525">
            <a:solidFill>
              <a:srgbClr val="D9D9D9"/>
            </a:solidFill>
          </a:ln>
        </c:spPr>
        <c:txPr>
          <a:bodyPr rot="-5400000" vert="horz"/>
          <a:lstStyle/>
          <a:p>
            <a:pPr>
              <a:defRPr sz="900" b="0" baseline="0">
                <a:solidFill>
                  <a:srgbClr val="000000"/>
                </a:solidFill>
                <a:latin typeface="Roboto Light"/>
              </a:defRPr>
            </a:pPr>
            <a:endParaRPr lang="en-US"/>
          </a:p>
        </c:txPr>
        <c:crossAx val="50010002"/>
        <c:crosses val="autoZero"/>
        <c:auto val="1"/>
        <c:lblOffset val="100"/>
        <c:baseTimeUnit val="days"/>
        <c:majorUnit val="1"/>
        <c:majorTimeUnit val="months"/>
      </c:dateAx>
      <c:valAx>
        <c:axId val="50010002"/>
        <c:scaling>
          <c:orientation val="minMax"/>
          <c:min val="80"/>
        </c:scaling>
        <c:delete val="0"/>
        <c:axPos val="l"/>
        <c:majorGridlines>
          <c:spPr>
            <a:ln w="6350">
              <a:solidFill>
                <a:srgbClr val="D9D9D9"/>
              </a:solidFill>
              <a:prstDash val="dash"/>
            </a:ln>
          </c:spPr>
        </c:majorGridlines>
        <c:numFmt formatCode="#,##0" sourceLinked="0"/>
        <c:majorTickMark val="none"/>
        <c:minorTickMark val="cross"/>
        <c:tickLblPos val="nextTo"/>
        <c:spPr>
          <a:ln>
            <a:noFill/>
          </a:ln>
        </c:spPr>
        <c:txPr>
          <a:bodyPr/>
          <a:lstStyle/>
          <a:p>
            <a:pPr>
              <a:defRPr sz="900" b="0" baseline="0">
                <a:solidFill>
                  <a:srgbClr val="000000"/>
                </a:solidFill>
                <a:latin typeface="Roboto Light"/>
              </a:defRPr>
            </a:pPr>
            <a:endParaRPr lang="en-US"/>
          </a:p>
        </c:txPr>
        <c:crossAx val="50010001"/>
        <c:crosses val="autoZero"/>
        <c:crossBetween val="between"/>
      </c:valAx>
      <c:spPr>
        <a:noFill/>
        <a:ln>
          <a:noFill/>
        </a:ln>
      </c:spPr>
    </c:plotArea>
    <c:legend>
      <c:legendPos val="t"/>
      <c:overlay val="0"/>
      <c:txPr>
        <a:bodyPr/>
        <a:lstStyle/>
        <a:p>
          <a:pPr>
            <a:defRPr sz="900" b="0" baseline="0">
              <a:solidFill>
                <a:srgbClr val="000000"/>
              </a:solidFill>
              <a:latin typeface="Roboto Light"/>
            </a:defRPr>
          </a:pPr>
          <a:endParaRPr lang="en-US"/>
        </a:p>
      </c:txPr>
    </c:legend>
    <c:plotVisOnly val="1"/>
    <c:dispBlanksAs val="zero"/>
    <c:showDLblsOverMax val="1"/>
  </c:chart>
  <c:spPr>
    <a:solidFill>
      <a:srgbClr val="FFFFFF"/>
    </a:solidFill>
    <a:ln>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4493710795742319E-2"/>
          <c:y val="0.16625699079240144"/>
          <c:w val="0.91550628920425769"/>
          <c:h val="0.60691939163866471"/>
        </c:manualLayout>
      </c:layout>
      <c:lineChart>
        <c:grouping val="standard"/>
        <c:varyColors val="1"/>
        <c:ser>
          <c:idx val="0"/>
          <c:order val="0"/>
          <c:tx>
            <c:v>Forward P/E</c:v>
          </c:tx>
          <c:spPr>
            <a:ln w="28575">
              <a:solidFill>
                <a:srgbClr val="1F2F44"/>
              </a:solidFill>
            </a:ln>
          </c:spPr>
          <c:marker>
            <c:symbol val="none"/>
          </c:marker>
          <c:cat>
            <c:numRef>
              <c:f>Sheet1!$A$2:$A$254</c:f>
              <c:numCache>
                <c:formatCode>yyyy\-mm\-dd</c:formatCode>
                <c:ptCount val="253"/>
                <c:pt idx="0">
                  <c:v>44519</c:v>
                </c:pt>
                <c:pt idx="1">
                  <c:v>44526</c:v>
                </c:pt>
                <c:pt idx="2">
                  <c:v>44533</c:v>
                </c:pt>
                <c:pt idx="3">
                  <c:v>44540</c:v>
                </c:pt>
                <c:pt idx="4">
                  <c:v>44547</c:v>
                </c:pt>
                <c:pt idx="5">
                  <c:v>44554</c:v>
                </c:pt>
                <c:pt idx="6">
                  <c:v>44561</c:v>
                </c:pt>
                <c:pt idx="7">
                  <c:v>44568</c:v>
                </c:pt>
                <c:pt idx="8">
                  <c:v>44575</c:v>
                </c:pt>
                <c:pt idx="9">
                  <c:v>44582</c:v>
                </c:pt>
                <c:pt idx="10">
                  <c:v>44589</c:v>
                </c:pt>
                <c:pt idx="11">
                  <c:v>44596</c:v>
                </c:pt>
                <c:pt idx="12">
                  <c:v>44603</c:v>
                </c:pt>
                <c:pt idx="13">
                  <c:v>44610</c:v>
                </c:pt>
                <c:pt idx="14">
                  <c:v>44617</c:v>
                </c:pt>
                <c:pt idx="15">
                  <c:v>44624</c:v>
                </c:pt>
                <c:pt idx="16">
                  <c:v>44631</c:v>
                </c:pt>
                <c:pt idx="17">
                  <c:v>44638</c:v>
                </c:pt>
                <c:pt idx="18">
                  <c:v>44645</c:v>
                </c:pt>
                <c:pt idx="19">
                  <c:v>44652</c:v>
                </c:pt>
                <c:pt idx="20">
                  <c:v>44659</c:v>
                </c:pt>
                <c:pt idx="21">
                  <c:v>44666</c:v>
                </c:pt>
                <c:pt idx="22">
                  <c:v>44673</c:v>
                </c:pt>
                <c:pt idx="23">
                  <c:v>44680</c:v>
                </c:pt>
                <c:pt idx="24">
                  <c:v>44687</c:v>
                </c:pt>
                <c:pt idx="25">
                  <c:v>44694</c:v>
                </c:pt>
                <c:pt idx="26">
                  <c:v>44701</c:v>
                </c:pt>
                <c:pt idx="27">
                  <c:v>44708</c:v>
                </c:pt>
                <c:pt idx="28">
                  <c:v>44715</c:v>
                </c:pt>
                <c:pt idx="29">
                  <c:v>44722</c:v>
                </c:pt>
                <c:pt idx="30">
                  <c:v>44729</c:v>
                </c:pt>
                <c:pt idx="31">
                  <c:v>44736</c:v>
                </c:pt>
                <c:pt idx="32">
                  <c:v>44743</c:v>
                </c:pt>
                <c:pt idx="33">
                  <c:v>44750</c:v>
                </c:pt>
                <c:pt idx="34">
                  <c:v>44757</c:v>
                </c:pt>
                <c:pt idx="35">
                  <c:v>44764</c:v>
                </c:pt>
                <c:pt idx="36">
                  <c:v>44771</c:v>
                </c:pt>
                <c:pt idx="37">
                  <c:v>44778</c:v>
                </c:pt>
                <c:pt idx="38">
                  <c:v>44785</c:v>
                </c:pt>
                <c:pt idx="39">
                  <c:v>44792</c:v>
                </c:pt>
                <c:pt idx="40">
                  <c:v>44799</c:v>
                </c:pt>
                <c:pt idx="41">
                  <c:v>44806</c:v>
                </c:pt>
                <c:pt idx="42">
                  <c:v>44813</c:v>
                </c:pt>
                <c:pt idx="43">
                  <c:v>44820</c:v>
                </c:pt>
                <c:pt idx="44">
                  <c:v>44827</c:v>
                </c:pt>
                <c:pt idx="45">
                  <c:v>44834</c:v>
                </c:pt>
                <c:pt idx="46">
                  <c:v>44841</c:v>
                </c:pt>
                <c:pt idx="47">
                  <c:v>44848</c:v>
                </c:pt>
                <c:pt idx="48">
                  <c:v>44855</c:v>
                </c:pt>
                <c:pt idx="49">
                  <c:v>44862</c:v>
                </c:pt>
                <c:pt idx="50">
                  <c:v>44869</c:v>
                </c:pt>
                <c:pt idx="51">
                  <c:v>44876</c:v>
                </c:pt>
                <c:pt idx="52">
                  <c:v>44883</c:v>
                </c:pt>
                <c:pt idx="53">
                  <c:v>44890</c:v>
                </c:pt>
                <c:pt idx="54">
                  <c:v>44897</c:v>
                </c:pt>
                <c:pt idx="55">
                  <c:v>44904</c:v>
                </c:pt>
                <c:pt idx="56">
                  <c:v>44911</c:v>
                </c:pt>
                <c:pt idx="57">
                  <c:v>44918</c:v>
                </c:pt>
                <c:pt idx="58">
                  <c:v>44925</c:v>
                </c:pt>
                <c:pt idx="59">
                  <c:v>44932</c:v>
                </c:pt>
                <c:pt idx="60">
                  <c:v>44939</c:v>
                </c:pt>
                <c:pt idx="61">
                  <c:v>44946</c:v>
                </c:pt>
                <c:pt idx="62">
                  <c:v>44953</c:v>
                </c:pt>
                <c:pt idx="63">
                  <c:v>44960</c:v>
                </c:pt>
                <c:pt idx="64">
                  <c:v>44967</c:v>
                </c:pt>
                <c:pt idx="65">
                  <c:v>44974</c:v>
                </c:pt>
                <c:pt idx="66">
                  <c:v>44981</c:v>
                </c:pt>
                <c:pt idx="67">
                  <c:v>44988</c:v>
                </c:pt>
                <c:pt idx="68">
                  <c:v>44995</c:v>
                </c:pt>
                <c:pt idx="69">
                  <c:v>45002</c:v>
                </c:pt>
                <c:pt idx="70">
                  <c:v>45009</c:v>
                </c:pt>
                <c:pt idx="71">
                  <c:v>45016</c:v>
                </c:pt>
                <c:pt idx="72">
                  <c:v>45023</c:v>
                </c:pt>
                <c:pt idx="73">
                  <c:v>45030</c:v>
                </c:pt>
                <c:pt idx="74">
                  <c:v>45037</c:v>
                </c:pt>
                <c:pt idx="75">
                  <c:v>45044</c:v>
                </c:pt>
                <c:pt idx="76">
                  <c:v>45051</c:v>
                </c:pt>
                <c:pt idx="77">
                  <c:v>45058</c:v>
                </c:pt>
                <c:pt idx="78">
                  <c:v>45065</c:v>
                </c:pt>
                <c:pt idx="79">
                  <c:v>45072</c:v>
                </c:pt>
                <c:pt idx="80">
                  <c:v>45079</c:v>
                </c:pt>
                <c:pt idx="81">
                  <c:v>45086</c:v>
                </c:pt>
                <c:pt idx="82">
                  <c:v>45093</c:v>
                </c:pt>
                <c:pt idx="83">
                  <c:v>45100</c:v>
                </c:pt>
                <c:pt idx="84">
                  <c:v>45107</c:v>
                </c:pt>
                <c:pt idx="85">
                  <c:v>45114</c:v>
                </c:pt>
                <c:pt idx="86">
                  <c:v>45121</c:v>
                </c:pt>
                <c:pt idx="87">
                  <c:v>45128</c:v>
                </c:pt>
                <c:pt idx="88">
                  <c:v>45135</c:v>
                </c:pt>
                <c:pt idx="89">
                  <c:v>45142</c:v>
                </c:pt>
                <c:pt idx="90">
                  <c:v>45149</c:v>
                </c:pt>
                <c:pt idx="91">
                  <c:v>45156</c:v>
                </c:pt>
                <c:pt idx="92">
                  <c:v>45163</c:v>
                </c:pt>
                <c:pt idx="93">
                  <c:v>45170</c:v>
                </c:pt>
                <c:pt idx="94">
                  <c:v>45177</c:v>
                </c:pt>
                <c:pt idx="95">
                  <c:v>45184</c:v>
                </c:pt>
                <c:pt idx="96">
                  <c:v>45191</c:v>
                </c:pt>
                <c:pt idx="97">
                  <c:v>45198</c:v>
                </c:pt>
                <c:pt idx="98">
                  <c:v>45205</c:v>
                </c:pt>
                <c:pt idx="99">
                  <c:v>45212</c:v>
                </c:pt>
                <c:pt idx="100">
                  <c:v>45219</c:v>
                </c:pt>
                <c:pt idx="101">
                  <c:v>45226</c:v>
                </c:pt>
                <c:pt idx="102">
                  <c:v>45233</c:v>
                </c:pt>
                <c:pt idx="103">
                  <c:v>45240</c:v>
                </c:pt>
                <c:pt idx="104">
                  <c:v>45247</c:v>
                </c:pt>
                <c:pt idx="105">
                  <c:v>45254</c:v>
                </c:pt>
                <c:pt idx="106">
                  <c:v>45261</c:v>
                </c:pt>
                <c:pt idx="107">
                  <c:v>45268</c:v>
                </c:pt>
                <c:pt idx="108">
                  <c:v>45275</c:v>
                </c:pt>
                <c:pt idx="109">
                  <c:v>45282</c:v>
                </c:pt>
                <c:pt idx="110">
                  <c:v>45289</c:v>
                </c:pt>
                <c:pt idx="111">
                  <c:v>45296</c:v>
                </c:pt>
                <c:pt idx="112">
                  <c:v>45303</c:v>
                </c:pt>
                <c:pt idx="113">
                  <c:v>45310</c:v>
                </c:pt>
                <c:pt idx="114">
                  <c:v>45317</c:v>
                </c:pt>
                <c:pt idx="115">
                  <c:v>45324</c:v>
                </c:pt>
                <c:pt idx="116">
                  <c:v>45331</c:v>
                </c:pt>
                <c:pt idx="117">
                  <c:v>45338</c:v>
                </c:pt>
                <c:pt idx="118">
                  <c:v>45345</c:v>
                </c:pt>
                <c:pt idx="119">
                  <c:v>45352</c:v>
                </c:pt>
                <c:pt idx="120">
                  <c:v>45359</c:v>
                </c:pt>
                <c:pt idx="121">
                  <c:v>45366</c:v>
                </c:pt>
                <c:pt idx="122">
                  <c:v>45373</c:v>
                </c:pt>
                <c:pt idx="123">
                  <c:v>45380</c:v>
                </c:pt>
                <c:pt idx="124">
                  <c:v>45387</c:v>
                </c:pt>
                <c:pt idx="125">
                  <c:v>45394</c:v>
                </c:pt>
                <c:pt idx="126">
                  <c:v>45401</c:v>
                </c:pt>
                <c:pt idx="127">
                  <c:v>45408</c:v>
                </c:pt>
                <c:pt idx="128">
                  <c:v>45415</c:v>
                </c:pt>
                <c:pt idx="129">
                  <c:v>45422</c:v>
                </c:pt>
                <c:pt idx="130">
                  <c:v>45429</c:v>
                </c:pt>
                <c:pt idx="131">
                  <c:v>45436</c:v>
                </c:pt>
                <c:pt idx="132">
                  <c:v>45443</c:v>
                </c:pt>
                <c:pt idx="133">
                  <c:v>45450</c:v>
                </c:pt>
                <c:pt idx="134">
                  <c:v>45457</c:v>
                </c:pt>
                <c:pt idx="135">
                  <c:v>45464</c:v>
                </c:pt>
                <c:pt idx="136">
                  <c:v>45471</c:v>
                </c:pt>
                <c:pt idx="137">
                  <c:v>45478</c:v>
                </c:pt>
                <c:pt idx="138">
                  <c:v>45485</c:v>
                </c:pt>
                <c:pt idx="139">
                  <c:v>45492</c:v>
                </c:pt>
                <c:pt idx="140">
                  <c:v>45499</c:v>
                </c:pt>
                <c:pt idx="141">
                  <c:v>45506</c:v>
                </c:pt>
                <c:pt idx="142">
                  <c:v>45513</c:v>
                </c:pt>
                <c:pt idx="143">
                  <c:v>45520</c:v>
                </c:pt>
                <c:pt idx="144">
                  <c:v>45527</c:v>
                </c:pt>
                <c:pt idx="145">
                  <c:v>45534</c:v>
                </c:pt>
                <c:pt idx="146">
                  <c:v>45541</c:v>
                </c:pt>
                <c:pt idx="147">
                  <c:v>45548</c:v>
                </c:pt>
                <c:pt idx="148">
                  <c:v>45555</c:v>
                </c:pt>
                <c:pt idx="149">
                  <c:v>45562</c:v>
                </c:pt>
                <c:pt idx="150">
                  <c:v>45569</c:v>
                </c:pt>
                <c:pt idx="151">
                  <c:v>45576</c:v>
                </c:pt>
                <c:pt idx="152">
                  <c:v>45583</c:v>
                </c:pt>
                <c:pt idx="153">
                  <c:v>45590</c:v>
                </c:pt>
                <c:pt idx="154">
                  <c:v>45597</c:v>
                </c:pt>
                <c:pt idx="155">
                  <c:v>45604</c:v>
                </c:pt>
                <c:pt idx="156">
                  <c:v>45611</c:v>
                </c:pt>
                <c:pt idx="157">
                  <c:v>45618</c:v>
                </c:pt>
                <c:pt idx="158">
                  <c:v>45625</c:v>
                </c:pt>
                <c:pt idx="159">
                  <c:v>45632</c:v>
                </c:pt>
                <c:pt idx="160">
                  <c:v>45639</c:v>
                </c:pt>
                <c:pt idx="161">
                  <c:v>45646</c:v>
                </c:pt>
                <c:pt idx="162">
                  <c:v>45653</c:v>
                </c:pt>
                <c:pt idx="163">
                  <c:v>45660</c:v>
                </c:pt>
                <c:pt idx="164">
                  <c:v>45667</c:v>
                </c:pt>
                <c:pt idx="165">
                  <c:v>45674</c:v>
                </c:pt>
                <c:pt idx="166">
                  <c:v>45681</c:v>
                </c:pt>
                <c:pt idx="167">
                  <c:v>45688</c:v>
                </c:pt>
                <c:pt idx="168">
                  <c:v>45695</c:v>
                </c:pt>
                <c:pt idx="169">
                  <c:v>45702</c:v>
                </c:pt>
                <c:pt idx="170">
                  <c:v>45709</c:v>
                </c:pt>
                <c:pt idx="171">
                  <c:v>45716</c:v>
                </c:pt>
                <c:pt idx="172">
                  <c:v>45723</c:v>
                </c:pt>
                <c:pt idx="173">
                  <c:v>45730</c:v>
                </c:pt>
                <c:pt idx="174">
                  <c:v>45737</c:v>
                </c:pt>
                <c:pt idx="175">
                  <c:v>45744</c:v>
                </c:pt>
                <c:pt idx="176">
                  <c:v>45751</c:v>
                </c:pt>
                <c:pt idx="177">
                  <c:v>45758</c:v>
                </c:pt>
                <c:pt idx="178">
                  <c:v>45765</c:v>
                </c:pt>
                <c:pt idx="179">
                  <c:v>45772</c:v>
                </c:pt>
                <c:pt idx="180">
                  <c:v>45779</c:v>
                </c:pt>
                <c:pt idx="181">
                  <c:v>45786</c:v>
                </c:pt>
                <c:pt idx="182">
                  <c:v>45793</c:v>
                </c:pt>
                <c:pt idx="183">
                  <c:v>45800</c:v>
                </c:pt>
                <c:pt idx="184">
                  <c:v>45807</c:v>
                </c:pt>
                <c:pt idx="185">
                  <c:v>45814</c:v>
                </c:pt>
                <c:pt idx="186">
                  <c:v>45821</c:v>
                </c:pt>
                <c:pt idx="187">
                  <c:v>45828</c:v>
                </c:pt>
                <c:pt idx="188">
                  <c:v>45835</c:v>
                </c:pt>
                <c:pt idx="189">
                  <c:v>45842</c:v>
                </c:pt>
                <c:pt idx="190">
                  <c:v>45849</c:v>
                </c:pt>
                <c:pt idx="191">
                  <c:v>45856</c:v>
                </c:pt>
                <c:pt idx="192">
                  <c:v>45863</c:v>
                </c:pt>
                <c:pt idx="193">
                  <c:v>45870</c:v>
                </c:pt>
                <c:pt idx="194">
                  <c:v>45877</c:v>
                </c:pt>
                <c:pt idx="195">
                  <c:v>45884</c:v>
                </c:pt>
                <c:pt idx="196">
                  <c:v>45891</c:v>
                </c:pt>
                <c:pt idx="197">
                  <c:v>45898</c:v>
                </c:pt>
                <c:pt idx="198">
                  <c:v>45905</c:v>
                </c:pt>
                <c:pt idx="199">
                  <c:v>45912</c:v>
                </c:pt>
                <c:pt idx="200">
                  <c:v>45919</c:v>
                </c:pt>
                <c:pt idx="201">
                  <c:v>45926</c:v>
                </c:pt>
                <c:pt idx="202">
                  <c:v>45933</c:v>
                </c:pt>
                <c:pt idx="203">
                  <c:v>45940</c:v>
                </c:pt>
                <c:pt idx="204">
                  <c:v>45947</c:v>
                </c:pt>
                <c:pt idx="205">
                  <c:v>45954</c:v>
                </c:pt>
                <c:pt idx="206">
                  <c:v>45961</c:v>
                </c:pt>
                <c:pt idx="207">
                  <c:v>45968</c:v>
                </c:pt>
                <c:pt idx="208">
                  <c:v>45975</c:v>
                </c:pt>
                <c:pt idx="209">
                  <c:v>45982</c:v>
                </c:pt>
                <c:pt idx="210">
                  <c:v>45989</c:v>
                </c:pt>
                <c:pt idx="211">
                  <c:v>45996</c:v>
                </c:pt>
                <c:pt idx="212">
                  <c:v>46003</c:v>
                </c:pt>
                <c:pt idx="213">
                  <c:v>46010</c:v>
                </c:pt>
                <c:pt idx="214">
                  <c:v>46017</c:v>
                </c:pt>
                <c:pt idx="215">
                  <c:v>46024</c:v>
                </c:pt>
                <c:pt idx="216">
                  <c:v>46031</c:v>
                </c:pt>
                <c:pt idx="217">
                  <c:v>46038</c:v>
                </c:pt>
                <c:pt idx="218">
                  <c:v>46045</c:v>
                </c:pt>
                <c:pt idx="219">
                  <c:v>46052</c:v>
                </c:pt>
                <c:pt idx="220">
                  <c:v>46059</c:v>
                </c:pt>
                <c:pt idx="221">
                  <c:v>46066</c:v>
                </c:pt>
                <c:pt idx="222">
                  <c:v>46073</c:v>
                </c:pt>
                <c:pt idx="223">
                  <c:v>46080</c:v>
                </c:pt>
                <c:pt idx="224">
                  <c:v>46087</c:v>
                </c:pt>
                <c:pt idx="225">
                  <c:v>46094</c:v>
                </c:pt>
                <c:pt idx="226">
                  <c:v>46101</c:v>
                </c:pt>
                <c:pt idx="227">
                  <c:v>46108</c:v>
                </c:pt>
                <c:pt idx="228">
                  <c:v>46115</c:v>
                </c:pt>
                <c:pt idx="229">
                  <c:v>46122</c:v>
                </c:pt>
                <c:pt idx="230">
                  <c:v>46129</c:v>
                </c:pt>
                <c:pt idx="231">
                  <c:v>46136</c:v>
                </c:pt>
                <c:pt idx="232">
                  <c:v>46143</c:v>
                </c:pt>
                <c:pt idx="233">
                  <c:v>46150</c:v>
                </c:pt>
                <c:pt idx="234">
                  <c:v>46157</c:v>
                </c:pt>
                <c:pt idx="235">
                  <c:v>46164</c:v>
                </c:pt>
                <c:pt idx="236">
                  <c:v>46171</c:v>
                </c:pt>
                <c:pt idx="237">
                  <c:v>46178</c:v>
                </c:pt>
                <c:pt idx="238">
                  <c:v>46185</c:v>
                </c:pt>
                <c:pt idx="239">
                  <c:v>46192</c:v>
                </c:pt>
                <c:pt idx="240">
                  <c:v>46199</c:v>
                </c:pt>
                <c:pt idx="241">
                  <c:v>46206</c:v>
                </c:pt>
                <c:pt idx="242">
                  <c:v>46213</c:v>
                </c:pt>
                <c:pt idx="243">
                  <c:v>46220</c:v>
                </c:pt>
                <c:pt idx="244">
                  <c:v>46227</c:v>
                </c:pt>
                <c:pt idx="245">
                  <c:v>46234</c:v>
                </c:pt>
                <c:pt idx="246">
                  <c:v>46241</c:v>
                </c:pt>
                <c:pt idx="247">
                  <c:v>46248</c:v>
                </c:pt>
                <c:pt idx="248">
                  <c:v>46255</c:v>
                </c:pt>
                <c:pt idx="249">
                  <c:v>46262</c:v>
                </c:pt>
                <c:pt idx="250">
                  <c:v>46269</c:v>
                </c:pt>
                <c:pt idx="251">
                  <c:v>46276</c:v>
                </c:pt>
                <c:pt idx="252">
                  <c:v>46283</c:v>
                </c:pt>
              </c:numCache>
            </c:numRef>
          </c:cat>
          <c:val>
            <c:numRef>
              <c:f>Sheet1!$B$2:$B$254</c:f>
              <c:numCache>
                <c:formatCode>General</c:formatCode>
                <c:ptCount val="253"/>
                <c:pt idx="0">
                  <c:v>7.5919999999999987</c:v>
                </c:pt>
                <c:pt idx="1">
                  <c:v>7.7719969111969114</c:v>
                </c:pt>
                <c:pt idx="2">
                  <c:v>7.8318146718146711</c:v>
                </c:pt>
                <c:pt idx="3">
                  <c:v>7.5524633204633211</c:v>
                </c:pt>
                <c:pt idx="4">
                  <c:v>7.3064500192975679</c:v>
                </c:pt>
                <c:pt idx="5">
                  <c:v>7.2647713073659874</c:v>
                </c:pt>
                <c:pt idx="6">
                  <c:v>7.122958397534668</c:v>
                </c:pt>
                <c:pt idx="7">
                  <c:v>7.6867045017314339</c:v>
                </c:pt>
                <c:pt idx="8">
                  <c:v>7.9783134615384608</c:v>
                </c:pt>
                <c:pt idx="9">
                  <c:v>7.8951831094049902</c:v>
                </c:pt>
                <c:pt idx="10">
                  <c:v>8.392548906789413</c:v>
                </c:pt>
                <c:pt idx="11">
                  <c:v>8.5903613075893706</c:v>
                </c:pt>
                <c:pt idx="12">
                  <c:v>8.9175628332063983</c:v>
                </c:pt>
                <c:pt idx="13">
                  <c:v>8.7827471482889727</c:v>
                </c:pt>
                <c:pt idx="14">
                  <c:v>8.4823396226415095</c:v>
                </c:pt>
                <c:pt idx="15">
                  <c:v>8.1190782997762856</c:v>
                </c:pt>
                <c:pt idx="16">
                  <c:v>8.1422324545116975</c:v>
                </c:pt>
                <c:pt idx="17">
                  <c:v>8.5754621910734041</c:v>
                </c:pt>
                <c:pt idx="18">
                  <c:v>8.8723454079765816</c:v>
                </c:pt>
                <c:pt idx="19">
                  <c:v>8.8773046018991977</c:v>
                </c:pt>
                <c:pt idx="20">
                  <c:v>8.5747966472303219</c:v>
                </c:pt>
                <c:pt idx="21">
                  <c:v>8.4541913423062933</c:v>
                </c:pt>
                <c:pt idx="22">
                  <c:v>8.2033102824040558</c:v>
                </c:pt>
                <c:pt idx="23">
                  <c:v>7.5927464408001457</c:v>
                </c:pt>
                <c:pt idx="24">
                  <c:v>7.5638537463976947</c:v>
                </c:pt>
                <c:pt idx="25">
                  <c:v>7.8712362785675731</c:v>
                </c:pt>
                <c:pt idx="26">
                  <c:v>7.943444842406878</c:v>
                </c:pt>
                <c:pt idx="27">
                  <c:v>8.211797616930463</c:v>
                </c:pt>
                <c:pt idx="28">
                  <c:v>8.0178320935175353</c:v>
                </c:pt>
                <c:pt idx="29">
                  <c:v>7.5218992042440318</c:v>
                </c:pt>
                <c:pt idx="30">
                  <c:v>7.310082303073119</c:v>
                </c:pt>
                <c:pt idx="31">
                  <c:v>7.287495508190946</c:v>
                </c:pt>
                <c:pt idx="32">
                  <c:v>7.082890449438203</c:v>
                </c:pt>
                <c:pt idx="33">
                  <c:v>7.0914864959663282</c:v>
                </c:pt>
                <c:pt idx="34">
                  <c:v>6.979652875175316</c:v>
                </c:pt>
                <c:pt idx="35">
                  <c:v>7.1913557540725179</c:v>
                </c:pt>
                <c:pt idx="36">
                  <c:v>7.2929763862165462</c:v>
                </c:pt>
                <c:pt idx="37">
                  <c:v>7.6747125915591212</c:v>
                </c:pt>
                <c:pt idx="38">
                  <c:v>8.1843870296514662</c:v>
                </c:pt>
                <c:pt idx="39">
                  <c:v>8.1324361058274253</c:v>
                </c:pt>
                <c:pt idx="40">
                  <c:v>8.0380614124872061</c:v>
                </c:pt>
                <c:pt idx="41">
                  <c:v>7.9712209559448892</c:v>
                </c:pt>
                <c:pt idx="42">
                  <c:v>7.9775259334347011</c:v>
                </c:pt>
                <c:pt idx="43">
                  <c:v>7.9447139001349534</c:v>
                </c:pt>
                <c:pt idx="44">
                  <c:v>8.4119669978110796</c:v>
                </c:pt>
                <c:pt idx="45">
                  <c:v>8.3180050377833759</c:v>
                </c:pt>
                <c:pt idx="46">
                  <c:v>8.6316114724028683</c:v>
                </c:pt>
                <c:pt idx="47">
                  <c:v>8.3911358885017435</c:v>
                </c:pt>
                <c:pt idx="48">
                  <c:v>9.0793174366616984</c:v>
                </c:pt>
                <c:pt idx="49">
                  <c:v>8.6202671515953053</c:v>
                </c:pt>
                <c:pt idx="50">
                  <c:v>8.8193896296296312</c:v>
                </c:pt>
                <c:pt idx="51">
                  <c:v>7.7270322580645168</c:v>
                </c:pt>
                <c:pt idx="52">
                  <c:v>7.6917939156035331</c:v>
                </c:pt>
                <c:pt idx="53">
                  <c:v>7.4644451675886749</c:v>
                </c:pt>
                <c:pt idx="54">
                  <c:v>7.4628322363140143</c:v>
                </c:pt>
                <c:pt idx="55">
                  <c:v>9.320889550463157</c:v>
                </c:pt>
                <c:pt idx="56">
                  <c:v>10.614246297827471</c:v>
                </c:pt>
                <c:pt idx="57">
                  <c:v>11.68479892312288</c:v>
                </c:pt>
                <c:pt idx="58">
                  <c:v>11.79373804426354</c:v>
                </c:pt>
                <c:pt idx="59">
                  <c:v>11.78244607619378</c:v>
                </c:pt>
                <c:pt idx="60">
                  <c:v>10.980959443806521</c:v>
                </c:pt>
                <c:pt idx="61">
                  <c:v>11.145312247774489</c:v>
                </c:pt>
                <c:pt idx="62">
                  <c:v>10.974727118718061</c:v>
                </c:pt>
                <c:pt idx="63">
                  <c:v>10.97741294901768</c:v>
                </c:pt>
                <c:pt idx="64">
                  <c:v>10.278958268403761</c:v>
                </c:pt>
                <c:pt idx="65">
                  <c:v>10.547122222661439</c:v>
                </c:pt>
                <c:pt idx="66">
                  <c:v>10.100291007684969</c:v>
                </c:pt>
                <c:pt idx="67">
                  <c:v>10.61093071730572</c:v>
                </c:pt>
                <c:pt idx="68">
                  <c:v>10.90301763253701</c:v>
                </c:pt>
                <c:pt idx="69">
                  <c:v>11.14447337259692</c:v>
                </c:pt>
                <c:pt idx="70">
                  <c:v>10.89969475660715</c:v>
                </c:pt>
                <c:pt idx="71">
                  <c:v>10.91496994301448</c:v>
                </c:pt>
                <c:pt idx="72">
                  <c:v>10.12731816188785</c:v>
                </c:pt>
                <c:pt idx="73">
                  <c:v>10.20775627813037</c:v>
                </c:pt>
                <c:pt idx="74">
                  <c:v>10.082798247989651</c:v>
                </c:pt>
                <c:pt idx="75">
                  <c:v>9.9187254689556141</c:v>
                </c:pt>
                <c:pt idx="76">
                  <c:v>9.0041233526196045</c:v>
                </c:pt>
                <c:pt idx="77">
                  <c:v>9.485241853758497</c:v>
                </c:pt>
                <c:pt idx="78">
                  <c:v>9.5704296569455831</c:v>
                </c:pt>
                <c:pt idx="79">
                  <c:v>9.6233411275067748</c:v>
                </c:pt>
                <c:pt idx="80">
                  <c:v>9.6022266043928681</c:v>
                </c:pt>
                <c:pt idx="81">
                  <c:v>9.2982062101599201</c:v>
                </c:pt>
                <c:pt idx="82">
                  <c:v>11.50087714285714</c:v>
                </c:pt>
                <c:pt idx="83">
                  <c:v>8.7629823413309182</c:v>
                </c:pt>
                <c:pt idx="84">
                  <c:v>12.00034951456311</c:v>
                </c:pt>
                <c:pt idx="85">
                  <c:v>11.90380999020568</c:v>
                </c:pt>
                <c:pt idx="86">
                  <c:v>11.392543258243551</c:v>
                </c:pt>
                <c:pt idx="87">
                  <c:v>11.22668281797896</c:v>
                </c:pt>
                <c:pt idx="88">
                  <c:v>11.280517199017201</c:v>
                </c:pt>
                <c:pt idx="89">
                  <c:v>8.8253933845644834</c:v>
                </c:pt>
                <c:pt idx="90">
                  <c:v>8.8160140697608327</c:v>
                </c:pt>
                <c:pt idx="91">
                  <c:v>10.51613787281936</c:v>
                </c:pt>
                <c:pt idx="92">
                  <c:v>9.8755257676902524</c:v>
                </c:pt>
                <c:pt idx="93">
                  <c:v>10.035880385200199</c:v>
                </c:pt>
                <c:pt idx="94">
                  <c:v>9.2125525855608288</c:v>
                </c:pt>
                <c:pt idx="95">
                  <c:v>8.7308144863266826</c:v>
                </c:pt>
                <c:pt idx="96">
                  <c:v>8.3112670454545441</c:v>
                </c:pt>
                <c:pt idx="97">
                  <c:v>8.1279952785646845</c:v>
                </c:pt>
                <c:pt idx="98">
                  <c:v>7.8954645892351287</c:v>
                </c:pt>
                <c:pt idx="99">
                  <c:v>8.2158763583675452</c:v>
                </c:pt>
                <c:pt idx="100">
                  <c:v>11.387652229708049</c:v>
                </c:pt>
                <c:pt idx="101">
                  <c:v>11.144292589027909</c:v>
                </c:pt>
                <c:pt idx="102">
                  <c:v>11.94604672</c:v>
                </c:pt>
                <c:pt idx="103">
                  <c:v>11.36324048391856</c:v>
                </c:pt>
                <c:pt idx="104">
                  <c:v>10.946371389270981</c:v>
                </c:pt>
                <c:pt idx="105">
                  <c:v>10.21701224489796</c:v>
                </c:pt>
                <c:pt idx="106">
                  <c:v>11.399483404042931</c:v>
                </c:pt>
                <c:pt idx="107">
                  <c:v>11.264091528724441</c:v>
                </c:pt>
                <c:pt idx="108">
                  <c:v>10.763355129650501</c:v>
                </c:pt>
                <c:pt idx="109">
                  <c:v>10.17783844260461</c:v>
                </c:pt>
                <c:pt idx="110">
                  <c:v>9.9708186666666663</c:v>
                </c:pt>
                <c:pt idx="111">
                  <c:v>9.4155660792951537</c:v>
                </c:pt>
                <c:pt idx="112">
                  <c:v>9.499235989492119</c:v>
                </c:pt>
                <c:pt idx="113">
                  <c:v>9.2693113187051921</c:v>
                </c:pt>
                <c:pt idx="114">
                  <c:v>9.56611146700833</c:v>
                </c:pt>
                <c:pt idx="115">
                  <c:v>9.3103477178423244</c:v>
                </c:pt>
                <c:pt idx="116">
                  <c:v>8.8045940671350511</c:v>
                </c:pt>
                <c:pt idx="117">
                  <c:v>8.5081283840357234</c:v>
                </c:pt>
                <c:pt idx="118">
                  <c:v>8.3577498272287478</c:v>
                </c:pt>
                <c:pt idx="119">
                  <c:v>9.3201562837594523</c:v>
                </c:pt>
                <c:pt idx="120">
                  <c:v>9.6232170639899621</c:v>
                </c:pt>
                <c:pt idx="121">
                  <c:v>10.41344595561918</c:v>
                </c:pt>
                <c:pt idx="122">
                  <c:v>11.9361116678597</c:v>
                </c:pt>
                <c:pt idx="123">
                  <c:v>13.1217070289427</c:v>
                </c:pt>
                <c:pt idx="124">
                  <c:v>12.75695271867612</c:v>
                </c:pt>
                <c:pt idx="125">
                  <c:v>13.457674645202291</c:v>
                </c:pt>
                <c:pt idx="126">
                  <c:v>13.100107604321121</c:v>
                </c:pt>
                <c:pt idx="127">
                  <c:v>18.53059447390455</c:v>
                </c:pt>
                <c:pt idx="128">
                  <c:v>19.117901200111639</c:v>
                </c:pt>
                <c:pt idx="129">
                  <c:v>18.585506796116501</c:v>
                </c:pt>
                <c:pt idx="130">
                  <c:v>21.758240374037399</c:v>
                </c:pt>
                <c:pt idx="131">
                  <c:v>15.43082432432433</c:v>
                </c:pt>
                <c:pt idx="132">
                  <c:v>11.286805295950151</c:v>
                </c:pt>
                <c:pt idx="133">
                  <c:v>11.874670686456399</c:v>
                </c:pt>
                <c:pt idx="134">
                  <c:v>11.35899330493001</c:v>
                </c:pt>
                <c:pt idx="135">
                  <c:v>11.38179591223324</c:v>
                </c:pt>
                <c:pt idx="136">
                  <c:v>10.78345584725537</c:v>
                </c:pt>
                <c:pt idx="137">
                  <c:v>10.50447279659774</c:v>
                </c:pt>
                <c:pt idx="138">
                  <c:v>11.805454758762281</c:v>
                </c:pt>
                <c:pt idx="139">
                  <c:v>12.049014656798731</c:v>
                </c:pt>
                <c:pt idx="140">
                  <c:v>12.085319458594091</c:v>
                </c:pt>
                <c:pt idx="141">
                  <c:v>11.39817421602787</c:v>
                </c:pt>
                <c:pt idx="142">
                  <c:v>12.35309755749179</c:v>
                </c:pt>
                <c:pt idx="143">
                  <c:v>12.801063364055301</c:v>
                </c:pt>
                <c:pt idx="144">
                  <c:v>19.507132867132871</c:v>
                </c:pt>
                <c:pt idx="145">
                  <c:v>19.859781170483458</c:v>
                </c:pt>
                <c:pt idx="146">
                  <c:v>20.308822080679409</c:v>
                </c:pt>
                <c:pt idx="147">
                  <c:v>21.955509090909089</c:v>
                </c:pt>
                <c:pt idx="148">
                  <c:v>19.099475059382421</c:v>
                </c:pt>
                <c:pt idx="149">
                  <c:v>19.011864907443879</c:v>
                </c:pt>
                <c:pt idx="150">
                  <c:v>17.988195026434301</c:v>
                </c:pt>
                <c:pt idx="151">
                  <c:v>17.258695073235689</c:v>
                </c:pt>
                <c:pt idx="152">
                  <c:v>18.14876489502554</c:v>
                </c:pt>
                <c:pt idx="153">
                  <c:v>18.65525630410237</c:v>
                </c:pt>
                <c:pt idx="154">
                  <c:v>16.799758793969851</c:v>
                </c:pt>
                <c:pt idx="155">
                  <c:v>18.58233373639661</c:v>
                </c:pt>
                <c:pt idx="156">
                  <c:v>18.70926934775262</c:v>
                </c:pt>
                <c:pt idx="157">
                  <c:v>19.19655668016194</c:v>
                </c:pt>
                <c:pt idx="158">
                  <c:v>19.671905583756349</c:v>
                </c:pt>
                <c:pt idx="159">
                  <c:v>19.37445015207841</c:v>
                </c:pt>
                <c:pt idx="160">
                  <c:v>18.738382899628249</c:v>
                </c:pt>
                <c:pt idx="161">
                  <c:v>17.54762331081081</c:v>
                </c:pt>
                <c:pt idx="162">
                  <c:v>15.379167235494879</c:v>
                </c:pt>
                <c:pt idx="163">
                  <c:v>13.569173111243311</c:v>
                </c:pt>
                <c:pt idx="164">
                  <c:v>13.628006183850641</c:v>
                </c:pt>
                <c:pt idx="165">
                  <c:v>14.2478001189768</c:v>
                </c:pt>
                <c:pt idx="166">
                  <c:v>14.610467289719629</c:v>
                </c:pt>
                <c:pt idx="167">
                  <c:v>16.847638544018061</c:v>
                </c:pt>
                <c:pt idx="168">
                  <c:v>19.765739530456852</c:v>
                </c:pt>
                <c:pt idx="169">
                  <c:v>19.148715101522839</c:v>
                </c:pt>
                <c:pt idx="170">
                  <c:v>17.90861589403973</c:v>
                </c:pt>
                <c:pt idx="171">
                  <c:v>17.80599337748345</c:v>
                </c:pt>
                <c:pt idx="172">
                  <c:v>18.05725647451963</c:v>
                </c:pt>
                <c:pt idx="173">
                  <c:v>19.176457933154051</c:v>
                </c:pt>
                <c:pt idx="174">
                  <c:v>18.265666992426091</c:v>
                </c:pt>
                <c:pt idx="175">
                  <c:v>15.79499476315163</c:v>
                </c:pt>
                <c:pt idx="176">
                  <c:v>14.20645833333333</c:v>
                </c:pt>
                <c:pt idx="177">
                  <c:v>14.374499999999999</c:v>
                </c:pt>
                <c:pt idx="178">
                  <c:v>14.8443558296762</c:v>
                </c:pt>
                <c:pt idx="179">
                  <c:v>15.64879797979798</c:v>
                </c:pt>
                <c:pt idx="180">
                  <c:v>18.589523407844791</c:v>
                </c:pt>
                <c:pt idx="181">
                  <c:v>19.041994374120961</c:v>
                </c:pt>
                <c:pt idx="182">
                  <c:v>19.28601290322581</c:v>
                </c:pt>
                <c:pt idx="183">
                  <c:v>16.397171470444551</c:v>
                </c:pt>
                <c:pt idx="184">
                  <c:v>15.939592552026291</c:v>
                </c:pt>
                <c:pt idx="185">
                  <c:v>15.622867659522949</c:v>
                </c:pt>
                <c:pt idx="186">
                  <c:v>16.01251000241022</c:v>
                </c:pt>
                <c:pt idx="187">
                  <c:v>17.31334240362812</c:v>
                </c:pt>
                <c:pt idx="188">
                  <c:v>17.730167240764938</c:v>
                </c:pt>
                <c:pt idx="189">
                  <c:v>19.54909271833295</c:v>
                </c:pt>
                <c:pt idx="190">
                  <c:v>17.19275344209187</c:v>
                </c:pt>
                <c:pt idx="191">
                  <c:v>15.80602892514173</c:v>
                </c:pt>
                <c:pt idx="192">
                  <c:v>19.185577995478521</c:v>
                </c:pt>
                <c:pt idx="193">
                  <c:v>17.930782738095239</c:v>
                </c:pt>
                <c:pt idx="194">
                  <c:v>18.16012250922509</c:v>
                </c:pt>
                <c:pt idx="195">
                  <c:v>18.002962962962961</c:v>
                </c:pt>
                <c:pt idx="196">
                  <c:v>16.71811719086601</c:v>
                </c:pt>
                <c:pt idx="197">
                  <c:v>16.182478496336412</c:v>
                </c:pt>
                <c:pt idx="198">
                  <c:v>17.248989382949649</c:v>
                </c:pt>
                <c:pt idx="199">
                  <c:v>15.953301861287301</c:v>
                </c:pt>
                <c:pt idx="200">
                  <c:v>15.79565593168021</c:v>
                </c:pt>
                <c:pt idx="201">
                  <c:v>16.50993441618143</c:v>
                </c:pt>
                <c:pt idx="202">
                  <c:v>15.533103685702709</c:v>
                </c:pt>
                <c:pt idx="203">
                  <c:v>15.49708662049583</c:v>
                </c:pt>
                <c:pt idx="204">
                  <c:v>16.113997401299351</c:v>
                </c:pt>
                <c:pt idx="205">
                  <c:v>16.344392772679971</c:v>
                </c:pt>
                <c:pt idx="206">
                  <c:v>15.87416405109489</c:v>
                </c:pt>
                <c:pt idx="207">
                  <c:v>15.501757140291</c:v>
                </c:pt>
                <c:pt idx="208">
                  <c:v>14.801380597014919</c:v>
                </c:pt>
                <c:pt idx="209">
                  <c:v>13.07886304296226</c:v>
                </c:pt>
                <c:pt idx="210">
                  <c:v>13.2364886193589</c:v>
                </c:pt>
                <c:pt idx="211">
                  <c:v>13.220173129651389</c:v>
                </c:pt>
                <c:pt idx="212">
                  <c:v>13.60476439058494</c:v>
                </c:pt>
                <c:pt idx="213">
                  <c:v>13.534649342661639</c:v>
                </c:pt>
                <c:pt idx="214">
                  <c:v>13.444043556895251</c:v>
                </c:pt>
                <c:pt idx="215">
                  <c:v>10.78320243457091</c:v>
                </c:pt>
                <c:pt idx="216">
                  <c:v>11.569676364075329</c:v>
                </c:pt>
                <c:pt idx="217">
                  <c:v>11.98608884596813</c:v>
                </c:pt>
                <c:pt idx="218">
                  <c:v>13.18919429115128</c:v>
                </c:pt>
                <c:pt idx="219">
                  <c:v>13.1899876198898</c:v>
                </c:pt>
                <c:pt idx="220">
                  <c:v>12.554584331166611</c:v>
                </c:pt>
                <c:pt idx="221">
                  <c:v>14.56977715003139</c:v>
                </c:pt>
                <c:pt idx="222">
                  <c:v>15.0844693829301</c:v>
                </c:pt>
                <c:pt idx="223">
                  <c:v>14.897200419050691</c:v>
                </c:pt>
                <c:pt idx="224">
                  <c:v>12.91937390182961</c:v>
                </c:pt>
                <c:pt idx="225">
                  <c:v>11.893631532329501</c:v>
                </c:pt>
                <c:pt idx="226">
                  <c:v>11.194455312234</c:v>
                </c:pt>
                <c:pt idx="227">
                  <c:v>10.84071900155085</c:v>
                </c:pt>
                <c:pt idx="228">
                  <c:v>9.7755230509292765</c:v>
                </c:pt>
                <c:pt idx="229">
                  <c:v>9.6988299837653251</c:v>
                </c:pt>
                <c:pt idx="230">
                  <c:v>9.6223106816078943</c:v>
                </c:pt>
                <c:pt idx="231">
                  <c:v>11.37057959657524</c:v>
                </c:pt>
                <c:pt idx="232">
                  <c:v>11.256421144859811</c:v>
                </c:pt>
                <c:pt idx="233">
                  <c:v>11.46696713031316</c:v>
                </c:pt>
                <c:pt idx="234">
                  <c:v>11.073173206931379</c:v>
                </c:pt>
                <c:pt idx="235">
                  <c:v>9.8208762473694904</c:v>
                </c:pt>
                <c:pt idx="236">
                  <c:v>9.9431756097560982</c:v>
                </c:pt>
                <c:pt idx="237">
                  <c:v>9.7585596330275219</c:v>
                </c:pt>
                <c:pt idx="238">
                  <c:v>9.8906155726019946</c:v>
                </c:pt>
                <c:pt idx="239">
                  <c:v>10.97608093126386</c:v>
                </c:pt>
                <c:pt idx="240">
                  <c:v>11.460674456027419</c:v>
                </c:pt>
                <c:pt idx="241">
                  <c:v>11.89862701641184</c:v>
                </c:pt>
                <c:pt idx="242">
                  <c:v>11.72349487250554</c:v>
                </c:pt>
                <c:pt idx="243">
                  <c:v>11.10162129133003</c:v>
                </c:pt>
                <c:pt idx="244">
                  <c:v>10.71842858070802</c:v>
                </c:pt>
                <c:pt idx="245">
                  <c:v>11.359575397084781</c:v>
                </c:pt>
                <c:pt idx="246">
                  <c:v>12.462685344827589</c:v>
                </c:pt>
                <c:pt idx="247">
                  <c:v>13.29438893736994</c:v>
                </c:pt>
                <c:pt idx="248">
                  <c:v>13.102172683189661</c:v>
                </c:pt>
                <c:pt idx="249">
                  <c:v>12.94466276935627</c:v>
                </c:pt>
                <c:pt idx="250">
                  <c:v>14.9989009272816</c:v>
                </c:pt>
                <c:pt idx="251">
                  <c:v>14.08843159922929</c:v>
                </c:pt>
                <c:pt idx="252">
                  <c:v>13.632611244593949</c:v>
                </c:pt>
              </c:numCache>
            </c:numRef>
          </c:val>
          <c:smooth val="1"/>
          <c:extLst>
            <c:ext xmlns:c16="http://schemas.microsoft.com/office/drawing/2014/chart" uri="{C3380CC4-5D6E-409C-BE32-E72D297353CC}">
              <c16:uniqueId val="{00000000-561B-4B66-9F0B-F59A0E17874D}"/>
            </c:ext>
          </c:extLst>
        </c:ser>
        <c:ser>
          <c:idx val="1"/>
          <c:order val="1"/>
          <c:tx>
            <c:v>Average</c:v>
          </c:tx>
          <c:spPr>
            <a:ln w="19050">
              <a:solidFill>
                <a:srgbClr val="8EB3DF"/>
              </a:solidFill>
              <a:prstDash val="dash"/>
            </a:ln>
          </c:spPr>
          <c:marker>
            <c:symbol val="none"/>
          </c:marker>
          <c:cat>
            <c:numRef>
              <c:f>Sheet1!$A$2:$A$254</c:f>
              <c:numCache>
                <c:formatCode>yyyy\-mm\-dd</c:formatCode>
                <c:ptCount val="253"/>
                <c:pt idx="0">
                  <c:v>44519</c:v>
                </c:pt>
                <c:pt idx="1">
                  <c:v>44526</c:v>
                </c:pt>
                <c:pt idx="2">
                  <c:v>44533</c:v>
                </c:pt>
                <c:pt idx="3">
                  <c:v>44540</c:v>
                </c:pt>
                <c:pt idx="4">
                  <c:v>44547</c:v>
                </c:pt>
                <c:pt idx="5">
                  <c:v>44554</c:v>
                </c:pt>
                <c:pt idx="6">
                  <c:v>44561</c:v>
                </c:pt>
                <c:pt idx="7">
                  <c:v>44568</c:v>
                </c:pt>
                <c:pt idx="8">
                  <c:v>44575</c:v>
                </c:pt>
                <c:pt idx="9">
                  <c:v>44582</c:v>
                </c:pt>
                <c:pt idx="10">
                  <c:v>44589</c:v>
                </c:pt>
                <c:pt idx="11">
                  <c:v>44596</c:v>
                </c:pt>
                <c:pt idx="12">
                  <c:v>44603</c:v>
                </c:pt>
                <c:pt idx="13">
                  <c:v>44610</c:v>
                </c:pt>
                <c:pt idx="14">
                  <c:v>44617</c:v>
                </c:pt>
                <c:pt idx="15">
                  <c:v>44624</c:v>
                </c:pt>
                <c:pt idx="16">
                  <c:v>44631</c:v>
                </c:pt>
                <c:pt idx="17">
                  <c:v>44638</c:v>
                </c:pt>
                <c:pt idx="18">
                  <c:v>44645</c:v>
                </c:pt>
                <c:pt idx="19">
                  <c:v>44652</c:v>
                </c:pt>
                <c:pt idx="20">
                  <c:v>44659</c:v>
                </c:pt>
                <c:pt idx="21">
                  <c:v>44666</c:v>
                </c:pt>
                <c:pt idx="22">
                  <c:v>44673</c:v>
                </c:pt>
                <c:pt idx="23">
                  <c:v>44680</c:v>
                </c:pt>
                <c:pt idx="24">
                  <c:v>44687</c:v>
                </c:pt>
                <c:pt idx="25">
                  <c:v>44694</c:v>
                </c:pt>
                <c:pt idx="26">
                  <c:v>44701</c:v>
                </c:pt>
                <c:pt idx="27">
                  <c:v>44708</c:v>
                </c:pt>
                <c:pt idx="28">
                  <c:v>44715</c:v>
                </c:pt>
                <c:pt idx="29">
                  <c:v>44722</c:v>
                </c:pt>
                <c:pt idx="30">
                  <c:v>44729</c:v>
                </c:pt>
                <c:pt idx="31">
                  <c:v>44736</c:v>
                </c:pt>
                <c:pt idx="32">
                  <c:v>44743</c:v>
                </c:pt>
                <c:pt idx="33">
                  <c:v>44750</c:v>
                </c:pt>
                <c:pt idx="34">
                  <c:v>44757</c:v>
                </c:pt>
                <c:pt idx="35">
                  <c:v>44764</c:v>
                </c:pt>
                <c:pt idx="36">
                  <c:v>44771</c:v>
                </c:pt>
                <c:pt idx="37">
                  <c:v>44778</c:v>
                </c:pt>
                <c:pt idx="38">
                  <c:v>44785</c:v>
                </c:pt>
                <c:pt idx="39">
                  <c:v>44792</c:v>
                </c:pt>
                <c:pt idx="40">
                  <c:v>44799</c:v>
                </c:pt>
                <c:pt idx="41">
                  <c:v>44806</c:v>
                </c:pt>
                <c:pt idx="42">
                  <c:v>44813</c:v>
                </c:pt>
                <c:pt idx="43">
                  <c:v>44820</c:v>
                </c:pt>
                <c:pt idx="44">
                  <c:v>44827</c:v>
                </c:pt>
                <c:pt idx="45">
                  <c:v>44834</c:v>
                </c:pt>
                <c:pt idx="46">
                  <c:v>44841</c:v>
                </c:pt>
                <c:pt idx="47">
                  <c:v>44848</c:v>
                </c:pt>
                <c:pt idx="48">
                  <c:v>44855</c:v>
                </c:pt>
                <c:pt idx="49">
                  <c:v>44862</c:v>
                </c:pt>
                <c:pt idx="50">
                  <c:v>44869</c:v>
                </c:pt>
                <c:pt idx="51">
                  <c:v>44876</c:v>
                </c:pt>
                <c:pt idx="52">
                  <c:v>44883</c:v>
                </c:pt>
                <c:pt idx="53">
                  <c:v>44890</c:v>
                </c:pt>
                <c:pt idx="54">
                  <c:v>44897</c:v>
                </c:pt>
                <c:pt idx="55">
                  <c:v>44904</c:v>
                </c:pt>
                <c:pt idx="56">
                  <c:v>44911</c:v>
                </c:pt>
                <c:pt idx="57">
                  <c:v>44918</c:v>
                </c:pt>
                <c:pt idx="58">
                  <c:v>44925</c:v>
                </c:pt>
                <c:pt idx="59">
                  <c:v>44932</c:v>
                </c:pt>
                <c:pt idx="60">
                  <c:v>44939</c:v>
                </c:pt>
                <c:pt idx="61">
                  <c:v>44946</c:v>
                </c:pt>
                <c:pt idx="62">
                  <c:v>44953</c:v>
                </c:pt>
                <c:pt idx="63">
                  <c:v>44960</c:v>
                </c:pt>
                <c:pt idx="64">
                  <c:v>44967</c:v>
                </c:pt>
                <c:pt idx="65">
                  <c:v>44974</c:v>
                </c:pt>
                <c:pt idx="66">
                  <c:v>44981</c:v>
                </c:pt>
                <c:pt idx="67">
                  <c:v>44988</c:v>
                </c:pt>
                <c:pt idx="68">
                  <c:v>44995</c:v>
                </c:pt>
                <c:pt idx="69">
                  <c:v>45002</c:v>
                </c:pt>
                <c:pt idx="70">
                  <c:v>45009</c:v>
                </c:pt>
                <c:pt idx="71">
                  <c:v>45016</c:v>
                </c:pt>
                <c:pt idx="72">
                  <c:v>45023</c:v>
                </c:pt>
                <c:pt idx="73">
                  <c:v>45030</c:v>
                </c:pt>
                <c:pt idx="74">
                  <c:v>45037</c:v>
                </c:pt>
                <c:pt idx="75">
                  <c:v>45044</c:v>
                </c:pt>
                <c:pt idx="76">
                  <c:v>45051</c:v>
                </c:pt>
                <c:pt idx="77">
                  <c:v>45058</c:v>
                </c:pt>
                <c:pt idx="78">
                  <c:v>45065</c:v>
                </c:pt>
                <c:pt idx="79">
                  <c:v>45072</c:v>
                </c:pt>
                <c:pt idx="80">
                  <c:v>45079</c:v>
                </c:pt>
                <c:pt idx="81">
                  <c:v>45086</c:v>
                </c:pt>
                <c:pt idx="82">
                  <c:v>45093</c:v>
                </c:pt>
                <c:pt idx="83">
                  <c:v>45100</c:v>
                </c:pt>
                <c:pt idx="84">
                  <c:v>45107</c:v>
                </c:pt>
                <c:pt idx="85">
                  <c:v>45114</c:v>
                </c:pt>
                <c:pt idx="86">
                  <c:v>45121</c:v>
                </c:pt>
                <c:pt idx="87">
                  <c:v>45128</c:v>
                </c:pt>
                <c:pt idx="88">
                  <c:v>45135</c:v>
                </c:pt>
                <c:pt idx="89">
                  <c:v>45142</c:v>
                </c:pt>
                <c:pt idx="90">
                  <c:v>45149</c:v>
                </c:pt>
                <c:pt idx="91">
                  <c:v>45156</c:v>
                </c:pt>
                <c:pt idx="92">
                  <c:v>45163</c:v>
                </c:pt>
                <c:pt idx="93">
                  <c:v>45170</c:v>
                </c:pt>
                <c:pt idx="94">
                  <c:v>45177</c:v>
                </c:pt>
                <c:pt idx="95">
                  <c:v>45184</c:v>
                </c:pt>
                <c:pt idx="96">
                  <c:v>45191</c:v>
                </c:pt>
                <c:pt idx="97">
                  <c:v>45198</c:v>
                </c:pt>
                <c:pt idx="98">
                  <c:v>45205</c:v>
                </c:pt>
                <c:pt idx="99">
                  <c:v>45212</c:v>
                </c:pt>
                <c:pt idx="100">
                  <c:v>45219</c:v>
                </c:pt>
                <c:pt idx="101">
                  <c:v>45226</c:v>
                </c:pt>
                <c:pt idx="102">
                  <c:v>45233</c:v>
                </c:pt>
                <c:pt idx="103">
                  <c:v>45240</c:v>
                </c:pt>
                <c:pt idx="104">
                  <c:v>45247</c:v>
                </c:pt>
                <c:pt idx="105">
                  <c:v>45254</c:v>
                </c:pt>
                <c:pt idx="106">
                  <c:v>45261</c:v>
                </c:pt>
                <c:pt idx="107">
                  <c:v>45268</c:v>
                </c:pt>
                <c:pt idx="108">
                  <c:v>45275</c:v>
                </c:pt>
                <c:pt idx="109">
                  <c:v>45282</c:v>
                </c:pt>
                <c:pt idx="110">
                  <c:v>45289</c:v>
                </c:pt>
                <c:pt idx="111">
                  <c:v>45296</c:v>
                </c:pt>
                <c:pt idx="112">
                  <c:v>45303</c:v>
                </c:pt>
                <c:pt idx="113">
                  <c:v>45310</c:v>
                </c:pt>
                <c:pt idx="114">
                  <c:v>45317</c:v>
                </c:pt>
                <c:pt idx="115">
                  <c:v>45324</c:v>
                </c:pt>
                <c:pt idx="116">
                  <c:v>45331</c:v>
                </c:pt>
                <c:pt idx="117">
                  <c:v>45338</c:v>
                </c:pt>
                <c:pt idx="118">
                  <c:v>45345</c:v>
                </c:pt>
                <c:pt idx="119">
                  <c:v>45352</c:v>
                </c:pt>
                <c:pt idx="120">
                  <c:v>45359</c:v>
                </c:pt>
                <c:pt idx="121">
                  <c:v>45366</c:v>
                </c:pt>
                <c:pt idx="122">
                  <c:v>45373</c:v>
                </c:pt>
                <c:pt idx="123">
                  <c:v>45380</c:v>
                </c:pt>
                <c:pt idx="124">
                  <c:v>45387</c:v>
                </c:pt>
                <c:pt idx="125">
                  <c:v>45394</c:v>
                </c:pt>
                <c:pt idx="126">
                  <c:v>45401</c:v>
                </c:pt>
                <c:pt idx="127">
                  <c:v>45408</c:v>
                </c:pt>
                <c:pt idx="128">
                  <c:v>45415</c:v>
                </c:pt>
                <c:pt idx="129">
                  <c:v>45422</c:v>
                </c:pt>
                <c:pt idx="130">
                  <c:v>45429</c:v>
                </c:pt>
                <c:pt idx="131">
                  <c:v>45436</c:v>
                </c:pt>
                <c:pt idx="132">
                  <c:v>45443</c:v>
                </c:pt>
                <c:pt idx="133">
                  <c:v>45450</c:v>
                </c:pt>
                <c:pt idx="134">
                  <c:v>45457</c:v>
                </c:pt>
                <c:pt idx="135">
                  <c:v>45464</c:v>
                </c:pt>
                <c:pt idx="136">
                  <c:v>45471</c:v>
                </c:pt>
                <c:pt idx="137">
                  <c:v>45478</c:v>
                </c:pt>
                <c:pt idx="138">
                  <c:v>45485</c:v>
                </c:pt>
                <c:pt idx="139">
                  <c:v>45492</c:v>
                </c:pt>
                <c:pt idx="140">
                  <c:v>45499</c:v>
                </c:pt>
                <c:pt idx="141">
                  <c:v>45506</c:v>
                </c:pt>
                <c:pt idx="142">
                  <c:v>45513</c:v>
                </c:pt>
                <c:pt idx="143">
                  <c:v>45520</c:v>
                </c:pt>
                <c:pt idx="144">
                  <c:v>45527</c:v>
                </c:pt>
                <c:pt idx="145">
                  <c:v>45534</c:v>
                </c:pt>
                <c:pt idx="146">
                  <c:v>45541</c:v>
                </c:pt>
                <c:pt idx="147">
                  <c:v>45548</c:v>
                </c:pt>
                <c:pt idx="148">
                  <c:v>45555</c:v>
                </c:pt>
                <c:pt idx="149">
                  <c:v>45562</c:v>
                </c:pt>
                <c:pt idx="150">
                  <c:v>45569</c:v>
                </c:pt>
                <c:pt idx="151">
                  <c:v>45576</c:v>
                </c:pt>
                <c:pt idx="152">
                  <c:v>45583</c:v>
                </c:pt>
                <c:pt idx="153">
                  <c:v>45590</c:v>
                </c:pt>
                <c:pt idx="154">
                  <c:v>45597</c:v>
                </c:pt>
                <c:pt idx="155">
                  <c:v>45604</c:v>
                </c:pt>
                <c:pt idx="156">
                  <c:v>45611</c:v>
                </c:pt>
                <c:pt idx="157">
                  <c:v>45618</c:v>
                </c:pt>
                <c:pt idx="158">
                  <c:v>45625</c:v>
                </c:pt>
                <c:pt idx="159">
                  <c:v>45632</c:v>
                </c:pt>
                <c:pt idx="160">
                  <c:v>45639</c:v>
                </c:pt>
                <c:pt idx="161">
                  <c:v>45646</c:v>
                </c:pt>
                <c:pt idx="162">
                  <c:v>45653</c:v>
                </c:pt>
                <c:pt idx="163">
                  <c:v>45660</c:v>
                </c:pt>
                <c:pt idx="164">
                  <c:v>45667</c:v>
                </c:pt>
                <c:pt idx="165">
                  <c:v>45674</c:v>
                </c:pt>
                <c:pt idx="166">
                  <c:v>45681</c:v>
                </c:pt>
                <c:pt idx="167">
                  <c:v>45688</c:v>
                </c:pt>
                <c:pt idx="168">
                  <c:v>45695</c:v>
                </c:pt>
                <c:pt idx="169">
                  <c:v>45702</c:v>
                </c:pt>
                <c:pt idx="170">
                  <c:v>45709</c:v>
                </c:pt>
                <c:pt idx="171">
                  <c:v>45716</c:v>
                </c:pt>
                <c:pt idx="172">
                  <c:v>45723</c:v>
                </c:pt>
                <c:pt idx="173">
                  <c:v>45730</c:v>
                </c:pt>
                <c:pt idx="174">
                  <c:v>45737</c:v>
                </c:pt>
                <c:pt idx="175">
                  <c:v>45744</c:v>
                </c:pt>
                <c:pt idx="176">
                  <c:v>45751</c:v>
                </c:pt>
                <c:pt idx="177">
                  <c:v>45758</c:v>
                </c:pt>
                <c:pt idx="178">
                  <c:v>45765</c:v>
                </c:pt>
                <c:pt idx="179">
                  <c:v>45772</c:v>
                </c:pt>
                <c:pt idx="180">
                  <c:v>45779</c:v>
                </c:pt>
                <c:pt idx="181">
                  <c:v>45786</c:v>
                </c:pt>
                <c:pt idx="182">
                  <c:v>45793</c:v>
                </c:pt>
                <c:pt idx="183">
                  <c:v>45800</c:v>
                </c:pt>
                <c:pt idx="184">
                  <c:v>45807</c:v>
                </c:pt>
                <c:pt idx="185">
                  <c:v>45814</c:v>
                </c:pt>
                <c:pt idx="186">
                  <c:v>45821</c:v>
                </c:pt>
                <c:pt idx="187">
                  <c:v>45828</c:v>
                </c:pt>
                <c:pt idx="188">
                  <c:v>45835</c:v>
                </c:pt>
                <c:pt idx="189">
                  <c:v>45842</c:v>
                </c:pt>
                <c:pt idx="190">
                  <c:v>45849</c:v>
                </c:pt>
                <c:pt idx="191">
                  <c:v>45856</c:v>
                </c:pt>
                <c:pt idx="192">
                  <c:v>45863</c:v>
                </c:pt>
                <c:pt idx="193">
                  <c:v>45870</c:v>
                </c:pt>
                <c:pt idx="194">
                  <c:v>45877</c:v>
                </c:pt>
                <c:pt idx="195">
                  <c:v>45884</c:v>
                </c:pt>
                <c:pt idx="196">
                  <c:v>45891</c:v>
                </c:pt>
                <c:pt idx="197">
                  <c:v>45898</c:v>
                </c:pt>
                <c:pt idx="198">
                  <c:v>45905</c:v>
                </c:pt>
                <c:pt idx="199">
                  <c:v>45912</c:v>
                </c:pt>
                <c:pt idx="200">
                  <c:v>45919</c:v>
                </c:pt>
                <c:pt idx="201">
                  <c:v>45926</c:v>
                </c:pt>
                <c:pt idx="202">
                  <c:v>45933</c:v>
                </c:pt>
                <c:pt idx="203">
                  <c:v>45940</c:v>
                </c:pt>
                <c:pt idx="204">
                  <c:v>45947</c:v>
                </c:pt>
                <c:pt idx="205">
                  <c:v>45954</c:v>
                </c:pt>
                <c:pt idx="206">
                  <c:v>45961</c:v>
                </c:pt>
                <c:pt idx="207">
                  <c:v>45968</c:v>
                </c:pt>
                <c:pt idx="208">
                  <c:v>45975</c:v>
                </c:pt>
                <c:pt idx="209">
                  <c:v>45982</c:v>
                </c:pt>
                <c:pt idx="210">
                  <c:v>45989</c:v>
                </c:pt>
                <c:pt idx="211">
                  <c:v>45996</c:v>
                </c:pt>
                <c:pt idx="212">
                  <c:v>46003</c:v>
                </c:pt>
                <c:pt idx="213">
                  <c:v>46010</c:v>
                </c:pt>
                <c:pt idx="214">
                  <c:v>46017</c:v>
                </c:pt>
                <c:pt idx="215">
                  <c:v>46024</c:v>
                </c:pt>
                <c:pt idx="216">
                  <c:v>46031</c:v>
                </c:pt>
                <c:pt idx="217">
                  <c:v>46038</c:v>
                </c:pt>
                <c:pt idx="218">
                  <c:v>46045</c:v>
                </c:pt>
                <c:pt idx="219">
                  <c:v>46052</c:v>
                </c:pt>
                <c:pt idx="220">
                  <c:v>46059</c:v>
                </c:pt>
                <c:pt idx="221">
                  <c:v>46066</c:v>
                </c:pt>
                <c:pt idx="222">
                  <c:v>46073</c:v>
                </c:pt>
                <c:pt idx="223">
                  <c:v>46080</c:v>
                </c:pt>
                <c:pt idx="224">
                  <c:v>46087</c:v>
                </c:pt>
                <c:pt idx="225">
                  <c:v>46094</c:v>
                </c:pt>
                <c:pt idx="226">
                  <c:v>46101</c:v>
                </c:pt>
                <c:pt idx="227">
                  <c:v>46108</c:v>
                </c:pt>
                <c:pt idx="228">
                  <c:v>46115</c:v>
                </c:pt>
                <c:pt idx="229">
                  <c:v>46122</c:v>
                </c:pt>
                <c:pt idx="230">
                  <c:v>46129</c:v>
                </c:pt>
                <c:pt idx="231">
                  <c:v>46136</c:v>
                </c:pt>
                <c:pt idx="232">
                  <c:v>46143</c:v>
                </c:pt>
                <c:pt idx="233">
                  <c:v>46150</c:v>
                </c:pt>
                <c:pt idx="234">
                  <c:v>46157</c:v>
                </c:pt>
                <c:pt idx="235">
                  <c:v>46164</c:v>
                </c:pt>
                <c:pt idx="236">
                  <c:v>46171</c:v>
                </c:pt>
                <c:pt idx="237">
                  <c:v>46178</c:v>
                </c:pt>
                <c:pt idx="238">
                  <c:v>46185</c:v>
                </c:pt>
                <c:pt idx="239">
                  <c:v>46192</c:v>
                </c:pt>
                <c:pt idx="240">
                  <c:v>46199</c:v>
                </c:pt>
                <c:pt idx="241">
                  <c:v>46206</c:v>
                </c:pt>
                <c:pt idx="242">
                  <c:v>46213</c:v>
                </c:pt>
                <c:pt idx="243">
                  <c:v>46220</c:v>
                </c:pt>
                <c:pt idx="244">
                  <c:v>46227</c:v>
                </c:pt>
                <c:pt idx="245">
                  <c:v>46234</c:v>
                </c:pt>
                <c:pt idx="246">
                  <c:v>46241</c:v>
                </c:pt>
                <c:pt idx="247">
                  <c:v>46248</c:v>
                </c:pt>
                <c:pt idx="248">
                  <c:v>46255</c:v>
                </c:pt>
                <c:pt idx="249">
                  <c:v>46262</c:v>
                </c:pt>
                <c:pt idx="250">
                  <c:v>46269</c:v>
                </c:pt>
                <c:pt idx="251">
                  <c:v>46276</c:v>
                </c:pt>
                <c:pt idx="252">
                  <c:v>46283</c:v>
                </c:pt>
              </c:numCache>
            </c:numRef>
          </c:cat>
          <c:val>
            <c:numRef>
              <c:f>Sheet1!$C$2:$C$254</c:f>
              <c:numCache>
                <c:formatCode>General</c:formatCode>
                <c:ptCount val="253"/>
                <c:pt idx="0">
                  <c:v>12.144729495093481</c:v>
                </c:pt>
                <c:pt idx="1">
                  <c:v>12.144729495093481</c:v>
                </c:pt>
                <c:pt idx="2">
                  <c:v>12.144729495093481</c:v>
                </c:pt>
                <c:pt idx="3">
                  <c:v>12.144729495093481</c:v>
                </c:pt>
                <c:pt idx="4">
                  <c:v>12.144729495093481</c:v>
                </c:pt>
                <c:pt idx="5">
                  <c:v>12.144729495093481</c:v>
                </c:pt>
                <c:pt idx="6">
                  <c:v>12.144729495093481</c:v>
                </c:pt>
                <c:pt idx="7">
                  <c:v>12.144729495093481</c:v>
                </c:pt>
                <c:pt idx="8">
                  <c:v>12.144729495093481</c:v>
                </c:pt>
                <c:pt idx="9">
                  <c:v>12.144729495093481</c:v>
                </c:pt>
                <c:pt idx="10">
                  <c:v>12.144729495093481</c:v>
                </c:pt>
                <c:pt idx="11">
                  <c:v>12.144729495093481</c:v>
                </c:pt>
                <c:pt idx="12">
                  <c:v>12.144729495093481</c:v>
                </c:pt>
                <c:pt idx="13">
                  <c:v>12.144729495093481</c:v>
                </c:pt>
                <c:pt idx="14">
                  <c:v>12.144729495093481</c:v>
                </c:pt>
                <c:pt idx="15">
                  <c:v>12.144729495093481</c:v>
                </c:pt>
                <c:pt idx="16">
                  <c:v>12.144729495093481</c:v>
                </c:pt>
                <c:pt idx="17">
                  <c:v>12.144729495093481</c:v>
                </c:pt>
                <c:pt idx="18">
                  <c:v>12.144729495093481</c:v>
                </c:pt>
                <c:pt idx="19">
                  <c:v>12.144729495093481</c:v>
                </c:pt>
                <c:pt idx="20">
                  <c:v>12.144729495093481</c:v>
                </c:pt>
                <c:pt idx="21">
                  <c:v>12.144729495093481</c:v>
                </c:pt>
                <c:pt idx="22">
                  <c:v>12.144729495093481</c:v>
                </c:pt>
                <c:pt idx="23">
                  <c:v>12.144729495093481</c:v>
                </c:pt>
                <c:pt idx="24">
                  <c:v>12.144729495093481</c:v>
                </c:pt>
                <c:pt idx="25">
                  <c:v>12.144729495093481</c:v>
                </c:pt>
                <c:pt idx="26">
                  <c:v>12.144729495093481</c:v>
                </c:pt>
                <c:pt idx="27">
                  <c:v>12.144729495093481</c:v>
                </c:pt>
                <c:pt idx="28">
                  <c:v>12.144729495093481</c:v>
                </c:pt>
                <c:pt idx="29">
                  <c:v>12.144729495093481</c:v>
                </c:pt>
                <c:pt idx="30">
                  <c:v>12.144729495093481</c:v>
                </c:pt>
                <c:pt idx="31">
                  <c:v>12.144729495093481</c:v>
                </c:pt>
                <c:pt idx="32">
                  <c:v>12.144729495093481</c:v>
                </c:pt>
                <c:pt idx="33">
                  <c:v>12.144729495093481</c:v>
                </c:pt>
                <c:pt idx="34">
                  <c:v>12.144729495093481</c:v>
                </c:pt>
                <c:pt idx="35">
                  <c:v>12.144729495093481</c:v>
                </c:pt>
                <c:pt idx="36">
                  <c:v>12.144729495093481</c:v>
                </c:pt>
                <c:pt idx="37">
                  <c:v>12.144729495093481</c:v>
                </c:pt>
                <c:pt idx="38">
                  <c:v>12.144729495093481</c:v>
                </c:pt>
                <c:pt idx="39">
                  <c:v>12.144729495093481</c:v>
                </c:pt>
                <c:pt idx="40">
                  <c:v>12.144729495093481</c:v>
                </c:pt>
                <c:pt idx="41">
                  <c:v>12.144729495093481</c:v>
                </c:pt>
                <c:pt idx="42">
                  <c:v>12.144729495093481</c:v>
                </c:pt>
                <c:pt idx="43">
                  <c:v>12.144729495093481</c:v>
                </c:pt>
                <c:pt idx="44">
                  <c:v>12.144729495093481</c:v>
                </c:pt>
                <c:pt idx="45">
                  <c:v>12.144729495093481</c:v>
                </c:pt>
                <c:pt idx="46">
                  <c:v>12.144729495093481</c:v>
                </c:pt>
                <c:pt idx="47">
                  <c:v>12.144729495093481</c:v>
                </c:pt>
                <c:pt idx="48">
                  <c:v>12.144729495093481</c:v>
                </c:pt>
                <c:pt idx="49">
                  <c:v>12.144729495093481</c:v>
                </c:pt>
                <c:pt idx="50">
                  <c:v>12.144729495093481</c:v>
                </c:pt>
                <c:pt idx="51">
                  <c:v>12.144729495093481</c:v>
                </c:pt>
                <c:pt idx="52">
                  <c:v>12.144729495093481</c:v>
                </c:pt>
                <c:pt idx="53">
                  <c:v>12.144729495093481</c:v>
                </c:pt>
                <c:pt idx="54">
                  <c:v>12.144729495093481</c:v>
                </c:pt>
                <c:pt idx="55">
                  <c:v>12.144729495093481</c:v>
                </c:pt>
                <c:pt idx="56">
                  <c:v>12.144729495093481</c:v>
                </c:pt>
                <c:pt idx="57">
                  <c:v>12.144729495093481</c:v>
                </c:pt>
                <c:pt idx="58">
                  <c:v>12.144729495093481</c:v>
                </c:pt>
                <c:pt idx="59">
                  <c:v>12.144729495093481</c:v>
                </c:pt>
                <c:pt idx="60">
                  <c:v>12.144729495093481</c:v>
                </c:pt>
                <c:pt idx="61">
                  <c:v>12.144729495093481</c:v>
                </c:pt>
                <c:pt idx="62">
                  <c:v>12.144729495093481</c:v>
                </c:pt>
                <c:pt idx="63">
                  <c:v>12.144729495093481</c:v>
                </c:pt>
                <c:pt idx="64">
                  <c:v>12.144729495093481</c:v>
                </c:pt>
                <c:pt idx="65">
                  <c:v>12.144729495093481</c:v>
                </c:pt>
                <c:pt idx="66">
                  <c:v>12.144729495093481</c:v>
                </c:pt>
                <c:pt idx="67">
                  <c:v>12.144729495093481</c:v>
                </c:pt>
                <c:pt idx="68">
                  <c:v>12.144729495093481</c:v>
                </c:pt>
                <c:pt idx="69">
                  <c:v>12.144729495093481</c:v>
                </c:pt>
                <c:pt idx="70">
                  <c:v>12.144729495093481</c:v>
                </c:pt>
                <c:pt idx="71">
                  <c:v>12.144729495093481</c:v>
                </c:pt>
                <c:pt idx="72">
                  <c:v>12.144729495093481</c:v>
                </c:pt>
                <c:pt idx="73">
                  <c:v>12.144729495093481</c:v>
                </c:pt>
                <c:pt idx="74">
                  <c:v>12.144729495093481</c:v>
                </c:pt>
                <c:pt idx="75">
                  <c:v>12.144729495093481</c:v>
                </c:pt>
                <c:pt idx="76">
                  <c:v>12.144729495093481</c:v>
                </c:pt>
                <c:pt idx="77">
                  <c:v>12.144729495093481</c:v>
                </c:pt>
                <c:pt idx="78">
                  <c:v>12.144729495093481</c:v>
                </c:pt>
                <c:pt idx="79">
                  <c:v>12.144729495093481</c:v>
                </c:pt>
                <c:pt idx="80">
                  <c:v>12.144729495093481</c:v>
                </c:pt>
                <c:pt idx="81">
                  <c:v>12.144729495093481</c:v>
                </c:pt>
                <c:pt idx="82">
                  <c:v>12.144729495093481</c:v>
                </c:pt>
                <c:pt idx="83">
                  <c:v>12.144729495093481</c:v>
                </c:pt>
                <c:pt idx="84">
                  <c:v>12.144729495093481</c:v>
                </c:pt>
                <c:pt idx="85">
                  <c:v>12.144729495093481</c:v>
                </c:pt>
                <c:pt idx="86">
                  <c:v>12.144729495093481</c:v>
                </c:pt>
                <c:pt idx="87">
                  <c:v>12.144729495093481</c:v>
                </c:pt>
                <c:pt idx="88">
                  <c:v>12.144729495093481</c:v>
                </c:pt>
                <c:pt idx="89">
                  <c:v>12.144729495093481</c:v>
                </c:pt>
                <c:pt idx="90">
                  <c:v>12.144729495093481</c:v>
                </c:pt>
                <c:pt idx="91">
                  <c:v>12.144729495093481</c:v>
                </c:pt>
                <c:pt idx="92">
                  <c:v>12.144729495093481</c:v>
                </c:pt>
                <c:pt idx="93">
                  <c:v>12.144729495093481</c:v>
                </c:pt>
                <c:pt idx="94">
                  <c:v>12.144729495093481</c:v>
                </c:pt>
                <c:pt idx="95">
                  <c:v>12.144729495093481</c:v>
                </c:pt>
                <c:pt idx="96">
                  <c:v>12.144729495093481</c:v>
                </c:pt>
                <c:pt idx="97">
                  <c:v>12.144729495093481</c:v>
                </c:pt>
                <c:pt idx="98">
                  <c:v>12.144729495093481</c:v>
                </c:pt>
                <c:pt idx="99">
                  <c:v>12.144729495093481</c:v>
                </c:pt>
                <c:pt idx="100">
                  <c:v>12.144729495093481</c:v>
                </c:pt>
                <c:pt idx="101">
                  <c:v>12.144729495093481</c:v>
                </c:pt>
                <c:pt idx="102">
                  <c:v>12.144729495093481</c:v>
                </c:pt>
                <c:pt idx="103">
                  <c:v>12.144729495093481</c:v>
                </c:pt>
                <c:pt idx="104">
                  <c:v>12.144729495093481</c:v>
                </c:pt>
                <c:pt idx="105">
                  <c:v>12.144729495093481</c:v>
                </c:pt>
                <c:pt idx="106">
                  <c:v>12.144729495093481</c:v>
                </c:pt>
                <c:pt idx="107">
                  <c:v>12.144729495093481</c:v>
                </c:pt>
                <c:pt idx="108">
                  <c:v>12.144729495093481</c:v>
                </c:pt>
                <c:pt idx="109">
                  <c:v>12.144729495093481</c:v>
                </c:pt>
                <c:pt idx="110">
                  <c:v>12.144729495093481</c:v>
                </c:pt>
                <c:pt idx="111">
                  <c:v>12.144729495093481</c:v>
                </c:pt>
                <c:pt idx="112">
                  <c:v>12.144729495093481</c:v>
                </c:pt>
                <c:pt idx="113">
                  <c:v>12.144729495093481</c:v>
                </c:pt>
                <c:pt idx="114">
                  <c:v>12.144729495093481</c:v>
                </c:pt>
                <c:pt idx="115">
                  <c:v>12.144729495093481</c:v>
                </c:pt>
                <c:pt idx="116">
                  <c:v>12.144729495093481</c:v>
                </c:pt>
                <c:pt idx="117">
                  <c:v>12.144729495093481</c:v>
                </c:pt>
                <c:pt idx="118">
                  <c:v>12.144729495093481</c:v>
                </c:pt>
                <c:pt idx="119">
                  <c:v>12.144729495093481</c:v>
                </c:pt>
                <c:pt idx="120">
                  <c:v>12.144729495093481</c:v>
                </c:pt>
                <c:pt idx="121">
                  <c:v>12.144729495093481</c:v>
                </c:pt>
                <c:pt idx="122">
                  <c:v>12.144729495093481</c:v>
                </c:pt>
                <c:pt idx="123">
                  <c:v>12.144729495093481</c:v>
                </c:pt>
                <c:pt idx="124">
                  <c:v>12.144729495093481</c:v>
                </c:pt>
                <c:pt idx="125">
                  <c:v>12.144729495093481</c:v>
                </c:pt>
                <c:pt idx="126">
                  <c:v>12.144729495093481</c:v>
                </c:pt>
                <c:pt idx="127">
                  <c:v>12.144729495093481</c:v>
                </c:pt>
                <c:pt idx="128">
                  <c:v>12.144729495093481</c:v>
                </c:pt>
                <c:pt idx="129">
                  <c:v>12.144729495093481</c:v>
                </c:pt>
                <c:pt idx="130">
                  <c:v>12.144729495093481</c:v>
                </c:pt>
                <c:pt idx="131">
                  <c:v>12.144729495093481</c:v>
                </c:pt>
                <c:pt idx="132">
                  <c:v>12.144729495093481</c:v>
                </c:pt>
                <c:pt idx="133">
                  <c:v>12.144729495093481</c:v>
                </c:pt>
                <c:pt idx="134">
                  <c:v>12.144729495093481</c:v>
                </c:pt>
                <c:pt idx="135">
                  <c:v>12.144729495093481</c:v>
                </c:pt>
                <c:pt idx="136">
                  <c:v>12.144729495093481</c:v>
                </c:pt>
                <c:pt idx="137">
                  <c:v>12.144729495093481</c:v>
                </c:pt>
                <c:pt idx="138">
                  <c:v>12.144729495093481</c:v>
                </c:pt>
                <c:pt idx="139">
                  <c:v>12.144729495093481</c:v>
                </c:pt>
                <c:pt idx="140">
                  <c:v>12.144729495093481</c:v>
                </c:pt>
                <c:pt idx="141">
                  <c:v>12.144729495093481</c:v>
                </c:pt>
                <c:pt idx="142">
                  <c:v>12.144729495093481</c:v>
                </c:pt>
                <c:pt idx="143">
                  <c:v>12.144729495093481</c:v>
                </c:pt>
                <c:pt idx="144">
                  <c:v>12.144729495093481</c:v>
                </c:pt>
                <c:pt idx="145">
                  <c:v>12.144729495093481</c:v>
                </c:pt>
                <c:pt idx="146">
                  <c:v>12.144729495093481</c:v>
                </c:pt>
                <c:pt idx="147">
                  <c:v>12.144729495093481</c:v>
                </c:pt>
                <c:pt idx="148">
                  <c:v>12.144729495093481</c:v>
                </c:pt>
                <c:pt idx="149">
                  <c:v>12.144729495093481</c:v>
                </c:pt>
                <c:pt idx="150">
                  <c:v>12.144729495093481</c:v>
                </c:pt>
                <c:pt idx="151">
                  <c:v>12.144729495093481</c:v>
                </c:pt>
                <c:pt idx="152">
                  <c:v>12.144729495093481</c:v>
                </c:pt>
                <c:pt idx="153">
                  <c:v>12.144729495093481</c:v>
                </c:pt>
                <c:pt idx="154">
                  <c:v>12.144729495093481</c:v>
                </c:pt>
                <c:pt idx="155">
                  <c:v>12.144729495093481</c:v>
                </c:pt>
                <c:pt idx="156">
                  <c:v>12.144729495093481</c:v>
                </c:pt>
                <c:pt idx="157">
                  <c:v>12.144729495093481</c:v>
                </c:pt>
                <c:pt idx="158">
                  <c:v>12.144729495093481</c:v>
                </c:pt>
                <c:pt idx="159">
                  <c:v>12.144729495093481</c:v>
                </c:pt>
                <c:pt idx="160">
                  <c:v>12.144729495093481</c:v>
                </c:pt>
                <c:pt idx="161">
                  <c:v>12.144729495093481</c:v>
                </c:pt>
                <c:pt idx="162">
                  <c:v>12.144729495093481</c:v>
                </c:pt>
                <c:pt idx="163">
                  <c:v>12.144729495093481</c:v>
                </c:pt>
                <c:pt idx="164">
                  <c:v>12.144729495093481</c:v>
                </c:pt>
                <c:pt idx="165">
                  <c:v>12.144729495093481</c:v>
                </c:pt>
                <c:pt idx="166">
                  <c:v>12.144729495093481</c:v>
                </c:pt>
                <c:pt idx="167">
                  <c:v>12.144729495093481</c:v>
                </c:pt>
                <c:pt idx="168">
                  <c:v>12.144729495093481</c:v>
                </c:pt>
                <c:pt idx="169">
                  <c:v>12.144729495093481</c:v>
                </c:pt>
                <c:pt idx="170">
                  <c:v>12.144729495093481</c:v>
                </c:pt>
                <c:pt idx="171">
                  <c:v>12.144729495093481</c:v>
                </c:pt>
                <c:pt idx="172">
                  <c:v>12.144729495093481</c:v>
                </c:pt>
                <c:pt idx="173">
                  <c:v>12.144729495093481</c:v>
                </c:pt>
                <c:pt idx="174">
                  <c:v>12.144729495093481</c:v>
                </c:pt>
                <c:pt idx="175">
                  <c:v>12.144729495093481</c:v>
                </c:pt>
                <c:pt idx="176">
                  <c:v>12.144729495093481</c:v>
                </c:pt>
                <c:pt idx="177">
                  <c:v>12.144729495093481</c:v>
                </c:pt>
                <c:pt idx="178">
                  <c:v>12.144729495093481</c:v>
                </c:pt>
                <c:pt idx="179">
                  <c:v>12.144729495093481</c:v>
                </c:pt>
                <c:pt idx="180">
                  <c:v>12.144729495093481</c:v>
                </c:pt>
                <c:pt idx="181">
                  <c:v>12.144729495093481</c:v>
                </c:pt>
                <c:pt idx="182">
                  <c:v>12.144729495093481</c:v>
                </c:pt>
                <c:pt idx="183">
                  <c:v>12.144729495093481</c:v>
                </c:pt>
                <c:pt idx="184">
                  <c:v>12.144729495093481</c:v>
                </c:pt>
                <c:pt idx="185">
                  <c:v>12.144729495093481</c:v>
                </c:pt>
                <c:pt idx="186">
                  <c:v>12.144729495093481</c:v>
                </c:pt>
                <c:pt idx="187">
                  <c:v>12.144729495093481</c:v>
                </c:pt>
                <c:pt idx="188">
                  <c:v>12.144729495093481</c:v>
                </c:pt>
                <c:pt idx="189">
                  <c:v>12.144729495093481</c:v>
                </c:pt>
                <c:pt idx="190">
                  <c:v>12.144729495093481</c:v>
                </c:pt>
                <c:pt idx="191">
                  <c:v>12.144729495093481</c:v>
                </c:pt>
                <c:pt idx="192">
                  <c:v>12.144729495093481</c:v>
                </c:pt>
                <c:pt idx="193">
                  <c:v>12.144729495093481</c:v>
                </c:pt>
                <c:pt idx="194">
                  <c:v>12.144729495093481</c:v>
                </c:pt>
                <c:pt idx="195">
                  <c:v>12.144729495093481</c:v>
                </c:pt>
                <c:pt idx="196">
                  <c:v>12.144729495093481</c:v>
                </c:pt>
                <c:pt idx="197">
                  <c:v>12.144729495093481</c:v>
                </c:pt>
                <c:pt idx="198">
                  <c:v>12.144729495093481</c:v>
                </c:pt>
                <c:pt idx="199">
                  <c:v>12.144729495093481</c:v>
                </c:pt>
                <c:pt idx="200">
                  <c:v>12.144729495093481</c:v>
                </c:pt>
                <c:pt idx="201">
                  <c:v>12.144729495093481</c:v>
                </c:pt>
                <c:pt idx="202">
                  <c:v>12.144729495093481</c:v>
                </c:pt>
                <c:pt idx="203">
                  <c:v>12.144729495093481</c:v>
                </c:pt>
                <c:pt idx="204">
                  <c:v>12.144729495093481</c:v>
                </c:pt>
                <c:pt idx="205">
                  <c:v>12.144729495093481</c:v>
                </c:pt>
                <c:pt idx="206">
                  <c:v>12.144729495093481</c:v>
                </c:pt>
                <c:pt idx="207">
                  <c:v>12.144729495093481</c:v>
                </c:pt>
                <c:pt idx="208">
                  <c:v>12.144729495093481</c:v>
                </c:pt>
                <c:pt idx="209">
                  <c:v>12.144729495093481</c:v>
                </c:pt>
                <c:pt idx="210">
                  <c:v>12.144729495093481</c:v>
                </c:pt>
                <c:pt idx="211">
                  <c:v>12.144729495093481</c:v>
                </c:pt>
                <c:pt idx="212">
                  <c:v>12.144729495093481</c:v>
                </c:pt>
                <c:pt idx="213">
                  <c:v>12.144729495093481</c:v>
                </c:pt>
                <c:pt idx="214">
                  <c:v>12.144729495093481</c:v>
                </c:pt>
                <c:pt idx="215">
                  <c:v>12.144729495093481</c:v>
                </c:pt>
                <c:pt idx="216">
                  <c:v>12.144729495093481</c:v>
                </c:pt>
                <c:pt idx="217">
                  <c:v>12.144729495093481</c:v>
                </c:pt>
                <c:pt idx="218">
                  <c:v>12.144729495093481</c:v>
                </c:pt>
                <c:pt idx="219">
                  <c:v>12.144729495093481</c:v>
                </c:pt>
                <c:pt idx="220">
                  <c:v>12.144729495093481</c:v>
                </c:pt>
                <c:pt idx="221">
                  <c:v>12.144729495093481</c:v>
                </c:pt>
                <c:pt idx="222">
                  <c:v>12.144729495093481</c:v>
                </c:pt>
                <c:pt idx="223">
                  <c:v>12.144729495093481</c:v>
                </c:pt>
                <c:pt idx="224">
                  <c:v>12.144729495093481</c:v>
                </c:pt>
                <c:pt idx="225">
                  <c:v>12.144729495093481</c:v>
                </c:pt>
                <c:pt idx="226">
                  <c:v>12.144729495093481</c:v>
                </c:pt>
                <c:pt idx="227">
                  <c:v>12.144729495093481</c:v>
                </c:pt>
                <c:pt idx="228">
                  <c:v>12.144729495093481</c:v>
                </c:pt>
                <c:pt idx="229">
                  <c:v>12.144729495093481</c:v>
                </c:pt>
                <c:pt idx="230">
                  <c:v>12.144729495093481</c:v>
                </c:pt>
                <c:pt idx="231">
                  <c:v>12.144729495093481</c:v>
                </c:pt>
                <c:pt idx="232">
                  <c:v>12.144729495093481</c:v>
                </c:pt>
                <c:pt idx="233">
                  <c:v>12.144729495093481</c:v>
                </c:pt>
                <c:pt idx="234">
                  <c:v>12.144729495093481</c:v>
                </c:pt>
                <c:pt idx="235">
                  <c:v>12.144729495093481</c:v>
                </c:pt>
                <c:pt idx="236">
                  <c:v>12.144729495093481</c:v>
                </c:pt>
                <c:pt idx="237">
                  <c:v>12.144729495093481</c:v>
                </c:pt>
                <c:pt idx="238">
                  <c:v>12.144729495093481</c:v>
                </c:pt>
                <c:pt idx="239">
                  <c:v>12.144729495093481</c:v>
                </c:pt>
                <c:pt idx="240">
                  <c:v>12.144729495093481</c:v>
                </c:pt>
                <c:pt idx="241">
                  <c:v>12.144729495093481</c:v>
                </c:pt>
                <c:pt idx="242">
                  <c:v>12.144729495093481</c:v>
                </c:pt>
                <c:pt idx="243">
                  <c:v>12.144729495093481</c:v>
                </c:pt>
                <c:pt idx="244">
                  <c:v>12.144729495093481</c:v>
                </c:pt>
                <c:pt idx="245">
                  <c:v>12.144729495093481</c:v>
                </c:pt>
                <c:pt idx="246">
                  <c:v>12.144729495093481</c:v>
                </c:pt>
                <c:pt idx="247">
                  <c:v>12.144729495093481</c:v>
                </c:pt>
                <c:pt idx="248">
                  <c:v>12.144729495093481</c:v>
                </c:pt>
                <c:pt idx="249">
                  <c:v>12.144729495093481</c:v>
                </c:pt>
                <c:pt idx="250">
                  <c:v>12.144729495093481</c:v>
                </c:pt>
                <c:pt idx="251">
                  <c:v>12.144729495093481</c:v>
                </c:pt>
                <c:pt idx="252">
                  <c:v>12.144729495093481</c:v>
                </c:pt>
              </c:numCache>
            </c:numRef>
          </c:val>
          <c:smooth val="1"/>
          <c:extLst>
            <c:ext xmlns:c16="http://schemas.microsoft.com/office/drawing/2014/chart" uri="{C3380CC4-5D6E-409C-BE32-E72D297353CC}">
              <c16:uniqueId val="{00000001-561B-4B66-9F0B-F59A0E17874D}"/>
            </c:ext>
          </c:extLst>
        </c:ser>
        <c:ser>
          <c:idx val="2"/>
          <c:order val="2"/>
          <c:tx>
            <c:v>±1 s.d.</c:v>
          </c:tx>
          <c:spPr>
            <a:ln w="19050">
              <a:solidFill>
                <a:srgbClr val="8EB3DF"/>
              </a:solidFill>
              <a:prstDash val="dash"/>
            </a:ln>
          </c:spPr>
          <c:marker>
            <c:symbol val="none"/>
          </c:marker>
          <c:cat>
            <c:numRef>
              <c:f>Sheet1!$A$2:$A$254</c:f>
              <c:numCache>
                <c:formatCode>yyyy\-mm\-dd</c:formatCode>
                <c:ptCount val="253"/>
                <c:pt idx="0">
                  <c:v>44519</c:v>
                </c:pt>
                <c:pt idx="1">
                  <c:v>44526</c:v>
                </c:pt>
                <c:pt idx="2">
                  <c:v>44533</c:v>
                </c:pt>
                <c:pt idx="3">
                  <c:v>44540</c:v>
                </c:pt>
                <c:pt idx="4">
                  <c:v>44547</c:v>
                </c:pt>
                <c:pt idx="5">
                  <c:v>44554</c:v>
                </c:pt>
                <c:pt idx="6">
                  <c:v>44561</c:v>
                </c:pt>
                <c:pt idx="7">
                  <c:v>44568</c:v>
                </c:pt>
                <c:pt idx="8">
                  <c:v>44575</c:v>
                </c:pt>
                <c:pt idx="9">
                  <c:v>44582</c:v>
                </c:pt>
                <c:pt idx="10">
                  <c:v>44589</c:v>
                </c:pt>
                <c:pt idx="11">
                  <c:v>44596</c:v>
                </c:pt>
                <c:pt idx="12">
                  <c:v>44603</c:v>
                </c:pt>
                <c:pt idx="13">
                  <c:v>44610</c:v>
                </c:pt>
                <c:pt idx="14">
                  <c:v>44617</c:v>
                </c:pt>
                <c:pt idx="15">
                  <c:v>44624</c:v>
                </c:pt>
                <c:pt idx="16">
                  <c:v>44631</c:v>
                </c:pt>
                <c:pt idx="17">
                  <c:v>44638</c:v>
                </c:pt>
                <c:pt idx="18">
                  <c:v>44645</c:v>
                </c:pt>
                <c:pt idx="19">
                  <c:v>44652</c:v>
                </c:pt>
                <c:pt idx="20">
                  <c:v>44659</c:v>
                </c:pt>
                <c:pt idx="21">
                  <c:v>44666</c:v>
                </c:pt>
                <c:pt idx="22">
                  <c:v>44673</c:v>
                </c:pt>
                <c:pt idx="23">
                  <c:v>44680</c:v>
                </c:pt>
                <c:pt idx="24">
                  <c:v>44687</c:v>
                </c:pt>
                <c:pt idx="25">
                  <c:v>44694</c:v>
                </c:pt>
                <c:pt idx="26">
                  <c:v>44701</c:v>
                </c:pt>
                <c:pt idx="27">
                  <c:v>44708</c:v>
                </c:pt>
                <c:pt idx="28">
                  <c:v>44715</c:v>
                </c:pt>
                <c:pt idx="29">
                  <c:v>44722</c:v>
                </c:pt>
                <c:pt idx="30">
                  <c:v>44729</c:v>
                </c:pt>
                <c:pt idx="31">
                  <c:v>44736</c:v>
                </c:pt>
                <c:pt idx="32">
                  <c:v>44743</c:v>
                </c:pt>
                <c:pt idx="33">
                  <c:v>44750</c:v>
                </c:pt>
                <c:pt idx="34">
                  <c:v>44757</c:v>
                </c:pt>
                <c:pt idx="35">
                  <c:v>44764</c:v>
                </c:pt>
                <c:pt idx="36">
                  <c:v>44771</c:v>
                </c:pt>
                <c:pt idx="37">
                  <c:v>44778</c:v>
                </c:pt>
                <c:pt idx="38">
                  <c:v>44785</c:v>
                </c:pt>
                <c:pt idx="39">
                  <c:v>44792</c:v>
                </c:pt>
                <c:pt idx="40">
                  <c:v>44799</c:v>
                </c:pt>
                <c:pt idx="41">
                  <c:v>44806</c:v>
                </c:pt>
                <c:pt idx="42">
                  <c:v>44813</c:v>
                </c:pt>
                <c:pt idx="43">
                  <c:v>44820</c:v>
                </c:pt>
                <c:pt idx="44">
                  <c:v>44827</c:v>
                </c:pt>
                <c:pt idx="45">
                  <c:v>44834</c:v>
                </c:pt>
                <c:pt idx="46">
                  <c:v>44841</c:v>
                </c:pt>
                <c:pt idx="47">
                  <c:v>44848</c:v>
                </c:pt>
                <c:pt idx="48">
                  <c:v>44855</c:v>
                </c:pt>
                <c:pt idx="49">
                  <c:v>44862</c:v>
                </c:pt>
                <c:pt idx="50">
                  <c:v>44869</c:v>
                </c:pt>
                <c:pt idx="51">
                  <c:v>44876</c:v>
                </c:pt>
                <c:pt idx="52">
                  <c:v>44883</c:v>
                </c:pt>
                <c:pt idx="53">
                  <c:v>44890</c:v>
                </c:pt>
                <c:pt idx="54">
                  <c:v>44897</c:v>
                </c:pt>
                <c:pt idx="55">
                  <c:v>44904</c:v>
                </c:pt>
                <c:pt idx="56">
                  <c:v>44911</c:v>
                </c:pt>
                <c:pt idx="57">
                  <c:v>44918</c:v>
                </c:pt>
                <c:pt idx="58">
                  <c:v>44925</c:v>
                </c:pt>
                <c:pt idx="59">
                  <c:v>44932</c:v>
                </c:pt>
                <c:pt idx="60">
                  <c:v>44939</c:v>
                </c:pt>
                <c:pt idx="61">
                  <c:v>44946</c:v>
                </c:pt>
                <c:pt idx="62">
                  <c:v>44953</c:v>
                </c:pt>
                <c:pt idx="63">
                  <c:v>44960</c:v>
                </c:pt>
                <c:pt idx="64">
                  <c:v>44967</c:v>
                </c:pt>
                <c:pt idx="65">
                  <c:v>44974</c:v>
                </c:pt>
                <c:pt idx="66">
                  <c:v>44981</c:v>
                </c:pt>
                <c:pt idx="67">
                  <c:v>44988</c:v>
                </c:pt>
                <c:pt idx="68">
                  <c:v>44995</c:v>
                </c:pt>
                <c:pt idx="69">
                  <c:v>45002</c:v>
                </c:pt>
                <c:pt idx="70">
                  <c:v>45009</c:v>
                </c:pt>
                <c:pt idx="71">
                  <c:v>45016</c:v>
                </c:pt>
                <c:pt idx="72">
                  <c:v>45023</c:v>
                </c:pt>
                <c:pt idx="73">
                  <c:v>45030</c:v>
                </c:pt>
                <c:pt idx="74">
                  <c:v>45037</c:v>
                </c:pt>
                <c:pt idx="75">
                  <c:v>45044</c:v>
                </c:pt>
                <c:pt idx="76">
                  <c:v>45051</c:v>
                </c:pt>
                <c:pt idx="77">
                  <c:v>45058</c:v>
                </c:pt>
                <c:pt idx="78">
                  <c:v>45065</c:v>
                </c:pt>
                <c:pt idx="79">
                  <c:v>45072</c:v>
                </c:pt>
                <c:pt idx="80">
                  <c:v>45079</c:v>
                </c:pt>
                <c:pt idx="81">
                  <c:v>45086</c:v>
                </c:pt>
                <c:pt idx="82">
                  <c:v>45093</c:v>
                </c:pt>
                <c:pt idx="83">
                  <c:v>45100</c:v>
                </c:pt>
                <c:pt idx="84">
                  <c:v>45107</c:v>
                </c:pt>
                <c:pt idx="85">
                  <c:v>45114</c:v>
                </c:pt>
                <c:pt idx="86">
                  <c:v>45121</c:v>
                </c:pt>
                <c:pt idx="87">
                  <c:v>45128</c:v>
                </c:pt>
                <c:pt idx="88">
                  <c:v>45135</c:v>
                </c:pt>
                <c:pt idx="89">
                  <c:v>45142</c:v>
                </c:pt>
                <c:pt idx="90">
                  <c:v>45149</c:v>
                </c:pt>
                <c:pt idx="91">
                  <c:v>45156</c:v>
                </c:pt>
                <c:pt idx="92">
                  <c:v>45163</c:v>
                </c:pt>
                <c:pt idx="93">
                  <c:v>45170</c:v>
                </c:pt>
                <c:pt idx="94">
                  <c:v>45177</c:v>
                </c:pt>
                <c:pt idx="95">
                  <c:v>45184</c:v>
                </c:pt>
                <c:pt idx="96">
                  <c:v>45191</c:v>
                </c:pt>
                <c:pt idx="97">
                  <c:v>45198</c:v>
                </c:pt>
                <c:pt idx="98">
                  <c:v>45205</c:v>
                </c:pt>
                <c:pt idx="99">
                  <c:v>45212</c:v>
                </c:pt>
                <c:pt idx="100">
                  <c:v>45219</c:v>
                </c:pt>
                <c:pt idx="101">
                  <c:v>45226</c:v>
                </c:pt>
                <c:pt idx="102">
                  <c:v>45233</c:v>
                </c:pt>
                <c:pt idx="103">
                  <c:v>45240</c:v>
                </c:pt>
                <c:pt idx="104">
                  <c:v>45247</c:v>
                </c:pt>
                <c:pt idx="105">
                  <c:v>45254</c:v>
                </c:pt>
                <c:pt idx="106">
                  <c:v>45261</c:v>
                </c:pt>
                <c:pt idx="107">
                  <c:v>45268</c:v>
                </c:pt>
                <c:pt idx="108">
                  <c:v>45275</c:v>
                </c:pt>
                <c:pt idx="109">
                  <c:v>45282</c:v>
                </c:pt>
                <c:pt idx="110">
                  <c:v>45289</c:v>
                </c:pt>
                <c:pt idx="111">
                  <c:v>45296</c:v>
                </c:pt>
                <c:pt idx="112">
                  <c:v>45303</c:v>
                </c:pt>
                <c:pt idx="113">
                  <c:v>45310</c:v>
                </c:pt>
                <c:pt idx="114">
                  <c:v>45317</c:v>
                </c:pt>
                <c:pt idx="115">
                  <c:v>45324</c:v>
                </c:pt>
                <c:pt idx="116">
                  <c:v>45331</c:v>
                </c:pt>
                <c:pt idx="117">
                  <c:v>45338</c:v>
                </c:pt>
                <c:pt idx="118">
                  <c:v>45345</c:v>
                </c:pt>
                <c:pt idx="119">
                  <c:v>45352</c:v>
                </c:pt>
                <c:pt idx="120">
                  <c:v>45359</c:v>
                </c:pt>
                <c:pt idx="121">
                  <c:v>45366</c:v>
                </c:pt>
                <c:pt idx="122">
                  <c:v>45373</c:v>
                </c:pt>
                <c:pt idx="123">
                  <c:v>45380</c:v>
                </c:pt>
                <c:pt idx="124">
                  <c:v>45387</c:v>
                </c:pt>
                <c:pt idx="125">
                  <c:v>45394</c:v>
                </c:pt>
                <c:pt idx="126">
                  <c:v>45401</c:v>
                </c:pt>
                <c:pt idx="127">
                  <c:v>45408</c:v>
                </c:pt>
                <c:pt idx="128">
                  <c:v>45415</c:v>
                </c:pt>
                <c:pt idx="129">
                  <c:v>45422</c:v>
                </c:pt>
                <c:pt idx="130">
                  <c:v>45429</c:v>
                </c:pt>
                <c:pt idx="131">
                  <c:v>45436</c:v>
                </c:pt>
                <c:pt idx="132">
                  <c:v>45443</c:v>
                </c:pt>
                <c:pt idx="133">
                  <c:v>45450</c:v>
                </c:pt>
                <c:pt idx="134">
                  <c:v>45457</c:v>
                </c:pt>
                <c:pt idx="135">
                  <c:v>45464</c:v>
                </c:pt>
                <c:pt idx="136">
                  <c:v>45471</c:v>
                </c:pt>
                <c:pt idx="137">
                  <c:v>45478</c:v>
                </c:pt>
                <c:pt idx="138">
                  <c:v>45485</c:v>
                </c:pt>
                <c:pt idx="139">
                  <c:v>45492</c:v>
                </c:pt>
                <c:pt idx="140">
                  <c:v>45499</c:v>
                </c:pt>
                <c:pt idx="141">
                  <c:v>45506</c:v>
                </c:pt>
                <c:pt idx="142">
                  <c:v>45513</c:v>
                </c:pt>
                <c:pt idx="143">
                  <c:v>45520</c:v>
                </c:pt>
                <c:pt idx="144">
                  <c:v>45527</c:v>
                </c:pt>
                <c:pt idx="145">
                  <c:v>45534</c:v>
                </c:pt>
                <c:pt idx="146">
                  <c:v>45541</c:v>
                </c:pt>
                <c:pt idx="147">
                  <c:v>45548</c:v>
                </c:pt>
                <c:pt idx="148">
                  <c:v>45555</c:v>
                </c:pt>
                <c:pt idx="149">
                  <c:v>45562</c:v>
                </c:pt>
                <c:pt idx="150">
                  <c:v>45569</c:v>
                </c:pt>
                <c:pt idx="151">
                  <c:v>45576</c:v>
                </c:pt>
                <c:pt idx="152">
                  <c:v>45583</c:v>
                </c:pt>
                <c:pt idx="153">
                  <c:v>45590</c:v>
                </c:pt>
                <c:pt idx="154">
                  <c:v>45597</c:v>
                </c:pt>
                <c:pt idx="155">
                  <c:v>45604</c:v>
                </c:pt>
                <c:pt idx="156">
                  <c:v>45611</c:v>
                </c:pt>
                <c:pt idx="157">
                  <c:v>45618</c:v>
                </c:pt>
                <c:pt idx="158">
                  <c:v>45625</c:v>
                </c:pt>
                <c:pt idx="159">
                  <c:v>45632</c:v>
                </c:pt>
                <c:pt idx="160">
                  <c:v>45639</c:v>
                </c:pt>
                <c:pt idx="161">
                  <c:v>45646</c:v>
                </c:pt>
                <c:pt idx="162">
                  <c:v>45653</c:v>
                </c:pt>
                <c:pt idx="163">
                  <c:v>45660</c:v>
                </c:pt>
                <c:pt idx="164">
                  <c:v>45667</c:v>
                </c:pt>
                <c:pt idx="165">
                  <c:v>45674</c:v>
                </c:pt>
                <c:pt idx="166">
                  <c:v>45681</c:v>
                </c:pt>
                <c:pt idx="167">
                  <c:v>45688</c:v>
                </c:pt>
                <c:pt idx="168">
                  <c:v>45695</c:v>
                </c:pt>
                <c:pt idx="169">
                  <c:v>45702</c:v>
                </c:pt>
                <c:pt idx="170">
                  <c:v>45709</c:v>
                </c:pt>
                <c:pt idx="171">
                  <c:v>45716</c:v>
                </c:pt>
                <c:pt idx="172">
                  <c:v>45723</c:v>
                </c:pt>
                <c:pt idx="173">
                  <c:v>45730</c:v>
                </c:pt>
                <c:pt idx="174">
                  <c:v>45737</c:v>
                </c:pt>
                <c:pt idx="175">
                  <c:v>45744</c:v>
                </c:pt>
                <c:pt idx="176">
                  <c:v>45751</c:v>
                </c:pt>
                <c:pt idx="177">
                  <c:v>45758</c:v>
                </c:pt>
                <c:pt idx="178">
                  <c:v>45765</c:v>
                </c:pt>
                <c:pt idx="179">
                  <c:v>45772</c:v>
                </c:pt>
                <c:pt idx="180">
                  <c:v>45779</c:v>
                </c:pt>
                <c:pt idx="181">
                  <c:v>45786</c:v>
                </c:pt>
                <c:pt idx="182">
                  <c:v>45793</c:v>
                </c:pt>
                <c:pt idx="183">
                  <c:v>45800</c:v>
                </c:pt>
                <c:pt idx="184">
                  <c:v>45807</c:v>
                </c:pt>
                <c:pt idx="185">
                  <c:v>45814</c:v>
                </c:pt>
                <c:pt idx="186">
                  <c:v>45821</c:v>
                </c:pt>
                <c:pt idx="187">
                  <c:v>45828</c:v>
                </c:pt>
                <c:pt idx="188">
                  <c:v>45835</c:v>
                </c:pt>
                <c:pt idx="189">
                  <c:v>45842</c:v>
                </c:pt>
                <c:pt idx="190">
                  <c:v>45849</c:v>
                </c:pt>
                <c:pt idx="191">
                  <c:v>45856</c:v>
                </c:pt>
                <c:pt idx="192">
                  <c:v>45863</c:v>
                </c:pt>
                <c:pt idx="193">
                  <c:v>45870</c:v>
                </c:pt>
                <c:pt idx="194">
                  <c:v>45877</c:v>
                </c:pt>
                <c:pt idx="195">
                  <c:v>45884</c:v>
                </c:pt>
                <c:pt idx="196">
                  <c:v>45891</c:v>
                </c:pt>
                <c:pt idx="197">
                  <c:v>45898</c:v>
                </c:pt>
                <c:pt idx="198">
                  <c:v>45905</c:v>
                </c:pt>
                <c:pt idx="199">
                  <c:v>45912</c:v>
                </c:pt>
                <c:pt idx="200">
                  <c:v>45919</c:v>
                </c:pt>
                <c:pt idx="201">
                  <c:v>45926</c:v>
                </c:pt>
                <c:pt idx="202">
                  <c:v>45933</c:v>
                </c:pt>
                <c:pt idx="203">
                  <c:v>45940</c:v>
                </c:pt>
                <c:pt idx="204">
                  <c:v>45947</c:v>
                </c:pt>
                <c:pt idx="205">
                  <c:v>45954</c:v>
                </c:pt>
                <c:pt idx="206">
                  <c:v>45961</c:v>
                </c:pt>
                <c:pt idx="207">
                  <c:v>45968</c:v>
                </c:pt>
                <c:pt idx="208">
                  <c:v>45975</c:v>
                </c:pt>
                <c:pt idx="209">
                  <c:v>45982</c:v>
                </c:pt>
                <c:pt idx="210">
                  <c:v>45989</c:v>
                </c:pt>
                <c:pt idx="211">
                  <c:v>45996</c:v>
                </c:pt>
                <c:pt idx="212">
                  <c:v>46003</c:v>
                </c:pt>
                <c:pt idx="213">
                  <c:v>46010</c:v>
                </c:pt>
                <c:pt idx="214">
                  <c:v>46017</c:v>
                </c:pt>
                <c:pt idx="215">
                  <c:v>46024</c:v>
                </c:pt>
                <c:pt idx="216">
                  <c:v>46031</c:v>
                </c:pt>
                <c:pt idx="217">
                  <c:v>46038</c:v>
                </c:pt>
                <c:pt idx="218">
                  <c:v>46045</c:v>
                </c:pt>
                <c:pt idx="219">
                  <c:v>46052</c:v>
                </c:pt>
                <c:pt idx="220">
                  <c:v>46059</c:v>
                </c:pt>
                <c:pt idx="221">
                  <c:v>46066</c:v>
                </c:pt>
                <c:pt idx="222">
                  <c:v>46073</c:v>
                </c:pt>
                <c:pt idx="223">
                  <c:v>46080</c:v>
                </c:pt>
                <c:pt idx="224">
                  <c:v>46087</c:v>
                </c:pt>
                <c:pt idx="225">
                  <c:v>46094</c:v>
                </c:pt>
                <c:pt idx="226">
                  <c:v>46101</c:v>
                </c:pt>
                <c:pt idx="227">
                  <c:v>46108</c:v>
                </c:pt>
                <c:pt idx="228">
                  <c:v>46115</c:v>
                </c:pt>
                <c:pt idx="229">
                  <c:v>46122</c:v>
                </c:pt>
                <c:pt idx="230">
                  <c:v>46129</c:v>
                </c:pt>
                <c:pt idx="231">
                  <c:v>46136</c:v>
                </c:pt>
                <c:pt idx="232">
                  <c:v>46143</c:v>
                </c:pt>
                <c:pt idx="233">
                  <c:v>46150</c:v>
                </c:pt>
                <c:pt idx="234">
                  <c:v>46157</c:v>
                </c:pt>
                <c:pt idx="235">
                  <c:v>46164</c:v>
                </c:pt>
                <c:pt idx="236">
                  <c:v>46171</c:v>
                </c:pt>
                <c:pt idx="237">
                  <c:v>46178</c:v>
                </c:pt>
                <c:pt idx="238">
                  <c:v>46185</c:v>
                </c:pt>
                <c:pt idx="239">
                  <c:v>46192</c:v>
                </c:pt>
                <c:pt idx="240">
                  <c:v>46199</c:v>
                </c:pt>
                <c:pt idx="241">
                  <c:v>46206</c:v>
                </c:pt>
                <c:pt idx="242">
                  <c:v>46213</c:v>
                </c:pt>
                <c:pt idx="243">
                  <c:v>46220</c:v>
                </c:pt>
                <c:pt idx="244">
                  <c:v>46227</c:v>
                </c:pt>
                <c:pt idx="245">
                  <c:v>46234</c:v>
                </c:pt>
                <c:pt idx="246">
                  <c:v>46241</c:v>
                </c:pt>
                <c:pt idx="247">
                  <c:v>46248</c:v>
                </c:pt>
                <c:pt idx="248">
                  <c:v>46255</c:v>
                </c:pt>
                <c:pt idx="249">
                  <c:v>46262</c:v>
                </c:pt>
                <c:pt idx="250">
                  <c:v>46269</c:v>
                </c:pt>
                <c:pt idx="251">
                  <c:v>46276</c:v>
                </c:pt>
                <c:pt idx="252">
                  <c:v>46283</c:v>
                </c:pt>
              </c:numCache>
            </c:numRef>
          </c:cat>
          <c:val>
            <c:numRef>
              <c:f>Sheet1!$D$2:$D$254</c:f>
              <c:numCache>
                <c:formatCode>General</c:formatCode>
                <c:ptCount val="253"/>
                <c:pt idx="0">
                  <c:v>15.924452499075141</c:v>
                </c:pt>
                <c:pt idx="1">
                  <c:v>15.924452499075141</c:v>
                </c:pt>
                <c:pt idx="2">
                  <c:v>15.924452499075141</c:v>
                </c:pt>
                <c:pt idx="3">
                  <c:v>15.924452499075141</c:v>
                </c:pt>
                <c:pt idx="4">
                  <c:v>15.924452499075141</c:v>
                </c:pt>
                <c:pt idx="5">
                  <c:v>15.924452499075141</c:v>
                </c:pt>
                <c:pt idx="6">
                  <c:v>15.924452499075141</c:v>
                </c:pt>
                <c:pt idx="7">
                  <c:v>15.924452499075141</c:v>
                </c:pt>
                <c:pt idx="8">
                  <c:v>15.924452499075141</c:v>
                </c:pt>
                <c:pt idx="9">
                  <c:v>15.924452499075141</c:v>
                </c:pt>
                <c:pt idx="10">
                  <c:v>15.924452499075141</c:v>
                </c:pt>
                <c:pt idx="11">
                  <c:v>15.924452499075141</c:v>
                </c:pt>
                <c:pt idx="12">
                  <c:v>15.924452499075141</c:v>
                </c:pt>
                <c:pt idx="13">
                  <c:v>15.924452499075141</c:v>
                </c:pt>
                <c:pt idx="14">
                  <c:v>15.924452499075141</c:v>
                </c:pt>
                <c:pt idx="15">
                  <c:v>15.924452499075141</c:v>
                </c:pt>
                <c:pt idx="16">
                  <c:v>15.924452499075141</c:v>
                </c:pt>
                <c:pt idx="17">
                  <c:v>15.924452499075141</c:v>
                </c:pt>
                <c:pt idx="18">
                  <c:v>15.924452499075141</c:v>
                </c:pt>
                <c:pt idx="19">
                  <c:v>15.924452499075141</c:v>
                </c:pt>
                <c:pt idx="20">
                  <c:v>15.924452499075141</c:v>
                </c:pt>
                <c:pt idx="21">
                  <c:v>15.924452499075141</c:v>
                </c:pt>
                <c:pt idx="22">
                  <c:v>15.924452499075141</c:v>
                </c:pt>
                <c:pt idx="23">
                  <c:v>15.924452499075141</c:v>
                </c:pt>
                <c:pt idx="24">
                  <c:v>15.924452499075141</c:v>
                </c:pt>
                <c:pt idx="25">
                  <c:v>15.924452499075141</c:v>
                </c:pt>
                <c:pt idx="26">
                  <c:v>15.924452499075141</c:v>
                </c:pt>
                <c:pt idx="27">
                  <c:v>15.924452499075141</c:v>
                </c:pt>
                <c:pt idx="28">
                  <c:v>15.924452499075141</c:v>
                </c:pt>
                <c:pt idx="29">
                  <c:v>15.924452499075141</c:v>
                </c:pt>
                <c:pt idx="30">
                  <c:v>15.924452499075141</c:v>
                </c:pt>
                <c:pt idx="31">
                  <c:v>15.924452499075141</c:v>
                </c:pt>
                <c:pt idx="32">
                  <c:v>15.924452499075141</c:v>
                </c:pt>
                <c:pt idx="33">
                  <c:v>15.924452499075141</c:v>
                </c:pt>
                <c:pt idx="34">
                  <c:v>15.924452499075141</c:v>
                </c:pt>
                <c:pt idx="35">
                  <c:v>15.924452499075141</c:v>
                </c:pt>
                <c:pt idx="36">
                  <c:v>15.924452499075141</c:v>
                </c:pt>
                <c:pt idx="37">
                  <c:v>15.924452499075141</c:v>
                </c:pt>
                <c:pt idx="38">
                  <c:v>15.924452499075141</c:v>
                </c:pt>
                <c:pt idx="39">
                  <c:v>15.924452499075141</c:v>
                </c:pt>
                <c:pt idx="40">
                  <c:v>15.924452499075141</c:v>
                </c:pt>
                <c:pt idx="41">
                  <c:v>15.924452499075141</c:v>
                </c:pt>
                <c:pt idx="42">
                  <c:v>15.924452499075141</c:v>
                </c:pt>
                <c:pt idx="43">
                  <c:v>15.924452499075141</c:v>
                </c:pt>
                <c:pt idx="44">
                  <c:v>15.924452499075141</c:v>
                </c:pt>
                <c:pt idx="45">
                  <c:v>15.924452499075141</c:v>
                </c:pt>
                <c:pt idx="46">
                  <c:v>15.924452499075141</c:v>
                </c:pt>
                <c:pt idx="47">
                  <c:v>15.924452499075141</c:v>
                </c:pt>
                <c:pt idx="48">
                  <c:v>15.924452499075141</c:v>
                </c:pt>
                <c:pt idx="49">
                  <c:v>15.924452499075141</c:v>
                </c:pt>
                <c:pt idx="50">
                  <c:v>15.924452499075141</c:v>
                </c:pt>
                <c:pt idx="51">
                  <c:v>15.924452499075141</c:v>
                </c:pt>
                <c:pt idx="52">
                  <c:v>15.924452499075141</c:v>
                </c:pt>
                <c:pt idx="53">
                  <c:v>15.924452499075141</c:v>
                </c:pt>
                <c:pt idx="54">
                  <c:v>15.924452499075141</c:v>
                </c:pt>
                <c:pt idx="55">
                  <c:v>15.924452499075141</c:v>
                </c:pt>
                <c:pt idx="56">
                  <c:v>15.924452499075141</c:v>
                </c:pt>
                <c:pt idx="57">
                  <c:v>15.924452499075141</c:v>
                </c:pt>
                <c:pt idx="58">
                  <c:v>15.924452499075141</c:v>
                </c:pt>
                <c:pt idx="59">
                  <c:v>15.924452499075141</c:v>
                </c:pt>
                <c:pt idx="60">
                  <c:v>15.924452499075141</c:v>
                </c:pt>
                <c:pt idx="61">
                  <c:v>15.924452499075141</c:v>
                </c:pt>
                <c:pt idx="62">
                  <c:v>15.924452499075141</c:v>
                </c:pt>
                <c:pt idx="63">
                  <c:v>15.924452499075141</c:v>
                </c:pt>
                <c:pt idx="64">
                  <c:v>15.924452499075141</c:v>
                </c:pt>
                <c:pt idx="65">
                  <c:v>15.924452499075141</c:v>
                </c:pt>
                <c:pt idx="66">
                  <c:v>15.924452499075141</c:v>
                </c:pt>
                <c:pt idx="67">
                  <c:v>15.924452499075141</c:v>
                </c:pt>
                <c:pt idx="68">
                  <c:v>15.924452499075141</c:v>
                </c:pt>
                <c:pt idx="69">
                  <c:v>15.924452499075141</c:v>
                </c:pt>
                <c:pt idx="70">
                  <c:v>15.924452499075141</c:v>
                </c:pt>
                <c:pt idx="71">
                  <c:v>15.924452499075141</c:v>
                </c:pt>
                <c:pt idx="72">
                  <c:v>15.924452499075141</c:v>
                </c:pt>
                <c:pt idx="73">
                  <c:v>15.924452499075141</c:v>
                </c:pt>
                <c:pt idx="74">
                  <c:v>15.924452499075141</c:v>
                </c:pt>
                <c:pt idx="75">
                  <c:v>15.924452499075141</c:v>
                </c:pt>
                <c:pt idx="76">
                  <c:v>15.924452499075141</c:v>
                </c:pt>
                <c:pt idx="77">
                  <c:v>15.924452499075141</c:v>
                </c:pt>
                <c:pt idx="78">
                  <c:v>15.924452499075141</c:v>
                </c:pt>
                <c:pt idx="79">
                  <c:v>15.924452499075141</c:v>
                </c:pt>
                <c:pt idx="80">
                  <c:v>15.924452499075141</c:v>
                </c:pt>
                <c:pt idx="81">
                  <c:v>15.924452499075141</c:v>
                </c:pt>
                <c:pt idx="82">
                  <c:v>15.924452499075141</c:v>
                </c:pt>
                <c:pt idx="83">
                  <c:v>15.924452499075141</c:v>
                </c:pt>
                <c:pt idx="84">
                  <c:v>15.924452499075141</c:v>
                </c:pt>
                <c:pt idx="85">
                  <c:v>15.924452499075141</c:v>
                </c:pt>
                <c:pt idx="86">
                  <c:v>15.924452499075141</c:v>
                </c:pt>
                <c:pt idx="87">
                  <c:v>15.924452499075141</c:v>
                </c:pt>
                <c:pt idx="88">
                  <c:v>15.924452499075141</c:v>
                </c:pt>
                <c:pt idx="89">
                  <c:v>15.924452499075141</c:v>
                </c:pt>
                <c:pt idx="90">
                  <c:v>15.924452499075141</c:v>
                </c:pt>
                <c:pt idx="91">
                  <c:v>15.924452499075141</c:v>
                </c:pt>
                <c:pt idx="92">
                  <c:v>15.924452499075141</c:v>
                </c:pt>
                <c:pt idx="93">
                  <c:v>15.924452499075141</c:v>
                </c:pt>
                <c:pt idx="94">
                  <c:v>15.924452499075141</c:v>
                </c:pt>
                <c:pt idx="95">
                  <c:v>15.924452499075141</c:v>
                </c:pt>
                <c:pt idx="96">
                  <c:v>15.924452499075141</c:v>
                </c:pt>
                <c:pt idx="97">
                  <c:v>15.924452499075141</c:v>
                </c:pt>
                <c:pt idx="98">
                  <c:v>15.924452499075141</c:v>
                </c:pt>
                <c:pt idx="99">
                  <c:v>15.924452499075141</c:v>
                </c:pt>
                <c:pt idx="100">
                  <c:v>15.924452499075141</c:v>
                </c:pt>
                <c:pt idx="101">
                  <c:v>15.924452499075141</c:v>
                </c:pt>
                <c:pt idx="102">
                  <c:v>15.924452499075141</c:v>
                </c:pt>
                <c:pt idx="103">
                  <c:v>15.924452499075141</c:v>
                </c:pt>
                <c:pt idx="104">
                  <c:v>15.924452499075141</c:v>
                </c:pt>
                <c:pt idx="105">
                  <c:v>15.924452499075141</c:v>
                </c:pt>
                <c:pt idx="106">
                  <c:v>15.924452499075141</c:v>
                </c:pt>
                <c:pt idx="107">
                  <c:v>15.924452499075141</c:v>
                </c:pt>
                <c:pt idx="108">
                  <c:v>15.924452499075141</c:v>
                </c:pt>
                <c:pt idx="109">
                  <c:v>15.924452499075141</c:v>
                </c:pt>
                <c:pt idx="110">
                  <c:v>15.924452499075141</c:v>
                </c:pt>
                <c:pt idx="111">
                  <c:v>15.924452499075141</c:v>
                </c:pt>
                <c:pt idx="112">
                  <c:v>15.924452499075141</c:v>
                </c:pt>
                <c:pt idx="113">
                  <c:v>15.924452499075141</c:v>
                </c:pt>
                <c:pt idx="114">
                  <c:v>15.924452499075141</c:v>
                </c:pt>
                <c:pt idx="115">
                  <c:v>15.924452499075141</c:v>
                </c:pt>
                <c:pt idx="116">
                  <c:v>15.924452499075141</c:v>
                </c:pt>
                <c:pt idx="117">
                  <c:v>15.924452499075141</c:v>
                </c:pt>
                <c:pt idx="118">
                  <c:v>15.924452499075141</c:v>
                </c:pt>
                <c:pt idx="119">
                  <c:v>15.924452499075141</c:v>
                </c:pt>
                <c:pt idx="120">
                  <c:v>15.924452499075141</c:v>
                </c:pt>
                <c:pt idx="121">
                  <c:v>15.924452499075141</c:v>
                </c:pt>
                <c:pt idx="122">
                  <c:v>15.924452499075141</c:v>
                </c:pt>
                <c:pt idx="123">
                  <c:v>15.924452499075141</c:v>
                </c:pt>
                <c:pt idx="124">
                  <c:v>15.924452499075141</c:v>
                </c:pt>
                <c:pt idx="125">
                  <c:v>15.924452499075141</c:v>
                </c:pt>
                <c:pt idx="126">
                  <c:v>15.924452499075141</c:v>
                </c:pt>
                <c:pt idx="127">
                  <c:v>15.924452499075141</c:v>
                </c:pt>
                <c:pt idx="128">
                  <c:v>15.924452499075141</c:v>
                </c:pt>
                <c:pt idx="129">
                  <c:v>15.924452499075141</c:v>
                </c:pt>
                <c:pt idx="130">
                  <c:v>15.924452499075141</c:v>
                </c:pt>
                <c:pt idx="131">
                  <c:v>15.924452499075141</c:v>
                </c:pt>
                <c:pt idx="132">
                  <c:v>15.924452499075141</c:v>
                </c:pt>
                <c:pt idx="133">
                  <c:v>15.924452499075141</c:v>
                </c:pt>
                <c:pt idx="134">
                  <c:v>15.924452499075141</c:v>
                </c:pt>
                <c:pt idx="135">
                  <c:v>15.924452499075141</c:v>
                </c:pt>
                <c:pt idx="136">
                  <c:v>15.924452499075141</c:v>
                </c:pt>
                <c:pt idx="137">
                  <c:v>15.924452499075141</c:v>
                </c:pt>
                <c:pt idx="138">
                  <c:v>15.924452499075141</c:v>
                </c:pt>
                <c:pt idx="139">
                  <c:v>15.924452499075141</c:v>
                </c:pt>
                <c:pt idx="140">
                  <c:v>15.924452499075141</c:v>
                </c:pt>
                <c:pt idx="141">
                  <c:v>15.924452499075141</c:v>
                </c:pt>
                <c:pt idx="142">
                  <c:v>15.924452499075141</c:v>
                </c:pt>
                <c:pt idx="143">
                  <c:v>15.924452499075141</c:v>
                </c:pt>
                <c:pt idx="144">
                  <c:v>15.924452499075141</c:v>
                </c:pt>
                <c:pt idx="145">
                  <c:v>15.924452499075141</c:v>
                </c:pt>
                <c:pt idx="146">
                  <c:v>15.924452499075141</c:v>
                </c:pt>
                <c:pt idx="147">
                  <c:v>15.924452499075141</c:v>
                </c:pt>
                <c:pt idx="148">
                  <c:v>15.924452499075141</c:v>
                </c:pt>
                <c:pt idx="149">
                  <c:v>15.924452499075141</c:v>
                </c:pt>
                <c:pt idx="150">
                  <c:v>15.924452499075141</c:v>
                </c:pt>
                <c:pt idx="151">
                  <c:v>15.924452499075141</c:v>
                </c:pt>
                <c:pt idx="152">
                  <c:v>15.924452499075141</c:v>
                </c:pt>
                <c:pt idx="153">
                  <c:v>15.924452499075141</c:v>
                </c:pt>
                <c:pt idx="154">
                  <c:v>15.924452499075141</c:v>
                </c:pt>
                <c:pt idx="155">
                  <c:v>15.924452499075141</c:v>
                </c:pt>
                <c:pt idx="156">
                  <c:v>15.924452499075141</c:v>
                </c:pt>
                <c:pt idx="157">
                  <c:v>15.924452499075141</c:v>
                </c:pt>
                <c:pt idx="158">
                  <c:v>15.924452499075141</c:v>
                </c:pt>
                <c:pt idx="159">
                  <c:v>15.924452499075141</c:v>
                </c:pt>
                <c:pt idx="160">
                  <c:v>15.924452499075141</c:v>
                </c:pt>
                <c:pt idx="161">
                  <c:v>15.924452499075141</c:v>
                </c:pt>
                <c:pt idx="162">
                  <c:v>15.924452499075141</c:v>
                </c:pt>
                <c:pt idx="163">
                  <c:v>15.924452499075141</c:v>
                </c:pt>
                <c:pt idx="164">
                  <c:v>15.924452499075141</c:v>
                </c:pt>
                <c:pt idx="165">
                  <c:v>15.924452499075141</c:v>
                </c:pt>
                <c:pt idx="166">
                  <c:v>15.924452499075141</c:v>
                </c:pt>
                <c:pt idx="167">
                  <c:v>15.924452499075141</c:v>
                </c:pt>
                <c:pt idx="168">
                  <c:v>15.924452499075141</c:v>
                </c:pt>
                <c:pt idx="169">
                  <c:v>15.924452499075141</c:v>
                </c:pt>
                <c:pt idx="170">
                  <c:v>15.924452499075141</c:v>
                </c:pt>
                <c:pt idx="171">
                  <c:v>15.924452499075141</c:v>
                </c:pt>
                <c:pt idx="172">
                  <c:v>15.924452499075141</c:v>
                </c:pt>
                <c:pt idx="173">
                  <c:v>15.924452499075141</c:v>
                </c:pt>
                <c:pt idx="174">
                  <c:v>15.924452499075141</c:v>
                </c:pt>
                <c:pt idx="175">
                  <c:v>15.924452499075141</c:v>
                </c:pt>
                <c:pt idx="176">
                  <c:v>15.924452499075141</c:v>
                </c:pt>
                <c:pt idx="177">
                  <c:v>15.924452499075141</c:v>
                </c:pt>
                <c:pt idx="178">
                  <c:v>15.924452499075141</c:v>
                </c:pt>
                <c:pt idx="179">
                  <c:v>15.924452499075141</c:v>
                </c:pt>
                <c:pt idx="180">
                  <c:v>15.924452499075141</c:v>
                </c:pt>
                <c:pt idx="181">
                  <c:v>15.924452499075141</c:v>
                </c:pt>
                <c:pt idx="182">
                  <c:v>15.924452499075141</c:v>
                </c:pt>
                <c:pt idx="183">
                  <c:v>15.924452499075141</c:v>
                </c:pt>
                <c:pt idx="184">
                  <c:v>15.924452499075141</c:v>
                </c:pt>
                <c:pt idx="185">
                  <c:v>15.924452499075141</c:v>
                </c:pt>
                <c:pt idx="186">
                  <c:v>15.924452499075141</c:v>
                </c:pt>
                <c:pt idx="187">
                  <c:v>15.924452499075141</c:v>
                </c:pt>
                <c:pt idx="188">
                  <c:v>15.924452499075141</c:v>
                </c:pt>
                <c:pt idx="189">
                  <c:v>15.924452499075141</c:v>
                </c:pt>
                <c:pt idx="190">
                  <c:v>15.924452499075141</c:v>
                </c:pt>
                <c:pt idx="191">
                  <c:v>15.924452499075141</c:v>
                </c:pt>
                <c:pt idx="192">
                  <c:v>15.924452499075141</c:v>
                </c:pt>
                <c:pt idx="193">
                  <c:v>15.924452499075141</c:v>
                </c:pt>
                <c:pt idx="194">
                  <c:v>15.924452499075141</c:v>
                </c:pt>
                <c:pt idx="195">
                  <c:v>15.924452499075141</c:v>
                </c:pt>
                <c:pt idx="196">
                  <c:v>15.924452499075141</c:v>
                </c:pt>
                <c:pt idx="197">
                  <c:v>15.924452499075141</c:v>
                </c:pt>
                <c:pt idx="198">
                  <c:v>15.924452499075141</c:v>
                </c:pt>
                <c:pt idx="199">
                  <c:v>15.924452499075141</c:v>
                </c:pt>
                <c:pt idx="200">
                  <c:v>15.924452499075141</c:v>
                </c:pt>
                <c:pt idx="201">
                  <c:v>15.924452499075141</c:v>
                </c:pt>
                <c:pt idx="202">
                  <c:v>15.924452499075141</c:v>
                </c:pt>
                <c:pt idx="203">
                  <c:v>15.924452499075141</c:v>
                </c:pt>
                <c:pt idx="204">
                  <c:v>15.924452499075141</c:v>
                </c:pt>
                <c:pt idx="205">
                  <c:v>15.924452499075141</c:v>
                </c:pt>
                <c:pt idx="206">
                  <c:v>15.924452499075141</c:v>
                </c:pt>
                <c:pt idx="207">
                  <c:v>15.924452499075141</c:v>
                </c:pt>
                <c:pt idx="208">
                  <c:v>15.924452499075141</c:v>
                </c:pt>
                <c:pt idx="209">
                  <c:v>15.924452499075141</c:v>
                </c:pt>
                <c:pt idx="210">
                  <c:v>15.924452499075141</c:v>
                </c:pt>
                <c:pt idx="211">
                  <c:v>15.924452499075141</c:v>
                </c:pt>
                <c:pt idx="212">
                  <c:v>15.924452499075141</c:v>
                </c:pt>
                <c:pt idx="213">
                  <c:v>15.924452499075141</c:v>
                </c:pt>
                <c:pt idx="214">
                  <c:v>15.924452499075141</c:v>
                </c:pt>
                <c:pt idx="215">
                  <c:v>15.924452499075141</c:v>
                </c:pt>
                <c:pt idx="216">
                  <c:v>15.924452499075141</c:v>
                </c:pt>
                <c:pt idx="217">
                  <c:v>15.924452499075141</c:v>
                </c:pt>
                <c:pt idx="218">
                  <c:v>15.924452499075141</c:v>
                </c:pt>
                <c:pt idx="219">
                  <c:v>15.924452499075141</c:v>
                </c:pt>
                <c:pt idx="220">
                  <c:v>15.924452499075141</c:v>
                </c:pt>
                <c:pt idx="221">
                  <c:v>15.924452499075141</c:v>
                </c:pt>
                <c:pt idx="222">
                  <c:v>15.924452499075141</c:v>
                </c:pt>
                <c:pt idx="223">
                  <c:v>15.924452499075141</c:v>
                </c:pt>
                <c:pt idx="224">
                  <c:v>15.924452499075141</c:v>
                </c:pt>
                <c:pt idx="225">
                  <c:v>15.924452499075141</c:v>
                </c:pt>
                <c:pt idx="226">
                  <c:v>15.924452499075141</c:v>
                </c:pt>
                <c:pt idx="227">
                  <c:v>15.924452499075141</c:v>
                </c:pt>
                <c:pt idx="228">
                  <c:v>15.924452499075141</c:v>
                </c:pt>
                <c:pt idx="229">
                  <c:v>15.924452499075141</c:v>
                </c:pt>
                <c:pt idx="230">
                  <c:v>15.924452499075141</c:v>
                </c:pt>
                <c:pt idx="231">
                  <c:v>15.924452499075141</c:v>
                </c:pt>
                <c:pt idx="232">
                  <c:v>15.924452499075141</c:v>
                </c:pt>
                <c:pt idx="233">
                  <c:v>15.924452499075141</c:v>
                </c:pt>
                <c:pt idx="234">
                  <c:v>15.924452499075141</c:v>
                </c:pt>
                <c:pt idx="235">
                  <c:v>15.924452499075141</c:v>
                </c:pt>
                <c:pt idx="236">
                  <c:v>15.924452499075141</c:v>
                </c:pt>
                <c:pt idx="237">
                  <c:v>15.924452499075141</c:v>
                </c:pt>
                <c:pt idx="238">
                  <c:v>15.924452499075141</c:v>
                </c:pt>
                <c:pt idx="239">
                  <c:v>15.924452499075141</c:v>
                </c:pt>
                <c:pt idx="240">
                  <c:v>15.924452499075141</c:v>
                </c:pt>
                <c:pt idx="241">
                  <c:v>15.924452499075141</c:v>
                </c:pt>
                <c:pt idx="242">
                  <c:v>15.924452499075141</c:v>
                </c:pt>
                <c:pt idx="243">
                  <c:v>15.924452499075141</c:v>
                </c:pt>
                <c:pt idx="244">
                  <c:v>15.924452499075141</c:v>
                </c:pt>
                <c:pt idx="245">
                  <c:v>15.924452499075141</c:v>
                </c:pt>
                <c:pt idx="246">
                  <c:v>15.924452499075141</c:v>
                </c:pt>
                <c:pt idx="247">
                  <c:v>15.924452499075141</c:v>
                </c:pt>
                <c:pt idx="248">
                  <c:v>15.924452499075141</c:v>
                </c:pt>
                <c:pt idx="249">
                  <c:v>15.924452499075141</c:v>
                </c:pt>
                <c:pt idx="250">
                  <c:v>15.924452499075141</c:v>
                </c:pt>
                <c:pt idx="251">
                  <c:v>15.924452499075141</c:v>
                </c:pt>
                <c:pt idx="252">
                  <c:v>15.924452499075141</c:v>
                </c:pt>
              </c:numCache>
            </c:numRef>
          </c:val>
          <c:smooth val="1"/>
          <c:extLst>
            <c:ext xmlns:c16="http://schemas.microsoft.com/office/drawing/2014/chart" uri="{C3380CC4-5D6E-409C-BE32-E72D297353CC}">
              <c16:uniqueId val="{00000002-561B-4B66-9F0B-F59A0E17874D}"/>
            </c:ext>
          </c:extLst>
        </c:ser>
        <c:ser>
          <c:idx val="3"/>
          <c:order val="3"/>
          <c:tx>
            <c:v>-1 s.d.</c:v>
          </c:tx>
          <c:spPr>
            <a:ln w="19050">
              <a:solidFill>
                <a:srgbClr val="8EB3DF"/>
              </a:solidFill>
              <a:prstDash val="dash"/>
            </a:ln>
          </c:spPr>
          <c:marker>
            <c:symbol val="none"/>
          </c:marker>
          <c:cat>
            <c:numRef>
              <c:f>Sheet1!$A$2:$A$254</c:f>
              <c:numCache>
                <c:formatCode>yyyy\-mm\-dd</c:formatCode>
                <c:ptCount val="253"/>
                <c:pt idx="0">
                  <c:v>44519</c:v>
                </c:pt>
                <c:pt idx="1">
                  <c:v>44526</c:v>
                </c:pt>
                <c:pt idx="2">
                  <c:v>44533</c:v>
                </c:pt>
                <c:pt idx="3">
                  <c:v>44540</c:v>
                </c:pt>
                <c:pt idx="4">
                  <c:v>44547</c:v>
                </c:pt>
                <c:pt idx="5">
                  <c:v>44554</c:v>
                </c:pt>
                <c:pt idx="6">
                  <c:v>44561</c:v>
                </c:pt>
                <c:pt idx="7">
                  <c:v>44568</c:v>
                </c:pt>
                <c:pt idx="8">
                  <c:v>44575</c:v>
                </c:pt>
                <c:pt idx="9">
                  <c:v>44582</c:v>
                </c:pt>
                <c:pt idx="10">
                  <c:v>44589</c:v>
                </c:pt>
                <c:pt idx="11">
                  <c:v>44596</c:v>
                </c:pt>
                <c:pt idx="12">
                  <c:v>44603</c:v>
                </c:pt>
                <c:pt idx="13">
                  <c:v>44610</c:v>
                </c:pt>
                <c:pt idx="14">
                  <c:v>44617</c:v>
                </c:pt>
                <c:pt idx="15">
                  <c:v>44624</c:v>
                </c:pt>
                <c:pt idx="16">
                  <c:v>44631</c:v>
                </c:pt>
                <c:pt idx="17">
                  <c:v>44638</c:v>
                </c:pt>
                <c:pt idx="18">
                  <c:v>44645</c:v>
                </c:pt>
                <c:pt idx="19">
                  <c:v>44652</c:v>
                </c:pt>
                <c:pt idx="20">
                  <c:v>44659</c:v>
                </c:pt>
                <c:pt idx="21">
                  <c:v>44666</c:v>
                </c:pt>
                <c:pt idx="22">
                  <c:v>44673</c:v>
                </c:pt>
                <c:pt idx="23">
                  <c:v>44680</c:v>
                </c:pt>
                <c:pt idx="24">
                  <c:v>44687</c:v>
                </c:pt>
                <c:pt idx="25">
                  <c:v>44694</c:v>
                </c:pt>
                <c:pt idx="26">
                  <c:v>44701</c:v>
                </c:pt>
                <c:pt idx="27">
                  <c:v>44708</c:v>
                </c:pt>
                <c:pt idx="28">
                  <c:v>44715</c:v>
                </c:pt>
                <c:pt idx="29">
                  <c:v>44722</c:v>
                </c:pt>
                <c:pt idx="30">
                  <c:v>44729</c:v>
                </c:pt>
                <c:pt idx="31">
                  <c:v>44736</c:v>
                </c:pt>
                <c:pt idx="32">
                  <c:v>44743</c:v>
                </c:pt>
                <c:pt idx="33">
                  <c:v>44750</c:v>
                </c:pt>
                <c:pt idx="34">
                  <c:v>44757</c:v>
                </c:pt>
                <c:pt idx="35">
                  <c:v>44764</c:v>
                </c:pt>
                <c:pt idx="36">
                  <c:v>44771</c:v>
                </c:pt>
                <c:pt idx="37">
                  <c:v>44778</c:v>
                </c:pt>
                <c:pt idx="38">
                  <c:v>44785</c:v>
                </c:pt>
                <c:pt idx="39">
                  <c:v>44792</c:v>
                </c:pt>
                <c:pt idx="40">
                  <c:v>44799</c:v>
                </c:pt>
                <c:pt idx="41">
                  <c:v>44806</c:v>
                </c:pt>
                <c:pt idx="42">
                  <c:v>44813</c:v>
                </c:pt>
                <c:pt idx="43">
                  <c:v>44820</c:v>
                </c:pt>
                <c:pt idx="44">
                  <c:v>44827</c:v>
                </c:pt>
                <c:pt idx="45">
                  <c:v>44834</c:v>
                </c:pt>
                <c:pt idx="46">
                  <c:v>44841</c:v>
                </c:pt>
                <c:pt idx="47">
                  <c:v>44848</c:v>
                </c:pt>
                <c:pt idx="48">
                  <c:v>44855</c:v>
                </c:pt>
                <c:pt idx="49">
                  <c:v>44862</c:v>
                </c:pt>
                <c:pt idx="50">
                  <c:v>44869</c:v>
                </c:pt>
                <c:pt idx="51">
                  <c:v>44876</c:v>
                </c:pt>
                <c:pt idx="52">
                  <c:v>44883</c:v>
                </c:pt>
                <c:pt idx="53">
                  <c:v>44890</c:v>
                </c:pt>
                <c:pt idx="54">
                  <c:v>44897</c:v>
                </c:pt>
                <c:pt idx="55">
                  <c:v>44904</c:v>
                </c:pt>
                <c:pt idx="56">
                  <c:v>44911</c:v>
                </c:pt>
                <c:pt idx="57">
                  <c:v>44918</c:v>
                </c:pt>
                <c:pt idx="58">
                  <c:v>44925</c:v>
                </c:pt>
                <c:pt idx="59">
                  <c:v>44932</c:v>
                </c:pt>
                <c:pt idx="60">
                  <c:v>44939</c:v>
                </c:pt>
                <c:pt idx="61">
                  <c:v>44946</c:v>
                </c:pt>
                <c:pt idx="62">
                  <c:v>44953</c:v>
                </c:pt>
                <c:pt idx="63">
                  <c:v>44960</c:v>
                </c:pt>
                <c:pt idx="64">
                  <c:v>44967</c:v>
                </c:pt>
                <c:pt idx="65">
                  <c:v>44974</c:v>
                </c:pt>
                <c:pt idx="66">
                  <c:v>44981</c:v>
                </c:pt>
                <c:pt idx="67">
                  <c:v>44988</c:v>
                </c:pt>
                <c:pt idx="68">
                  <c:v>44995</c:v>
                </c:pt>
                <c:pt idx="69">
                  <c:v>45002</c:v>
                </c:pt>
                <c:pt idx="70">
                  <c:v>45009</c:v>
                </c:pt>
                <c:pt idx="71">
                  <c:v>45016</c:v>
                </c:pt>
                <c:pt idx="72">
                  <c:v>45023</c:v>
                </c:pt>
                <c:pt idx="73">
                  <c:v>45030</c:v>
                </c:pt>
                <c:pt idx="74">
                  <c:v>45037</c:v>
                </c:pt>
                <c:pt idx="75">
                  <c:v>45044</c:v>
                </c:pt>
                <c:pt idx="76">
                  <c:v>45051</c:v>
                </c:pt>
                <c:pt idx="77">
                  <c:v>45058</c:v>
                </c:pt>
                <c:pt idx="78">
                  <c:v>45065</c:v>
                </c:pt>
                <c:pt idx="79">
                  <c:v>45072</c:v>
                </c:pt>
                <c:pt idx="80">
                  <c:v>45079</c:v>
                </c:pt>
                <c:pt idx="81">
                  <c:v>45086</c:v>
                </c:pt>
                <c:pt idx="82">
                  <c:v>45093</c:v>
                </c:pt>
                <c:pt idx="83">
                  <c:v>45100</c:v>
                </c:pt>
                <c:pt idx="84">
                  <c:v>45107</c:v>
                </c:pt>
                <c:pt idx="85">
                  <c:v>45114</c:v>
                </c:pt>
                <c:pt idx="86">
                  <c:v>45121</c:v>
                </c:pt>
                <c:pt idx="87">
                  <c:v>45128</c:v>
                </c:pt>
                <c:pt idx="88">
                  <c:v>45135</c:v>
                </c:pt>
                <c:pt idx="89">
                  <c:v>45142</c:v>
                </c:pt>
                <c:pt idx="90">
                  <c:v>45149</c:v>
                </c:pt>
                <c:pt idx="91">
                  <c:v>45156</c:v>
                </c:pt>
                <c:pt idx="92">
                  <c:v>45163</c:v>
                </c:pt>
                <c:pt idx="93">
                  <c:v>45170</c:v>
                </c:pt>
                <c:pt idx="94">
                  <c:v>45177</c:v>
                </c:pt>
                <c:pt idx="95">
                  <c:v>45184</c:v>
                </c:pt>
                <c:pt idx="96">
                  <c:v>45191</c:v>
                </c:pt>
                <c:pt idx="97">
                  <c:v>45198</c:v>
                </c:pt>
                <c:pt idx="98">
                  <c:v>45205</c:v>
                </c:pt>
                <c:pt idx="99">
                  <c:v>45212</c:v>
                </c:pt>
                <c:pt idx="100">
                  <c:v>45219</c:v>
                </c:pt>
                <c:pt idx="101">
                  <c:v>45226</c:v>
                </c:pt>
                <c:pt idx="102">
                  <c:v>45233</c:v>
                </c:pt>
                <c:pt idx="103">
                  <c:v>45240</c:v>
                </c:pt>
                <c:pt idx="104">
                  <c:v>45247</c:v>
                </c:pt>
                <c:pt idx="105">
                  <c:v>45254</c:v>
                </c:pt>
                <c:pt idx="106">
                  <c:v>45261</c:v>
                </c:pt>
                <c:pt idx="107">
                  <c:v>45268</c:v>
                </c:pt>
                <c:pt idx="108">
                  <c:v>45275</c:v>
                </c:pt>
                <c:pt idx="109">
                  <c:v>45282</c:v>
                </c:pt>
                <c:pt idx="110">
                  <c:v>45289</c:v>
                </c:pt>
                <c:pt idx="111">
                  <c:v>45296</c:v>
                </c:pt>
                <c:pt idx="112">
                  <c:v>45303</c:v>
                </c:pt>
                <c:pt idx="113">
                  <c:v>45310</c:v>
                </c:pt>
                <c:pt idx="114">
                  <c:v>45317</c:v>
                </c:pt>
                <c:pt idx="115">
                  <c:v>45324</c:v>
                </c:pt>
                <c:pt idx="116">
                  <c:v>45331</c:v>
                </c:pt>
                <c:pt idx="117">
                  <c:v>45338</c:v>
                </c:pt>
                <c:pt idx="118">
                  <c:v>45345</c:v>
                </c:pt>
                <c:pt idx="119">
                  <c:v>45352</c:v>
                </c:pt>
                <c:pt idx="120">
                  <c:v>45359</c:v>
                </c:pt>
                <c:pt idx="121">
                  <c:v>45366</c:v>
                </c:pt>
                <c:pt idx="122">
                  <c:v>45373</c:v>
                </c:pt>
                <c:pt idx="123">
                  <c:v>45380</c:v>
                </c:pt>
                <c:pt idx="124">
                  <c:v>45387</c:v>
                </c:pt>
                <c:pt idx="125">
                  <c:v>45394</c:v>
                </c:pt>
                <c:pt idx="126">
                  <c:v>45401</c:v>
                </c:pt>
                <c:pt idx="127">
                  <c:v>45408</c:v>
                </c:pt>
                <c:pt idx="128">
                  <c:v>45415</c:v>
                </c:pt>
                <c:pt idx="129">
                  <c:v>45422</c:v>
                </c:pt>
                <c:pt idx="130">
                  <c:v>45429</c:v>
                </c:pt>
                <c:pt idx="131">
                  <c:v>45436</c:v>
                </c:pt>
                <c:pt idx="132">
                  <c:v>45443</c:v>
                </c:pt>
                <c:pt idx="133">
                  <c:v>45450</c:v>
                </c:pt>
                <c:pt idx="134">
                  <c:v>45457</c:v>
                </c:pt>
                <c:pt idx="135">
                  <c:v>45464</c:v>
                </c:pt>
                <c:pt idx="136">
                  <c:v>45471</c:v>
                </c:pt>
                <c:pt idx="137">
                  <c:v>45478</c:v>
                </c:pt>
                <c:pt idx="138">
                  <c:v>45485</c:v>
                </c:pt>
                <c:pt idx="139">
                  <c:v>45492</c:v>
                </c:pt>
                <c:pt idx="140">
                  <c:v>45499</c:v>
                </c:pt>
                <c:pt idx="141">
                  <c:v>45506</c:v>
                </c:pt>
                <c:pt idx="142">
                  <c:v>45513</c:v>
                </c:pt>
                <c:pt idx="143">
                  <c:v>45520</c:v>
                </c:pt>
                <c:pt idx="144">
                  <c:v>45527</c:v>
                </c:pt>
                <c:pt idx="145">
                  <c:v>45534</c:v>
                </c:pt>
                <c:pt idx="146">
                  <c:v>45541</c:v>
                </c:pt>
                <c:pt idx="147">
                  <c:v>45548</c:v>
                </c:pt>
                <c:pt idx="148">
                  <c:v>45555</c:v>
                </c:pt>
                <c:pt idx="149">
                  <c:v>45562</c:v>
                </c:pt>
                <c:pt idx="150">
                  <c:v>45569</c:v>
                </c:pt>
                <c:pt idx="151">
                  <c:v>45576</c:v>
                </c:pt>
                <c:pt idx="152">
                  <c:v>45583</c:v>
                </c:pt>
                <c:pt idx="153">
                  <c:v>45590</c:v>
                </c:pt>
                <c:pt idx="154">
                  <c:v>45597</c:v>
                </c:pt>
                <c:pt idx="155">
                  <c:v>45604</c:v>
                </c:pt>
                <c:pt idx="156">
                  <c:v>45611</c:v>
                </c:pt>
                <c:pt idx="157">
                  <c:v>45618</c:v>
                </c:pt>
                <c:pt idx="158">
                  <c:v>45625</c:v>
                </c:pt>
                <c:pt idx="159">
                  <c:v>45632</c:v>
                </c:pt>
                <c:pt idx="160">
                  <c:v>45639</c:v>
                </c:pt>
                <c:pt idx="161">
                  <c:v>45646</c:v>
                </c:pt>
                <c:pt idx="162">
                  <c:v>45653</c:v>
                </c:pt>
                <c:pt idx="163">
                  <c:v>45660</c:v>
                </c:pt>
                <c:pt idx="164">
                  <c:v>45667</c:v>
                </c:pt>
                <c:pt idx="165">
                  <c:v>45674</c:v>
                </c:pt>
                <c:pt idx="166">
                  <c:v>45681</c:v>
                </c:pt>
                <c:pt idx="167">
                  <c:v>45688</c:v>
                </c:pt>
                <c:pt idx="168">
                  <c:v>45695</c:v>
                </c:pt>
                <c:pt idx="169">
                  <c:v>45702</c:v>
                </c:pt>
                <c:pt idx="170">
                  <c:v>45709</c:v>
                </c:pt>
                <c:pt idx="171">
                  <c:v>45716</c:v>
                </c:pt>
                <c:pt idx="172">
                  <c:v>45723</c:v>
                </c:pt>
                <c:pt idx="173">
                  <c:v>45730</c:v>
                </c:pt>
                <c:pt idx="174">
                  <c:v>45737</c:v>
                </c:pt>
                <c:pt idx="175">
                  <c:v>45744</c:v>
                </c:pt>
                <c:pt idx="176">
                  <c:v>45751</c:v>
                </c:pt>
                <c:pt idx="177">
                  <c:v>45758</c:v>
                </c:pt>
                <c:pt idx="178">
                  <c:v>45765</c:v>
                </c:pt>
                <c:pt idx="179">
                  <c:v>45772</c:v>
                </c:pt>
                <c:pt idx="180">
                  <c:v>45779</c:v>
                </c:pt>
                <c:pt idx="181">
                  <c:v>45786</c:v>
                </c:pt>
                <c:pt idx="182">
                  <c:v>45793</c:v>
                </c:pt>
                <c:pt idx="183">
                  <c:v>45800</c:v>
                </c:pt>
                <c:pt idx="184">
                  <c:v>45807</c:v>
                </c:pt>
                <c:pt idx="185">
                  <c:v>45814</c:v>
                </c:pt>
                <c:pt idx="186">
                  <c:v>45821</c:v>
                </c:pt>
                <c:pt idx="187">
                  <c:v>45828</c:v>
                </c:pt>
                <c:pt idx="188">
                  <c:v>45835</c:v>
                </c:pt>
                <c:pt idx="189">
                  <c:v>45842</c:v>
                </c:pt>
                <c:pt idx="190">
                  <c:v>45849</c:v>
                </c:pt>
                <c:pt idx="191">
                  <c:v>45856</c:v>
                </c:pt>
                <c:pt idx="192">
                  <c:v>45863</c:v>
                </c:pt>
                <c:pt idx="193">
                  <c:v>45870</c:v>
                </c:pt>
                <c:pt idx="194">
                  <c:v>45877</c:v>
                </c:pt>
                <c:pt idx="195">
                  <c:v>45884</c:v>
                </c:pt>
                <c:pt idx="196">
                  <c:v>45891</c:v>
                </c:pt>
                <c:pt idx="197">
                  <c:v>45898</c:v>
                </c:pt>
                <c:pt idx="198">
                  <c:v>45905</c:v>
                </c:pt>
                <c:pt idx="199">
                  <c:v>45912</c:v>
                </c:pt>
                <c:pt idx="200">
                  <c:v>45919</c:v>
                </c:pt>
                <c:pt idx="201">
                  <c:v>45926</c:v>
                </c:pt>
                <c:pt idx="202">
                  <c:v>45933</c:v>
                </c:pt>
                <c:pt idx="203">
                  <c:v>45940</c:v>
                </c:pt>
                <c:pt idx="204">
                  <c:v>45947</c:v>
                </c:pt>
                <c:pt idx="205">
                  <c:v>45954</c:v>
                </c:pt>
                <c:pt idx="206">
                  <c:v>45961</c:v>
                </c:pt>
                <c:pt idx="207">
                  <c:v>45968</c:v>
                </c:pt>
                <c:pt idx="208">
                  <c:v>45975</c:v>
                </c:pt>
                <c:pt idx="209">
                  <c:v>45982</c:v>
                </c:pt>
                <c:pt idx="210">
                  <c:v>45989</c:v>
                </c:pt>
                <c:pt idx="211">
                  <c:v>45996</c:v>
                </c:pt>
                <c:pt idx="212">
                  <c:v>46003</c:v>
                </c:pt>
                <c:pt idx="213">
                  <c:v>46010</c:v>
                </c:pt>
                <c:pt idx="214">
                  <c:v>46017</c:v>
                </c:pt>
                <c:pt idx="215">
                  <c:v>46024</c:v>
                </c:pt>
                <c:pt idx="216">
                  <c:v>46031</c:v>
                </c:pt>
                <c:pt idx="217">
                  <c:v>46038</c:v>
                </c:pt>
                <c:pt idx="218">
                  <c:v>46045</c:v>
                </c:pt>
                <c:pt idx="219">
                  <c:v>46052</c:v>
                </c:pt>
                <c:pt idx="220">
                  <c:v>46059</c:v>
                </c:pt>
                <c:pt idx="221">
                  <c:v>46066</c:v>
                </c:pt>
                <c:pt idx="222">
                  <c:v>46073</c:v>
                </c:pt>
                <c:pt idx="223">
                  <c:v>46080</c:v>
                </c:pt>
                <c:pt idx="224">
                  <c:v>46087</c:v>
                </c:pt>
                <c:pt idx="225">
                  <c:v>46094</c:v>
                </c:pt>
                <c:pt idx="226">
                  <c:v>46101</c:v>
                </c:pt>
                <c:pt idx="227">
                  <c:v>46108</c:v>
                </c:pt>
                <c:pt idx="228">
                  <c:v>46115</c:v>
                </c:pt>
                <c:pt idx="229">
                  <c:v>46122</c:v>
                </c:pt>
                <c:pt idx="230">
                  <c:v>46129</c:v>
                </c:pt>
                <c:pt idx="231">
                  <c:v>46136</c:v>
                </c:pt>
                <c:pt idx="232">
                  <c:v>46143</c:v>
                </c:pt>
                <c:pt idx="233">
                  <c:v>46150</c:v>
                </c:pt>
                <c:pt idx="234">
                  <c:v>46157</c:v>
                </c:pt>
                <c:pt idx="235">
                  <c:v>46164</c:v>
                </c:pt>
                <c:pt idx="236">
                  <c:v>46171</c:v>
                </c:pt>
                <c:pt idx="237">
                  <c:v>46178</c:v>
                </c:pt>
                <c:pt idx="238">
                  <c:v>46185</c:v>
                </c:pt>
                <c:pt idx="239">
                  <c:v>46192</c:v>
                </c:pt>
                <c:pt idx="240">
                  <c:v>46199</c:v>
                </c:pt>
                <c:pt idx="241">
                  <c:v>46206</c:v>
                </c:pt>
                <c:pt idx="242">
                  <c:v>46213</c:v>
                </c:pt>
                <c:pt idx="243">
                  <c:v>46220</c:v>
                </c:pt>
                <c:pt idx="244">
                  <c:v>46227</c:v>
                </c:pt>
                <c:pt idx="245">
                  <c:v>46234</c:v>
                </c:pt>
                <c:pt idx="246">
                  <c:v>46241</c:v>
                </c:pt>
                <c:pt idx="247">
                  <c:v>46248</c:v>
                </c:pt>
                <c:pt idx="248">
                  <c:v>46255</c:v>
                </c:pt>
                <c:pt idx="249">
                  <c:v>46262</c:v>
                </c:pt>
                <c:pt idx="250">
                  <c:v>46269</c:v>
                </c:pt>
                <c:pt idx="251">
                  <c:v>46276</c:v>
                </c:pt>
                <c:pt idx="252">
                  <c:v>46283</c:v>
                </c:pt>
              </c:numCache>
            </c:numRef>
          </c:cat>
          <c:val>
            <c:numRef>
              <c:f>Sheet1!$E$2:$E$254</c:f>
              <c:numCache>
                <c:formatCode>General</c:formatCode>
                <c:ptCount val="253"/>
                <c:pt idx="0">
                  <c:v>8.3650064911118172</c:v>
                </c:pt>
                <c:pt idx="1">
                  <c:v>8.3650064911118172</c:v>
                </c:pt>
                <c:pt idx="2">
                  <c:v>8.3650064911118172</c:v>
                </c:pt>
                <c:pt idx="3">
                  <c:v>8.3650064911118172</c:v>
                </c:pt>
                <c:pt idx="4">
                  <c:v>8.3650064911118172</c:v>
                </c:pt>
                <c:pt idx="5">
                  <c:v>8.3650064911118172</c:v>
                </c:pt>
                <c:pt idx="6">
                  <c:v>8.3650064911118172</c:v>
                </c:pt>
                <c:pt idx="7">
                  <c:v>8.3650064911118172</c:v>
                </c:pt>
                <c:pt idx="8">
                  <c:v>8.3650064911118172</c:v>
                </c:pt>
                <c:pt idx="9">
                  <c:v>8.3650064911118172</c:v>
                </c:pt>
                <c:pt idx="10">
                  <c:v>8.3650064911118172</c:v>
                </c:pt>
                <c:pt idx="11">
                  <c:v>8.3650064911118172</c:v>
                </c:pt>
                <c:pt idx="12">
                  <c:v>8.3650064911118172</c:v>
                </c:pt>
                <c:pt idx="13">
                  <c:v>8.3650064911118172</c:v>
                </c:pt>
                <c:pt idx="14">
                  <c:v>8.3650064911118172</c:v>
                </c:pt>
                <c:pt idx="15">
                  <c:v>8.3650064911118172</c:v>
                </c:pt>
                <c:pt idx="16">
                  <c:v>8.3650064911118172</c:v>
                </c:pt>
                <c:pt idx="17">
                  <c:v>8.3650064911118172</c:v>
                </c:pt>
                <c:pt idx="18">
                  <c:v>8.3650064911118172</c:v>
                </c:pt>
                <c:pt idx="19">
                  <c:v>8.3650064911118172</c:v>
                </c:pt>
                <c:pt idx="20">
                  <c:v>8.3650064911118172</c:v>
                </c:pt>
                <c:pt idx="21">
                  <c:v>8.3650064911118172</c:v>
                </c:pt>
                <c:pt idx="22">
                  <c:v>8.3650064911118172</c:v>
                </c:pt>
                <c:pt idx="23">
                  <c:v>8.3650064911118172</c:v>
                </c:pt>
                <c:pt idx="24">
                  <c:v>8.3650064911118172</c:v>
                </c:pt>
                <c:pt idx="25">
                  <c:v>8.3650064911118172</c:v>
                </c:pt>
                <c:pt idx="26">
                  <c:v>8.3650064911118172</c:v>
                </c:pt>
                <c:pt idx="27">
                  <c:v>8.3650064911118172</c:v>
                </c:pt>
                <c:pt idx="28">
                  <c:v>8.3650064911118172</c:v>
                </c:pt>
                <c:pt idx="29">
                  <c:v>8.3650064911118172</c:v>
                </c:pt>
                <c:pt idx="30">
                  <c:v>8.3650064911118172</c:v>
                </c:pt>
                <c:pt idx="31">
                  <c:v>8.3650064911118172</c:v>
                </c:pt>
                <c:pt idx="32">
                  <c:v>8.3650064911118172</c:v>
                </c:pt>
                <c:pt idx="33">
                  <c:v>8.3650064911118172</c:v>
                </c:pt>
                <c:pt idx="34">
                  <c:v>8.3650064911118172</c:v>
                </c:pt>
                <c:pt idx="35">
                  <c:v>8.3650064911118172</c:v>
                </c:pt>
                <c:pt idx="36">
                  <c:v>8.3650064911118172</c:v>
                </c:pt>
                <c:pt idx="37">
                  <c:v>8.3650064911118172</c:v>
                </c:pt>
                <c:pt idx="38">
                  <c:v>8.3650064911118172</c:v>
                </c:pt>
                <c:pt idx="39">
                  <c:v>8.3650064911118172</c:v>
                </c:pt>
                <c:pt idx="40">
                  <c:v>8.3650064911118172</c:v>
                </c:pt>
                <c:pt idx="41">
                  <c:v>8.3650064911118172</c:v>
                </c:pt>
                <c:pt idx="42">
                  <c:v>8.3650064911118172</c:v>
                </c:pt>
                <c:pt idx="43">
                  <c:v>8.3650064911118172</c:v>
                </c:pt>
                <c:pt idx="44">
                  <c:v>8.3650064911118172</c:v>
                </c:pt>
                <c:pt idx="45">
                  <c:v>8.3650064911118172</c:v>
                </c:pt>
                <c:pt idx="46">
                  <c:v>8.3650064911118172</c:v>
                </c:pt>
                <c:pt idx="47">
                  <c:v>8.3650064911118172</c:v>
                </c:pt>
                <c:pt idx="48">
                  <c:v>8.3650064911118172</c:v>
                </c:pt>
                <c:pt idx="49">
                  <c:v>8.3650064911118172</c:v>
                </c:pt>
                <c:pt idx="50">
                  <c:v>8.3650064911118172</c:v>
                </c:pt>
                <c:pt idx="51">
                  <c:v>8.3650064911118172</c:v>
                </c:pt>
                <c:pt idx="52">
                  <c:v>8.3650064911118172</c:v>
                </c:pt>
                <c:pt idx="53">
                  <c:v>8.3650064911118172</c:v>
                </c:pt>
                <c:pt idx="54">
                  <c:v>8.3650064911118172</c:v>
                </c:pt>
                <c:pt idx="55">
                  <c:v>8.3650064911118172</c:v>
                </c:pt>
                <c:pt idx="56">
                  <c:v>8.3650064911118172</c:v>
                </c:pt>
                <c:pt idx="57">
                  <c:v>8.3650064911118172</c:v>
                </c:pt>
                <c:pt idx="58">
                  <c:v>8.3650064911118172</c:v>
                </c:pt>
                <c:pt idx="59">
                  <c:v>8.3650064911118172</c:v>
                </c:pt>
                <c:pt idx="60">
                  <c:v>8.3650064911118172</c:v>
                </c:pt>
                <c:pt idx="61">
                  <c:v>8.3650064911118172</c:v>
                </c:pt>
                <c:pt idx="62">
                  <c:v>8.3650064911118172</c:v>
                </c:pt>
                <c:pt idx="63">
                  <c:v>8.3650064911118172</c:v>
                </c:pt>
                <c:pt idx="64">
                  <c:v>8.3650064911118172</c:v>
                </c:pt>
                <c:pt idx="65">
                  <c:v>8.3650064911118172</c:v>
                </c:pt>
                <c:pt idx="66">
                  <c:v>8.3650064911118172</c:v>
                </c:pt>
                <c:pt idx="67">
                  <c:v>8.3650064911118172</c:v>
                </c:pt>
                <c:pt idx="68">
                  <c:v>8.3650064911118172</c:v>
                </c:pt>
                <c:pt idx="69">
                  <c:v>8.3650064911118172</c:v>
                </c:pt>
                <c:pt idx="70">
                  <c:v>8.3650064911118172</c:v>
                </c:pt>
                <c:pt idx="71">
                  <c:v>8.3650064911118172</c:v>
                </c:pt>
                <c:pt idx="72">
                  <c:v>8.3650064911118172</c:v>
                </c:pt>
                <c:pt idx="73">
                  <c:v>8.3650064911118172</c:v>
                </c:pt>
                <c:pt idx="74">
                  <c:v>8.3650064911118172</c:v>
                </c:pt>
                <c:pt idx="75">
                  <c:v>8.3650064911118172</c:v>
                </c:pt>
                <c:pt idx="76">
                  <c:v>8.3650064911118172</c:v>
                </c:pt>
                <c:pt idx="77">
                  <c:v>8.3650064911118172</c:v>
                </c:pt>
                <c:pt idx="78">
                  <c:v>8.3650064911118172</c:v>
                </c:pt>
                <c:pt idx="79">
                  <c:v>8.3650064911118172</c:v>
                </c:pt>
                <c:pt idx="80">
                  <c:v>8.3650064911118172</c:v>
                </c:pt>
                <c:pt idx="81">
                  <c:v>8.3650064911118172</c:v>
                </c:pt>
                <c:pt idx="82">
                  <c:v>8.3650064911118172</c:v>
                </c:pt>
                <c:pt idx="83">
                  <c:v>8.3650064911118172</c:v>
                </c:pt>
                <c:pt idx="84">
                  <c:v>8.3650064911118172</c:v>
                </c:pt>
                <c:pt idx="85">
                  <c:v>8.3650064911118172</c:v>
                </c:pt>
                <c:pt idx="86">
                  <c:v>8.3650064911118172</c:v>
                </c:pt>
                <c:pt idx="87">
                  <c:v>8.3650064911118172</c:v>
                </c:pt>
                <c:pt idx="88">
                  <c:v>8.3650064911118172</c:v>
                </c:pt>
                <c:pt idx="89">
                  <c:v>8.3650064911118172</c:v>
                </c:pt>
                <c:pt idx="90">
                  <c:v>8.3650064911118172</c:v>
                </c:pt>
                <c:pt idx="91">
                  <c:v>8.3650064911118172</c:v>
                </c:pt>
                <c:pt idx="92">
                  <c:v>8.3650064911118172</c:v>
                </c:pt>
                <c:pt idx="93">
                  <c:v>8.3650064911118172</c:v>
                </c:pt>
                <c:pt idx="94">
                  <c:v>8.3650064911118172</c:v>
                </c:pt>
                <c:pt idx="95">
                  <c:v>8.3650064911118172</c:v>
                </c:pt>
                <c:pt idx="96">
                  <c:v>8.3650064911118172</c:v>
                </c:pt>
                <c:pt idx="97">
                  <c:v>8.3650064911118172</c:v>
                </c:pt>
                <c:pt idx="98">
                  <c:v>8.3650064911118172</c:v>
                </c:pt>
                <c:pt idx="99">
                  <c:v>8.3650064911118172</c:v>
                </c:pt>
                <c:pt idx="100">
                  <c:v>8.3650064911118172</c:v>
                </c:pt>
                <c:pt idx="101">
                  <c:v>8.3650064911118172</c:v>
                </c:pt>
                <c:pt idx="102">
                  <c:v>8.3650064911118172</c:v>
                </c:pt>
                <c:pt idx="103">
                  <c:v>8.3650064911118172</c:v>
                </c:pt>
                <c:pt idx="104">
                  <c:v>8.3650064911118172</c:v>
                </c:pt>
                <c:pt idx="105">
                  <c:v>8.3650064911118172</c:v>
                </c:pt>
                <c:pt idx="106">
                  <c:v>8.3650064911118172</c:v>
                </c:pt>
                <c:pt idx="107">
                  <c:v>8.3650064911118172</c:v>
                </c:pt>
                <c:pt idx="108">
                  <c:v>8.3650064911118172</c:v>
                </c:pt>
                <c:pt idx="109">
                  <c:v>8.3650064911118172</c:v>
                </c:pt>
                <c:pt idx="110">
                  <c:v>8.3650064911118172</c:v>
                </c:pt>
                <c:pt idx="111">
                  <c:v>8.3650064911118172</c:v>
                </c:pt>
                <c:pt idx="112">
                  <c:v>8.3650064911118172</c:v>
                </c:pt>
                <c:pt idx="113">
                  <c:v>8.3650064911118172</c:v>
                </c:pt>
                <c:pt idx="114">
                  <c:v>8.3650064911118172</c:v>
                </c:pt>
                <c:pt idx="115">
                  <c:v>8.3650064911118172</c:v>
                </c:pt>
                <c:pt idx="116">
                  <c:v>8.3650064911118172</c:v>
                </c:pt>
                <c:pt idx="117">
                  <c:v>8.3650064911118172</c:v>
                </c:pt>
                <c:pt idx="118">
                  <c:v>8.3650064911118172</c:v>
                </c:pt>
                <c:pt idx="119">
                  <c:v>8.3650064911118172</c:v>
                </c:pt>
                <c:pt idx="120">
                  <c:v>8.3650064911118172</c:v>
                </c:pt>
                <c:pt idx="121">
                  <c:v>8.3650064911118172</c:v>
                </c:pt>
                <c:pt idx="122">
                  <c:v>8.3650064911118172</c:v>
                </c:pt>
                <c:pt idx="123">
                  <c:v>8.3650064911118172</c:v>
                </c:pt>
                <c:pt idx="124">
                  <c:v>8.3650064911118172</c:v>
                </c:pt>
                <c:pt idx="125">
                  <c:v>8.3650064911118172</c:v>
                </c:pt>
                <c:pt idx="126">
                  <c:v>8.3650064911118172</c:v>
                </c:pt>
                <c:pt idx="127">
                  <c:v>8.3650064911118172</c:v>
                </c:pt>
                <c:pt idx="128">
                  <c:v>8.3650064911118172</c:v>
                </c:pt>
                <c:pt idx="129">
                  <c:v>8.3650064911118172</c:v>
                </c:pt>
                <c:pt idx="130">
                  <c:v>8.3650064911118172</c:v>
                </c:pt>
                <c:pt idx="131">
                  <c:v>8.3650064911118172</c:v>
                </c:pt>
                <c:pt idx="132">
                  <c:v>8.3650064911118172</c:v>
                </c:pt>
                <c:pt idx="133">
                  <c:v>8.3650064911118172</c:v>
                </c:pt>
                <c:pt idx="134">
                  <c:v>8.3650064911118172</c:v>
                </c:pt>
                <c:pt idx="135">
                  <c:v>8.3650064911118172</c:v>
                </c:pt>
                <c:pt idx="136">
                  <c:v>8.3650064911118172</c:v>
                </c:pt>
                <c:pt idx="137">
                  <c:v>8.3650064911118172</c:v>
                </c:pt>
                <c:pt idx="138">
                  <c:v>8.3650064911118172</c:v>
                </c:pt>
                <c:pt idx="139">
                  <c:v>8.3650064911118172</c:v>
                </c:pt>
                <c:pt idx="140">
                  <c:v>8.3650064911118172</c:v>
                </c:pt>
                <c:pt idx="141">
                  <c:v>8.3650064911118172</c:v>
                </c:pt>
                <c:pt idx="142">
                  <c:v>8.3650064911118172</c:v>
                </c:pt>
                <c:pt idx="143">
                  <c:v>8.3650064911118172</c:v>
                </c:pt>
                <c:pt idx="144">
                  <c:v>8.3650064911118172</c:v>
                </c:pt>
                <c:pt idx="145">
                  <c:v>8.3650064911118172</c:v>
                </c:pt>
                <c:pt idx="146">
                  <c:v>8.3650064911118172</c:v>
                </c:pt>
                <c:pt idx="147">
                  <c:v>8.3650064911118172</c:v>
                </c:pt>
                <c:pt idx="148">
                  <c:v>8.3650064911118172</c:v>
                </c:pt>
                <c:pt idx="149">
                  <c:v>8.3650064911118172</c:v>
                </c:pt>
                <c:pt idx="150">
                  <c:v>8.3650064911118172</c:v>
                </c:pt>
                <c:pt idx="151">
                  <c:v>8.3650064911118172</c:v>
                </c:pt>
                <c:pt idx="152">
                  <c:v>8.3650064911118172</c:v>
                </c:pt>
                <c:pt idx="153">
                  <c:v>8.3650064911118172</c:v>
                </c:pt>
                <c:pt idx="154">
                  <c:v>8.3650064911118172</c:v>
                </c:pt>
                <c:pt idx="155">
                  <c:v>8.3650064911118172</c:v>
                </c:pt>
                <c:pt idx="156">
                  <c:v>8.3650064911118172</c:v>
                </c:pt>
                <c:pt idx="157">
                  <c:v>8.3650064911118172</c:v>
                </c:pt>
                <c:pt idx="158">
                  <c:v>8.3650064911118172</c:v>
                </c:pt>
                <c:pt idx="159">
                  <c:v>8.3650064911118172</c:v>
                </c:pt>
                <c:pt idx="160">
                  <c:v>8.3650064911118172</c:v>
                </c:pt>
                <c:pt idx="161">
                  <c:v>8.3650064911118172</c:v>
                </c:pt>
                <c:pt idx="162">
                  <c:v>8.3650064911118172</c:v>
                </c:pt>
                <c:pt idx="163">
                  <c:v>8.3650064911118172</c:v>
                </c:pt>
                <c:pt idx="164">
                  <c:v>8.3650064911118172</c:v>
                </c:pt>
                <c:pt idx="165">
                  <c:v>8.3650064911118172</c:v>
                </c:pt>
                <c:pt idx="166">
                  <c:v>8.3650064911118172</c:v>
                </c:pt>
                <c:pt idx="167">
                  <c:v>8.3650064911118172</c:v>
                </c:pt>
                <c:pt idx="168">
                  <c:v>8.3650064911118172</c:v>
                </c:pt>
                <c:pt idx="169">
                  <c:v>8.3650064911118172</c:v>
                </c:pt>
                <c:pt idx="170">
                  <c:v>8.3650064911118172</c:v>
                </c:pt>
                <c:pt idx="171">
                  <c:v>8.3650064911118172</c:v>
                </c:pt>
                <c:pt idx="172">
                  <c:v>8.3650064911118172</c:v>
                </c:pt>
                <c:pt idx="173">
                  <c:v>8.3650064911118172</c:v>
                </c:pt>
                <c:pt idx="174">
                  <c:v>8.3650064911118172</c:v>
                </c:pt>
                <c:pt idx="175">
                  <c:v>8.3650064911118172</c:v>
                </c:pt>
                <c:pt idx="176">
                  <c:v>8.3650064911118172</c:v>
                </c:pt>
                <c:pt idx="177">
                  <c:v>8.3650064911118172</c:v>
                </c:pt>
                <c:pt idx="178">
                  <c:v>8.3650064911118172</c:v>
                </c:pt>
                <c:pt idx="179">
                  <c:v>8.3650064911118172</c:v>
                </c:pt>
                <c:pt idx="180">
                  <c:v>8.3650064911118172</c:v>
                </c:pt>
                <c:pt idx="181">
                  <c:v>8.3650064911118172</c:v>
                </c:pt>
                <c:pt idx="182">
                  <c:v>8.3650064911118172</c:v>
                </c:pt>
                <c:pt idx="183">
                  <c:v>8.3650064911118172</c:v>
                </c:pt>
                <c:pt idx="184">
                  <c:v>8.3650064911118172</c:v>
                </c:pt>
                <c:pt idx="185">
                  <c:v>8.3650064911118172</c:v>
                </c:pt>
                <c:pt idx="186">
                  <c:v>8.3650064911118172</c:v>
                </c:pt>
                <c:pt idx="187">
                  <c:v>8.3650064911118172</c:v>
                </c:pt>
                <c:pt idx="188">
                  <c:v>8.3650064911118172</c:v>
                </c:pt>
                <c:pt idx="189">
                  <c:v>8.3650064911118172</c:v>
                </c:pt>
                <c:pt idx="190">
                  <c:v>8.3650064911118172</c:v>
                </c:pt>
                <c:pt idx="191">
                  <c:v>8.3650064911118172</c:v>
                </c:pt>
                <c:pt idx="192">
                  <c:v>8.3650064911118172</c:v>
                </c:pt>
                <c:pt idx="193">
                  <c:v>8.3650064911118172</c:v>
                </c:pt>
                <c:pt idx="194">
                  <c:v>8.3650064911118172</c:v>
                </c:pt>
                <c:pt idx="195">
                  <c:v>8.3650064911118172</c:v>
                </c:pt>
                <c:pt idx="196">
                  <c:v>8.3650064911118172</c:v>
                </c:pt>
                <c:pt idx="197">
                  <c:v>8.3650064911118172</c:v>
                </c:pt>
                <c:pt idx="198">
                  <c:v>8.3650064911118172</c:v>
                </c:pt>
                <c:pt idx="199">
                  <c:v>8.3650064911118172</c:v>
                </c:pt>
                <c:pt idx="200">
                  <c:v>8.3650064911118172</c:v>
                </c:pt>
                <c:pt idx="201">
                  <c:v>8.3650064911118172</c:v>
                </c:pt>
                <c:pt idx="202">
                  <c:v>8.3650064911118172</c:v>
                </c:pt>
                <c:pt idx="203">
                  <c:v>8.3650064911118172</c:v>
                </c:pt>
                <c:pt idx="204">
                  <c:v>8.3650064911118172</c:v>
                </c:pt>
                <c:pt idx="205">
                  <c:v>8.3650064911118172</c:v>
                </c:pt>
                <c:pt idx="206">
                  <c:v>8.3650064911118172</c:v>
                </c:pt>
                <c:pt idx="207">
                  <c:v>8.3650064911118172</c:v>
                </c:pt>
                <c:pt idx="208">
                  <c:v>8.3650064911118172</c:v>
                </c:pt>
                <c:pt idx="209">
                  <c:v>8.3650064911118172</c:v>
                </c:pt>
                <c:pt idx="210">
                  <c:v>8.3650064911118172</c:v>
                </c:pt>
                <c:pt idx="211">
                  <c:v>8.3650064911118172</c:v>
                </c:pt>
                <c:pt idx="212">
                  <c:v>8.3650064911118172</c:v>
                </c:pt>
                <c:pt idx="213">
                  <c:v>8.3650064911118172</c:v>
                </c:pt>
                <c:pt idx="214">
                  <c:v>8.3650064911118172</c:v>
                </c:pt>
                <c:pt idx="215">
                  <c:v>8.3650064911118172</c:v>
                </c:pt>
                <c:pt idx="216">
                  <c:v>8.3650064911118172</c:v>
                </c:pt>
                <c:pt idx="217">
                  <c:v>8.3650064911118172</c:v>
                </c:pt>
                <c:pt idx="218">
                  <c:v>8.3650064911118172</c:v>
                </c:pt>
                <c:pt idx="219">
                  <c:v>8.3650064911118172</c:v>
                </c:pt>
                <c:pt idx="220">
                  <c:v>8.3650064911118172</c:v>
                </c:pt>
                <c:pt idx="221">
                  <c:v>8.3650064911118172</c:v>
                </c:pt>
                <c:pt idx="222">
                  <c:v>8.3650064911118172</c:v>
                </c:pt>
                <c:pt idx="223">
                  <c:v>8.3650064911118172</c:v>
                </c:pt>
                <c:pt idx="224">
                  <c:v>8.3650064911118172</c:v>
                </c:pt>
                <c:pt idx="225">
                  <c:v>8.3650064911118172</c:v>
                </c:pt>
                <c:pt idx="226">
                  <c:v>8.3650064911118172</c:v>
                </c:pt>
                <c:pt idx="227">
                  <c:v>8.3650064911118172</c:v>
                </c:pt>
                <c:pt idx="228">
                  <c:v>8.3650064911118172</c:v>
                </c:pt>
                <c:pt idx="229">
                  <c:v>8.3650064911118172</c:v>
                </c:pt>
                <c:pt idx="230">
                  <c:v>8.3650064911118172</c:v>
                </c:pt>
                <c:pt idx="231">
                  <c:v>8.3650064911118172</c:v>
                </c:pt>
                <c:pt idx="232">
                  <c:v>8.3650064911118172</c:v>
                </c:pt>
                <c:pt idx="233">
                  <c:v>8.3650064911118172</c:v>
                </c:pt>
                <c:pt idx="234">
                  <c:v>8.3650064911118172</c:v>
                </c:pt>
                <c:pt idx="235">
                  <c:v>8.3650064911118172</c:v>
                </c:pt>
                <c:pt idx="236">
                  <c:v>8.3650064911118172</c:v>
                </c:pt>
                <c:pt idx="237">
                  <c:v>8.3650064911118172</c:v>
                </c:pt>
                <c:pt idx="238">
                  <c:v>8.3650064911118172</c:v>
                </c:pt>
                <c:pt idx="239">
                  <c:v>8.3650064911118172</c:v>
                </c:pt>
                <c:pt idx="240">
                  <c:v>8.3650064911118172</c:v>
                </c:pt>
                <c:pt idx="241">
                  <c:v>8.3650064911118172</c:v>
                </c:pt>
                <c:pt idx="242">
                  <c:v>8.3650064911118172</c:v>
                </c:pt>
                <c:pt idx="243">
                  <c:v>8.3650064911118172</c:v>
                </c:pt>
                <c:pt idx="244">
                  <c:v>8.3650064911118172</c:v>
                </c:pt>
                <c:pt idx="245">
                  <c:v>8.3650064911118172</c:v>
                </c:pt>
                <c:pt idx="246">
                  <c:v>8.3650064911118172</c:v>
                </c:pt>
                <c:pt idx="247">
                  <c:v>8.3650064911118172</c:v>
                </c:pt>
                <c:pt idx="248">
                  <c:v>8.3650064911118172</c:v>
                </c:pt>
                <c:pt idx="249">
                  <c:v>8.3650064911118172</c:v>
                </c:pt>
                <c:pt idx="250">
                  <c:v>8.3650064911118172</c:v>
                </c:pt>
                <c:pt idx="251">
                  <c:v>8.3650064911118172</c:v>
                </c:pt>
                <c:pt idx="252">
                  <c:v>8.3650064911118172</c:v>
                </c:pt>
              </c:numCache>
            </c:numRef>
          </c:val>
          <c:smooth val="1"/>
          <c:extLst>
            <c:ext xmlns:c16="http://schemas.microsoft.com/office/drawing/2014/chart" uri="{C3380CC4-5D6E-409C-BE32-E72D297353CC}">
              <c16:uniqueId val="{00000003-561B-4B66-9F0B-F59A0E17874D}"/>
            </c:ext>
          </c:extLst>
        </c:ser>
        <c:dLbls>
          <c:showLegendKey val="0"/>
          <c:showVal val="0"/>
          <c:showCatName val="0"/>
          <c:showSerName val="0"/>
          <c:showPercent val="0"/>
          <c:showBubbleSize val="0"/>
        </c:dLbls>
        <c:smooth val="0"/>
        <c:axId val="50010001"/>
        <c:axId val="50010002"/>
      </c:lineChart>
      <c:dateAx>
        <c:axId val="50010001"/>
        <c:scaling>
          <c:orientation val="minMax"/>
        </c:scaling>
        <c:delete val="0"/>
        <c:axPos val="b"/>
        <c:numFmt formatCode="yyyy" sourceLinked="0"/>
        <c:majorTickMark val="out"/>
        <c:minorTickMark val="cross"/>
        <c:tickLblPos val="low"/>
        <c:spPr>
          <a:ln w="9525">
            <a:solidFill>
              <a:srgbClr val="D9D9D9"/>
            </a:solidFill>
          </a:ln>
        </c:spPr>
        <c:txPr>
          <a:bodyPr rot="-5400000" vert="horz"/>
          <a:lstStyle/>
          <a:p>
            <a:pPr>
              <a:defRPr sz="900" b="0" baseline="0">
                <a:solidFill>
                  <a:srgbClr val="000000"/>
                </a:solidFill>
                <a:latin typeface="Roboto Light"/>
              </a:defRPr>
            </a:pPr>
            <a:endParaRPr lang="en-US"/>
          </a:p>
        </c:txPr>
        <c:crossAx val="50010002"/>
        <c:crosses val="autoZero"/>
        <c:auto val="1"/>
        <c:lblOffset val="100"/>
        <c:baseTimeUnit val="days"/>
        <c:majorUnit val="1"/>
        <c:majorTimeUnit val="years"/>
      </c:dateAx>
      <c:valAx>
        <c:axId val="50010002"/>
        <c:scaling>
          <c:orientation val="minMax"/>
          <c:min val="5"/>
        </c:scaling>
        <c:delete val="0"/>
        <c:axPos val="l"/>
        <c:majorGridlines>
          <c:spPr>
            <a:ln w="6350">
              <a:solidFill>
                <a:srgbClr val="D9D9D9"/>
              </a:solidFill>
              <a:prstDash val="dash"/>
            </a:ln>
          </c:spPr>
        </c:majorGridlines>
        <c:numFmt formatCode="0" sourceLinked="0"/>
        <c:majorTickMark val="none"/>
        <c:minorTickMark val="cross"/>
        <c:tickLblPos val="nextTo"/>
        <c:spPr>
          <a:ln>
            <a:noFill/>
          </a:ln>
        </c:spPr>
        <c:txPr>
          <a:bodyPr/>
          <a:lstStyle/>
          <a:p>
            <a:pPr>
              <a:defRPr sz="900" b="0" baseline="0">
                <a:solidFill>
                  <a:srgbClr val="000000"/>
                </a:solidFill>
                <a:latin typeface="Roboto Light"/>
              </a:defRPr>
            </a:pPr>
            <a:endParaRPr lang="en-US"/>
          </a:p>
        </c:txPr>
        <c:crossAx val="50010001"/>
        <c:crosses val="autoZero"/>
        <c:crossBetween val="between"/>
      </c:valAx>
      <c:spPr>
        <a:noFill/>
        <a:ln>
          <a:noFill/>
        </a:ln>
      </c:spPr>
    </c:plotArea>
    <c:legend>
      <c:legendPos val="t"/>
      <c:legendEntry>
        <c:idx val="3"/>
        <c:delete val="1"/>
      </c:legendEntry>
      <c:overlay val="0"/>
      <c:txPr>
        <a:bodyPr/>
        <a:lstStyle/>
        <a:p>
          <a:pPr>
            <a:defRPr sz="900" b="0" baseline="0">
              <a:solidFill>
                <a:srgbClr val="000000"/>
              </a:solidFill>
              <a:latin typeface="Roboto Light"/>
            </a:defRPr>
          </a:pPr>
          <a:endParaRPr lang="en-US"/>
        </a:p>
      </c:txPr>
    </c:legend>
    <c:plotVisOnly val="1"/>
    <c:dispBlanksAs val="zero"/>
    <c:showDLblsOverMax val="1"/>
  </c:chart>
  <c:spPr>
    <a:solidFill>
      <a:srgbClr val="FFFFFF"/>
    </a:solidFill>
    <a:ln>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v>Stocks with net foreign buying</c:v>
          </c:tx>
          <c:spPr>
            <a:solidFill>
              <a:schemeClr val="accent1"/>
            </a:solidFill>
            <a:ln>
              <a:noFill/>
            </a:ln>
          </c:spPr>
          <c:invertIfNegative val="0"/>
          <c:dPt>
            <c:idx val="4"/>
            <c:invertIfNegative val="0"/>
            <c:bubble3D val="0"/>
            <c:spPr>
              <a:solidFill>
                <a:schemeClr val="accent3"/>
              </a:solidFill>
              <a:ln>
                <a:noFill/>
              </a:ln>
            </c:spPr>
            <c:extLst>
              <c:ext xmlns:c16="http://schemas.microsoft.com/office/drawing/2014/chart" uri="{C3380CC4-5D6E-409C-BE32-E72D297353CC}">
                <c16:uniqueId val="{00000001-8033-442E-9CB7-6DAB02369708}"/>
              </c:ext>
            </c:extLst>
          </c:dPt>
          <c:dLbls>
            <c:numFmt formatCode="0%" sourceLinked="0"/>
            <c:spPr>
              <a:noFill/>
              <a:ln>
                <a:noFill/>
              </a:ln>
              <a:effectLst/>
            </c:spPr>
            <c:txPr>
              <a:bodyPr/>
              <a:lstStyle/>
              <a:p>
                <a:pPr>
                  <a:defRPr sz="900" b="0" baseline="0">
                    <a:solidFill>
                      <a:srgbClr val="000000"/>
                    </a:solidFill>
                    <a:latin typeface="Roboto Ligh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Smallest 20%</c:v>
                </c:pt>
                <c:pt idx="1">
                  <c:v>2nd</c:v>
                </c:pt>
                <c:pt idx="2">
                  <c:v>3rd</c:v>
                </c:pt>
                <c:pt idx="3">
                  <c:v>4th</c:v>
                </c:pt>
                <c:pt idx="4">
                  <c:v>Largest 20%</c:v>
                </c:pt>
              </c:strCache>
            </c:strRef>
          </c:cat>
          <c:val>
            <c:numRef>
              <c:f>Sheet1!$B$2:$B$6</c:f>
              <c:numCache>
                <c:formatCode>General</c:formatCode>
                <c:ptCount val="5"/>
                <c:pt idx="0">
                  <c:v>0.25778546712802769</c:v>
                </c:pt>
                <c:pt idx="1">
                  <c:v>0.44328097731239091</c:v>
                </c:pt>
                <c:pt idx="2">
                  <c:v>0.49128919860627179</c:v>
                </c:pt>
                <c:pt idx="3">
                  <c:v>0.51832460732984298</c:v>
                </c:pt>
                <c:pt idx="4">
                  <c:v>0.640625</c:v>
                </c:pt>
              </c:numCache>
            </c:numRef>
          </c:val>
          <c:extLst>
            <c:ext xmlns:c16="http://schemas.microsoft.com/office/drawing/2014/chart" uri="{C3380CC4-5D6E-409C-BE32-E72D297353CC}">
              <c16:uniqueId val="{00000002-8033-442E-9CB7-6DAB02369708}"/>
            </c:ext>
          </c:extLst>
        </c:ser>
        <c:dLbls>
          <c:showLegendKey val="0"/>
          <c:showVal val="0"/>
          <c:showCatName val="0"/>
          <c:showSerName val="0"/>
          <c:showPercent val="0"/>
          <c:showBubbleSize val="0"/>
        </c:dLbls>
        <c:gapWidth val="60"/>
        <c:overlap val="-10"/>
        <c:axId val="50010001"/>
        <c:axId val="50010002"/>
      </c:barChart>
      <c:catAx>
        <c:axId val="50010001"/>
        <c:scaling>
          <c:orientation val="minMax"/>
        </c:scaling>
        <c:delete val="0"/>
        <c:axPos val="b"/>
        <c:numFmt formatCode="General" sourceLinked="0"/>
        <c:majorTickMark val="out"/>
        <c:minorTickMark val="cross"/>
        <c:tickLblPos val="low"/>
        <c:spPr>
          <a:ln w="9525">
            <a:solidFill>
              <a:srgbClr val="D9D9D9"/>
            </a:solidFill>
          </a:ln>
        </c:spPr>
        <c:txPr>
          <a:bodyPr/>
          <a:lstStyle/>
          <a:p>
            <a:pPr>
              <a:defRPr sz="900" b="0" baseline="0">
                <a:solidFill>
                  <a:srgbClr val="000000"/>
                </a:solidFill>
                <a:latin typeface="Roboto Light"/>
              </a:defRPr>
            </a:pPr>
            <a:endParaRPr lang="en-US"/>
          </a:p>
        </c:txPr>
        <c:crossAx val="50010002"/>
        <c:crosses val="autoZero"/>
        <c:auto val="1"/>
        <c:lblAlgn val="ctr"/>
        <c:lblOffset val="100"/>
        <c:tickLblSkip val="1"/>
        <c:tickMarkSkip val="1"/>
        <c:noMultiLvlLbl val="1"/>
      </c:catAx>
      <c:valAx>
        <c:axId val="50010002"/>
        <c:scaling>
          <c:orientation val="minMax"/>
          <c:max val="0.73671874999999998"/>
        </c:scaling>
        <c:delete val="1"/>
        <c:axPos val="l"/>
        <c:majorGridlines>
          <c:spPr>
            <a:ln w="6350">
              <a:solidFill>
                <a:srgbClr val="D9D9D9"/>
              </a:solidFill>
              <a:prstDash val="dash"/>
            </a:ln>
          </c:spPr>
        </c:majorGridlines>
        <c:numFmt formatCode="#,##0%" sourceLinked="0"/>
        <c:majorTickMark val="none"/>
        <c:minorTickMark val="cross"/>
        <c:tickLblPos val="nextTo"/>
        <c:crossAx val="50010001"/>
        <c:crosses val="autoZero"/>
        <c:crossBetween val="between"/>
      </c:valAx>
      <c:spPr>
        <a:noFill/>
        <a:ln>
          <a:noFill/>
        </a:ln>
      </c:spPr>
    </c:plotArea>
    <c:plotVisOnly val="1"/>
    <c:dispBlanksAs val="zero"/>
    <c:showDLblsOverMax val="1"/>
  </c:chart>
  <c:spPr>
    <a:solidFill>
      <a:srgbClr val="FFFFFF"/>
    </a:solidFill>
    <a:ln>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0684832761048267"/>
          <c:y val="0.1585925415856719"/>
          <c:w val="0.89315167238951731"/>
          <c:h val="0.5909826584617438"/>
        </c:manualLayout>
      </c:layout>
      <c:lineChart>
        <c:grouping val="standard"/>
        <c:varyColors val="1"/>
        <c:ser>
          <c:idx val="0"/>
          <c:order val="0"/>
          <c:tx>
            <c:v>2026 Outlook</c:v>
          </c:tx>
          <c:spPr>
            <a:ln w="28575">
              <a:solidFill>
                <a:srgbClr val="1F2F44"/>
              </a:solidFill>
            </a:ln>
          </c:spPr>
          <c:marker>
            <c:symbol val="none"/>
          </c:marker>
          <c:cat>
            <c:numRef>
              <c:f>Sheet1!$A$2:$A$187</c:f>
              <c:numCache>
                <c:formatCode>yyyy\-mm\-dd</c:formatCode>
                <c:ptCount val="186"/>
                <c:pt idx="0">
                  <c:v>46021</c:v>
                </c:pt>
                <c:pt idx="1">
                  <c:v>46022</c:v>
                </c:pt>
                <c:pt idx="2">
                  <c:v>46023</c:v>
                </c:pt>
                <c:pt idx="3">
                  <c:v>46024</c:v>
                </c:pt>
                <c:pt idx="4">
                  <c:v>46027</c:v>
                </c:pt>
                <c:pt idx="5">
                  <c:v>46028</c:v>
                </c:pt>
                <c:pt idx="6">
                  <c:v>46029</c:v>
                </c:pt>
                <c:pt idx="7">
                  <c:v>46030</c:v>
                </c:pt>
                <c:pt idx="8">
                  <c:v>46031</c:v>
                </c:pt>
                <c:pt idx="9">
                  <c:v>46034</c:v>
                </c:pt>
                <c:pt idx="10">
                  <c:v>46035</c:v>
                </c:pt>
                <c:pt idx="11">
                  <c:v>46036</c:v>
                </c:pt>
                <c:pt idx="12">
                  <c:v>46037</c:v>
                </c:pt>
                <c:pt idx="13">
                  <c:v>46038</c:v>
                </c:pt>
                <c:pt idx="14">
                  <c:v>46041</c:v>
                </c:pt>
                <c:pt idx="15">
                  <c:v>46042</c:v>
                </c:pt>
                <c:pt idx="16">
                  <c:v>46043</c:v>
                </c:pt>
                <c:pt idx="17">
                  <c:v>46044</c:v>
                </c:pt>
                <c:pt idx="18">
                  <c:v>46045</c:v>
                </c:pt>
                <c:pt idx="19">
                  <c:v>46048</c:v>
                </c:pt>
                <c:pt idx="20">
                  <c:v>46049</c:v>
                </c:pt>
                <c:pt idx="21">
                  <c:v>46050</c:v>
                </c:pt>
                <c:pt idx="22">
                  <c:v>46051</c:v>
                </c:pt>
                <c:pt idx="23">
                  <c:v>46052</c:v>
                </c:pt>
                <c:pt idx="24">
                  <c:v>46055</c:v>
                </c:pt>
                <c:pt idx="25">
                  <c:v>46056</c:v>
                </c:pt>
                <c:pt idx="26">
                  <c:v>46057</c:v>
                </c:pt>
                <c:pt idx="27">
                  <c:v>46058</c:v>
                </c:pt>
                <c:pt idx="28">
                  <c:v>46059</c:v>
                </c:pt>
                <c:pt idx="29">
                  <c:v>46062</c:v>
                </c:pt>
                <c:pt idx="30">
                  <c:v>46063</c:v>
                </c:pt>
                <c:pt idx="31">
                  <c:v>46064</c:v>
                </c:pt>
                <c:pt idx="32">
                  <c:v>46065</c:v>
                </c:pt>
                <c:pt idx="33">
                  <c:v>46066</c:v>
                </c:pt>
                <c:pt idx="34">
                  <c:v>46069</c:v>
                </c:pt>
                <c:pt idx="35">
                  <c:v>46070</c:v>
                </c:pt>
                <c:pt idx="36">
                  <c:v>46071</c:v>
                </c:pt>
                <c:pt idx="37">
                  <c:v>46072</c:v>
                </c:pt>
                <c:pt idx="38">
                  <c:v>46073</c:v>
                </c:pt>
                <c:pt idx="39">
                  <c:v>46076</c:v>
                </c:pt>
                <c:pt idx="40">
                  <c:v>46077</c:v>
                </c:pt>
                <c:pt idx="41">
                  <c:v>46078</c:v>
                </c:pt>
                <c:pt idx="42">
                  <c:v>46079</c:v>
                </c:pt>
                <c:pt idx="43">
                  <c:v>46080</c:v>
                </c:pt>
                <c:pt idx="44">
                  <c:v>46083</c:v>
                </c:pt>
                <c:pt idx="45">
                  <c:v>46084</c:v>
                </c:pt>
                <c:pt idx="46">
                  <c:v>46085</c:v>
                </c:pt>
                <c:pt idx="47">
                  <c:v>46086</c:v>
                </c:pt>
                <c:pt idx="48">
                  <c:v>46087</c:v>
                </c:pt>
                <c:pt idx="49">
                  <c:v>46090</c:v>
                </c:pt>
                <c:pt idx="50">
                  <c:v>46091</c:v>
                </c:pt>
                <c:pt idx="51">
                  <c:v>46092</c:v>
                </c:pt>
                <c:pt idx="52">
                  <c:v>46093</c:v>
                </c:pt>
                <c:pt idx="53">
                  <c:v>46094</c:v>
                </c:pt>
                <c:pt idx="54">
                  <c:v>46097</c:v>
                </c:pt>
                <c:pt idx="55">
                  <c:v>46098</c:v>
                </c:pt>
                <c:pt idx="56">
                  <c:v>46099</c:v>
                </c:pt>
                <c:pt idx="57">
                  <c:v>46100</c:v>
                </c:pt>
                <c:pt idx="58">
                  <c:v>46101</c:v>
                </c:pt>
                <c:pt idx="59">
                  <c:v>46104</c:v>
                </c:pt>
                <c:pt idx="60">
                  <c:v>46105</c:v>
                </c:pt>
                <c:pt idx="61">
                  <c:v>46106</c:v>
                </c:pt>
                <c:pt idx="62">
                  <c:v>46107</c:v>
                </c:pt>
                <c:pt idx="63">
                  <c:v>46108</c:v>
                </c:pt>
                <c:pt idx="64">
                  <c:v>46111</c:v>
                </c:pt>
                <c:pt idx="65">
                  <c:v>46112</c:v>
                </c:pt>
                <c:pt idx="66">
                  <c:v>46113</c:v>
                </c:pt>
                <c:pt idx="67">
                  <c:v>46114</c:v>
                </c:pt>
                <c:pt idx="68">
                  <c:v>46115</c:v>
                </c:pt>
                <c:pt idx="69">
                  <c:v>46118</c:v>
                </c:pt>
                <c:pt idx="70">
                  <c:v>46119</c:v>
                </c:pt>
                <c:pt idx="71">
                  <c:v>46120</c:v>
                </c:pt>
                <c:pt idx="72">
                  <c:v>46121</c:v>
                </c:pt>
                <c:pt idx="73">
                  <c:v>46122</c:v>
                </c:pt>
                <c:pt idx="74">
                  <c:v>46125</c:v>
                </c:pt>
                <c:pt idx="75">
                  <c:v>46126</c:v>
                </c:pt>
                <c:pt idx="76">
                  <c:v>46127</c:v>
                </c:pt>
                <c:pt idx="77">
                  <c:v>46128</c:v>
                </c:pt>
                <c:pt idx="78">
                  <c:v>46129</c:v>
                </c:pt>
                <c:pt idx="79">
                  <c:v>46132</c:v>
                </c:pt>
                <c:pt idx="80">
                  <c:v>46133</c:v>
                </c:pt>
                <c:pt idx="81">
                  <c:v>46134</c:v>
                </c:pt>
                <c:pt idx="82">
                  <c:v>46135</c:v>
                </c:pt>
                <c:pt idx="83">
                  <c:v>46136</c:v>
                </c:pt>
                <c:pt idx="84">
                  <c:v>46139</c:v>
                </c:pt>
                <c:pt idx="85">
                  <c:v>46140</c:v>
                </c:pt>
                <c:pt idx="86">
                  <c:v>46141</c:v>
                </c:pt>
                <c:pt idx="87">
                  <c:v>46142</c:v>
                </c:pt>
                <c:pt idx="88">
                  <c:v>46143</c:v>
                </c:pt>
                <c:pt idx="89">
                  <c:v>46146</c:v>
                </c:pt>
                <c:pt idx="90">
                  <c:v>46147</c:v>
                </c:pt>
                <c:pt idx="91">
                  <c:v>46148</c:v>
                </c:pt>
                <c:pt idx="92">
                  <c:v>46149</c:v>
                </c:pt>
                <c:pt idx="93">
                  <c:v>46150</c:v>
                </c:pt>
                <c:pt idx="94">
                  <c:v>46153</c:v>
                </c:pt>
                <c:pt idx="95">
                  <c:v>46154</c:v>
                </c:pt>
                <c:pt idx="96">
                  <c:v>46155</c:v>
                </c:pt>
                <c:pt idx="97">
                  <c:v>46156</c:v>
                </c:pt>
                <c:pt idx="98">
                  <c:v>46157</c:v>
                </c:pt>
                <c:pt idx="99">
                  <c:v>46160</c:v>
                </c:pt>
                <c:pt idx="100">
                  <c:v>46161</c:v>
                </c:pt>
                <c:pt idx="101">
                  <c:v>46162</c:v>
                </c:pt>
                <c:pt idx="102">
                  <c:v>46163</c:v>
                </c:pt>
                <c:pt idx="103">
                  <c:v>46164</c:v>
                </c:pt>
                <c:pt idx="104">
                  <c:v>46167</c:v>
                </c:pt>
                <c:pt idx="105">
                  <c:v>46168</c:v>
                </c:pt>
                <c:pt idx="106">
                  <c:v>46169</c:v>
                </c:pt>
                <c:pt idx="107">
                  <c:v>46170</c:v>
                </c:pt>
                <c:pt idx="108">
                  <c:v>46171</c:v>
                </c:pt>
                <c:pt idx="109">
                  <c:v>46174</c:v>
                </c:pt>
                <c:pt idx="110">
                  <c:v>46175</c:v>
                </c:pt>
                <c:pt idx="111">
                  <c:v>46176</c:v>
                </c:pt>
                <c:pt idx="112">
                  <c:v>46177</c:v>
                </c:pt>
                <c:pt idx="113">
                  <c:v>46178</c:v>
                </c:pt>
                <c:pt idx="114">
                  <c:v>46181</c:v>
                </c:pt>
                <c:pt idx="115">
                  <c:v>46182</c:v>
                </c:pt>
                <c:pt idx="116">
                  <c:v>46183</c:v>
                </c:pt>
                <c:pt idx="117">
                  <c:v>46184</c:v>
                </c:pt>
                <c:pt idx="118">
                  <c:v>46185</c:v>
                </c:pt>
                <c:pt idx="119">
                  <c:v>46188</c:v>
                </c:pt>
                <c:pt idx="120">
                  <c:v>46189</c:v>
                </c:pt>
                <c:pt idx="121">
                  <c:v>46190</c:v>
                </c:pt>
                <c:pt idx="122">
                  <c:v>46191</c:v>
                </c:pt>
                <c:pt idx="123">
                  <c:v>46192</c:v>
                </c:pt>
                <c:pt idx="124">
                  <c:v>46195</c:v>
                </c:pt>
                <c:pt idx="125">
                  <c:v>46196</c:v>
                </c:pt>
                <c:pt idx="126">
                  <c:v>46197</c:v>
                </c:pt>
                <c:pt idx="127">
                  <c:v>46198</c:v>
                </c:pt>
                <c:pt idx="128">
                  <c:v>46199</c:v>
                </c:pt>
                <c:pt idx="129">
                  <c:v>46202</c:v>
                </c:pt>
                <c:pt idx="130">
                  <c:v>46203</c:v>
                </c:pt>
                <c:pt idx="131">
                  <c:v>46204</c:v>
                </c:pt>
                <c:pt idx="132">
                  <c:v>46205</c:v>
                </c:pt>
                <c:pt idx="133">
                  <c:v>46206</c:v>
                </c:pt>
                <c:pt idx="134">
                  <c:v>46209</c:v>
                </c:pt>
                <c:pt idx="135">
                  <c:v>46210</c:v>
                </c:pt>
                <c:pt idx="136">
                  <c:v>46211</c:v>
                </c:pt>
                <c:pt idx="137">
                  <c:v>46212</c:v>
                </c:pt>
                <c:pt idx="138">
                  <c:v>46213</c:v>
                </c:pt>
                <c:pt idx="139">
                  <c:v>46216</c:v>
                </c:pt>
                <c:pt idx="140">
                  <c:v>46217</c:v>
                </c:pt>
                <c:pt idx="141">
                  <c:v>46218</c:v>
                </c:pt>
                <c:pt idx="142">
                  <c:v>46219</c:v>
                </c:pt>
                <c:pt idx="143">
                  <c:v>46220</c:v>
                </c:pt>
                <c:pt idx="144">
                  <c:v>46223</c:v>
                </c:pt>
                <c:pt idx="145">
                  <c:v>46224</c:v>
                </c:pt>
                <c:pt idx="146">
                  <c:v>46225</c:v>
                </c:pt>
                <c:pt idx="147">
                  <c:v>46226</c:v>
                </c:pt>
                <c:pt idx="148">
                  <c:v>46227</c:v>
                </c:pt>
                <c:pt idx="149">
                  <c:v>46230</c:v>
                </c:pt>
                <c:pt idx="150">
                  <c:v>46231</c:v>
                </c:pt>
                <c:pt idx="151">
                  <c:v>46232</c:v>
                </c:pt>
                <c:pt idx="152">
                  <c:v>46233</c:v>
                </c:pt>
                <c:pt idx="153">
                  <c:v>46234</c:v>
                </c:pt>
                <c:pt idx="154">
                  <c:v>46237</c:v>
                </c:pt>
                <c:pt idx="155">
                  <c:v>46238</c:v>
                </c:pt>
                <c:pt idx="156">
                  <c:v>46239</c:v>
                </c:pt>
                <c:pt idx="157">
                  <c:v>46240</c:v>
                </c:pt>
                <c:pt idx="158">
                  <c:v>46241</c:v>
                </c:pt>
                <c:pt idx="159">
                  <c:v>46244</c:v>
                </c:pt>
                <c:pt idx="160">
                  <c:v>46245</c:v>
                </c:pt>
                <c:pt idx="161">
                  <c:v>46246</c:v>
                </c:pt>
                <c:pt idx="162">
                  <c:v>46247</c:v>
                </c:pt>
                <c:pt idx="163">
                  <c:v>46248</c:v>
                </c:pt>
                <c:pt idx="164">
                  <c:v>46251</c:v>
                </c:pt>
                <c:pt idx="165">
                  <c:v>46252</c:v>
                </c:pt>
                <c:pt idx="166">
                  <c:v>46253</c:v>
                </c:pt>
                <c:pt idx="167">
                  <c:v>46254</c:v>
                </c:pt>
                <c:pt idx="168">
                  <c:v>46255</c:v>
                </c:pt>
                <c:pt idx="169">
                  <c:v>46258</c:v>
                </c:pt>
                <c:pt idx="170">
                  <c:v>46259</c:v>
                </c:pt>
                <c:pt idx="171">
                  <c:v>46260</c:v>
                </c:pt>
                <c:pt idx="172">
                  <c:v>46261</c:v>
                </c:pt>
                <c:pt idx="173">
                  <c:v>46262</c:v>
                </c:pt>
                <c:pt idx="174">
                  <c:v>46265</c:v>
                </c:pt>
                <c:pt idx="175">
                  <c:v>46266</c:v>
                </c:pt>
                <c:pt idx="176">
                  <c:v>46267</c:v>
                </c:pt>
                <c:pt idx="177">
                  <c:v>46268</c:v>
                </c:pt>
                <c:pt idx="178">
                  <c:v>46269</c:v>
                </c:pt>
                <c:pt idx="179">
                  <c:v>46272</c:v>
                </c:pt>
                <c:pt idx="180">
                  <c:v>46273</c:v>
                </c:pt>
                <c:pt idx="181">
                  <c:v>46274</c:v>
                </c:pt>
                <c:pt idx="182">
                  <c:v>46275</c:v>
                </c:pt>
                <c:pt idx="183">
                  <c:v>46276</c:v>
                </c:pt>
                <c:pt idx="184">
                  <c:v>46279</c:v>
                </c:pt>
                <c:pt idx="185">
                  <c:v>46280</c:v>
                </c:pt>
              </c:numCache>
            </c:numRef>
          </c:cat>
          <c:val>
            <c:numRef>
              <c:f>Sheet1!$B$2:$B$187</c:f>
              <c:numCache>
                <c:formatCode>General</c:formatCode>
                <c:ptCount val="186"/>
                <c:pt idx="0">
                  <c:v>100</c:v>
                </c:pt>
                <c:pt idx="1">
                  <c:v>100</c:v>
                </c:pt>
                <c:pt idx="2">
                  <c:v>100</c:v>
                </c:pt>
                <c:pt idx="3">
                  <c:v>99.259807081248894</c:v>
                </c:pt>
                <c:pt idx="4">
                  <c:v>100.9969104736617</c:v>
                </c:pt>
                <c:pt idx="5">
                  <c:v>103.10064074859849</c:v>
                </c:pt>
                <c:pt idx="6">
                  <c:v>100.6135109448457</c:v>
                </c:pt>
                <c:pt idx="7">
                  <c:v>102.38488966869819</c:v>
                </c:pt>
                <c:pt idx="8">
                  <c:v>103.48728097868749</c:v>
                </c:pt>
                <c:pt idx="9">
                  <c:v>103.09432943380359</c:v>
                </c:pt>
                <c:pt idx="10">
                  <c:v>101.7042361638501</c:v>
                </c:pt>
                <c:pt idx="11">
                  <c:v>103.4980569538521</c:v>
                </c:pt>
                <c:pt idx="12">
                  <c:v>104.5721767727089</c:v>
                </c:pt>
                <c:pt idx="13">
                  <c:v>103.9558438066525</c:v>
                </c:pt>
                <c:pt idx="14">
                  <c:v>103.94786769485481</c:v>
                </c:pt>
                <c:pt idx="15">
                  <c:v>103.93091898860681</c:v>
                </c:pt>
                <c:pt idx="16">
                  <c:v>107.8379965643923</c:v>
                </c:pt>
                <c:pt idx="17">
                  <c:v>109.7284575603982</c:v>
                </c:pt>
                <c:pt idx="18">
                  <c:v>111.2410467069414</c:v>
                </c:pt>
                <c:pt idx="19">
                  <c:v>110.96887073428</c:v>
                </c:pt>
                <c:pt idx="20">
                  <c:v>113.5567059295367</c:v>
                </c:pt>
                <c:pt idx="21">
                  <c:v>115.0266871076219</c:v>
                </c:pt>
                <c:pt idx="22">
                  <c:v>113.4773946178431</c:v>
                </c:pt>
                <c:pt idx="23">
                  <c:v>112.1782208584724</c:v>
                </c:pt>
                <c:pt idx="24">
                  <c:v>113.3095909267535</c:v>
                </c:pt>
                <c:pt idx="25">
                  <c:v>114.4697971082857</c:v>
                </c:pt>
                <c:pt idx="26">
                  <c:v>110.5285481315959</c:v>
                </c:pt>
                <c:pt idx="27">
                  <c:v>112.6382168193186</c:v>
                </c:pt>
                <c:pt idx="28">
                  <c:v>114.7877705296967</c:v>
                </c:pt>
                <c:pt idx="29">
                  <c:v>116.5839097357759</c:v>
                </c:pt>
                <c:pt idx="30">
                  <c:v>116.0263491332028</c:v>
                </c:pt>
                <c:pt idx="31">
                  <c:v>116.5969354757075</c:v>
                </c:pt>
                <c:pt idx="32">
                  <c:v>116.0736861389084</c:v>
                </c:pt>
                <c:pt idx="33">
                  <c:v>115.7344068500182</c:v>
                </c:pt>
                <c:pt idx="34">
                  <c:v>115.7344068500182</c:v>
                </c:pt>
                <c:pt idx="35">
                  <c:v>115.7344068500182</c:v>
                </c:pt>
                <c:pt idx="36">
                  <c:v>116.3550128028734</c:v>
                </c:pt>
                <c:pt idx="37">
                  <c:v>119.00812327868</c:v>
                </c:pt>
                <c:pt idx="38">
                  <c:v>120.2772303817522</c:v>
                </c:pt>
                <c:pt idx="39">
                  <c:v>119.0784618932115</c:v>
                </c:pt>
                <c:pt idx="40">
                  <c:v>120.7549058367382</c:v>
                </c:pt>
                <c:pt idx="41">
                  <c:v>121.11629415021</c:v>
                </c:pt>
                <c:pt idx="42">
                  <c:v>122.083107839881</c:v>
                </c:pt>
                <c:pt idx="43">
                  <c:v>119.9122756338146</c:v>
                </c:pt>
                <c:pt idx="44">
                  <c:v>120.6949847058055</c:v>
                </c:pt>
                <c:pt idx="45">
                  <c:v>115.7785942388074</c:v>
                </c:pt>
                <c:pt idx="46">
                  <c:v>119.5372314500391</c:v>
                </c:pt>
                <c:pt idx="47">
                  <c:v>115.4910554270913</c:v>
                </c:pt>
                <c:pt idx="48">
                  <c:v>114.1694816475182</c:v>
                </c:pt>
                <c:pt idx="49">
                  <c:v>115.1659195044417</c:v>
                </c:pt>
                <c:pt idx="50">
                  <c:v>117.7489422383468</c:v>
                </c:pt>
                <c:pt idx="51">
                  <c:v>117.3237201403826</c:v>
                </c:pt>
                <c:pt idx="52">
                  <c:v>113.5537674667429</c:v>
                </c:pt>
                <c:pt idx="53">
                  <c:v>111.810561736232</c:v>
                </c:pt>
                <c:pt idx="54">
                  <c:v>113.9509136560511</c:v>
                </c:pt>
                <c:pt idx="55">
                  <c:v>113.2717426633503</c:v>
                </c:pt>
                <c:pt idx="56">
                  <c:v>111.8421085472432</c:v>
                </c:pt>
                <c:pt idx="57">
                  <c:v>111.97066501129321</c:v>
                </c:pt>
                <c:pt idx="58">
                  <c:v>107.119377013098</c:v>
                </c:pt>
                <c:pt idx="59">
                  <c:v>112.5906437242492</c:v>
                </c:pt>
                <c:pt idx="60">
                  <c:v>112.27288221607709</c:v>
                </c:pt>
                <c:pt idx="61">
                  <c:v>115.27534634501259</c:v>
                </c:pt>
                <c:pt idx="62">
                  <c:v>112.3033077911014</c:v>
                </c:pt>
                <c:pt idx="63">
                  <c:v>109.95685900327911</c:v>
                </c:pt>
                <c:pt idx="64">
                  <c:v>110.0276362655549</c:v>
                </c:pt>
                <c:pt idx="65">
                  <c:v>115.94640294230381</c:v>
                </c:pt>
                <c:pt idx="66">
                  <c:v>117.7582850123473</c:v>
                </c:pt>
                <c:pt idx="67">
                  <c:v>117.1680196747229</c:v>
                </c:pt>
                <c:pt idx="68">
                  <c:v>117.1680196747229</c:v>
                </c:pt>
                <c:pt idx="69">
                  <c:v>117.0162765481987</c:v>
                </c:pt>
                <c:pt idx="70">
                  <c:v>117.32970932946149</c:v>
                </c:pt>
                <c:pt idx="71">
                  <c:v>122.3416469462674</c:v>
                </c:pt>
                <c:pt idx="72">
                  <c:v>125.1115795257823</c:v>
                </c:pt>
                <c:pt idx="73">
                  <c:v>125.99019793732521</c:v>
                </c:pt>
                <c:pt idx="74">
                  <c:v>126.4619856008994</c:v>
                </c:pt>
                <c:pt idx="75">
                  <c:v>127.73944375806271</c:v>
                </c:pt>
                <c:pt idx="76">
                  <c:v>128.83990445545729</c:v>
                </c:pt>
                <c:pt idx="77">
                  <c:v>127.9326141626466</c:v>
                </c:pt>
                <c:pt idx="78">
                  <c:v>126.7030106800778</c:v>
                </c:pt>
                <c:pt idx="79">
                  <c:v>126.6411467515444</c:v>
                </c:pt>
                <c:pt idx="80">
                  <c:v>126.6411467515444</c:v>
                </c:pt>
                <c:pt idx="81">
                  <c:v>124.1297240495192</c:v>
                </c:pt>
                <c:pt idx="82">
                  <c:v>122.8315442673959</c:v>
                </c:pt>
                <c:pt idx="83">
                  <c:v>122.43129633901501</c:v>
                </c:pt>
                <c:pt idx="84">
                  <c:v>121.1228181328603</c:v>
                </c:pt>
                <c:pt idx="85">
                  <c:v>120.039841688089</c:v>
                </c:pt>
                <c:pt idx="86">
                  <c:v>116.7341690207134</c:v>
                </c:pt>
                <c:pt idx="87">
                  <c:v>118.18695143187939</c:v>
                </c:pt>
                <c:pt idx="88">
                  <c:v>118.18695143187939</c:v>
                </c:pt>
                <c:pt idx="89">
                  <c:v>117.1452002618485</c:v>
                </c:pt>
                <c:pt idx="90">
                  <c:v>117.7544644511413</c:v>
                </c:pt>
                <c:pt idx="91">
                  <c:v>119.7443700084559</c:v>
                </c:pt>
                <c:pt idx="92">
                  <c:v>115.5149295074041</c:v>
                </c:pt>
                <c:pt idx="93">
                  <c:v>117.01276203368521</c:v>
                </c:pt>
                <c:pt idx="94">
                  <c:v>114.26722724551691</c:v>
                </c:pt>
                <c:pt idx="95">
                  <c:v>113.0957064542965</c:v>
                </c:pt>
                <c:pt idx="96">
                  <c:v>108.90460343872179</c:v>
                </c:pt>
                <c:pt idx="97">
                  <c:v>110.10374699924709</c:v>
                </c:pt>
                <c:pt idx="98">
                  <c:v>108.80240849246439</c:v>
                </c:pt>
                <c:pt idx="99">
                  <c:v>108.3896653081695</c:v>
                </c:pt>
                <c:pt idx="100">
                  <c:v>105.9780431180193</c:v>
                </c:pt>
                <c:pt idx="101">
                  <c:v>109.2568890594392</c:v>
                </c:pt>
                <c:pt idx="102">
                  <c:v>109.29676749148589</c:v>
                </c:pt>
                <c:pt idx="103">
                  <c:v>107.6212111099647</c:v>
                </c:pt>
                <c:pt idx="104">
                  <c:v>110.4575432664017</c:v>
                </c:pt>
                <c:pt idx="105">
                  <c:v>109.0054706924026</c:v>
                </c:pt>
                <c:pt idx="106">
                  <c:v>107.58584257991851</c:v>
                </c:pt>
                <c:pt idx="107">
                  <c:v>107.5076981732275</c:v>
                </c:pt>
                <c:pt idx="108">
                  <c:v>106.7968068727936</c:v>
                </c:pt>
                <c:pt idx="109">
                  <c:v>105.2964191305017</c:v>
                </c:pt>
                <c:pt idx="110">
                  <c:v>106.34276842211101</c:v>
                </c:pt>
                <c:pt idx="111">
                  <c:v>102.2408542657858</c:v>
                </c:pt>
                <c:pt idx="112">
                  <c:v>102.2408542657858</c:v>
                </c:pt>
                <c:pt idx="113">
                  <c:v>101.8848938541073</c:v>
                </c:pt>
                <c:pt idx="114">
                  <c:v>101.1528413280006</c:v>
                </c:pt>
                <c:pt idx="115">
                  <c:v>101.9229797613223</c:v>
                </c:pt>
                <c:pt idx="116">
                  <c:v>100.2852819670666</c:v>
                </c:pt>
                <c:pt idx="117">
                  <c:v>102.8256508857289</c:v>
                </c:pt>
                <c:pt idx="118">
                  <c:v>102.21312814314381</c:v>
                </c:pt>
                <c:pt idx="119">
                  <c:v>101.9831166527018</c:v>
                </c:pt>
                <c:pt idx="120">
                  <c:v>101.31546627280549</c:v>
                </c:pt>
                <c:pt idx="121">
                  <c:v>99.877715780421084</c:v>
                </c:pt>
                <c:pt idx="122">
                  <c:v>99.522502894022935</c:v>
                </c:pt>
                <c:pt idx="123">
                  <c:v>99.653844086757999</c:v>
                </c:pt>
                <c:pt idx="124">
                  <c:v>101.61747406808129</c:v>
                </c:pt>
                <c:pt idx="125">
                  <c:v>102.7293640159447</c:v>
                </c:pt>
                <c:pt idx="126">
                  <c:v>103.60620191331</c:v>
                </c:pt>
                <c:pt idx="127">
                  <c:v>104.6821854944146</c:v>
                </c:pt>
                <c:pt idx="128">
                  <c:v>106.19920647144529</c:v>
                </c:pt>
                <c:pt idx="129">
                  <c:v>105.5372610929396</c:v>
                </c:pt>
                <c:pt idx="130">
                  <c:v>104.7674235075017</c:v>
                </c:pt>
                <c:pt idx="131">
                  <c:v>104.2211280072196</c:v>
                </c:pt>
                <c:pt idx="132">
                  <c:v>105.3962356004735</c:v>
                </c:pt>
                <c:pt idx="133">
                  <c:v>106.39140558064879</c:v>
                </c:pt>
                <c:pt idx="134">
                  <c:v>104.9324990271497</c:v>
                </c:pt>
                <c:pt idx="135">
                  <c:v>104.6190534775682</c:v>
                </c:pt>
                <c:pt idx="136">
                  <c:v>103.611888543156</c:v>
                </c:pt>
                <c:pt idx="137">
                  <c:v>105.84287417792279</c:v>
                </c:pt>
                <c:pt idx="138">
                  <c:v>110.6815530774975</c:v>
                </c:pt>
                <c:pt idx="139">
                  <c:v>108.1764098356453</c:v>
                </c:pt>
                <c:pt idx="140">
                  <c:v>109.1635316023132</c:v>
                </c:pt>
                <c:pt idx="141">
                  <c:v>108.5329644921392</c:v>
                </c:pt>
                <c:pt idx="142">
                  <c:v>106.6279475916896</c:v>
                </c:pt>
                <c:pt idx="143">
                  <c:v>105.6397617380903</c:v>
                </c:pt>
                <c:pt idx="144">
                  <c:v>105.4556283366299</c:v>
                </c:pt>
                <c:pt idx="145">
                  <c:v>104.77462501212879</c:v>
                </c:pt>
                <c:pt idx="146">
                  <c:v>107.97253548171039</c:v>
                </c:pt>
                <c:pt idx="147">
                  <c:v>106.7161350514278</c:v>
                </c:pt>
                <c:pt idx="148">
                  <c:v>104.53589363487509</c:v>
                </c:pt>
                <c:pt idx="149">
                  <c:v>106.46122622447309</c:v>
                </c:pt>
                <c:pt idx="150">
                  <c:v>107.7650337611279</c:v>
                </c:pt>
                <c:pt idx="151">
                  <c:v>104.639969123122</c:v>
                </c:pt>
                <c:pt idx="152">
                  <c:v>107.6203945465179</c:v>
                </c:pt>
                <c:pt idx="153">
                  <c:v>107.62044629746811</c:v>
                </c:pt>
                <c:pt idx="154">
                  <c:v>108.46437023664041</c:v>
                </c:pt>
                <c:pt idx="155">
                  <c:v>108.7877238349969</c:v>
                </c:pt>
                <c:pt idx="156">
                  <c:v>108.0704232588687</c:v>
                </c:pt>
                <c:pt idx="157">
                  <c:v>106.3986345097054</c:v>
                </c:pt>
                <c:pt idx="158">
                  <c:v>103.8580877601279</c:v>
                </c:pt>
                <c:pt idx="159">
                  <c:v>103.0050048178006</c:v>
                </c:pt>
                <c:pt idx="160">
                  <c:v>99.183755366365673</c:v>
                </c:pt>
                <c:pt idx="161">
                  <c:v>99.347280444240809</c:v>
                </c:pt>
                <c:pt idx="162">
                  <c:v>99.795195583701641</c:v>
                </c:pt>
                <c:pt idx="163">
                  <c:v>99.751384693655382</c:v>
                </c:pt>
                <c:pt idx="164">
                  <c:v>98.836021005496363</c:v>
                </c:pt>
                <c:pt idx="165">
                  <c:v>98.517708955629331</c:v>
                </c:pt>
                <c:pt idx="166">
                  <c:v>99.254055669870795</c:v>
                </c:pt>
                <c:pt idx="167">
                  <c:v>98.340180336897177</c:v>
                </c:pt>
                <c:pt idx="168">
                  <c:v>101.78729403603759</c:v>
                </c:pt>
                <c:pt idx="169">
                  <c:v>103.1950192553263</c:v>
                </c:pt>
                <c:pt idx="170">
                  <c:v>106.0840664519588</c:v>
                </c:pt>
                <c:pt idx="171">
                  <c:v>106.2347249428022</c:v>
                </c:pt>
                <c:pt idx="172">
                  <c:v>105.4470692405605</c:v>
                </c:pt>
                <c:pt idx="173">
                  <c:v>105.89904287419461</c:v>
                </c:pt>
                <c:pt idx="174">
                  <c:v>107.2241572556634</c:v>
                </c:pt>
                <c:pt idx="175">
                  <c:v>109.3217885345411</c:v>
                </c:pt>
                <c:pt idx="176">
                  <c:v>113.4501033386103</c:v>
                </c:pt>
                <c:pt idx="177">
                  <c:v>114.6766395639352</c:v>
                </c:pt>
                <c:pt idx="178">
                  <c:v>114.5833575157031</c:v>
                </c:pt>
                <c:pt idx="179">
                  <c:v>114.5833575157031</c:v>
                </c:pt>
                <c:pt idx="180">
                  <c:v>115.8263836065456</c:v>
                </c:pt>
                <c:pt idx="181">
                  <c:v>113.5044100468658</c:v>
                </c:pt>
                <c:pt idx="182">
                  <c:v>115.8679212403879</c:v>
                </c:pt>
                <c:pt idx="183">
                  <c:v>114.64542423949941</c:v>
                </c:pt>
                <c:pt idx="184">
                  <c:v>114.36147568913989</c:v>
                </c:pt>
                <c:pt idx="185">
                  <c:v>114.4275173569047</c:v>
                </c:pt>
              </c:numCache>
            </c:numRef>
          </c:val>
          <c:smooth val="1"/>
          <c:extLst>
            <c:ext xmlns:c16="http://schemas.microsoft.com/office/drawing/2014/chart" uri="{C3380CC4-5D6E-409C-BE32-E72D297353CC}">
              <c16:uniqueId val="{00000000-93C8-429B-B6F4-CEF5DF0F73D4}"/>
            </c:ext>
          </c:extLst>
        </c:ser>
        <c:ser>
          <c:idx val="1"/>
          <c:order val="1"/>
          <c:tx>
            <c:v>Ibovespa</c:v>
          </c:tx>
          <c:spPr>
            <a:ln w="19050">
              <a:solidFill>
                <a:srgbClr val="8EB3DF"/>
              </a:solidFill>
            </a:ln>
          </c:spPr>
          <c:marker>
            <c:symbol val="none"/>
          </c:marker>
          <c:cat>
            <c:numRef>
              <c:f>Sheet1!$A$2:$A$187</c:f>
              <c:numCache>
                <c:formatCode>yyyy\-mm\-dd</c:formatCode>
                <c:ptCount val="186"/>
                <c:pt idx="0">
                  <c:v>46021</c:v>
                </c:pt>
                <c:pt idx="1">
                  <c:v>46022</c:v>
                </c:pt>
                <c:pt idx="2">
                  <c:v>46023</c:v>
                </c:pt>
                <c:pt idx="3">
                  <c:v>46024</c:v>
                </c:pt>
                <c:pt idx="4">
                  <c:v>46027</c:v>
                </c:pt>
                <c:pt idx="5">
                  <c:v>46028</c:v>
                </c:pt>
                <c:pt idx="6">
                  <c:v>46029</c:v>
                </c:pt>
                <c:pt idx="7">
                  <c:v>46030</c:v>
                </c:pt>
                <c:pt idx="8">
                  <c:v>46031</c:v>
                </c:pt>
                <c:pt idx="9">
                  <c:v>46034</c:v>
                </c:pt>
                <c:pt idx="10">
                  <c:v>46035</c:v>
                </c:pt>
                <c:pt idx="11">
                  <c:v>46036</c:v>
                </c:pt>
                <c:pt idx="12">
                  <c:v>46037</c:v>
                </c:pt>
                <c:pt idx="13">
                  <c:v>46038</c:v>
                </c:pt>
                <c:pt idx="14">
                  <c:v>46041</c:v>
                </c:pt>
                <c:pt idx="15">
                  <c:v>46042</c:v>
                </c:pt>
                <c:pt idx="16">
                  <c:v>46043</c:v>
                </c:pt>
                <c:pt idx="17">
                  <c:v>46044</c:v>
                </c:pt>
                <c:pt idx="18">
                  <c:v>46045</c:v>
                </c:pt>
                <c:pt idx="19">
                  <c:v>46048</c:v>
                </c:pt>
                <c:pt idx="20">
                  <c:v>46049</c:v>
                </c:pt>
                <c:pt idx="21">
                  <c:v>46050</c:v>
                </c:pt>
                <c:pt idx="22">
                  <c:v>46051</c:v>
                </c:pt>
                <c:pt idx="23">
                  <c:v>46052</c:v>
                </c:pt>
                <c:pt idx="24">
                  <c:v>46055</c:v>
                </c:pt>
                <c:pt idx="25">
                  <c:v>46056</c:v>
                </c:pt>
                <c:pt idx="26">
                  <c:v>46057</c:v>
                </c:pt>
                <c:pt idx="27">
                  <c:v>46058</c:v>
                </c:pt>
                <c:pt idx="28">
                  <c:v>46059</c:v>
                </c:pt>
                <c:pt idx="29">
                  <c:v>46062</c:v>
                </c:pt>
                <c:pt idx="30">
                  <c:v>46063</c:v>
                </c:pt>
                <c:pt idx="31">
                  <c:v>46064</c:v>
                </c:pt>
                <c:pt idx="32">
                  <c:v>46065</c:v>
                </c:pt>
                <c:pt idx="33">
                  <c:v>46066</c:v>
                </c:pt>
                <c:pt idx="34">
                  <c:v>46069</c:v>
                </c:pt>
                <c:pt idx="35">
                  <c:v>46070</c:v>
                </c:pt>
                <c:pt idx="36">
                  <c:v>46071</c:v>
                </c:pt>
                <c:pt idx="37">
                  <c:v>46072</c:v>
                </c:pt>
                <c:pt idx="38">
                  <c:v>46073</c:v>
                </c:pt>
                <c:pt idx="39">
                  <c:v>46076</c:v>
                </c:pt>
                <c:pt idx="40">
                  <c:v>46077</c:v>
                </c:pt>
                <c:pt idx="41">
                  <c:v>46078</c:v>
                </c:pt>
                <c:pt idx="42">
                  <c:v>46079</c:v>
                </c:pt>
                <c:pt idx="43">
                  <c:v>46080</c:v>
                </c:pt>
                <c:pt idx="44">
                  <c:v>46083</c:v>
                </c:pt>
                <c:pt idx="45">
                  <c:v>46084</c:v>
                </c:pt>
                <c:pt idx="46">
                  <c:v>46085</c:v>
                </c:pt>
                <c:pt idx="47">
                  <c:v>46086</c:v>
                </c:pt>
                <c:pt idx="48">
                  <c:v>46087</c:v>
                </c:pt>
                <c:pt idx="49">
                  <c:v>46090</c:v>
                </c:pt>
                <c:pt idx="50">
                  <c:v>46091</c:v>
                </c:pt>
                <c:pt idx="51">
                  <c:v>46092</c:v>
                </c:pt>
                <c:pt idx="52">
                  <c:v>46093</c:v>
                </c:pt>
                <c:pt idx="53">
                  <c:v>46094</c:v>
                </c:pt>
                <c:pt idx="54">
                  <c:v>46097</c:v>
                </c:pt>
                <c:pt idx="55">
                  <c:v>46098</c:v>
                </c:pt>
                <c:pt idx="56">
                  <c:v>46099</c:v>
                </c:pt>
                <c:pt idx="57">
                  <c:v>46100</c:v>
                </c:pt>
                <c:pt idx="58">
                  <c:v>46101</c:v>
                </c:pt>
                <c:pt idx="59">
                  <c:v>46104</c:v>
                </c:pt>
                <c:pt idx="60">
                  <c:v>46105</c:v>
                </c:pt>
                <c:pt idx="61">
                  <c:v>46106</c:v>
                </c:pt>
                <c:pt idx="62">
                  <c:v>46107</c:v>
                </c:pt>
                <c:pt idx="63">
                  <c:v>46108</c:v>
                </c:pt>
                <c:pt idx="64">
                  <c:v>46111</c:v>
                </c:pt>
                <c:pt idx="65">
                  <c:v>46112</c:v>
                </c:pt>
                <c:pt idx="66">
                  <c:v>46113</c:v>
                </c:pt>
                <c:pt idx="67">
                  <c:v>46114</c:v>
                </c:pt>
                <c:pt idx="68">
                  <c:v>46115</c:v>
                </c:pt>
                <c:pt idx="69">
                  <c:v>46118</c:v>
                </c:pt>
                <c:pt idx="70">
                  <c:v>46119</c:v>
                </c:pt>
                <c:pt idx="71">
                  <c:v>46120</c:v>
                </c:pt>
                <c:pt idx="72">
                  <c:v>46121</c:v>
                </c:pt>
                <c:pt idx="73">
                  <c:v>46122</c:v>
                </c:pt>
                <c:pt idx="74">
                  <c:v>46125</c:v>
                </c:pt>
                <c:pt idx="75">
                  <c:v>46126</c:v>
                </c:pt>
                <c:pt idx="76">
                  <c:v>46127</c:v>
                </c:pt>
                <c:pt idx="77">
                  <c:v>46128</c:v>
                </c:pt>
                <c:pt idx="78">
                  <c:v>46129</c:v>
                </c:pt>
                <c:pt idx="79">
                  <c:v>46132</c:v>
                </c:pt>
                <c:pt idx="80">
                  <c:v>46133</c:v>
                </c:pt>
                <c:pt idx="81">
                  <c:v>46134</c:v>
                </c:pt>
                <c:pt idx="82">
                  <c:v>46135</c:v>
                </c:pt>
                <c:pt idx="83">
                  <c:v>46136</c:v>
                </c:pt>
                <c:pt idx="84">
                  <c:v>46139</c:v>
                </c:pt>
                <c:pt idx="85">
                  <c:v>46140</c:v>
                </c:pt>
                <c:pt idx="86">
                  <c:v>46141</c:v>
                </c:pt>
                <c:pt idx="87">
                  <c:v>46142</c:v>
                </c:pt>
                <c:pt idx="88">
                  <c:v>46143</c:v>
                </c:pt>
                <c:pt idx="89">
                  <c:v>46146</c:v>
                </c:pt>
                <c:pt idx="90">
                  <c:v>46147</c:v>
                </c:pt>
                <c:pt idx="91">
                  <c:v>46148</c:v>
                </c:pt>
                <c:pt idx="92">
                  <c:v>46149</c:v>
                </c:pt>
                <c:pt idx="93">
                  <c:v>46150</c:v>
                </c:pt>
                <c:pt idx="94">
                  <c:v>46153</c:v>
                </c:pt>
                <c:pt idx="95">
                  <c:v>46154</c:v>
                </c:pt>
                <c:pt idx="96">
                  <c:v>46155</c:v>
                </c:pt>
                <c:pt idx="97">
                  <c:v>46156</c:v>
                </c:pt>
                <c:pt idx="98">
                  <c:v>46157</c:v>
                </c:pt>
                <c:pt idx="99">
                  <c:v>46160</c:v>
                </c:pt>
                <c:pt idx="100">
                  <c:v>46161</c:v>
                </c:pt>
                <c:pt idx="101">
                  <c:v>46162</c:v>
                </c:pt>
                <c:pt idx="102">
                  <c:v>46163</c:v>
                </c:pt>
                <c:pt idx="103">
                  <c:v>46164</c:v>
                </c:pt>
                <c:pt idx="104">
                  <c:v>46167</c:v>
                </c:pt>
                <c:pt idx="105">
                  <c:v>46168</c:v>
                </c:pt>
                <c:pt idx="106">
                  <c:v>46169</c:v>
                </c:pt>
                <c:pt idx="107">
                  <c:v>46170</c:v>
                </c:pt>
                <c:pt idx="108">
                  <c:v>46171</c:v>
                </c:pt>
                <c:pt idx="109">
                  <c:v>46174</c:v>
                </c:pt>
                <c:pt idx="110">
                  <c:v>46175</c:v>
                </c:pt>
                <c:pt idx="111">
                  <c:v>46176</c:v>
                </c:pt>
                <c:pt idx="112">
                  <c:v>46177</c:v>
                </c:pt>
                <c:pt idx="113">
                  <c:v>46178</c:v>
                </c:pt>
                <c:pt idx="114">
                  <c:v>46181</c:v>
                </c:pt>
                <c:pt idx="115">
                  <c:v>46182</c:v>
                </c:pt>
                <c:pt idx="116">
                  <c:v>46183</c:v>
                </c:pt>
                <c:pt idx="117">
                  <c:v>46184</c:v>
                </c:pt>
                <c:pt idx="118">
                  <c:v>46185</c:v>
                </c:pt>
                <c:pt idx="119">
                  <c:v>46188</c:v>
                </c:pt>
                <c:pt idx="120">
                  <c:v>46189</c:v>
                </c:pt>
                <c:pt idx="121">
                  <c:v>46190</c:v>
                </c:pt>
                <c:pt idx="122">
                  <c:v>46191</c:v>
                </c:pt>
                <c:pt idx="123">
                  <c:v>46192</c:v>
                </c:pt>
                <c:pt idx="124">
                  <c:v>46195</c:v>
                </c:pt>
                <c:pt idx="125">
                  <c:v>46196</c:v>
                </c:pt>
                <c:pt idx="126">
                  <c:v>46197</c:v>
                </c:pt>
                <c:pt idx="127">
                  <c:v>46198</c:v>
                </c:pt>
                <c:pt idx="128">
                  <c:v>46199</c:v>
                </c:pt>
                <c:pt idx="129">
                  <c:v>46202</c:v>
                </c:pt>
                <c:pt idx="130">
                  <c:v>46203</c:v>
                </c:pt>
                <c:pt idx="131">
                  <c:v>46204</c:v>
                </c:pt>
                <c:pt idx="132">
                  <c:v>46205</c:v>
                </c:pt>
                <c:pt idx="133">
                  <c:v>46206</c:v>
                </c:pt>
                <c:pt idx="134">
                  <c:v>46209</c:v>
                </c:pt>
                <c:pt idx="135">
                  <c:v>46210</c:v>
                </c:pt>
                <c:pt idx="136">
                  <c:v>46211</c:v>
                </c:pt>
                <c:pt idx="137">
                  <c:v>46212</c:v>
                </c:pt>
                <c:pt idx="138">
                  <c:v>46213</c:v>
                </c:pt>
                <c:pt idx="139">
                  <c:v>46216</c:v>
                </c:pt>
                <c:pt idx="140">
                  <c:v>46217</c:v>
                </c:pt>
                <c:pt idx="141">
                  <c:v>46218</c:v>
                </c:pt>
                <c:pt idx="142">
                  <c:v>46219</c:v>
                </c:pt>
                <c:pt idx="143">
                  <c:v>46220</c:v>
                </c:pt>
                <c:pt idx="144">
                  <c:v>46223</c:v>
                </c:pt>
                <c:pt idx="145">
                  <c:v>46224</c:v>
                </c:pt>
                <c:pt idx="146">
                  <c:v>46225</c:v>
                </c:pt>
                <c:pt idx="147">
                  <c:v>46226</c:v>
                </c:pt>
                <c:pt idx="148">
                  <c:v>46227</c:v>
                </c:pt>
                <c:pt idx="149">
                  <c:v>46230</c:v>
                </c:pt>
                <c:pt idx="150">
                  <c:v>46231</c:v>
                </c:pt>
                <c:pt idx="151">
                  <c:v>46232</c:v>
                </c:pt>
                <c:pt idx="152">
                  <c:v>46233</c:v>
                </c:pt>
                <c:pt idx="153">
                  <c:v>46234</c:v>
                </c:pt>
                <c:pt idx="154">
                  <c:v>46237</c:v>
                </c:pt>
                <c:pt idx="155">
                  <c:v>46238</c:v>
                </c:pt>
                <c:pt idx="156">
                  <c:v>46239</c:v>
                </c:pt>
                <c:pt idx="157">
                  <c:v>46240</c:v>
                </c:pt>
                <c:pt idx="158">
                  <c:v>46241</c:v>
                </c:pt>
                <c:pt idx="159">
                  <c:v>46244</c:v>
                </c:pt>
                <c:pt idx="160">
                  <c:v>46245</c:v>
                </c:pt>
                <c:pt idx="161">
                  <c:v>46246</c:v>
                </c:pt>
                <c:pt idx="162">
                  <c:v>46247</c:v>
                </c:pt>
                <c:pt idx="163">
                  <c:v>46248</c:v>
                </c:pt>
                <c:pt idx="164">
                  <c:v>46251</c:v>
                </c:pt>
                <c:pt idx="165">
                  <c:v>46252</c:v>
                </c:pt>
                <c:pt idx="166">
                  <c:v>46253</c:v>
                </c:pt>
                <c:pt idx="167">
                  <c:v>46254</c:v>
                </c:pt>
                <c:pt idx="168">
                  <c:v>46255</c:v>
                </c:pt>
                <c:pt idx="169">
                  <c:v>46258</c:v>
                </c:pt>
                <c:pt idx="170">
                  <c:v>46259</c:v>
                </c:pt>
                <c:pt idx="171">
                  <c:v>46260</c:v>
                </c:pt>
                <c:pt idx="172">
                  <c:v>46261</c:v>
                </c:pt>
                <c:pt idx="173">
                  <c:v>46262</c:v>
                </c:pt>
                <c:pt idx="174">
                  <c:v>46265</c:v>
                </c:pt>
                <c:pt idx="175">
                  <c:v>46266</c:v>
                </c:pt>
                <c:pt idx="176">
                  <c:v>46267</c:v>
                </c:pt>
                <c:pt idx="177">
                  <c:v>46268</c:v>
                </c:pt>
                <c:pt idx="178">
                  <c:v>46269</c:v>
                </c:pt>
                <c:pt idx="179">
                  <c:v>46272</c:v>
                </c:pt>
                <c:pt idx="180">
                  <c:v>46273</c:v>
                </c:pt>
                <c:pt idx="181">
                  <c:v>46274</c:v>
                </c:pt>
                <c:pt idx="182">
                  <c:v>46275</c:v>
                </c:pt>
                <c:pt idx="183">
                  <c:v>46276</c:v>
                </c:pt>
                <c:pt idx="184">
                  <c:v>46279</c:v>
                </c:pt>
                <c:pt idx="185">
                  <c:v>46280</c:v>
                </c:pt>
              </c:numCache>
            </c:numRef>
          </c:cat>
          <c:val>
            <c:numRef>
              <c:f>Sheet1!$C$2:$C$187</c:f>
              <c:numCache>
                <c:formatCode>General</c:formatCode>
                <c:ptCount val="186"/>
                <c:pt idx="0">
                  <c:v>100</c:v>
                </c:pt>
                <c:pt idx="1">
                  <c:v>100</c:v>
                </c:pt>
                <c:pt idx="2">
                  <c:v>100</c:v>
                </c:pt>
                <c:pt idx="3">
                  <c:v>99.635886018446385</c:v>
                </c:pt>
                <c:pt idx="4">
                  <c:v>100.46199428432659</c:v>
                </c:pt>
                <c:pt idx="5">
                  <c:v>101.5754874604788</c:v>
                </c:pt>
                <c:pt idx="6">
                  <c:v>100.5274588353156</c:v>
                </c:pt>
                <c:pt idx="7">
                  <c:v>101.1240377601615</c:v>
                </c:pt>
                <c:pt idx="8">
                  <c:v>101.39328772371481</c:v>
                </c:pt>
                <c:pt idx="9">
                  <c:v>101.25677290919489</c:v>
                </c:pt>
                <c:pt idx="10">
                  <c:v>100.5260996452638</c:v>
                </c:pt>
                <c:pt idx="11">
                  <c:v>102.49533018915641</c:v>
                </c:pt>
                <c:pt idx="12">
                  <c:v>102.7574490596981</c:v>
                </c:pt>
                <c:pt idx="13">
                  <c:v>102.2805905736632</c:v>
                </c:pt>
                <c:pt idx="14">
                  <c:v>102.3111816593501</c:v>
                </c:pt>
                <c:pt idx="15">
                  <c:v>103.1972184144558</c:v>
                </c:pt>
                <c:pt idx="16">
                  <c:v>106.6353920552673</c:v>
                </c:pt>
                <c:pt idx="17">
                  <c:v>108.9768482765936</c:v>
                </c:pt>
                <c:pt idx="18">
                  <c:v>111.0058211192936</c:v>
                </c:pt>
                <c:pt idx="19">
                  <c:v>110.9202604158489</c:v>
                </c:pt>
                <c:pt idx="20">
                  <c:v>112.9053295579709</c:v>
                </c:pt>
                <c:pt idx="21">
                  <c:v>114.6256793700458</c:v>
                </c:pt>
                <c:pt idx="22">
                  <c:v>113.6591649099084</c:v>
                </c:pt>
                <c:pt idx="23">
                  <c:v>112.56073453857699</c:v>
                </c:pt>
                <c:pt idx="24">
                  <c:v>113.44793188062189</c:v>
                </c:pt>
                <c:pt idx="25">
                  <c:v>115.23599914774439</c:v>
                </c:pt>
                <c:pt idx="26">
                  <c:v>112.7744376940764</c:v>
                </c:pt>
                <c:pt idx="27">
                  <c:v>113.0344960573248</c:v>
                </c:pt>
                <c:pt idx="28">
                  <c:v>113.5449867392081</c:v>
                </c:pt>
                <c:pt idx="29">
                  <c:v>115.5877252601499</c:v>
                </c:pt>
                <c:pt idx="30">
                  <c:v>115.39419893962069</c:v>
                </c:pt>
                <c:pt idx="31">
                  <c:v>117.7338615265864</c:v>
                </c:pt>
                <c:pt idx="32">
                  <c:v>116.5343607899861</c:v>
                </c:pt>
                <c:pt idx="33">
                  <c:v>115.72621989944849</c:v>
                </c:pt>
                <c:pt idx="34">
                  <c:v>115.72621989944849</c:v>
                </c:pt>
                <c:pt idx="35">
                  <c:v>115.72621989944849</c:v>
                </c:pt>
                <c:pt idx="36">
                  <c:v>115.4481817481629</c:v>
                </c:pt>
                <c:pt idx="37">
                  <c:v>117.0110082602138</c:v>
                </c:pt>
                <c:pt idx="38">
                  <c:v>118.2522777139317</c:v>
                </c:pt>
                <c:pt idx="39">
                  <c:v>117.2090341825127</c:v>
                </c:pt>
                <c:pt idx="40">
                  <c:v>118.8455921001143</c:v>
                </c:pt>
                <c:pt idx="41">
                  <c:v>118.6948150995712</c:v>
                </c:pt>
                <c:pt idx="42">
                  <c:v>118.5443484163915</c:v>
                </c:pt>
                <c:pt idx="43">
                  <c:v>117.1677557668293</c:v>
                </c:pt>
                <c:pt idx="44">
                  <c:v>117.490510650185</c:v>
                </c:pt>
                <c:pt idx="45">
                  <c:v>113.64124097899671</c:v>
                </c:pt>
                <c:pt idx="46">
                  <c:v>115.0448498582191</c:v>
                </c:pt>
                <c:pt idx="47">
                  <c:v>112.0021260463203</c:v>
                </c:pt>
                <c:pt idx="48">
                  <c:v>111.3200360688078</c:v>
                </c:pt>
                <c:pt idx="49">
                  <c:v>112.2823550381917</c:v>
                </c:pt>
                <c:pt idx="50">
                  <c:v>113.8535787380969</c:v>
                </c:pt>
                <c:pt idx="51">
                  <c:v>114.1777672876717</c:v>
                </c:pt>
                <c:pt idx="52">
                  <c:v>111.2701804811992</c:v>
                </c:pt>
                <c:pt idx="53">
                  <c:v>110.2578135274414</c:v>
                </c:pt>
                <c:pt idx="54">
                  <c:v>111.6369445730365</c:v>
                </c:pt>
                <c:pt idx="55">
                  <c:v>111.96854350125</c:v>
                </c:pt>
                <c:pt idx="56">
                  <c:v>111.4907664758194</c:v>
                </c:pt>
                <c:pt idx="57">
                  <c:v>111.88220700439661</c:v>
                </c:pt>
                <c:pt idx="58">
                  <c:v>109.3678791862511</c:v>
                </c:pt>
                <c:pt idx="59">
                  <c:v>112.9132736824747</c:v>
                </c:pt>
                <c:pt idx="60">
                  <c:v>113.271510253165</c:v>
                </c:pt>
                <c:pt idx="61">
                  <c:v>115.0807473708206</c:v>
                </c:pt>
                <c:pt idx="62">
                  <c:v>113.4102407336598</c:v>
                </c:pt>
                <c:pt idx="63">
                  <c:v>112.680430151999</c:v>
                </c:pt>
                <c:pt idx="64">
                  <c:v>113.2746506648829</c:v>
                </c:pt>
                <c:pt idx="65">
                  <c:v>116.34532786487939</c:v>
                </c:pt>
                <c:pt idx="66">
                  <c:v>116.650102960198</c:v>
                </c:pt>
                <c:pt idx="67">
                  <c:v>116.711614067977</c:v>
                </c:pt>
                <c:pt idx="68">
                  <c:v>116.711614067977</c:v>
                </c:pt>
                <c:pt idx="69">
                  <c:v>116.77985285619511</c:v>
                </c:pt>
                <c:pt idx="70">
                  <c:v>116.84001718661681</c:v>
                </c:pt>
                <c:pt idx="71">
                  <c:v>119.2867144385766</c:v>
                </c:pt>
                <c:pt idx="72">
                  <c:v>121.1039887759451</c:v>
                </c:pt>
                <c:pt idx="73">
                  <c:v>122.4660461602043</c:v>
                </c:pt>
                <c:pt idx="74">
                  <c:v>122.8861165687315</c:v>
                </c:pt>
                <c:pt idx="75">
                  <c:v>123.2936377430817</c:v>
                </c:pt>
                <c:pt idx="76">
                  <c:v>122.7228275720949</c:v>
                </c:pt>
                <c:pt idx="77">
                  <c:v>122.152451845417</c:v>
                </c:pt>
                <c:pt idx="78">
                  <c:v>121.4790135159969</c:v>
                </c:pt>
                <c:pt idx="79">
                  <c:v>121.72636748638659</c:v>
                </c:pt>
                <c:pt idx="80">
                  <c:v>121.72636748638659</c:v>
                </c:pt>
                <c:pt idx="81">
                  <c:v>119.7135870037102</c:v>
                </c:pt>
                <c:pt idx="82">
                  <c:v>118.7760996297479</c:v>
                </c:pt>
                <c:pt idx="83">
                  <c:v>118.3829833874082</c:v>
                </c:pt>
                <c:pt idx="84">
                  <c:v>117.6591805499035</c:v>
                </c:pt>
                <c:pt idx="85">
                  <c:v>117.0633091486462</c:v>
                </c:pt>
                <c:pt idx="86">
                  <c:v>114.66252645377951</c:v>
                </c:pt>
                <c:pt idx="87">
                  <c:v>116.2558323372663</c:v>
                </c:pt>
                <c:pt idx="88">
                  <c:v>116.2558323372663</c:v>
                </c:pt>
                <c:pt idx="89">
                  <c:v>115.18987978119149</c:v>
                </c:pt>
                <c:pt idx="90">
                  <c:v>115.9059060655687</c:v>
                </c:pt>
                <c:pt idx="91">
                  <c:v>116.4874656300246</c:v>
                </c:pt>
                <c:pt idx="92">
                  <c:v>113.7116147506752</c:v>
                </c:pt>
                <c:pt idx="93">
                  <c:v>114.26399827662151</c:v>
                </c:pt>
                <c:pt idx="94">
                  <c:v>112.8989618456733</c:v>
                </c:pt>
                <c:pt idx="95">
                  <c:v>111.92671272065969</c:v>
                </c:pt>
                <c:pt idx="96">
                  <c:v>109.9133488413401</c:v>
                </c:pt>
                <c:pt idx="97">
                  <c:v>110.7000468020648</c:v>
                </c:pt>
                <c:pt idx="98">
                  <c:v>110.0285014085615</c:v>
                </c:pt>
                <c:pt idx="99">
                  <c:v>109.83733970634169</c:v>
                </c:pt>
                <c:pt idx="100">
                  <c:v>108.16351267339211</c:v>
                </c:pt>
                <c:pt idx="101">
                  <c:v>110.0731250454227</c:v>
                </c:pt>
                <c:pt idx="102">
                  <c:v>110.2556723376337</c:v>
                </c:pt>
                <c:pt idx="103">
                  <c:v>109.3618031722751</c:v>
                </c:pt>
                <c:pt idx="104">
                  <c:v>110.3586108134306</c:v>
                </c:pt>
                <c:pt idx="105">
                  <c:v>109.5972844003399</c:v>
                </c:pt>
                <c:pt idx="106">
                  <c:v>109.07305907195121</c:v>
                </c:pt>
                <c:pt idx="107">
                  <c:v>108.6504316483494</c:v>
                </c:pt>
                <c:pt idx="108">
                  <c:v>107.8585513876555</c:v>
                </c:pt>
                <c:pt idx="109">
                  <c:v>106.87172355290789</c:v>
                </c:pt>
                <c:pt idx="110">
                  <c:v>108.11310472087671</c:v>
                </c:pt>
                <c:pt idx="111">
                  <c:v>105.7131040257658</c:v>
                </c:pt>
                <c:pt idx="112">
                  <c:v>105.7131040257658</c:v>
                </c:pt>
                <c:pt idx="113">
                  <c:v>104.899135375143</c:v>
                </c:pt>
                <c:pt idx="114">
                  <c:v>104.6816649668516</c:v>
                </c:pt>
                <c:pt idx="115">
                  <c:v>105.3919379673108</c:v>
                </c:pt>
                <c:pt idx="116">
                  <c:v>104.65096837326119</c:v>
                </c:pt>
                <c:pt idx="117">
                  <c:v>106.43714270446669</c:v>
                </c:pt>
                <c:pt idx="118">
                  <c:v>106.21087169574849</c:v>
                </c:pt>
                <c:pt idx="119">
                  <c:v>105.76554766018531</c:v>
                </c:pt>
                <c:pt idx="120">
                  <c:v>105.2897318404917</c:v>
                </c:pt>
                <c:pt idx="121">
                  <c:v>104.5483588338695</c:v>
                </c:pt>
                <c:pt idx="122">
                  <c:v>104.4388912807462</c:v>
                </c:pt>
                <c:pt idx="123">
                  <c:v>104.4736840635339</c:v>
                </c:pt>
                <c:pt idx="124">
                  <c:v>105.7377742561584</c:v>
                </c:pt>
                <c:pt idx="125">
                  <c:v>106.28920200462539</c:v>
                </c:pt>
                <c:pt idx="126">
                  <c:v>105.82235435673481</c:v>
                </c:pt>
                <c:pt idx="127">
                  <c:v>106.74309079941909</c:v>
                </c:pt>
                <c:pt idx="128">
                  <c:v>107.5529818798865</c:v>
                </c:pt>
                <c:pt idx="129">
                  <c:v>107.4972550877618</c:v>
                </c:pt>
                <c:pt idx="130">
                  <c:v>106.76414272935421</c:v>
                </c:pt>
                <c:pt idx="131">
                  <c:v>106.5559135721457</c:v>
                </c:pt>
                <c:pt idx="132">
                  <c:v>107.23799734331099</c:v>
                </c:pt>
                <c:pt idx="133">
                  <c:v>108.0340544757166</c:v>
                </c:pt>
                <c:pt idx="134">
                  <c:v>107.0269567107899</c:v>
                </c:pt>
                <c:pt idx="135">
                  <c:v>106.7620077458938</c:v>
                </c:pt>
                <c:pt idx="136">
                  <c:v>105.91345732829041</c:v>
                </c:pt>
                <c:pt idx="137">
                  <c:v>107.2097584632389</c:v>
                </c:pt>
                <c:pt idx="138">
                  <c:v>110.39004596234599</c:v>
                </c:pt>
                <c:pt idx="139">
                  <c:v>109.06977591424619</c:v>
                </c:pt>
                <c:pt idx="140">
                  <c:v>109.6296008505675</c:v>
                </c:pt>
                <c:pt idx="141">
                  <c:v>109.238476845701</c:v>
                </c:pt>
                <c:pt idx="142">
                  <c:v>107.88199896763621</c:v>
                </c:pt>
                <c:pt idx="143">
                  <c:v>107.8129905923567</c:v>
                </c:pt>
                <c:pt idx="144">
                  <c:v>107.60028045242041</c:v>
                </c:pt>
                <c:pt idx="145">
                  <c:v>107.5719174454029</c:v>
                </c:pt>
                <c:pt idx="146">
                  <c:v>110.19218761142329</c:v>
                </c:pt>
                <c:pt idx="147">
                  <c:v>109.6808156282279</c:v>
                </c:pt>
                <c:pt idx="148">
                  <c:v>108.016478100252</c:v>
                </c:pt>
                <c:pt idx="149">
                  <c:v>108.81865469106449</c:v>
                </c:pt>
                <c:pt idx="150">
                  <c:v>109.58221538917179</c:v>
                </c:pt>
                <c:pt idx="151">
                  <c:v>107.91928049567861</c:v>
                </c:pt>
                <c:pt idx="152">
                  <c:v>109.95094068674599</c:v>
                </c:pt>
                <c:pt idx="153">
                  <c:v>110.4723607461693</c:v>
                </c:pt>
                <c:pt idx="154">
                  <c:v>110.4731303332306</c:v>
                </c:pt>
                <c:pt idx="155">
                  <c:v>110.4077961155341</c:v>
                </c:pt>
                <c:pt idx="156">
                  <c:v>110.3030329736403</c:v>
                </c:pt>
                <c:pt idx="157">
                  <c:v>108.9501671896859</c:v>
                </c:pt>
                <c:pt idx="158">
                  <c:v>107.0678193012063</c:v>
                </c:pt>
                <c:pt idx="159">
                  <c:v>106.86084382614609</c:v>
                </c:pt>
                <c:pt idx="160">
                  <c:v>104.1888313429474</c:v>
                </c:pt>
                <c:pt idx="161">
                  <c:v>103.9507744807661</c:v>
                </c:pt>
                <c:pt idx="162">
                  <c:v>103.7086524611239</c:v>
                </c:pt>
                <c:pt idx="163">
                  <c:v>103.6051616204202</c:v>
                </c:pt>
                <c:pt idx="164">
                  <c:v>103.51167541151339</c:v>
                </c:pt>
                <c:pt idx="165">
                  <c:v>103.2331904032245</c:v>
                </c:pt>
                <c:pt idx="166">
                  <c:v>104.16129378011669</c:v>
                </c:pt>
                <c:pt idx="167">
                  <c:v>104.2214208724548</c:v>
                </c:pt>
                <c:pt idx="168">
                  <c:v>106.1482310327666</c:v>
                </c:pt>
                <c:pt idx="169">
                  <c:v>106.69128021242091</c:v>
                </c:pt>
                <c:pt idx="170">
                  <c:v>108.3484245839125</c:v>
                </c:pt>
                <c:pt idx="171">
                  <c:v>108.3542957884286</c:v>
                </c:pt>
                <c:pt idx="172">
                  <c:v>108.6951173486832</c:v>
                </c:pt>
                <c:pt idx="173">
                  <c:v>109.0235634524842</c:v>
                </c:pt>
                <c:pt idx="174">
                  <c:v>110.1122560649512</c:v>
                </c:pt>
                <c:pt idx="175">
                  <c:v>111.5420122852162</c:v>
                </c:pt>
                <c:pt idx="176">
                  <c:v>114.9447104450404</c:v>
                </c:pt>
                <c:pt idx="177">
                  <c:v>114.9341844800729</c:v>
                </c:pt>
                <c:pt idx="178">
                  <c:v>114.90875086896619</c:v>
                </c:pt>
                <c:pt idx="179">
                  <c:v>114.90875086896619</c:v>
                </c:pt>
                <c:pt idx="180">
                  <c:v>116.2863675658278</c:v>
                </c:pt>
                <c:pt idx="181">
                  <c:v>115.2078285374923</c:v>
                </c:pt>
                <c:pt idx="182">
                  <c:v>116.8460249307729</c:v>
                </c:pt>
                <c:pt idx="183">
                  <c:v>116.1870970412667</c:v>
                </c:pt>
                <c:pt idx="184">
                  <c:v>115.128287990898</c:v>
                </c:pt>
                <c:pt idx="185">
                  <c:v>115.7500150348763</c:v>
                </c:pt>
              </c:numCache>
            </c:numRef>
          </c:val>
          <c:smooth val="1"/>
          <c:extLst>
            <c:ext xmlns:c16="http://schemas.microsoft.com/office/drawing/2014/chart" uri="{C3380CC4-5D6E-409C-BE32-E72D297353CC}">
              <c16:uniqueId val="{00000001-93C8-429B-B6F4-CEF5DF0F73D4}"/>
            </c:ext>
          </c:extLst>
        </c:ser>
        <c:dLbls>
          <c:showLegendKey val="0"/>
          <c:showVal val="0"/>
          <c:showCatName val="0"/>
          <c:showSerName val="0"/>
          <c:showPercent val="0"/>
          <c:showBubbleSize val="0"/>
        </c:dLbls>
        <c:smooth val="0"/>
        <c:axId val="50010001"/>
        <c:axId val="50010002"/>
      </c:lineChart>
      <c:dateAx>
        <c:axId val="50010001"/>
        <c:scaling>
          <c:orientation val="minMax"/>
          <c:max val="46280"/>
          <c:min val="46023"/>
        </c:scaling>
        <c:delete val="0"/>
        <c:axPos val="b"/>
        <c:numFmt formatCode="[$-409]mmm\-yy" sourceLinked="0"/>
        <c:majorTickMark val="out"/>
        <c:minorTickMark val="cross"/>
        <c:tickLblPos val="low"/>
        <c:spPr>
          <a:ln w="9525">
            <a:solidFill>
              <a:srgbClr val="D9D9D9"/>
            </a:solidFill>
          </a:ln>
        </c:spPr>
        <c:txPr>
          <a:bodyPr rot="-5400000" vert="horz"/>
          <a:lstStyle/>
          <a:p>
            <a:pPr>
              <a:defRPr sz="900" b="0" baseline="0">
                <a:solidFill>
                  <a:srgbClr val="000000"/>
                </a:solidFill>
                <a:latin typeface="Roboto Light"/>
              </a:defRPr>
            </a:pPr>
            <a:endParaRPr lang="en-US"/>
          </a:p>
        </c:txPr>
        <c:crossAx val="50010002"/>
        <c:crosses val="autoZero"/>
        <c:auto val="1"/>
        <c:lblOffset val="100"/>
        <c:baseTimeUnit val="days"/>
        <c:majorUnit val="1"/>
        <c:majorTimeUnit val="months"/>
      </c:dateAx>
      <c:valAx>
        <c:axId val="50010002"/>
        <c:scaling>
          <c:orientation val="minMax"/>
          <c:min val="80"/>
        </c:scaling>
        <c:delete val="0"/>
        <c:axPos val="l"/>
        <c:majorGridlines>
          <c:spPr>
            <a:ln w="6350">
              <a:solidFill>
                <a:srgbClr val="D9D9D9"/>
              </a:solidFill>
              <a:prstDash val="dash"/>
            </a:ln>
          </c:spPr>
        </c:majorGridlines>
        <c:numFmt formatCode="#,##0" sourceLinked="0"/>
        <c:majorTickMark val="none"/>
        <c:minorTickMark val="cross"/>
        <c:tickLblPos val="nextTo"/>
        <c:spPr>
          <a:ln>
            <a:noFill/>
          </a:ln>
        </c:spPr>
        <c:txPr>
          <a:bodyPr/>
          <a:lstStyle/>
          <a:p>
            <a:pPr>
              <a:defRPr sz="900" b="0" baseline="0">
                <a:solidFill>
                  <a:srgbClr val="000000"/>
                </a:solidFill>
                <a:latin typeface="Roboto Light"/>
              </a:defRPr>
            </a:pPr>
            <a:endParaRPr lang="en-US"/>
          </a:p>
        </c:txPr>
        <c:crossAx val="50010001"/>
        <c:crosses val="autoZero"/>
        <c:crossBetween val="between"/>
      </c:valAx>
      <c:spPr>
        <a:noFill/>
        <a:ln>
          <a:noFill/>
        </a:ln>
      </c:spPr>
    </c:plotArea>
    <c:legend>
      <c:legendPos val="t"/>
      <c:overlay val="0"/>
      <c:txPr>
        <a:bodyPr/>
        <a:lstStyle/>
        <a:p>
          <a:pPr>
            <a:defRPr sz="900" b="0" baseline="0">
              <a:solidFill>
                <a:srgbClr val="000000"/>
              </a:solidFill>
              <a:latin typeface="Roboto Light"/>
            </a:defRPr>
          </a:pPr>
          <a:endParaRPr lang="en-US"/>
        </a:p>
      </c:txPr>
    </c:legend>
    <c:plotVisOnly val="1"/>
    <c:dispBlanksAs val="zero"/>
    <c:showDLblsOverMax val="1"/>
  </c:chart>
  <c:spPr>
    <a:solidFill>
      <a:srgbClr val="FFFFFF"/>
    </a:solidFill>
    <a:ln>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4493710795742319E-2"/>
          <c:y val="0.16625699079240144"/>
          <c:w val="0.91550628920425769"/>
          <c:h val="0.60691939163866471"/>
        </c:manualLayout>
      </c:layout>
      <c:lineChart>
        <c:grouping val="standard"/>
        <c:varyColors val="1"/>
        <c:ser>
          <c:idx val="0"/>
          <c:order val="0"/>
          <c:tx>
            <c:v>Forward P/E</c:v>
          </c:tx>
          <c:spPr>
            <a:ln w="28575">
              <a:solidFill>
                <a:srgbClr val="1F2F44"/>
              </a:solidFill>
            </a:ln>
          </c:spPr>
          <c:marker>
            <c:symbol val="none"/>
          </c:marker>
          <c:cat>
            <c:numRef>
              <c:f>Sheet1!$A$2:$A$299</c:f>
              <c:numCache>
                <c:formatCode>yyyy\-mm\-dd</c:formatCode>
                <c:ptCount val="298"/>
                <c:pt idx="0">
                  <c:v>44204</c:v>
                </c:pt>
                <c:pt idx="1">
                  <c:v>44211</c:v>
                </c:pt>
                <c:pt idx="2">
                  <c:v>44218</c:v>
                </c:pt>
                <c:pt idx="3">
                  <c:v>44225</c:v>
                </c:pt>
                <c:pt idx="4">
                  <c:v>44232</c:v>
                </c:pt>
                <c:pt idx="5">
                  <c:v>44239</c:v>
                </c:pt>
                <c:pt idx="6">
                  <c:v>44246</c:v>
                </c:pt>
                <c:pt idx="7">
                  <c:v>44253</c:v>
                </c:pt>
                <c:pt idx="8">
                  <c:v>44260</c:v>
                </c:pt>
                <c:pt idx="9">
                  <c:v>44267</c:v>
                </c:pt>
                <c:pt idx="10">
                  <c:v>44274</c:v>
                </c:pt>
                <c:pt idx="11">
                  <c:v>44281</c:v>
                </c:pt>
                <c:pt idx="12">
                  <c:v>44288</c:v>
                </c:pt>
                <c:pt idx="13">
                  <c:v>44295</c:v>
                </c:pt>
                <c:pt idx="14">
                  <c:v>44302</c:v>
                </c:pt>
                <c:pt idx="15">
                  <c:v>44309</c:v>
                </c:pt>
                <c:pt idx="16">
                  <c:v>44316</c:v>
                </c:pt>
                <c:pt idx="17">
                  <c:v>44323</c:v>
                </c:pt>
                <c:pt idx="18">
                  <c:v>44330</c:v>
                </c:pt>
                <c:pt idx="19">
                  <c:v>44337</c:v>
                </c:pt>
                <c:pt idx="20">
                  <c:v>44344</c:v>
                </c:pt>
                <c:pt idx="21">
                  <c:v>44351</c:v>
                </c:pt>
                <c:pt idx="22">
                  <c:v>44358</c:v>
                </c:pt>
                <c:pt idx="23">
                  <c:v>44365</c:v>
                </c:pt>
                <c:pt idx="24">
                  <c:v>44372</c:v>
                </c:pt>
                <c:pt idx="25">
                  <c:v>44379</c:v>
                </c:pt>
                <c:pt idx="26">
                  <c:v>44386</c:v>
                </c:pt>
                <c:pt idx="27">
                  <c:v>44393</c:v>
                </c:pt>
                <c:pt idx="28">
                  <c:v>44400</c:v>
                </c:pt>
                <c:pt idx="29">
                  <c:v>44407</c:v>
                </c:pt>
                <c:pt idx="30">
                  <c:v>44414</c:v>
                </c:pt>
                <c:pt idx="31">
                  <c:v>44421</c:v>
                </c:pt>
                <c:pt idx="32">
                  <c:v>44428</c:v>
                </c:pt>
                <c:pt idx="33">
                  <c:v>44435</c:v>
                </c:pt>
                <c:pt idx="34">
                  <c:v>44442</c:v>
                </c:pt>
                <c:pt idx="35">
                  <c:v>44449</c:v>
                </c:pt>
                <c:pt idx="36">
                  <c:v>44456</c:v>
                </c:pt>
                <c:pt idx="37">
                  <c:v>44463</c:v>
                </c:pt>
                <c:pt idx="38">
                  <c:v>44470</c:v>
                </c:pt>
                <c:pt idx="39">
                  <c:v>44477</c:v>
                </c:pt>
                <c:pt idx="40">
                  <c:v>44484</c:v>
                </c:pt>
                <c:pt idx="41">
                  <c:v>44491</c:v>
                </c:pt>
                <c:pt idx="42">
                  <c:v>44498</c:v>
                </c:pt>
                <c:pt idx="43">
                  <c:v>44505</c:v>
                </c:pt>
                <c:pt idx="44">
                  <c:v>44512</c:v>
                </c:pt>
                <c:pt idx="45">
                  <c:v>44519</c:v>
                </c:pt>
                <c:pt idx="46">
                  <c:v>44526</c:v>
                </c:pt>
                <c:pt idx="47">
                  <c:v>44533</c:v>
                </c:pt>
                <c:pt idx="48">
                  <c:v>44540</c:v>
                </c:pt>
                <c:pt idx="49">
                  <c:v>44547</c:v>
                </c:pt>
                <c:pt idx="50">
                  <c:v>44554</c:v>
                </c:pt>
                <c:pt idx="51">
                  <c:v>44561</c:v>
                </c:pt>
                <c:pt idx="52">
                  <c:v>44568</c:v>
                </c:pt>
                <c:pt idx="53">
                  <c:v>44575</c:v>
                </c:pt>
                <c:pt idx="54">
                  <c:v>44582</c:v>
                </c:pt>
                <c:pt idx="55">
                  <c:v>44589</c:v>
                </c:pt>
                <c:pt idx="56">
                  <c:v>44596</c:v>
                </c:pt>
                <c:pt idx="57">
                  <c:v>44603</c:v>
                </c:pt>
                <c:pt idx="58">
                  <c:v>44610</c:v>
                </c:pt>
                <c:pt idx="59">
                  <c:v>44617</c:v>
                </c:pt>
                <c:pt idx="60">
                  <c:v>44624</c:v>
                </c:pt>
                <c:pt idx="61">
                  <c:v>44631</c:v>
                </c:pt>
                <c:pt idx="62">
                  <c:v>44638</c:v>
                </c:pt>
                <c:pt idx="63">
                  <c:v>44645</c:v>
                </c:pt>
                <c:pt idx="64">
                  <c:v>44652</c:v>
                </c:pt>
                <c:pt idx="65">
                  <c:v>44659</c:v>
                </c:pt>
                <c:pt idx="66">
                  <c:v>44666</c:v>
                </c:pt>
                <c:pt idx="67">
                  <c:v>44673</c:v>
                </c:pt>
                <c:pt idx="68">
                  <c:v>44680</c:v>
                </c:pt>
                <c:pt idx="69">
                  <c:v>44687</c:v>
                </c:pt>
                <c:pt idx="70">
                  <c:v>44694</c:v>
                </c:pt>
                <c:pt idx="71">
                  <c:v>44701</c:v>
                </c:pt>
                <c:pt idx="72">
                  <c:v>44708</c:v>
                </c:pt>
                <c:pt idx="73">
                  <c:v>44715</c:v>
                </c:pt>
                <c:pt idx="74">
                  <c:v>44722</c:v>
                </c:pt>
                <c:pt idx="75">
                  <c:v>44729</c:v>
                </c:pt>
                <c:pt idx="76">
                  <c:v>44736</c:v>
                </c:pt>
                <c:pt idx="77">
                  <c:v>44743</c:v>
                </c:pt>
                <c:pt idx="78">
                  <c:v>44750</c:v>
                </c:pt>
                <c:pt idx="79">
                  <c:v>44757</c:v>
                </c:pt>
                <c:pt idx="80">
                  <c:v>44764</c:v>
                </c:pt>
                <c:pt idx="81">
                  <c:v>44771</c:v>
                </c:pt>
                <c:pt idx="82">
                  <c:v>44778</c:v>
                </c:pt>
                <c:pt idx="83">
                  <c:v>44785</c:v>
                </c:pt>
                <c:pt idx="84">
                  <c:v>44792</c:v>
                </c:pt>
                <c:pt idx="85">
                  <c:v>44799</c:v>
                </c:pt>
                <c:pt idx="86">
                  <c:v>44806</c:v>
                </c:pt>
                <c:pt idx="87">
                  <c:v>44813</c:v>
                </c:pt>
                <c:pt idx="88">
                  <c:v>44820</c:v>
                </c:pt>
                <c:pt idx="89">
                  <c:v>44827</c:v>
                </c:pt>
                <c:pt idx="90">
                  <c:v>44834</c:v>
                </c:pt>
                <c:pt idx="91">
                  <c:v>44841</c:v>
                </c:pt>
                <c:pt idx="92">
                  <c:v>44848</c:v>
                </c:pt>
                <c:pt idx="93">
                  <c:v>44855</c:v>
                </c:pt>
                <c:pt idx="94">
                  <c:v>44862</c:v>
                </c:pt>
                <c:pt idx="95">
                  <c:v>44869</c:v>
                </c:pt>
                <c:pt idx="96">
                  <c:v>44876</c:v>
                </c:pt>
                <c:pt idx="97">
                  <c:v>44883</c:v>
                </c:pt>
                <c:pt idx="98">
                  <c:v>44890</c:v>
                </c:pt>
                <c:pt idx="99">
                  <c:v>44897</c:v>
                </c:pt>
                <c:pt idx="100">
                  <c:v>44904</c:v>
                </c:pt>
                <c:pt idx="101">
                  <c:v>44911</c:v>
                </c:pt>
                <c:pt idx="102">
                  <c:v>44918</c:v>
                </c:pt>
                <c:pt idx="103">
                  <c:v>44925</c:v>
                </c:pt>
                <c:pt idx="104">
                  <c:v>44932</c:v>
                </c:pt>
                <c:pt idx="105">
                  <c:v>44939</c:v>
                </c:pt>
                <c:pt idx="106">
                  <c:v>44946</c:v>
                </c:pt>
                <c:pt idx="107">
                  <c:v>44953</c:v>
                </c:pt>
                <c:pt idx="108">
                  <c:v>44960</c:v>
                </c:pt>
                <c:pt idx="109">
                  <c:v>44967</c:v>
                </c:pt>
                <c:pt idx="110">
                  <c:v>44974</c:v>
                </c:pt>
                <c:pt idx="111">
                  <c:v>44981</c:v>
                </c:pt>
                <c:pt idx="112">
                  <c:v>44988</c:v>
                </c:pt>
                <c:pt idx="113">
                  <c:v>44995</c:v>
                </c:pt>
                <c:pt idx="114">
                  <c:v>45002</c:v>
                </c:pt>
                <c:pt idx="115">
                  <c:v>45009</c:v>
                </c:pt>
                <c:pt idx="116">
                  <c:v>45016</c:v>
                </c:pt>
                <c:pt idx="117">
                  <c:v>45023</c:v>
                </c:pt>
                <c:pt idx="118">
                  <c:v>45030</c:v>
                </c:pt>
                <c:pt idx="119">
                  <c:v>45037</c:v>
                </c:pt>
                <c:pt idx="120">
                  <c:v>45044</c:v>
                </c:pt>
                <c:pt idx="121">
                  <c:v>45051</c:v>
                </c:pt>
                <c:pt idx="122">
                  <c:v>45058</c:v>
                </c:pt>
                <c:pt idx="123">
                  <c:v>45065</c:v>
                </c:pt>
                <c:pt idx="124">
                  <c:v>45072</c:v>
                </c:pt>
                <c:pt idx="125">
                  <c:v>45079</c:v>
                </c:pt>
                <c:pt idx="126">
                  <c:v>45086</c:v>
                </c:pt>
                <c:pt idx="127">
                  <c:v>45093</c:v>
                </c:pt>
                <c:pt idx="128">
                  <c:v>45100</c:v>
                </c:pt>
                <c:pt idx="129">
                  <c:v>45107</c:v>
                </c:pt>
                <c:pt idx="130">
                  <c:v>45114</c:v>
                </c:pt>
                <c:pt idx="131">
                  <c:v>45121</c:v>
                </c:pt>
                <c:pt idx="132">
                  <c:v>45128</c:v>
                </c:pt>
                <c:pt idx="133">
                  <c:v>45135</c:v>
                </c:pt>
                <c:pt idx="134">
                  <c:v>45142</c:v>
                </c:pt>
                <c:pt idx="135">
                  <c:v>45149</c:v>
                </c:pt>
                <c:pt idx="136">
                  <c:v>45156</c:v>
                </c:pt>
                <c:pt idx="137">
                  <c:v>45163</c:v>
                </c:pt>
                <c:pt idx="138">
                  <c:v>45170</c:v>
                </c:pt>
                <c:pt idx="139">
                  <c:v>45177</c:v>
                </c:pt>
                <c:pt idx="140">
                  <c:v>45184</c:v>
                </c:pt>
                <c:pt idx="141">
                  <c:v>45191</c:v>
                </c:pt>
                <c:pt idx="142">
                  <c:v>45198</c:v>
                </c:pt>
                <c:pt idx="143">
                  <c:v>45205</c:v>
                </c:pt>
                <c:pt idx="144">
                  <c:v>45212</c:v>
                </c:pt>
                <c:pt idx="145">
                  <c:v>45219</c:v>
                </c:pt>
                <c:pt idx="146">
                  <c:v>45226</c:v>
                </c:pt>
                <c:pt idx="147">
                  <c:v>45233</c:v>
                </c:pt>
                <c:pt idx="148">
                  <c:v>45240</c:v>
                </c:pt>
                <c:pt idx="149">
                  <c:v>45247</c:v>
                </c:pt>
                <c:pt idx="150">
                  <c:v>45254</c:v>
                </c:pt>
                <c:pt idx="151">
                  <c:v>45261</c:v>
                </c:pt>
                <c:pt idx="152">
                  <c:v>45268</c:v>
                </c:pt>
                <c:pt idx="153">
                  <c:v>45275</c:v>
                </c:pt>
                <c:pt idx="154">
                  <c:v>45282</c:v>
                </c:pt>
                <c:pt idx="155">
                  <c:v>45289</c:v>
                </c:pt>
                <c:pt idx="156">
                  <c:v>45296</c:v>
                </c:pt>
                <c:pt idx="157">
                  <c:v>45303</c:v>
                </c:pt>
                <c:pt idx="158">
                  <c:v>45310</c:v>
                </c:pt>
                <c:pt idx="159">
                  <c:v>45317</c:v>
                </c:pt>
                <c:pt idx="160">
                  <c:v>45324</c:v>
                </c:pt>
                <c:pt idx="161">
                  <c:v>45331</c:v>
                </c:pt>
                <c:pt idx="162">
                  <c:v>45338</c:v>
                </c:pt>
                <c:pt idx="163">
                  <c:v>45345</c:v>
                </c:pt>
                <c:pt idx="164">
                  <c:v>45352</c:v>
                </c:pt>
                <c:pt idx="165">
                  <c:v>45359</c:v>
                </c:pt>
                <c:pt idx="166">
                  <c:v>45366</c:v>
                </c:pt>
                <c:pt idx="167">
                  <c:v>45373</c:v>
                </c:pt>
                <c:pt idx="168">
                  <c:v>45380</c:v>
                </c:pt>
                <c:pt idx="169">
                  <c:v>45387</c:v>
                </c:pt>
                <c:pt idx="170">
                  <c:v>45394</c:v>
                </c:pt>
                <c:pt idx="171">
                  <c:v>45401</c:v>
                </c:pt>
                <c:pt idx="172">
                  <c:v>45408</c:v>
                </c:pt>
                <c:pt idx="173">
                  <c:v>45415</c:v>
                </c:pt>
                <c:pt idx="174">
                  <c:v>45422</c:v>
                </c:pt>
                <c:pt idx="175">
                  <c:v>45429</c:v>
                </c:pt>
                <c:pt idx="176">
                  <c:v>45436</c:v>
                </c:pt>
                <c:pt idx="177">
                  <c:v>45443</c:v>
                </c:pt>
                <c:pt idx="178">
                  <c:v>45450</c:v>
                </c:pt>
                <c:pt idx="179">
                  <c:v>45457</c:v>
                </c:pt>
                <c:pt idx="180">
                  <c:v>45464</c:v>
                </c:pt>
                <c:pt idx="181">
                  <c:v>45471</c:v>
                </c:pt>
                <c:pt idx="182">
                  <c:v>45478</c:v>
                </c:pt>
                <c:pt idx="183">
                  <c:v>45485</c:v>
                </c:pt>
                <c:pt idx="184">
                  <c:v>45492</c:v>
                </c:pt>
                <c:pt idx="185">
                  <c:v>45499</c:v>
                </c:pt>
                <c:pt idx="186">
                  <c:v>45506</c:v>
                </c:pt>
                <c:pt idx="187">
                  <c:v>45513</c:v>
                </c:pt>
                <c:pt idx="188">
                  <c:v>45520</c:v>
                </c:pt>
                <c:pt idx="189">
                  <c:v>45527</c:v>
                </c:pt>
                <c:pt idx="190">
                  <c:v>45534</c:v>
                </c:pt>
                <c:pt idx="191">
                  <c:v>45541</c:v>
                </c:pt>
                <c:pt idx="192">
                  <c:v>45548</c:v>
                </c:pt>
                <c:pt idx="193">
                  <c:v>45555</c:v>
                </c:pt>
                <c:pt idx="194">
                  <c:v>45562</c:v>
                </c:pt>
                <c:pt idx="195">
                  <c:v>45569</c:v>
                </c:pt>
                <c:pt idx="196">
                  <c:v>45576</c:v>
                </c:pt>
                <c:pt idx="197">
                  <c:v>45583</c:v>
                </c:pt>
                <c:pt idx="198">
                  <c:v>45590</c:v>
                </c:pt>
                <c:pt idx="199">
                  <c:v>45597</c:v>
                </c:pt>
                <c:pt idx="200">
                  <c:v>45604</c:v>
                </c:pt>
                <c:pt idx="201">
                  <c:v>45611</c:v>
                </c:pt>
                <c:pt idx="202">
                  <c:v>45618</c:v>
                </c:pt>
                <c:pt idx="203">
                  <c:v>45625</c:v>
                </c:pt>
                <c:pt idx="204">
                  <c:v>45632</c:v>
                </c:pt>
                <c:pt idx="205">
                  <c:v>45639</c:v>
                </c:pt>
                <c:pt idx="206">
                  <c:v>45646</c:v>
                </c:pt>
                <c:pt idx="207">
                  <c:v>45653</c:v>
                </c:pt>
                <c:pt idx="208">
                  <c:v>45660</c:v>
                </c:pt>
                <c:pt idx="209">
                  <c:v>45667</c:v>
                </c:pt>
                <c:pt idx="210">
                  <c:v>45674</c:v>
                </c:pt>
                <c:pt idx="211">
                  <c:v>45681</c:v>
                </c:pt>
                <c:pt idx="212">
                  <c:v>45688</c:v>
                </c:pt>
                <c:pt idx="213">
                  <c:v>45695</c:v>
                </c:pt>
                <c:pt idx="214">
                  <c:v>45702</c:v>
                </c:pt>
                <c:pt idx="215">
                  <c:v>45709</c:v>
                </c:pt>
                <c:pt idx="216">
                  <c:v>45716</c:v>
                </c:pt>
                <c:pt idx="217">
                  <c:v>45723</c:v>
                </c:pt>
                <c:pt idx="218">
                  <c:v>45730</c:v>
                </c:pt>
                <c:pt idx="219">
                  <c:v>45737</c:v>
                </c:pt>
                <c:pt idx="220">
                  <c:v>45744</c:v>
                </c:pt>
                <c:pt idx="221">
                  <c:v>45751</c:v>
                </c:pt>
                <c:pt idx="222">
                  <c:v>45758</c:v>
                </c:pt>
                <c:pt idx="223">
                  <c:v>45765</c:v>
                </c:pt>
                <c:pt idx="224">
                  <c:v>45772</c:v>
                </c:pt>
                <c:pt idx="225">
                  <c:v>45779</c:v>
                </c:pt>
                <c:pt idx="226">
                  <c:v>45786</c:v>
                </c:pt>
                <c:pt idx="227">
                  <c:v>45793</c:v>
                </c:pt>
                <c:pt idx="228">
                  <c:v>45800</c:v>
                </c:pt>
                <c:pt idx="229">
                  <c:v>45807</c:v>
                </c:pt>
                <c:pt idx="230">
                  <c:v>45814</c:v>
                </c:pt>
                <c:pt idx="231">
                  <c:v>45821</c:v>
                </c:pt>
                <c:pt idx="232">
                  <c:v>45828</c:v>
                </c:pt>
                <c:pt idx="233">
                  <c:v>45835</c:v>
                </c:pt>
                <c:pt idx="234">
                  <c:v>45842</c:v>
                </c:pt>
                <c:pt idx="235">
                  <c:v>45849</c:v>
                </c:pt>
                <c:pt idx="236">
                  <c:v>45856</c:v>
                </c:pt>
                <c:pt idx="237">
                  <c:v>45863</c:v>
                </c:pt>
                <c:pt idx="238">
                  <c:v>45870</c:v>
                </c:pt>
                <c:pt idx="239">
                  <c:v>45877</c:v>
                </c:pt>
                <c:pt idx="240">
                  <c:v>45884</c:v>
                </c:pt>
                <c:pt idx="241">
                  <c:v>45891</c:v>
                </c:pt>
                <c:pt idx="242">
                  <c:v>45898</c:v>
                </c:pt>
                <c:pt idx="243">
                  <c:v>45905</c:v>
                </c:pt>
                <c:pt idx="244">
                  <c:v>45912</c:v>
                </c:pt>
                <c:pt idx="245">
                  <c:v>45919</c:v>
                </c:pt>
                <c:pt idx="246">
                  <c:v>45926</c:v>
                </c:pt>
                <c:pt idx="247">
                  <c:v>45933</c:v>
                </c:pt>
                <c:pt idx="248">
                  <c:v>45940</c:v>
                </c:pt>
                <c:pt idx="249">
                  <c:v>45947</c:v>
                </c:pt>
                <c:pt idx="250">
                  <c:v>45954</c:v>
                </c:pt>
                <c:pt idx="251">
                  <c:v>45961</c:v>
                </c:pt>
                <c:pt idx="252">
                  <c:v>45968</c:v>
                </c:pt>
                <c:pt idx="253">
                  <c:v>45975</c:v>
                </c:pt>
                <c:pt idx="254">
                  <c:v>45982</c:v>
                </c:pt>
                <c:pt idx="255">
                  <c:v>45989</c:v>
                </c:pt>
                <c:pt idx="256">
                  <c:v>45996</c:v>
                </c:pt>
                <c:pt idx="257">
                  <c:v>46003</c:v>
                </c:pt>
                <c:pt idx="258">
                  <c:v>46010</c:v>
                </c:pt>
                <c:pt idx="259">
                  <c:v>46017</c:v>
                </c:pt>
                <c:pt idx="260">
                  <c:v>46024</c:v>
                </c:pt>
                <c:pt idx="261">
                  <c:v>46031</c:v>
                </c:pt>
                <c:pt idx="262">
                  <c:v>46038</c:v>
                </c:pt>
                <c:pt idx="263">
                  <c:v>46045</c:v>
                </c:pt>
                <c:pt idx="264">
                  <c:v>46052</c:v>
                </c:pt>
                <c:pt idx="265">
                  <c:v>46059</c:v>
                </c:pt>
                <c:pt idx="266">
                  <c:v>46066</c:v>
                </c:pt>
                <c:pt idx="267">
                  <c:v>46073</c:v>
                </c:pt>
                <c:pt idx="268">
                  <c:v>46080</c:v>
                </c:pt>
                <c:pt idx="269">
                  <c:v>46087</c:v>
                </c:pt>
                <c:pt idx="270">
                  <c:v>46094</c:v>
                </c:pt>
                <c:pt idx="271">
                  <c:v>46101</c:v>
                </c:pt>
                <c:pt idx="272">
                  <c:v>46108</c:v>
                </c:pt>
                <c:pt idx="273">
                  <c:v>46115</c:v>
                </c:pt>
                <c:pt idx="274">
                  <c:v>46122</c:v>
                </c:pt>
                <c:pt idx="275">
                  <c:v>46129</c:v>
                </c:pt>
                <c:pt idx="276">
                  <c:v>46136</c:v>
                </c:pt>
                <c:pt idx="277">
                  <c:v>46143</c:v>
                </c:pt>
                <c:pt idx="278">
                  <c:v>46150</c:v>
                </c:pt>
                <c:pt idx="279">
                  <c:v>46157</c:v>
                </c:pt>
                <c:pt idx="280">
                  <c:v>46164</c:v>
                </c:pt>
                <c:pt idx="281">
                  <c:v>46171</c:v>
                </c:pt>
                <c:pt idx="282">
                  <c:v>46178</c:v>
                </c:pt>
                <c:pt idx="283">
                  <c:v>46185</c:v>
                </c:pt>
                <c:pt idx="284">
                  <c:v>46192</c:v>
                </c:pt>
                <c:pt idx="285">
                  <c:v>46199</c:v>
                </c:pt>
                <c:pt idx="286">
                  <c:v>46206</c:v>
                </c:pt>
                <c:pt idx="287">
                  <c:v>46213</c:v>
                </c:pt>
                <c:pt idx="288">
                  <c:v>46220</c:v>
                </c:pt>
                <c:pt idx="289">
                  <c:v>46227</c:v>
                </c:pt>
                <c:pt idx="290">
                  <c:v>46234</c:v>
                </c:pt>
                <c:pt idx="291">
                  <c:v>46241</c:v>
                </c:pt>
                <c:pt idx="292">
                  <c:v>46248</c:v>
                </c:pt>
                <c:pt idx="293">
                  <c:v>46255</c:v>
                </c:pt>
                <c:pt idx="294">
                  <c:v>46262</c:v>
                </c:pt>
                <c:pt idx="295">
                  <c:v>46269</c:v>
                </c:pt>
                <c:pt idx="296">
                  <c:v>46276</c:v>
                </c:pt>
                <c:pt idx="297">
                  <c:v>46283</c:v>
                </c:pt>
              </c:numCache>
            </c:numRef>
          </c:cat>
          <c:val>
            <c:numRef>
              <c:f>Sheet1!$B$2:$B$299</c:f>
              <c:numCache>
                <c:formatCode>General</c:formatCode>
                <c:ptCount val="298"/>
                <c:pt idx="0">
                  <c:v>13.563461396407</c:v>
                </c:pt>
                <c:pt idx="1">
                  <c:v>13.0935499255081</c:v>
                </c:pt>
                <c:pt idx="2">
                  <c:v>13.420219200135261</c:v>
                </c:pt>
                <c:pt idx="3">
                  <c:v>12.414324421062179</c:v>
                </c:pt>
                <c:pt idx="4">
                  <c:v>13.94823414097249</c:v>
                </c:pt>
                <c:pt idx="5">
                  <c:v>13.829740977410561</c:v>
                </c:pt>
                <c:pt idx="6">
                  <c:v>13.477039241660981</c:v>
                </c:pt>
                <c:pt idx="7">
                  <c:v>11.734217595544409</c:v>
                </c:pt>
                <c:pt idx="8">
                  <c:v>11.305534854797591</c:v>
                </c:pt>
                <c:pt idx="9">
                  <c:v>11.281189728747581</c:v>
                </c:pt>
                <c:pt idx="10">
                  <c:v>11.32773006693481</c:v>
                </c:pt>
                <c:pt idx="11">
                  <c:v>12.02901481691438</c:v>
                </c:pt>
                <c:pt idx="12">
                  <c:v>12.19529276234041</c:v>
                </c:pt>
                <c:pt idx="13">
                  <c:v>12.41517644547922</c:v>
                </c:pt>
                <c:pt idx="14">
                  <c:v>12.65056383099501</c:v>
                </c:pt>
                <c:pt idx="15">
                  <c:v>12.20289089506428</c:v>
                </c:pt>
                <c:pt idx="16">
                  <c:v>12.780002017565719</c:v>
                </c:pt>
                <c:pt idx="17">
                  <c:v>13.03794488109002</c:v>
                </c:pt>
                <c:pt idx="18">
                  <c:v>13.092595064159619</c:v>
                </c:pt>
                <c:pt idx="19">
                  <c:v>13.76169981960434</c:v>
                </c:pt>
                <c:pt idx="20">
                  <c:v>13.485607888719541</c:v>
                </c:pt>
                <c:pt idx="21">
                  <c:v>13.55251509036918</c:v>
                </c:pt>
                <c:pt idx="22">
                  <c:v>13.147260501356509</c:v>
                </c:pt>
                <c:pt idx="23">
                  <c:v>13.10630313652317</c:v>
                </c:pt>
                <c:pt idx="24">
                  <c:v>12.578110286526231</c:v>
                </c:pt>
                <c:pt idx="25">
                  <c:v>13.28162419393689</c:v>
                </c:pt>
                <c:pt idx="26">
                  <c:v>12.98388101417299</c:v>
                </c:pt>
                <c:pt idx="27">
                  <c:v>13.34991662206521</c:v>
                </c:pt>
                <c:pt idx="28">
                  <c:v>12.905523606084801</c:v>
                </c:pt>
                <c:pt idx="29">
                  <c:v>11.81840568002089</c:v>
                </c:pt>
                <c:pt idx="30">
                  <c:v>12.167990580642631</c:v>
                </c:pt>
                <c:pt idx="31">
                  <c:v>11.25272564994177</c:v>
                </c:pt>
                <c:pt idx="32">
                  <c:v>10.92306218716846</c:v>
                </c:pt>
                <c:pt idx="33">
                  <c:v>10.71555212320029</c:v>
                </c:pt>
                <c:pt idx="34">
                  <c:v>10.660079578716831</c:v>
                </c:pt>
                <c:pt idx="35">
                  <c:v>10.45011674710635</c:v>
                </c:pt>
                <c:pt idx="36">
                  <c:v>10.54723192437962</c:v>
                </c:pt>
                <c:pt idx="37">
                  <c:v>10.532578719478529</c:v>
                </c:pt>
                <c:pt idx="38">
                  <c:v>10.176495035054851</c:v>
                </c:pt>
                <c:pt idx="39">
                  <c:v>9.7737060090748464</c:v>
                </c:pt>
                <c:pt idx="40">
                  <c:v>10.132983939330209</c:v>
                </c:pt>
                <c:pt idx="41">
                  <c:v>8.9450865425786947</c:v>
                </c:pt>
                <c:pt idx="42">
                  <c:v>8.5285180255771742</c:v>
                </c:pt>
                <c:pt idx="43">
                  <c:v>9.1481263951734544</c:v>
                </c:pt>
                <c:pt idx="44">
                  <c:v>8.7859543261891684</c:v>
                </c:pt>
                <c:pt idx="45">
                  <c:v>8.1408752032162184</c:v>
                </c:pt>
                <c:pt idx="46">
                  <c:v>8.3854172359485126</c:v>
                </c:pt>
                <c:pt idx="47">
                  <c:v>8.6524663933074724</c:v>
                </c:pt>
                <c:pt idx="48">
                  <c:v>9.0557356030942628</c:v>
                </c:pt>
                <c:pt idx="49">
                  <c:v>12.331019788560591</c:v>
                </c:pt>
                <c:pt idx="50">
                  <c:v>11.65644541010321</c:v>
                </c:pt>
                <c:pt idx="51">
                  <c:v>11.497980295566499</c:v>
                </c:pt>
                <c:pt idx="52">
                  <c:v>10.25716354625551</c:v>
                </c:pt>
                <c:pt idx="53">
                  <c:v>10.92671700192891</c:v>
                </c:pt>
                <c:pt idx="54">
                  <c:v>11.75809754753376</c:v>
                </c:pt>
                <c:pt idx="55">
                  <c:v>12.98860022148394</c:v>
                </c:pt>
                <c:pt idx="56">
                  <c:v>12.748216066481991</c:v>
                </c:pt>
                <c:pt idx="57">
                  <c:v>12.83172520775623</c:v>
                </c:pt>
                <c:pt idx="58">
                  <c:v>13.92360298177802</c:v>
                </c:pt>
                <c:pt idx="59">
                  <c:v>14.13599339570721</c:v>
                </c:pt>
                <c:pt idx="60">
                  <c:v>12.76733828207847</c:v>
                </c:pt>
                <c:pt idx="61">
                  <c:v>12.72351612903226</c:v>
                </c:pt>
                <c:pt idx="62">
                  <c:v>13.353754889178621</c:v>
                </c:pt>
                <c:pt idx="63">
                  <c:v>13.86522633744856</c:v>
                </c:pt>
                <c:pt idx="64">
                  <c:v>13.340503006012019</c:v>
                </c:pt>
                <c:pt idx="65">
                  <c:v>12.789170414792601</c:v>
                </c:pt>
                <c:pt idx="66">
                  <c:v>12.40536199654065</c:v>
                </c:pt>
                <c:pt idx="67">
                  <c:v>12.35408797653959</c:v>
                </c:pt>
                <c:pt idx="68">
                  <c:v>11.25862701121404</c:v>
                </c:pt>
                <c:pt idx="69">
                  <c:v>10.64796207148067</c:v>
                </c:pt>
                <c:pt idx="70">
                  <c:v>11.76080601357905</c:v>
                </c:pt>
                <c:pt idx="71">
                  <c:v>11.880278352997831</c:v>
                </c:pt>
                <c:pt idx="72">
                  <c:v>12.005704215289351</c:v>
                </c:pt>
                <c:pt idx="73">
                  <c:v>11.483124528301881</c:v>
                </c:pt>
                <c:pt idx="74">
                  <c:v>10.47670621205044</c:v>
                </c:pt>
                <c:pt idx="75">
                  <c:v>9.9941010712622251</c:v>
                </c:pt>
                <c:pt idx="76">
                  <c:v>10.405949337671389</c:v>
                </c:pt>
                <c:pt idx="77">
                  <c:v>10.489605751391469</c:v>
                </c:pt>
                <c:pt idx="78">
                  <c:v>10.405778754917851</c:v>
                </c:pt>
                <c:pt idx="79">
                  <c:v>9.9750191641653227</c:v>
                </c:pt>
                <c:pt idx="80">
                  <c:v>10.31579797979798</c:v>
                </c:pt>
                <c:pt idx="81">
                  <c:v>10.25086689419795</c:v>
                </c:pt>
                <c:pt idx="82">
                  <c:v>11.190235748353389</c:v>
                </c:pt>
                <c:pt idx="83">
                  <c:v>11.83595926680244</c:v>
                </c:pt>
                <c:pt idx="84">
                  <c:v>11.65051397655545</c:v>
                </c:pt>
                <c:pt idx="85">
                  <c:v>11.235415466430309</c:v>
                </c:pt>
                <c:pt idx="86">
                  <c:v>11.620734463276831</c:v>
                </c:pt>
                <c:pt idx="87">
                  <c:v>11.516969564265381</c:v>
                </c:pt>
                <c:pt idx="88">
                  <c:v>11.587532240437159</c:v>
                </c:pt>
                <c:pt idx="89">
                  <c:v>11.497312382149589</c:v>
                </c:pt>
                <c:pt idx="90">
                  <c:v>10.96582692307692</c:v>
                </c:pt>
                <c:pt idx="91">
                  <c:v>11.777042005861279</c:v>
                </c:pt>
                <c:pt idx="92">
                  <c:v>11.522821822976759</c:v>
                </c:pt>
                <c:pt idx="93">
                  <c:v>12.834675444371291</c:v>
                </c:pt>
                <c:pt idx="94">
                  <c:v>12.26997326118097</c:v>
                </c:pt>
                <c:pt idx="95">
                  <c:v>12.594164749194659</c:v>
                </c:pt>
                <c:pt idx="96">
                  <c:v>10.95738778625954</c:v>
                </c:pt>
                <c:pt idx="97">
                  <c:v>10.654268085106381</c:v>
                </c:pt>
                <c:pt idx="98">
                  <c:v>10.249044169862239</c:v>
                </c:pt>
                <c:pt idx="99">
                  <c:v>10.577304850361189</c:v>
                </c:pt>
                <c:pt idx="100">
                  <c:v>9.4231620618556704</c:v>
                </c:pt>
                <c:pt idx="101">
                  <c:v>8.9050747165687749</c:v>
                </c:pt>
                <c:pt idx="102">
                  <c:v>9.9889690596562186</c:v>
                </c:pt>
                <c:pt idx="103">
                  <c:v>9.6044531782634852</c:v>
                </c:pt>
                <c:pt idx="104">
                  <c:v>9.1660776465879525</c:v>
                </c:pt>
                <c:pt idx="105">
                  <c:v>9.155624394966118</c:v>
                </c:pt>
                <c:pt idx="106">
                  <c:v>8.9358359578255531</c:v>
                </c:pt>
                <c:pt idx="107">
                  <c:v>8.939541054921154</c:v>
                </c:pt>
                <c:pt idx="108">
                  <c:v>8.2254812398042407</c:v>
                </c:pt>
                <c:pt idx="109">
                  <c:v>8.2801508426966297</c:v>
                </c:pt>
                <c:pt idx="110">
                  <c:v>8.2389671375036055</c:v>
                </c:pt>
                <c:pt idx="111">
                  <c:v>8.0263684834123232</c:v>
                </c:pt>
                <c:pt idx="112">
                  <c:v>7.615965639810427</c:v>
                </c:pt>
                <c:pt idx="113">
                  <c:v>7.8958341232227491</c:v>
                </c:pt>
                <c:pt idx="114">
                  <c:v>7.8731131329113921</c:v>
                </c:pt>
                <c:pt idx="115">
                  <c:v>7.3498457583547561</c:v>
                </c:pt>
                <c:pt idx="116">
                  <c:v>7.7563758389261759</c:v>
                </c:pt>
                <c:pt idx="117">
                  <c:v>8.0620823970037438</c:v>
                </c:pt>
                <c:pt idx="118">
                  <c:v>9.03126972260476</c:v>
                </c:pt>
                <c:pt idx="119">
                  <c:v>8.8686159844054586</c:v>
                </c:pt>
                <c:pt idx="120">
                  <c:v>9.0562165087956714</c:v>
                </c:pt>
                <c:pt idx="121">
                  <c:v>9.2174415910407408</c:v>
                </c:pt>
                <c:pt idx="122">
                  <c:v>9.8378714781937475</c:v>
                </c:pt>
                <c:pt idx="123">
                  <c:v>10.17525245901639</c:v>
                </c:pt>
                <c:pt idx="124">
                  <c:v>10.43701442030379</c:v>
                </c:pt>
                <c:pt idx="125">
                  <c:v>10.8290650796698</c:v>
                </c:pt>
                <c:pt idx="126">
                  <c:v>11.151189727865081</c:v>
                </c:pt>
                <c:pt idx="127">
                  <c:v>11.363491797024039</c:v>
                </c:pt>
                <c:pt idx="128">
                  <c:v>11.54707879710697</c:v>
                </c:pt>
                <c:pt idx="129">
                  <c:v>11.9441200151918</c:v>
                </c:pt>
                <c:pt idx="130">
                  <c:v>12.12256304102371</c:v>
                </c:pt>
                <c:pt idx="131">
                  <c:v>11.98387234841374</c:v>
                </c:pt>
                <c:pt idx="132">
                  <c:v>12.745053477935681</c:v>
                </c:pt>
                <c:pt idx="133">
                  <c:v>12.564477445702609</c:v>
                </c:pt>
                <c:pt idx="134">
                  <c:v>12.14516307352128</c:v>
                </c:pt>
                <c:pt idx="135">
                  <c:v>11.71307801161103</c:v>
                </c:pt>
                <c:pt idx="136">
                  <c:v>11.002092814907719</c:v>
                </c:pt>
                <c:pt idx="137">
                  <c:v>11.26308938254329</c:v>
                </c:pt>
                <c:pt idx="138">
                  <c:v>11.269199372056519</c:v>
                </c:pt>
                <c:pt idx="139">
                  <c:v>10.44789572329187</c:v>
                </c:pt>
                <c:pt idx="140">
                  <c:v>11.143512824868351</c:v>
                </c:pt>
                <c:pt idx="141">
                  <c:v>10.51026935456547</c:v>
                </c:pt>
                <c:pt idx="142">
                  <c:v>10.34756902581182</c:v>
                </c:pt>
                <c:pt idx="143">
                  <c:v>10.261644326476439</c:v>
                </c:pt>
                <c:pt idx="144">
                  <c:v>10.23250173525037</c:v>
                </c:pt>
                <c:pt idx="145">
                  <c:v>9.6281894251358935</c:v>
                </c:pt>
                <c:pt idx="146">
                  <c:v>9.9350254641038287</c:v>
                </c:pt>
                <c:pt idx="147">
                  <c:v>10.465228024226549</c:v>
                </c:pt>
                <c:pt idx="148">
                  <c:v>11.06584419402254</c:v>
                </c:pt>
                <c:pt idx="149">
                  <c:v>10.90714001629992</c:v>
                </c:pt>
                <c:pt idx="150">
                  <c:v>10.87279947916667</c:v>
                </c:pt>
                <c:pt idx="151">
                  <c:v>11.42717242497972</c:v>
                </c:pt>
                <c:pt idx="152">
                  <c:v>11.10735821619001</c:v>
                </c:pt>
                <c:pt idx="153">
                  <c:v>11.76485106382979</c:v>
                </c:pt>
                <c:pt idx="154">
                  <c:v>11.83007103825137</c:v>
                </c:pt>
                <c:pt idx="155">
                  <c:v>12.04215488</c:v>
                </c:pt>
                <c:pt idx="156">
                  <c:v>11.718699425654121</c:v>
                </c:pt>
                <c:pt idx="157">
                  <c:v>12.19825393794749</c:v>
                </c:pt>
                <c:pt idx="158">
                  <c:v>11.6840241193272</c:v>
                </c:pt>
                <c:pt idx="159">
                  <c:v>11.665912139820501</c:v>
                </c:pt>
                <c:pt idx="160">
                  <c:v>11.425858856519699</c:v>
                </c:pt>
                <c:pt idx="161">
                  <c:v>11.676270975761341</c:v>
                </c:pt>
                <c:pt idx="162">
                  <c:v>11.2516740305886</c:v>
                </c:pt>
                <c:pt idx="163">
                  <c:v>11.339715162676489</c:v>
                </c:pt>
                <c:pt idx="164">
                  <c:v>10.96513093788063</c:v>
                </c:pt>
                <c:pt idx="165">
                  <c:v>10.786373240502501</c:v>
                </c:pt>
                <c:pt idx="166">
                  <c:v>10.954310735316319</c:v>
                </c:pt>
                <c:pt idx="167">
                  <c:v>11.048333684686041</c:v>
                </c:pt>
                <c:pt idx="168">
                  <c:v>10.94252139960955</c:v>
                </c:pt>
                <c:pt idx="169">
                  <c:v>10.564109221128019</c:v>
                </c:pt>
                <c:pt idx="170">
                  <c:v>10.15691560556707</c:v>
                </c:pt>
                <c:pt idx="171">
                  <c:v>9.632181898715487</c:v>
                </c:pt>
                <c:pt idx="172">
                  <c:v>10.04047879858657</c:v>
                </c:pt>
                <c:pt idx="173">
                  <c:v>10.37397385812895</c:v>
                </c:pt>
                <c:pt idx="174">
                  <c:v>9.8214083516483512</c:v>
                </c:pt>
                <c:pt idx="175">
                  <c:v>10.25015645562217</c:v>
                </c:pt>
                <c:pt idx="176">
                  <c:v>9.3564879755137724</c:v>
                </c:pt>
                <c:pt idx="177">
                  <c:v>9.1804598168870815</c:v>
                </c:pt>
                <c:pt idx="178">
                  <c:v>9.4733294680388465</c:v>
                </c:pt>
                <c:pt idx="179">
                  <c:v>9.2203786127167628</c:v>
                </c:pt>
                <c:pt idx="180">
                  <c:v>9.2956803548433253</c:v>
                </c:pt>
                <c:pt idx="181">
                  <c:v>8.843</c:v>
                </c:pt>
                <c:pt idx="182">
                  <c:v>9.3019640102827754</c:v>
                </c:pt>
                <c:pt idx="183">
                  <c:v>9.3051664043496896</c:v>
                </c:pt>
                <c:pt idx="184">
                  <c:v>9.1030830107526874</c:v>
                </c:pt>
                <c:pt idx="185">
                  <c:v>9.3420473118279581</c:v>
                </c:pt>
                <c:pt idx="186">
                  <c:v>9.3878546236559135</c:v>
                </c:pt>
                <c:pt idx="187">
                  <c:v>9.8794275901545507</c:v>
                </c:pt>
                <c:pt idx="188">
                  <c:v>10.303165547778891</c:v>
                </c:pt>
                <c:pt idx="189">
                  <c:v>10.35930692504987</c:v>
                </c:pt>
                <c:pt idx="190">
                  <c:v>10.08696737588653</c:v>
                </c:pt>
                <c:pt idx="191">
                  <c:v>9.8697150916784206</c:v>
                </c:pt>
                <c:pt idx="192">
                  <c:v>9.7602698545861308</c:v>
                </c:pt>
                <c:pt idx="193">
                  <c:v>9.3096857980728949</c:v>
                </c:pt>
                <c:pt idx="194">
                  <c:v>9.5074389291689911</c:v>
                </c:pt>
                <c:pt idx="195">
                  <c:v>9.0481286191536743</c:v>
                </c:pt>
                <c:pt idx="196">
                  <c:v>8.9370084781097994</c:v>
                </c:pt>
                <c:pt idx="197">
                  <c:v>9.1911604938271605</c:v>
                </c:pt>
                <c:pt idx="198">
                  <c:v>9.0241063859260269</c:v>
                </c:pt>
                <c:pt idx="199">
                  <c:v>8.7664340248962667</c:v>
                </c:pt>
                <c:pt idx="200">
                  <c:v>8.9675392467926596</c:v>
                </c:pt>
                <c:pt idx="201">
                  <c:v>9.4073527793065495</c:v>
                </c:pt>
                <c:pt idx="202">
                  <c:v>9.1394588364434686</c:v>
                </c:pt>
                <c:pt idx="203">
                  <c:v>8.2292507134121493</c:v>
                </c:pt>
                <c:pt idx="204">
                  <c:v>8.2756501757231682</c:v>
                </c:pt>
                <c:pt idx="205">
                  <c:v>8.1302397629310352</c:v>
                </c:pt>
                <c:pt idx="206">
                  <c:v>7.672616987179488</c:v>
                </c:pt>
                <c:pt idx="207">
                  <c:v>7.3550186666666661</c:v>
                </c:pt>
                <c:pt idx="208">
                  <c:v>7.1068601063829799</c:v>
                </c:pt>
                <c:pt idx="209">
                  <c:v>7.3532622646512857</c:v>
                </c:pt>
                <c:pt idx="210">
                  <c:v>7.9513485048954751</c:v>
                </c:pt>
                <c:pt idx="211">
                  <c:v>8.1806895459345306</c:v>
                </c:pt>
                <c:pt idx="212">
                  <c:v>8.5714631578947369</c:v>
                </c:pt>
                <c:pt idx="213">
                  <c:v>8.437311794063568</c:v>
                </c:pt>
                <c:pt idx="214">
                  <c:v>8.6744087687056979</c:v>
                </c:pt>
                <c:pt idx="215">
                  <c:v>8.7420000000000009</c:v>
                </c:pt>
                <c:pt idx="216">
                  <c:v>8.2703965426925095</c:v>
                </c:pt>
                <c:pt idx="217">
                  <c:v>8.3014449475999488</c:v>
                </c:pt>
                <c:pt idx="218">
                  <c:v>8.6699966790139236</c:v>
                </c:pt>
                <c:pt idx="219">
                  <c:v>9.1195203769740196</c:v>
                </c:pt>
                <c:pt idx="220">
                  <c:v>8.8793429152887295</c:v>
                </c:pt>
                <c:pt idx="221">
                  <c:v>8.3630006331518292</c:v>
                </c:pt>
                <c:pt idx="222">
                  <c:v>8.4804489074144254</c:v>
                </c:pt>
                <c:pt idx="223">
                  <c:v>8.7654897804693412</c:v>
                </c:pt>
                <c:pt idx="224">
                  <c:v>9.231996973518287</c:v>
                </c:pt>
                <c:pt idx="225">
                  <c:v>9.5197994955863816</c:v>
                </c:pt>
                <c:pt idx="226">
                  <c:v>10.292927868852461</c:v>
                </c:pt>
                <c:pt idx="227">
                  <c:v>10.04966683442375</c:v>
                </c:pt>
                <c:pt idx="228">
                  <c:v>9.93098298724043</c:v>
                </c:pt>
                <c:pt idx="229">
                  <c:v>9.8511332503113298</c:v>
                </c:pt>
                <c:pt idx="230">
                  <c:v>9.9304731289561872</c:v>
                </c:pt>
                <c:pt idx="231">
                  <c:v>9.9993404911761079</c:v>
                </c:pt>
                <c:pt idx="232">
                  <c:v>10.293682707692311</c:v>
                </c:pt>
                <c:pt idx="233">
                  <c:v>10.23574076347122</c:v>
                </c:pt>
                <c:pt idx="234">
                  <c:v>10.38857503059976</c:v>
                </c:pt>
                <c:pt idx="235">
                  <c:v>9.9615312919360743</c:v>
                </c:pt>
                <c:pt idx="236">
                  <c:v>9.8104077362851232</c:v>
                </c:pt>
                <c:pt idx="237">
                  <c:v>9.5623177842565603</c:v>
                </c:pt>
                <c:pt idx="238">
                  <c:v>9.4488813641310916</c:v>
                </c:pt>
                <c:pt idx="239">
                  <c:v>10.099108437186651</c:v>
                </c:pt>
                <c:pt idx="240">
                  <c:v>10.691763800360791</c:v>
                </c:pt>
                <c:pt idx="241">
                  <c:v>10.74689943074004</c:v>
                </c:pt>
                <c:pt idx="242">
                  <c:v>11.45226517571885</c:v>
                </c:pt>
                <c:pt idx="243">
                  <c:v>11.54494394904459</c:v>
                </c:pt>
                <c:pt idx="244">
                  <c:v>11.188934891485809</c:v>
                </c:pt>
                <c:pt idx="245">
                  <c:v>10.781201044386419</c:v>
                </c:pt>
                <c:pt idx="246">
                  <c:v>10.88232415902141</c:v>
                </c:pt>
                <c:pt idx="247">
                  <c:v>11.428608674928499</c:v>
                </c:pt>
                <c:pt idx="248">
                  <c:v>10.948944866920151</c:v>
                </c:pt>
                <c:pt idx="249">
                  <c:v>11.01211137440758</c:v>
                </c:pt>
                <c:pt idx="250">
                  <c:v>11.538373818525519</c:v>
                </c:pt>
                <c:pt idx="251">
                  <c:v>11.41286710407822</c:v>
                </c:pt>
                <c:pt idx="252">
                  <c:v>11.964010756819061</c:v>
                </c:pt>
                <c:pt idx="253">
                  <c:v>12.77265154427784</c:v>
                </c:pt>
                <c:pt idx="254">
                  <c:v>12.43903984355903</c:v>
                </c:pt>
                <c:pt idx="255">
                  <c:v>12.8928583984375</c:v>
                </c:pt>
                <c:pt idx="256">
                  <c:v>12.31596927578639</c:v>
                </c:pt>
                <c:pt idx="257">
                  <c:v>12.690560898218211</c:v>
                </c:pt>
                <c:pt idx="258">
                  <c:v>12.128820512820511</c:v>
                </c:pt>
                <c:pt idx="259">
                  <c:v>12.0344656212304</c:v>
                </c:pt>
                <c:pt idx="260">
                  <c:v>11.99472040302267</c:v>
                </c:pt>
                <c:pt idx="261">
                  <c:v>12.280098039215691</c:v>
                </c:pt>
                <c:pt idx="262">
                  <c:v>11.984449744867691</c:v>
                </c:pt>
                <c:pt idx="263">
                  <c:v>12.78535637860082</c:v>
                </c:pt>
                <c:pt idx="264">
                  <c:v>12.684829678021471</c:v>
                </c:pt>
                <c:pt idx="265">
                  <c:v>13.19707694069155</c:v>
                </c:pt>
                <c:pt idx="266">
                  <c:v>13.312803280555871</c:v>
                </c:pt>
                <c:pt idx="267">
                  <c:v>13.92266090319645</c:v>
                </c:pt>
                <c:pt idx="268">
                  <c:v>13.9014044242768</c:v>
                </c:pt>
                <c:pt idx="269">
                  <c:v>13.13411499760422</c:v>
                </c:pt>
                <c:pt idx="270">
                  <c:v>12.49874078862314</c:v>
                </c:pt>
                <c:pt idx="271">
                  <c:v>11.97427003765465</c:v>
                </c:pt>
                <c:pt idx="272">
                  <c:v>12.075647896440129</c:v>
                </c:pt>
                <c:pt idx="273">
                  <c:v>12.909636532651639</c:v>
                </c:pt>
                <c:pt idx="274">
                  <c:v>13.528428372739921</c:v>
                </c:pt>
                <c:pt idx="275">
                  <c:v>13.810511638024799</c:v>
                </c:pt>
                <c:pt idx="276">
                  <c:v>13.40815994881638</c:v>
                </c:pt>
                <c:pt idx="277">
                  <c:v>12.60921755027422</c:v>
                </c:pt>
                <c:pt idx="278">
                  <c:v>11.382041844246411</c:v>
                </c:pt>
                <c:pt idx="279">
                  <c:v>10.5527904642409</c:v>
                </c:pt>
                <c:pt idx="280">
                  <c:v>11.62533557800224</c:v>
                </c:pt>
                <c:pt idx="281">
                  <c:v>11.568369313113291</c:v>
                </c:pt>
                <c:pt idx="282">
                  <c:v>11.037516229435299</c:v>
                </c:pt>
                <c:pt idx="283">
                  <c:v>10.89657599289994</c:v>
                </c:pt>
                <c:pt idx="284">
                  <c:v>10.359813943355119</c:v>
                </c:pt>
                <c:pt idx="285">
                  <c:v>11.115161094224931</c:v>
                </c:pt>
                <c:pt idx="286">
                  <c:v>11.165635143908251</c:v>
                </c:pt>
                <c:pt idx="287">
                  <c:v>11.46277679534181</c:v>
                </c:pt>
                <c:pt idx="288">
                  <c:v>10.84333089658138</c:v>
                </c:pt>
                <c:pt idx="289">
                  <c:v>10.433822164948451</c:v>
                </c:pt>
                <c:pt idx="290">
                  <c:v>10.2714924647545</c:v>
                </c:pt>
                <c:pt idx="291">
                  <c:v>10.418091648822269</c:v>
                </c:pt>
                <c:pt idx="292">
                  <c:v>9.978897877452944</c:v>
                </c:pt>
                <c:pt idx="293">
                  <c:v>10.069131753149691</c:v>
                </c:pt>
                <c:pt idx="294">
                  <c:v>10.333480085653109</c:v>
                </c:pt>
                <c:pt idx="295">
                  <c:v>11.2142523326572</c:v>
                </c:pt>
                <c:pt idx="296">
                  <c:v>11.01688902291918</c:v>
                </c:pt>
                <c:pt idx="297">
                  <c:v>11.012537235641981</c:v>
                </c:pt>
              </c:numCache>
            </c:numRef>
          </c:val>
          <c:smooth val="1"/>
          <c:extLst>
            <c:ext xmlns:c16="http://schemas.microsoft.com/office/drawing/2014/chart" uri="{C3380CC4-5D6E-409C-BE32-E72D297353CC}">
              <c16:uniqueId val="{00000000-E5CC-4843-9B37-204E77E38D78}"/>
            </c:ext>
          </c:extLst>
        </c:ser>
        <c:ser>
          <c:idx val="1"/>
          <c:order val="1"/>
          <c:tx>
            <c:v>Average</c:v>
          </c:tx>
          <c:spPr>
            <a:ln w="19050">
              <a:solidFill>
                <a:srgbClr val="8EB3DF"/>
              </a:solidFill>
              <a:prstDash val="dash"/>
            </a:ln>
          </c:spPr>
          <c:marker>
            <c:symbol val="none"/>
          </c:marker>
          <c:cat>
            <c:numRef>
              <c:f>Sheet1!$A$2:$A$299</c:f>
              <c:numCache>
                <c:formatCode>yyyy\-mm\-dd</c:formatCode>
                <c:ptCount val="298"/>
                <c:pt idx="0">
                  <c:v>44204</c:v>
                </c:pt>
                <c:pt idx="1">
                  <c:v>44211</c:v>
                </c:pt>
                <c:pt idx="2">
                  <c:v>44218</c:v>
                </c:pt>
                <c:pt idx="3">
                  <c:v>44225</c:v>
                </c:pt>
                <c:pt idx="4">
                  <c:v>44232</c:v>
                </c:pt>
                <c:pt idx="5">
                  <c:v>44239</c:v>
                </c:pt>
                <c:pt idx="6">
                  <c:v>44246</c:v>
                </c:pt>
                <c:pt idx="7">
                  <c:v>44253</c:v>
                </c:pt>
                <c:pt idx="8">
                  <c:v>44260</c:v>
                </c:pt>
                <c:pt idx="9">
                  <c:v>44267</c:v>
                </c:pt>
                <c:pt idx="10">
                  <c:v>44274</c:v>
                </c:pt>
                <c:pt idx="11">
                  <c:v>44281</c:v>
                </c:pt>
                <c:pt idx="12">
                  <c:v>44288</c:v>
                </c:pt>
                <c:pt idx="13">
                  <c:v>44295</c:v>
                </c:pt>
                <c:pt idx="14">
                  <c:v>44302</c:v>
                </c:pt>
                <c:pt idx="15">
                  <c:v>44309</c:v>
                </c:pt>
                <c:pt idx="16">
                  <c:v>44316</c:v>
                </c:pt>
                <c:pt idx="17">
                  <c:v>44323</c:v>
                </c:pt>
                <c:pt idx="18">
                  <c:v>44330</c:v>
                </c:pt>
                <c:pt idx="19">
                  <c:v>44337</c:v>
                </c:pt>
                <c:pt idx="20">
                  <c:v>44344</c:v>
                </c:pt>
                <c:pt idx="21">
                  <c:v>44351</c:v>
                </c:pt>
                <c:pt idx="22">
                  <c:v>44358</c:v>
                </c:pt>
                <c:pt idx="23">
                  <c:v>44365</c:v>
                </c:pt>
                <c:pt idx="24">
                  <c:v>44372</c:v>
                </c:pt>
                <c:pt idx="25">
                  <c:v>44379</c:v>
                </c:pt>
                <c:pt idx="26">
                  <c:v>44386</c:v>
                </c:pt>
                <c:pt idx="27">
                  <c:v>44393</c:v>
                </c:pt>
                <c:pt idx="28">
                  <c:v>44400</c:v>
                </c:pt>
                <c:pt idx="29">
                  <c:v>44407</c:v>
                </c:pt>
                <c:pt idx="30">
                  <c:v>44414</c:v>
                </c:pt>
                <c:pt idx="31">
                  <c:v>44421</c:v>
                </c:pt>
                <c:pt idx="32">
                  <c:v>44428</c:v>
                </c:pt>
                <c:pt idx="33">
                  <c:v>44435</c:v>
                </c:pt>
                <c:pt idx="34">
                  <c:v>44442</c:v>
                </c:pt>
                <c:pt idx="35">
                  <c:v>44449</c:v>
                </c:pt>
                <c:pt idx="36">
                  <c:v>44456</c:v>
                </c:pt>
                <c:pt idx="37">
                  <c:v>44463</c:v>
                </c:pt>
                <c:pt idx="38">
                  <c:v>44470</c:v>
                </c:pt>
                <c:pt idx="39">
                  <c:v>44477</c:v>
                </c:pt>
                <c:pt idx="40">
                  <c:v>44484</c:v>
                </c:pt>
                <c:pt idx="41">
                  <c:v>44491</c:v>
                </c:pt>
                <c:pt idx="42">
                  <c:v>44498</c:v>
                </c:pt>
                <c:pt idx="43">
                  <c:v>44505</c:v>
                </c:pt>
                <c:pt idx="44">
                  <c:v>44512</c:v>
                </c:pt>
                <c:pt idx="45">
                  <c:v>44519</c:v>
                </c:pt>
                <c:pt idx="46">
                  <c:v>44526</c:v>
                </c:pt>
                <c:pt idx="47">
                  <c:v>44533</c:v>
                </c:pt>
                <c:pt idx="48">
                  <c:v>44540</c:v>
                </c:pt>
                <c:pt idx="49">
                  <c:v>44547</c:v>
                </c:pt>
                <c:pt idx="50">
                  <c:v>44554</c:v>
                </c:pt>
                <c:pt idx="51">
                  <c:v>44561</c:v>
                </c:pt>
                <c:pt idx="52">
                  <c:v>44568</c:v>
                </c:pt>
                <c:pt idx="53">
                  <c:v>44575</c:v>
                </c:pt>
                <c:pt idx="54">
                  <c:v>44582</c:v>
                </c:pt>
                <c:pt idx="55">
                  <c:v>44589</c:v>
                </c:pt>
                <c:pt idx="56">
                  <c:v>44596</c:v>
                </c:pt>
                <c:pt idx="57">
                  <c:v>44603</c:v>
                </c:pt>
                <c:pt idx="58">
                  <c:v>44610</c:v>
                </c:pt>
                <c:pt idx="59">
                  <c:v>44617</c:v>
                </c:pt>
                <c:pt idx="60">
                  <c:v>44624</c:v>
                </c:pt>
                <c:pt idx="61">
                  <c:v>44631</c:v>
                </c:pt>
                <c:pt idx="62">
                  <c:v>44638</c:v>
                </c:pt>
                <c:pt idx="63">
                  <c:v>44645</c:v>
                </c:pt>
                <c:pt idx="64">
                  <c:v>44652</c:v>
                </c:pt>
                <c:pt idx="65">
                  <c:v>44659</c:v>
                </c:pt>
                <c:pt idx="66">
                  <c:v>44666</c:v>
                </c:pt>
                <c:pt idx="67">
                  <c:v>44673</c:v>
                </c:pt>
                <c:pt idx="68">
                  <c:v>44680</c:v>
                </c:pt>
                <c:pt idx="69">
                  <c:v>44687</c:v>
                </c:pt>
                <c:pt idx="70">
                  <c:v>44694</c:v>
                </c:pt>
                <c:pt idx="71">
                  <c:v>44701</c:v>
                </c:pt>
                <c:pt idx="72">
                  <c:v>44708</c:v>
                </c:pt>
                <c:pt idx="73">
                  <c:v>44715</c:v>
                </c:pt>
                <c:pt idx="74">
                  <c:v>44722</c:v>
                </c:pt>
                <c:pt idx="75">
                  <c:v>44729</c:v>
                </c:pt>
                <c:pt idx="76">
                  <c:v>44736</c:v>
                </c:pt>
                <c:pt idx="77">
                  <c:v>44743</c:v>
                </c:pt>
                <c:pt idx="78">
                  <c:v>44750</c:v>
                </c:pt>
                <c:pt idx="79">
                  <c:v>44757</c:v>
                </c:pt>
                <c:pt idx="80">
                  <c:v>44764</c:v>
                </c:pt>
                <c:pt idx="81">
                  <c:v>44771</c:v>
                </c:pt>
                <c:pt idx="82">
                  <c:v>44778</c:v>
                </c:pt>
                <c:pt idx="83">
                  <c:v>44785</c:v>
                </c:pt>
                <c:pt idx="84">
                  <c:v>44792</c:v>
                </c:pt>
                <c:pt idx="85">
                  <c:v>44799</c:v>
                </c:pt>
                <c:pt idx="86">
                  <c:v>44806</c:v>
                </c:pt>
                <c:pt idx="87">
                  <c:v>44813</c:v>
                </c:pt>
                <c:pt idx="88">
                  <c:v>44820</c:v>
                </c:pt>
                <c:pt idx="89">
                  <c:v>44827</c:v>
                </c:pt>
                <c:pt idx="90">
                  <c:v>44834</c:v>
                </c:pt>
                <c:pt idx="91">
                  <c:v>44841</c:v>
                </c:pt>
                <c:pt idx="92">
                  <c:v>44848</c:v>
                </c:pt>
                <c:pt idx="93">
                  <c:v>44855</c:v>
                </c:pt>
                <c:pt idx="94">
                  <c:v>44862</c:v>
                </c:pt>
                <c:pt idx="95">
                  <c:v>44869</c:v>
                </c:pt>
                <c:pt idx="96">
                  <c:v>44876</c:v>
                </c:pt>
                <c:pt idx="97">
                  <c:v>44883</c:v>
                </c:pt>
                <c:pt idx="98">
                  <c:v>44890</c:v>
                </c:pt>
                <c:pt idx="99">
                  <c:v>44897</c:v>
                </c:pt>
                <c:pt idx="100">
                  <c:v>44904</c:v>
                </c:pt>
                <c:pt idx="101">
                  <c:v>44911</c:v>
                </c:pt>
                <c:pt idx="102">
                  <c:v>44918</c:v>
                </c:pt>
                <c:pt idx="103">
                  <c:v>44925</c:v>
                </c:pt>
                <c:pt idx="104">
                  <c:v>44932</c:v>
                </c:pt>
                <c:pt idx="105">
                  <c:v>44939</c:v>
                </c:pt>
                <c:pt idx="106">
                  <c:v>44946</c:v>
                </c:pt>
                <c:pt idx="107">
                  <c:v>44953</c:v>
                </c:pt>
                <c:pt idx="108">
                  <c:v>44960</c:v>
                </c:pt>
                <c:pt idx="109">
                  <c:v>44967</c:v>
                </c:pt>
                <c:pt idx="110">
                  <c:v>44974</c:v>
                </c:pt>
                <c:pt idx="111">
                  <c:v>44981</c:v>
                </c:pt>
                <c:pt idx="112">
                  <c:v>44988</c:v>
                </c:pt>
                <c:pt idx="113">
                  <c:v>44995</c:v>
                </c:pt>
                <c:pt idx="114">
                  <c:v>45002</c:v>
                </c:pt>
                <c:pt idx="115">
                  <c:v>45009</c:v>
                </c:pt>
                <c:pt idx="116">
                  <c:v>45016</c:v>
                </c:pt>
                <c:pt idx="117">
                  <c:v>45023</c:v>
                </c:pt>
                <c:pt idx="118">
                  <c:v>45030</c:v>
                </c:pt>
                <c:pt idx="119">
                  <c:v>45037</c:v>
                </c:pt>
                <c:pt idx="120">
                  <c:v>45044</c:v>
                </c:pt>
                <c:pt idx="121">
                  <c:v>45051</c:v>
                </c:pt>
                <c:pt idx="122">
                  <c:v>45058</c:v>
                </c:pt>
                <c:pt idx="123">
                  <c:v>45065</c:v>
                </c:pt>
                <c:pt idx="124">
                  <c:v>45072</c:v>
                </c:pt>
                <c:pt idx="125">
                  <c:v>45079</c:v>
                </c:pt>
                <c:pt idx="126">
                  <c:v>45086</c:v>
                </c:pt>
                <c:pt idx="127">
                  <c:v>45093</c:v>
                </c:pt>
                <c:pt idx="128">
                  <c:v>45100</c:v>
                </c:pt>
                <c:pt idx="129">
                  <c:v>45107</c:v>
                </c:pt>
                <c:pt idx="130">
                  <c:v>45114</c:v>
                </c:pt>
                <c:pt idx="131">
                  <c:v>45121</c:v>
                </c:pt>
                <c:pt idx="132">
                  <c:v>45128</c:v>
                </c:pt>
                <c:pt idx="133">
                  <c:v>45135</c:v>
                </c:pt>
                <c:pt idx="134">
                  <c:v>45142</c:v>
                </c:pt>
                <c:pt idx="135">
                  <c:v>45149</c:v>
                </c:pt>
                <c:pt idx="136">
                  <c:v>45156</c:v>
                </c:pt>
                <c:pt idx="137">
                  <c:v>45163</c:v>
                </c:pt>
                <c:pt idx="138">
                  <c:v>45170</c:v>
                </c:pt>
                <c:pt idx="139">
                  <c:v>45177</c:v>
                </c:pt>
                <c:pt idx="140">
                  <c:v>45184</c:v>
                </c:pt>
                <c:pt idx="141">
                  <c:v>45191</c:v>
                </c:pt>
                <c:pt idx="142">
                  <c:v>45198</c:v>
                </c:pt>
                <c:pt idx="143">
                  <c:v>45205</c:v>
                </c:pt>
                <c:pt idx="144">
                  <c:v>45212</c:v>
                </c:pt>
                <c:pt idx="145">
                  <c:v>45219</c:v>
                </c:pt>
                <c:pt idx="146">
                  <c:v>45226</c:v>
                </c:pt>
                <c:pt idx="147">
                  <c:v>45233</c:v>
                </c:pt>
                <c:pt idx="148">
                  <c:v>45240</c:v>
                </c:pt>
                <c:pt idx="149">
                  <c:v>45247</c:v>
                </c:pt>
                <c:pt idx="150">
                  <c:v>45254</c:v>
                </c:pt>
                <c:pt idx="151">
                  <c:v>45261</c:v>
                </c:pt>
                <c:pt idx="152">
                  <c:v>45268</c:v>
                </c:pt>
                <c:pt idx="153">
                  <c:v>45275</c:v>
                </c:pt>
                <c:pt idx="154">
                  <c:v>45282</c:v>
                </c:pt>
                <c:pt idx="155">
                  <c:v>45289</c:v>
                </c:pt>
                <c:pt idx="156">
                  <c:v>45296</c:v>
                </c:pt>
                <c:pt idx="157">
                  <c:v>45303</c:v>
                </c:pt>
                <c:pt idx="158">
                  <c:v>45310</c:v>
                </c:pt>
                <c:pt idx="159">
                  <c:v>45317</c:v>
                </c:pt>
                <c:pt idx="160">
                  <c:v>45324</c:v>
                </c:pt>
                <c:pt idx="161">
                  <c:v>45331</c:v>
                </c:pt>
                <c:pt idx="162">
                  <c:v>45338</c:v>
                </c:pt>
                <c:pt idx="163">
                  <c:v>45345</c:v>
                </c:pt>
                <c:pt idx="164">
                  <c:v>45352</c:v>
                </c:pt>
                <c:pt idx="165">
                  <c:v>45359</c:v>
                </c:pt>
                <c:pt idx="166">
                  <c:v>45366</c:v>
                </c:pt>
                <c:pt idx="167">
                  <c:v>45373</c:v>
                </c:pt>
                <c:pt idx="168">
                  <c:v>45380</c:v>
                </c:pt>
                <c:pt idx="169">
                  <c:v>45387</c:v>
                </c:pt>
                <c:pt idx="170">
                  <c:v>45394</c:v>
                </c:pt>
                <c:pt idx="171">
                  <c:v>45401</c:v>
                </c:pt>
                <c:pt idx="172">
                  <c:v>45408</c:v>
                </c:pt>
                <c:pt idx="173">
                  <c:v>45415</c:v>
                </c:pt>
                <c:pt idx="174">
                  <c:v>45422</c:v>
                </c:pt>
                <c:pt idx="175">
                  <c:v>45429</c:v>
                </c:pt>
                <c:pt idx="176">
                  <c:v>45436</c:v>
                </c:pt>
                <c:pt idx="177">
                  <c:v>45443</c:v>
                </c:pt>
                <c:pt idx="178">
                  <c:v>45450</c:v>
                </c:pt>
                <c:pt idx="179">
                  <c:v>45457</c:v>
                </c:pt>
                <c:pt idx="180">
                  <c:v>45464</c:v>
                </c:pt>
                <c:pt idx="181">
                  <c:v>45471</c:v>
                </c:pt>
                <c:pt idx="182">
                  <c:v>45478</c:v>
                </c:pt>
                <c:pt idx="183">
                  <c:v>45485</c:v>
                </c:pt>
                <c:pt idx="184">
                  <c:v>45492</c:v>
                </c:pt>
                <c:pt idx="185">
                  <c:v>45499</c:v>
                </c:pt>
                <c:pt idx="186">
                  <c:v>45506</c:v>
                </c:pt>
                <c:pt idx="187">
                  <c:v>45513</c:v>
                </c:pt>
                <c:pt idx="188">
                  <c:v>45520</c:v>
                </c:pt>
                <c:pt idx="189">
                  <c:v>45527</c:v>
                </c:pt>
                <c:pt idx="190">
                  <c:v>45534</c:v>
                </c:pt>
                <c:pt idx="191">
                  <c:v>45541</c:v>
                </c:pt>
                <c:pt idx="192">
                  <c:v>45548</c:v>
                </c:pt>
                <c:pt idx="193">
                  <c:v>45555</c:v>
                </c:pt>
                <c:pt idx="194">
                  <c:v>45562</c:v>
                </c:pt>
                <c:pt idx="195">
                  <c:v>45569</c:v>
                </c:pt>
                <c:pt idx="196">
                  <c:v>45576</c:v>
                </c:pt>
                <c:pt idx="197">
                  <c:v>45583</c:v>
                </c:pt>
                <c:pt idx="198">
                  <c:v>45590</c:v>
                </c:pt>
                <c:pt idx="199">
                  <c:v>45597</c:v>
                </c:pt>
                <c:pt idx="200">
                  <c:v>45604</c:v>
                </c:pt>
                <c:pt idx="201">
                  <c:v>45611</c:v>
                </c:pt>
                <c:pt idx="202">
                  <c:v>45618</c:v>
                </c:pt>
                <c:pt idx="203">
                  <c:v>45625</c:v>
                </c:pt>
                <c:pt idx="204">
                  <c:v>45632</c:v>
                </c:pt>
                <c:pt idx="205">
                  <c:v>45639</c:v>
                </c:pt>
                <c:pt idx="206">
                  <c:v>45646</c:v>
                </c:pt>
                <c:pt idx="207">
                  <c:v>45653</c:v>
                </c:pt>
                <c:pt idx="208">
                  <c:v>45660</c:v>
                </c:pt>
                <c:pt idx="209">
                  <c:v>45667</c:v>
                </c:pt>
                <c:pt idx="210">
                  <c:v>45674</c:v>
                </c:pt>
                <c:pt idx="211">
                  <c:v>45681</c:v>
                </c:pt>
                <c:pt idx="212">
                  <c:v>45688</c:v>
                </c:pt>
                <c:pt idx="213">
                  <c:v>45695</c:v>
                </c:pt>
                <c:pt idx="214">
                  <c:v>45702</c:v>
                </c:pt>
                <c:pt idx="215">
                  <c:v>45709</c:v>
                </c:pt>
                <c:pt idx="216">
                  <c:v>45716</c:v>
                </c:pt>
                <c:pt idx="217">
                  <c:v>45723</c:v>
                </c:pt>
                <c:pt idx="218">
                  <c:v>45730</c:v>
                </c:pt>
                <c:pt idx="219">
                  <c:v>45737</c:v>
                </c:pt>
                <c:pt idx="220">
                  <c:v>45744</c:v>
                </c:pt>
                <c:pt idx="221">
                  <c:v>45751</c:v>
                </c:pt>
                <c:pt idx="222">
                  <c:v>45758</c:v>
                </c:pt>
                <c:pt idx="223">
                  <c:v>45765</c:v>
                </c:pt>
                <c:pt idx="224">
                  <c:v>45772</c:v>
                </c:pt>
                <c:pt idx="225">
                  <c:v>45779</c:v>
                </c:pt>
                <c:pt idx="226">
                  <c:v>45786</c:v>
                </c:pt>
                <c:pt idx="227">
                  <c:v>45793</c:v>
                </c:pt>
                <c:pt idx="228">
                  <c:v>45800</c:v>
                </c:pt>
                <c:pt idx="229">
                  <c:v>45807</c:v>
                </c:pt>
                <c:pt idx="230">
                  <c:v>45814</c:v>
                </c:pt>
                <c:pt idx="231">
                  <c:v>45821</c:v>
                </c:pt>
                <c:pt idx="232">
                  <c:v>45828</c:v>
                </c:pt>
                <c:pt idx="233">
                  <c:v>45835</c:v>
                </c:pt>
                <c:pt idx="234">
                  <c:v>45842</c:v>
                </c:pt>
                <c:pt idx="235">
                  <c:v>45849</c:v>
                </c:pt>
                <c:pt idx="236">
                  <c:v>45856</c:v>
                </c:pt>
                <c:pt idx="237">
                  <c:v>45863</c:v>
                </c:pt>
                <c:pt idx="238">
                  <c:v>45870</c:v>
                </c:pt>
                <c:pt idx="239">
                  <c:v>45877</c:v>
                </c:pt>
                <c:pt idx="240">
                  <c:v>45884</c:v>
                </c:pt>
                <c:pt idx="241">
                  <c:v>45891</c:v>
                </c:pt>
                <c:pt idx="242">
                  <c:v>45898</c:v>
                </c:pt>
                <c:pt idx="243">
                  <c:v>45905</c:v>
                </c:pt>
                <c:pt idx="244">
                  <c:v>45912</c:v>
                </c:pt>
                <c:pt idx="245">
                  <c:v>45919</c:v>
                </c:pt>
                <c:pt idx="246">
                  <c:v>45926</c:v>
                </c:pt>
                <c:pt idx="247">
                  <c:v>45933</c:v>
                </c:pt>
                <c:pt idx="248">
                  <c:v>45940</c:v>
                </c:pt>
                <c:pt idx="249">
                  <c:v>45947</c:v>
                </c:pt>
                <c:pt idx="250">
                  <c:v>45954</c:v>
                </c:pt>
                <c:pt idx="251">
                  <c:v>45961</c:v>
                </c:pt>
                <c:pt idx="252">
                  <c:v>45968</c:v>
                </c:pt>
                <c:pt idx="253">
                  <c:v>45975</c:v>
                </c:pt>
                <c:pt idx="254">
                  <c:v>45982</c:v>
                </c:pt>
                <c:pt idx="255">
                  <c:v>45989</c:v>
                </c:pt>
                <c:pt idx="256">
                  <c:v>45996</c:v>
                </c:pt>
                <c:pt idx="257">
                  <c:v>46003</c:v>
                </c:pt>
                <c:pt idx="258">
                  <c:v>46010</c:v>
                </c:pt>
                <c:pt idx="259">
                  <c:v>46017</c:v>
                </c:pt>
                <c:pt idx="260">
                  <c:v>46024</c:v>
                </c:pt>
                <c:pt idx="261">
                  <c:v>46031</c:v>
                </c:pt>
                <c:pt idx="262">
                  <c:v>46038</c:v>
                </c:pt>
                <c:pt idx="263">
                  <c:v>46045</c:v>
                </c:pt>
                <c:pt idx="264">
                  <c:v>46052</c:v>
                </c:pt>
                <c:pt idx="265">
                  <c:v>46059</c:v>
                </c:pt>
                <c:pt idx="266">
                  <c:v>46066</c:v>
                </c:pt>
                <c:pt idx="267">
                  <c:v>46073</c:v>
                </c:pt>
                <c:pt idx="268">
                  <c:v>46080</c:v>
                </c:pt>
                <c:pt idx="269">
                  <c:v>46087</c:v>
                </c:pt>
                <c:pt idx="270">
                  <c:v>46094</c:v>
                </c:pt>
                <c:pt idx="271">
                  <c:v>46101</c:v>
                </c:pt>
                <c:pt idx="272">
                  <c:v>46108</c:v>
                </c:pt>
                <c:pt idx="273">
                  <c:v>46115</c:v>
                </c:pt>
                <c:pt idx="274">
                  <c:v>46122</c:v>
                </c:pt>
                <c:pt idx="275">
                  <c:v>46129</c:v>
                </c:pt>
                <c:pt idx="276">
                  <c:v>46136</c:v>
                </c:pt>
                <c:pt idx="277">
                  <c:v>46143</c:v>
                </c:pt>
                <c:pt idx="278">
                  <c:v>46150</c:v>
                </c:pt>
                <c:pt idx="279">
                  <c:v>46157</c:v>
                </c:pt>
                <c:pt idx="280">
                  <c:v>46164</c:v>
                </c:pt>
                <c:pt idx="281">
                  <c:v>46171</c:v>
                </c:pt>
                <c:pt idx="282">
                  <c:v>46178</c:v>
                </c:pt>
                <c:pt idx="283">
                  <c:v>46185</c:v>
                </c:pt>
                <c:pt idx="284">
                  <c:v>46192</c:v>
                </c:pt>
                <c:pt idx="285">
                  <c:v>46199</c:v>
                </c:pt>
                <c:pt idx="286">
                  <c:v>46206</c:v>
                </c:pt>
                <c:pt idx="287">
                  <c:v>46213</c:v>
                </c:pt>
                <c:pt idx="288">
                  <c:v>46220</c:v>
                </c:pt>
                <c:pt idx="289">
                  <c:v>46227</c:v>
                </c:pt>
                <c:pt idx="290">
                  <c:v>46234</c:v>
                </c:pt>
                <c:pt idx="291">
                  <c:v>46241</c:v>
                </c:pt>
                <c:pt idx="292">
                  <c:v>46248</c:v>
                </c:pt>
                <c:pt idx="293">
                  <c:v>46255</c:v>
                </c:pt>
                <c:pt idx="294">
                  <c:v>46262</c:v>
                </c:pt>
                <c:pt idx="295">
                  <c:v>46269</c:v>
                </c:pt>
                <c:pt idx="296">
                  <c:v>46276</c:v>
                </c:pt>
                <c:pt idx="297">
                  <c:v>46283</c:v>
                </c:pt>
              </c:numCache>
            </c:numRef>
          </c:cat>
          <c:val>
            <c:numRef>
              <c:f>Sheet1!$C$2:$C$299</c:f>
              <c:numCache>
                <c:formatCode>General</c:formatCode>
                <c:ptCount val="298"/>
                <c:pt idx="0">
                  <c:v>10.80745839317488</c:v>
                </c:pt>
                <c:pt idx="1">
                  <c:v>10.80745839317488</c:v>
                </c:pt>
                <c:pt idx="2">
                  <c:v>10.80745839317488</c:v>
                </c:pt>
                <c:pt idx="3">
                  <c:v>10.80745839317488</c:v>
                </c:pt>
                <c:pt idx="4">
                  <c:v>10.80745839317488</c:v>
                </c:pt>
                <c:pt idx="5">
                  <c:v>10.80745839317488</c:v>
                </c:pt>
                <c:pt idx="6">
                  <c:v>10.80745839317488</c:v>
                </c:pt>
                <c:pt idx="7">
                  <c:v>10.80745839317488</c:v>
                </c:pt>
                <c:pt idx="8">
                  <c:v>10.80745839317488</c:v>
                </c:pt>
                <c:pt idx="9">
                  <c:v>10.80745839317488</c:v>
                </c:pt>
                <c:pt idx="10">
                  <c:v>10.80745839317488</c:v>
                </c:pt>
                <c:pt idx="11">
                  <c:v>10.80745839317488</c:v>
                </c:pt>
                <c:pt idx="12">
                  <c:v>10.80745839317488</c:v>
                </c:pt>
                <c:pt idx="13">
                  <c:v>10.80745839317488</c:v>
                </c:pt>
                <c:pt idx="14">
                  <c:v>10.80745839317488</c:v>
                </c:pt>
                <c:pt idx="15">
                  <c:v>10.80745839317488</c:v>
                </c:pt>
                <c:pt idx="16">
                  <c:v>10.80745839317488</c:v>
                </c:pt>
                <c:pt idx="17">
                  <c:v>10.80745839317488</c:v>
                </c:pt>
                <c:pt idx="18">
                  <c:v>10.80745839317488</c:v>
                </c:pt>
                <c:pt idx="19">
                  <c:v>10.80745839317488</c:v>
                </c:pt>
                <c:pt idx="20">
                  <c:v>10.80745839317488</c:v>
                </c:pt>
                <c:pt idx="21">
                  <c:v>10.80745839317488</c:v>
                </c:pt>
                <c:pt idx="22">
                  <c:v>10.80745839317488</c:v>
                </c:pt>
                <c:pt idx="23">
                  <c:v>10.80745839317488</c:v>
                </c:pt>
                <c:pt idx="24">
                  <c:v>10.80745839317488</c:v>
                </c:pt>
                <c:pt idx="25">
                  <c:v>10.80745839317488</c:v>
                </c:pt>
                <c:pt idx="26">
                  <c:v>10.80745839317488</c:v>
                </c:pt>
                <c:pt idx="27">
                  <c:v>10.80745839317488</c:v>
                </c:pt>
                <c:pt idx="28">
                  <c:v>10.80745839317488</c:v>
                </c:pt>
                <c:pt idx="29">
                  <c:v>10.80745839317488</c:v>
                </c:pt>
                <c:pt idx="30">
                  <c:v>10.80745839317488</c:v>
                </c:pt>
                <c:pt idx="31">
                  <c:v>10.80745839317488</c:v>
                </c:pt>
                <c:pt idx="32">
                  <c:v>10.80745839317488</c:v>
                </c:pt>
                <c:pt idx="33">
                  <c:v>10.80745839317488</c:v>
                </c:pt>
                <c:pt idx="34">
                  <c:v>10.80745839317488</c:v>
                </c:pt>
                <c:pt idx="35">
                  <c:v>10.80745839317488</c:v>
                </c:pt>
                <c:pt idx="36">
                  <c:v>10.80745839317488</c:v>
                </c:pt>
                <c:pt idx="37">
                  <c:v>10.80745839317488</c:v>
                </c:pt>
                <c:pt idx="38">
                  <c:v>10.80745839317488</c:v>
                </c:pt>
                <c:pt idx="39">
                  <c:v>10.80745839317488</c:v>
                </c:pt>
                <c:pt idx="40">
                  <c:v>10.80745839317488</c:v>
                </c:pt>
                <c:pt idx="41">
                  <c:v>10.80745839317488</c:v>
                </c:pt>
                <c:pt idx="42">
                  <c:v>10.80745839317488</c:v>
                </c:pt>
                <c:pt idx="43">
                  <c:v>10.80745839317488</c:v>
                </c:pt>
                <c:pt idx="44">
                  <c:v>10.80745839317488</c:v>
                </c:pt>
                <c:pt idx="45">
                  <c:v>10.80745839317488</c:v>
                </c:pt>
                <c:pt idx="46">
                  <c:v>10.80745839317488</c:v>
                </c:pt>
                <c:pt idx="47">
                  <c:v>10.80745839317488</c:v>
                </c:pt>
                <c:pt idx="48">
                  <c:v>10.80745839317488</c:v>
                </c:pt>
                <c:pt idx="49">
                  <c:v>10.80745839317488</c:v>
                </c:pt>
                <c:pt idx="50">
                  <c:v>10.80745839317488</c:v>
                </c:pt>
                <c:pt idx="51">
                  <c:v>10.80745839317488</c:v>
                </c:pt>
                <c:pt idx="52">
                  <c:v>10.80745839317488</c:v>
                </c:pt>
                <c:pt idx="53">
                  <c:v>10.80745839317488</c:v>
                </c:pt>
                <c:pt idx="54">
                  <c:v>10.80745839317488</c:v>
                </c:pt>
                <c:pt idx="55">
                  <c:v>10.80745839317488</c:v>
                </c:pt>
                <c:pt idx="56">
                  <c:v>10.80745839317488</c:v>
                </c:pt>
                <c:pt idx="57">
                  <c:v>10.80745839317488</c:v>
                </c:pt>
                <c:pt idx="58">
                  <c:v>10.80745839317488</c:v>
                </c:pt>
                <c:pt idx="59">
                  <c:v>10.80745839317488</c:v>
                </c:pt>
                <c:pt idx="60">
                  <c:v>10.80745839317488</c:v>
                </c:pt>
                <c:pt idx="61">
                  <c:v>10.80745839317488</c:v>
                </c:pt>
                <c:pt idx="62">
                  <c:v>10.80745839317488</c:v>
                </c:pt>
                <c:pt idx="63">
                  <c:v>10.80745839317488</c:v>
                </c:pt>
                <c:pt idx="64">
                  <c:v>10.80745839317488</c:v>
                </c:pt>
                <c:pt idx="65">
                  <c:v>10.80745839317488</c:v>
                </c:pt>
                <c:pt idx="66">
                  <c:v>10.80745839317488</c:v>
                </c:pt>
                <c:pt idx="67">
                  <c:v>10.80745839317488</c:v>
                </c:pt>
                <c:pt idx="68">
                  <c:v>10.80745839317488</c:v>
                </c:pt>
                <c:pt idx="69">
                  <c:v>10.80745839317488</c:v>
                </c:pt>
                <c:pt idx="70">
                  <c:v>10.80745839317488</c:v>
                </c:pt>
                <c:pt idx="71">
                  <c:v>10.80745839317488</c:v>
                </c:pt>
                <c:pt idx="72">
                  <c:v>10.80745839317488</c:v>
                </c:pt>
                <c:pt idx="73">
                  <c:v>10.80745839317488</c:v>
                </c:pt>
                <c:pt idx="74">
                  <c:v>10.80745839317488</c:v>
                </c:pt>
                <c:pt idx="75">
                  <c:v>10.80745839317488</c:v>
                </c:pt>
                <c:pt idx="76">
                  <c:v>10.80745839317488</c:v>
                </c:pt>
                <c:pt idx="77">
                  <c:v>10.80745839317488</c:v>
                </c:pt>
                <c:pt idx="78">
                  <c:v>10.80745839317488</c:v>
                </c:pt>
                <c:pt idx="79">
                  <c:v>10.80745839317488</c:v>
                </c:pt>
                <c:pt idx="80">
                  <c:v>10.80745839317488</c:v>
                </c:pt>
                <c:pt idx="81">
                  <c:v>10.80745839317488</c:v>
                </c:pt>
                <c:pt idx="82">
                  <c:v>10.80745839317488</c:v>
                </c:pt>
                <c:pt idx="83">
                  <c:v>10.80745839317488</c:v>
                </c:pt>
                <c:pt idx="84">
                  <c:v>10.80745839317488</c:v>
                </c:pt>
                <c:pt idx="85">
                  <c:v>10.80745839317488</c:v>
                </c:pt>
                <c:pt idx="86">
                  <c:v>10.80745839317488</c:v>
                </c:pt>
                <c:pt idx="87">
                  <c:v>10.80745839317488</c:v>
                </c:pt>
                <c:pt idx="88">
                  <c:v>10.80745839317488</c:v>
                </c:pt>
                <c:pt idx="89">
                  <c:v>10.80745839317488</c:v>
                </c:pt>
                <c:pt idx="90">
                  <c:v>10.80745839317488</c:v>
                </c:pt>
                <c:pt idx="91">
                  <c:v>10.80745839317488</c:v>
                </c:pt>
                <c:pt idx="92">
                  <c:v>10.80745839317488</c:v>
                </c:pt>
                <c:pt idx="93">
                  <c:v>10.80745839317488</c:v>
                </c:pt>
                <c:pt idx="94">
                  <c:v>10.80745839317488</c:v>
                </c:pt>
                <c:pt idx="95">
                  <c:v>10.80745839317488</c:v>
                </c:pt>
                <c:pt idx="96">
                  <c:v>10.80745839317488</c:v>
                </c:pt>
                <c:pt idx="97">
                  <c:v>10.80745839317488</c:v>
                </c:pt>
                <c:pt idx="98">
                  <c:v>10.80745839317488</c:v>
                </c:pt>
                <c:pt idx="99">
                  <c:v>10.80745839317488</c:v>
                </c:pt>
                <c:pt idx="100">
                  <c:v>10.80745839317488</c:v>
                </c:pt>
                <c:pt idx="101">
                  <c:v>10.80745839317488</c:v>
                </c:pt>
                <c:pt idx="102">
                  <c:v>10.80745839317488</c:v>
                </c:pt>
                <c:pt idx="103">
                  <c:v>10.80745839317488</c:v>
                </c:pt>
                <c:pt idx="104">
                  <c:v>10.80745839317488</c:v>
                </c:pt>
                <c:pt idx="105">
                  <c:v>10.80745839317488</c:v>
                </c:pt>
                <c:pt idx="106">
                  <c:v>10.80745839317488</c:v>
                </c:pt>
                <c:pt idx="107">
                  <c:v>10.80745839317488</c:v>
                </c:pt>
                <c:pt idx="108">
                  <c:v>10.80745839317488</c:v>
                </c:pt>
                <c:pt idx="109">
                  <c:v>10.80745839317488</c:v>
                </c:pt>
                <c:pt idx="110">
                  <c:v>10.80745839317488</c:v>
                </c:pt>
                <c:pt idx="111">
                  <c:v>10.80745839317488</c:v>
                </c:pt>
                <c:pt idx="112">
                  <c:v>10.80745839317488</c:v>
                </c:pt>
                <c:pt idx="113">
                  <c:v>10.80745839317488</c:v>
                </c:pt>
                <c:pt idx="114">
                  <c:v>10.80745839317488</c:v>
                </c:pt>
                <c:pt idx="115">
                  <c:v>10.80745839317488</c:v>
                </c:pt>
                <c:pt idx="116">
                  <c:v>10.80745839317488</c:v>
                </c:pt>
                <c:pt idx="117">
                  <c:v>10.80745839317488</c:v>
                </c:pt>
                <c:pt idx="118">
                  <c:v>10.80745839317488</c:v>
                </c:pt>
                <c:pt idx="119">
                  <c:v>10.80745839317488</c:v>
                </c:pt>
                <c:pt idx="120">
                  <c:v>10.80745839317488</c:v>
                </c:pt>
                <c:pt idx="121">
                  <c:v>10.80745839317488</c:v>
                </c:pt>
                <c:pt idx="122">
                  <c:v>10.80745839317488</c:v>
                </c:pt>
                <c:pt idx="123">
                  <c:v>10.80745839317488</c:v>
                </c:pt>
                <c:pt idx="124">
                  <c:v>10.80745839317488</c:v>
                </c:pt>
                <c:pt idx="125">
                  <c:v>10.80745839317488</c:v>
                </c:pt>
                <c:pt idx="126">
                  <c:v>10.80745839317488</c:v>
                </c:pt>
                <c:pt idx="127">
                  <c:v>10.80745839317488</c:v>
                </c:pt>
                <c:pt idx="128">
                  <c:v>10.80745839317488</c:v>
                </c:pt>
                <c:pt idx="129">
                  <c:v>10.80745839317488</c:v>
                </c:pt>
                <c:pt idx="130">
                  <c:v>10.80745839317488</c:v>
                </c:pt>
                <c:pt idx="131">
                  <c:v>10.80745839317488</c:v>
                </c:pt>
                <c:pt idx="132">
                  <c:v>10.80745839317488</c:v>
                </c:pt>
                <c:pt idx="133">
                  <c:v>10.80745839317488</c:v>
                </c:pt>
                <c:pt idx="134">
                  <c:v>10.80745839317488</c:v>
                </c:pt>
                <c:pt idx="135">
                  <c:v>10.80745839317488</c:v>
                </c:pt>
                <c:pt idx="136">
                  <c:v>10.80745839317488</c:v>
                </c:pt>
                <c:pt idx="137">
                  <c:v>10.80745839317488</c:v>
                </c:pt>
                <c:pt idx="138">
                  <c:v>10.80745839317488</c:v>
                </c:pt>
                <c:pt idx="139">
                  <c:v>10.80745839317488</c:v>
                </c:pt>
                <c:pt idx="140">
                  <c:v>10.80745839317488</c:v>
                </c:pt>
                <c:pt idx="141">
                  <c:v>10.80745839317488</c:v>
                </c:pt>
                <c:pt idx="142">
                  <c:v>10.80745839317488</c:v>
                </c:pt>
                <c:pt idx="143">
                  <c:v>10.80745839317488</c:v>
                </c:pt>
                <c:pt idx="144">
                  <c:v>10.80745839317488</c:v>
                </c:pt>
                <c:pt idx="145">
                  <c:v>10.80745839317488</c:v>
                </c:pt>
                <c:pt idx="146">
                  <c:v>10.80745839317488</c:v>
                </c:pt>
                <c:pt idx="147">
                  <c:v>10.80745839317488</c:v>
                </c:pt>
                <c:pt idx="148">
                  <c:v>10.80745839317488</c:v>
                </c:pt>
                <c:pt idx="149">
                  <c:v>10.80745839317488</c:v>
                </c:pt>
                <c:pt idx="150">
                  <c:v>10.80745839317488</c:v>
                </c:pt>
                <c:pt idx="151">
                  <c:v>10.80745839317488</c:v>
                </c:pt>
                <c:pt idx="152">
                  <c:v>10.80745839317488</c:v>
                </c:pt>
                <c:pt idx="153">
                  <c:v>10.80745839317488</c:v>
                </c:pt>
                <c:pt idx="154">
                  <c:v>10.80745839317488</c:v>
                </c:pt>
                <c:pt idx="155">
                  <c:v>10.80745839317488</c:v>
                </c:pt>
                <c:pt idx="156">
                  <c:v>10.80745839317488</c:v>
                </c:pt>
                <c:pt idx="157">
                  <c:v>10.80745839317488</c:v>
                </c:pt>
                <c:pt idx="158">
                  <c:v>10.80745839317488</c:v>
                </c:pt>
                <c:pt idx="159">
                  <c:v>10.80745839317488</c:v>
                </c:pt>
                <c:pt idx="160">
                  <c:v>10.80745839317488</c:v>
                </c:pt>
                <c:pt idx="161">
                  <c:v>10.80745839317488</c:v>
                </c:pt>
                <c:pt idx="162">
                  <c:v>10.80745839317488</c:v>
                </c:pt>
                <c:pt idx="163">
                  <c:v>10.80745839317488</c:v>
                </c:pt>
                <c:pt idx="164">
                  <c:v>10.80745839317488</c:v>
                </c:pt>
                <c:pt idx="165">
                  <c:v>10.80745839317488</c:v>
                </c:pt>
                <c:pt idx="166">
                  <c:v>10.80745839317488</c:v>
                </c:pt>
                <c:pt idx="167">
                  <c:v>10.80745839317488</c:v>
                </c:pt>
                <c:pt idx="168">
                  <c:v>10.80745839317488</c:v>
                </c:pt>
                <c:pt idx="169">
                  <c:v>10.80745839317488</c:v>
                </c:pt>
                <c:pt idx="170">
                  <c:v>10.80745839317488</c:v>
                </c:pt>
                <c:pt idx="171">
                  <c:v>10.80745839317488</c:v>
                </c:pt>
                <c:pt idx="172">
                  <c:v>10.80745839317488</c:v>
                </c:pt>
                <c:pt idx="173">
                  <c:v>10.80745839317488</c:v>
                </c:pt>
                <c:pt idx="174">
                  <c:v>10.80745839317488</c:v>
                </c:pt>
                <c:pt idx="175">
                  <c:v>10.80745839317488</c:v>
                </c:pt>
                <c:pt idx="176">
                  <c:v>10.80745839317488</c:v>
                </c:pt>
                <c:pt idx="177">
                  <c:v>10.80745839317488</c:v>
                </c:pt>
                <c:pt idx="178">
                  <c:v>10.80745839317488</c:v>
                </c:pt>
                <c:pt idx="179">
                  <c:v>10.80745839317488</c:v>
                </c:pt>
                <c:pt idx="180">
                  <c:v>10.80745839317488</c:v>
                </c:pt>
                <c:pt idx="181">
                  <c:v>10.80745839317488</c:v>
                </c:pt>
                <c:pt idx="182">
                  <c:v>10.80745839317488</c:v>
                </c:pt>
                <c:pt idx="183">
                  <c:v>10.80745839317488</c:v>
                </c:pt>
                <c:pt idx="184">
                  <c:v>10.80745839317488</c:v>
                </c:pt>
                <c:pt idx="185">
                  <c:v>10.80745839317488</c:v>
                </c:pt>
                <c:pt idx="186">
                  <c:v>10.80745839317488</c:v>
                </c:pt>
                <c:pt idx="187">
                  <c:v>10.80745839317488</c:v>
                </c:pt>
                <c:pt idx="188">
                  <c:v>10.80745839317488</c:v>
                </c:pt>
                <c:pt idx="189">
                  <c:v>10.80745839317488</c:v>
                </c:pt>
                <c:pt idx="190">
                  <c:v>10.80745839317488</c:v>
                </c:pt>
                <c:pt idx="191">
                  <c:v>10.80745839317488</c:v>
                </c:pt>
                <c:pt idx="192">
                  <c:v>10.80745839317488</c:v>
                </c:pt>
                <c:pt idx="193">
                  <c:v>10.80745839317488</c:v>
                </c:pt>
                <c:pt idx="194">
                  <c:v>10.80745839317488</c:v>
                </c:pt>
                <c:pt idx="195">
                  <c:v>10.80745839317488</c:v>
                </c:pt>
                <c:pt idx="196">
                  <c:v>10.80745839317488</c:v>
                </c:pt>
                <c:pt idx="197">
                  <c:v>10.80745839317488</c:v>
                </c:pt>
                <c:pt idx="198">
                  <c:v>10.80745839317488</c:v>
                </c:pt>
                <c:pt idx="199">
                  <c:v>10.80745839317488</c:v>
                </c:pt>
                <c:pt idx="200">
                  <c:v>10.80745839317488</c:v>
                </c:pt>
                <c:pt idx="201">
                  <c:v>10.80745839317488</c:v>
                </c:pt>
                <c:pt idx="202">
                  <c:v>10.80745839317488</c:v>
                </c:pt>
                <c:pt idx="203">
                  <c:v>10.80745839317488</c:v>
                </c:pt>
                <c:pt idx="204">
                  <c:v>10.80745839317488</c:v>
                </c:pt>
                <c:pt idx="205">
                  <c:v>10.80745839317488</c:v>
                </c:pt>
                <c:pt idx="206">
                  <c:v>10.80745839317488</c:v>
                </c:pt>
                <c:pt idx="207">
                  <c:v>10.80745839317488</c:v>
                </c:pt>
                <c:pt idx="208">
                  <c:v>10.80745839317488</c:v>
                </c:pt>
                <c:pt idx="209">
                  <c:v>10.80745839317488</c:v>
                </c:pt>
                <c:pt idx="210">
                  <c:v>10.80745839317488</c:v>
                </c:pt>
                <c:pt idx="211">
                  <c:v>10.80745839317488</c:v>
                </c:pt>
                <c:pt idx="212">
                  <c:v>10.80745839317488</c:v>
                </c:pt>
                <c:pt idx="213">
                  <c:v>10.80745839317488</c:v>
                </c:pt>
                <c:pt idx="214">
                  <c:v>10.80745839317488</c:v>
                </c:pt>
                <c:pt idx="215">
                  <c:v>10.80745839317488</c:v>
                </c:pt>
                <c:pt idx="216">
                  <c:v>10.80745839317488</c:v>
                </c:pt>
                <c:pt idx="217">
                  <c:v>10.80745839317488</c:v>
                </c:pt>
                <c:pt idx="218">
                  <c:v>10.80745839317488</c:v>
                </c:pt>
                <c:pt idx="219">
                  <c:v>10.80745839317488</c:v>
                </c:pt>
                <c:pt idx="220">
                  <c:v>10.80745839317488</c:v>
                </c:pt>
                <c:pt idx="221">
                  <c:v>10.80745839317488</c:v>
                </c:pt>
                <c:pt idx="222">
                  <c:v>10.80745839317488</c:v>
                </c:pt>
                <c:pt idx="223">
                  <c:v>10.80745839317488</c:v>
                </c:pt>
                <c:pt idx="224">
                  <c:v>10.80745839317488</c:v>
                </c:pt>
                <c:pt idx="225">
                  <c:v>10.80745839317488</c:v>
                </c:pt>
                <c:pt idx="226">
                  <c:v>10.80745839317488</c:v>
                </c:pt>
                <c:pt idx="227">
                  <c:v>10.80745839317488</c:v>
                </c:pt>
                <c:pt idx="228">
                  <c:v>10.80745839317488</c:v>
                </c:pt>
                <c:pt idx="229">
                  <c:v>10.80745839317488</c:v>
                </c:pt>
                <c:pt idx="230">
                  <c:v>10.80745839317488</c:v>
                </c:pt>
                <c:pt idx="231">
                  <c:v>10.80745839317488</c:v>
                </c:pt>
                <c:pt idx="232">
                  <c:v>10.80745839317488</c:v>
                </c:pt>
                <c:pt idx="233">
                  <c:v>10.80745839317488</c:v>
                </c:pt>
                <c:pt idx="234">
                  <c:v>10.80745839317488</c:v>
                </c:pt>
                <c:pt idx="235">
                  <c:v>10.80745839317488</c:v>
                </c:pt>
                <c:pt idx="236">
                  <c:v>10.80745839317488</c:v>
                </c:pt>
                <c:pt idx="237">
                  <c:v>10.80745839317488</c:v>
                </c:pt>
                <c:pt idx="238">
                  <c:v>10.80745839317488</c:v>
                </c:pt>
                <c:pt idx="239">
                  <c:v>10.80745839317488</c:v>
                </c:pt>
                <c:pt idx="240">
                  <c:v>10.80745839317488</c:v>
                </c:pt>
                <c:pt idx="241">
                  <c:v>10.80745839317488</c:v>
                </c:pt>
                <c:pt idx="242">
                  <c:v>10.80745839317488</c:v>
                </c:pt>
                <c:pt idx="243">
                  <c:v>10.80745839317488</c:v>
                </c:pt>
                <c:pt idx="244">
                  <c:v>10.80745839317488</c:v>
                </c:pt>
                <c:pt idx="245">
                  <c:v>10.80745839317488</c:v>
                </c:pt>
                <c:pt idx="246">
                  <c:v>10.80745839317488</c:v>
                </c:pt>
                <c:pt idx="247">
                  <c:v>10.80745839317488</c:v>
                </c:pt>
                <c:pt idx="248">
                  <c:v>10.80745839317488</c:v>
                </c:pt>
                <c:pt idx="249">
                  <c:v>10.80745839317488</c:v>
                </c:pt>
                <c:pt idx="250">
                  <c:v>10.80745839317488</c:v>
                </c:pt>
                <c:pt idx="251">
                  <c:v>10.80745839317488</c:v>
                </c:pt>
                <c:pt idx="252">
                  <c:v>10.80745839317488</c:v>
                </c:pt>
                <c:pt idx="253">
                  <c:v>10.80745839317488</c:v>
                </c:pt>
                <c:pt idx="254">
                  <c:v>10.80745839317488</c:v>
                </c:pt>
                <c:pt idx="255">
                  <c:v>10.80745839317488</c:v>
                </c:pt>
                <c:pt idx="256">
                  <c:v>10.80745839317488</c:v>
                </c:pt>
                <c:pt idx="257">
                  <c:v>10.80745839317488</c:v>
                </c:pt>
                <c:pt idx="258">
                  <c:v>10.80745839317488</c:v>
                </c:pt>
                <c:pt idx="259">
                  <c:v>10.80745839317488</c:v>
                </c:pt>
                <c:pt idx="260">
                  <c:v>10.80745839317488</c:v>
                </c:pt>
                <c:pt idx="261">
                  <c:v>10.80745839317488</c:v>
                </c:pt>
                <c:pt idx="262">
                  <c:v>10.80745839317488</c:v>
                </c:pt>
                <c:pt idx="263">
                  <c:v>10.80745839317488</c:v>
                </c:pt>
                <c:pt idx="264">
                  <c:v>10.80745839317488</c:v>
                </c:pt>
                <c:pt idx="265">
                  <c:v>10.80745839317488</c:v>
                </c:pt>
                <c:pt idx="266">
                  <c:v>10.80745839317488</c:v>
                </c:pt>
                <c:pt idx="267">
                  <c:v>10.80745839317488</c:v>
                </c:pt>
                <c:pt idx="268">
                  <c:v>10.80745839317488</c:v>
                </c:pt>
                <c:pt idx="269">
                  <c:v>10.80745839317488</c:v>
                </c:pt>
                <c:pt idx="270">
                  <c:v>10.80745839317488</c:v>
                </c:pt>
                <c:pt idx="271">
                  <c:v>10.80745839317488</c:v>
                </c:pt>
                <c:pt idx="272">
                  <c:v>10.80745839317488</c:v>
                </c:pt>
                <c:pt idx="273">
                  <c:v>10.80745839317488</c:v>
                </c:pt>
                <c:pt idx="274">
                  <c:v>10.80745839317488</c:v>
                </c:pt>
                <c:pt idx="275">
                  <c:v>10.80745839317488</c:v>
                </c:pt>
                <c:pt idx="276">
                  <c:v>10.80745839317488</c:v>
                </c:pt>
                <c:pt idx="277">
                  <c:v>10.80745839317488</c:v>
                </c:pt>
                <c:pt idx="278">
                  <c:v>10.80745839317488</c:v>
                </c:pt>
                <c:pt idx="279">
                  <c:v>10.80745839317488</c:v>
                </c:pt>
                <c:pt idx="280">
                  <c:v>10.80745839317488</c:v>
                </c:pt>
                <c:pt idx="281">
                  <c:v>10.80745839317488</c:v>
                </c:pt>
                <c:pt idx="282">
                  <c:v>10.80745839317488</c:v>
                </c:pt>
                <c:pt idx="283">
                  <c:v>10.80745839317488</c:v>
                </c:pt>
                <c:pt idx="284">
                  <c:v>10.80745839317488</c:v>
                </c:pt>
                <c:pt idx="285">
                  <c:v>10.80745839317488</c:v>
                </c:pt>
                <c:pt idx="286">
                  <c:v>10.80745839317488</c:v>
                </c:pt>
                <c:pt idx="287">
                  <c:v>10.80745839317488</c:v>
                </c:pt>
                <c:pt idx="288">
                  <c:v>10.80745839317488</c:v>
                </c:pt>
                <c:pt idx="289">
                  <c:v>10.80745839317488</c:v>
                </c:pt>
                <c:pt idx="290">
                  <c:v>10.80745839317488</c:v>
                </c:pt>
                <c:pt idx="291">
                  <c:v>10.80745839317488</c:v>
                </c:pt>
                <c:pt idx="292">
                  <c:v>10.80745839317488</c:v>
                </c:pt>
                <c:pt idx="293">
                  <c:v>10.80745839317488</c:v>
                </c:pt>
                <c:pt idx="294">
                  <c:v>10.80745839317488</c:v>
                </c:pt>
                <c:pt idx="295">
                  <c:v>10.80745839317488</c:v>
                </c:pt>
                <c:pt idx="296">
                  <c:v>10.80745839317488</c:v>
                </c:pt>
                <c:pt idx="297">
                  <c:v>10.80745839317488</c:v>
                </c:pt>
              </c:numCache>
            </c:numRef>
          </c:val>
          <c:smooth val="1"/>
          <c:extLst>
            <c:ext xmlns:c16="http://schemas.microsoft.com/office/drawing/2014/chart" uri="{C3380CC4-5D6E-409C-BE32-E72D297353CC}">
              <c16:uniqueId val="{00000001-E5CC-4843-9B37-204E77E38D78}"/>
            </c:ext>
          </c:extLst>
        </c:ser>
        <c:ser>
          <c:idx val="2"/>
          <c:order val="2"/>
          <c:tx>
            <c:v>±1 s.d.</c:v>
          </c:tx>
          <c:spPr>
            <a:ln w="19050">
              <a:solidFill>
                <a:srgbClr val="8EB3DF"/>
              </a:solidFill>
              <a:prstDash val="dash"/>
            </a:ln>
          </c:spPr>
          <c:marker>
            <c:symbol val="none"/>
          </c:marker>
          <c:cat>
            <c:numRef>
              <c:f>Sheet1!$A$2:$A$299</c:f>
              <c:numCache>
                <c:formatCode>yyyy\-mm\-dd</c:formatCode>
                <c:ptCount val="298"/>
                <c:pt idx="0">
                  <c:v>44204</c:v>
                </c:pt>
                <c:pt idx="1">
                  <c:v>44211</c:v>
                </c:pt>
                <c:pt idx="2">
                  <c:v>44218</c:v>
                </c:pt>
                <c:pt idx="3">
                  <c:v>44225</c:v>
                </c:pt>
                <c:pt idx="4">
                  <c:v>44232</c:v>
                </c:pt>
                <c:pt idx="5">
                  <c:v>44239</c:v>
                </c:pt>
                <c:pt idx="6">
                  <c:v>44246</c:v>
                </c:pt>
                <c:pt idx="7">
                  <c:v>44253</c:v>
                </c:pt>
                <c:pt idx="8">
                  <c:v>44260</c:v>
                </c:pt>
                <c:pt idx="9">
                  <c:v>44267</c:v>
                </c:pt>
                <c:pt idx="10">
                  <c:v>44274</c:v>
                </c:pt>
                <c:pt idx="11">
                  <c:v>44281</c:v>
                </c:pt>
                <c:pt idx="12">
                  <c:v>44288</c:v>
                </c:pt>
                <c:pt idx="13">
                  <c:v>44295</c:v>
                </c:pt>
                <c:pt idx="14">
                  <c:v>44302</c:v>
                </c:pt>
                <c:pt idx="15">
                  <c:v>44309</c:v>
                </c:pt>
                <c:pt idx="16">
                  <c:v>44316</c:v>
                </c:pt>
                <c:pt idx="17">
                  <c:v>44323</c:v>
                </c:pt>
                <c:pt idx="18">
                  <c:v>44330</c:v>
                </c:pt>
                <c:pt idx="19">
                  <c:v>44337</c:v>
                </c:pt>
                <c:pt idx="20">
                  <c:v>44344</c:v>
                </c:pt>
                <c:pt idx="21">
                  <c:v>44351</c:v>
                </c:pt>
                <c:pt idx="22">
                  <c:v>44358</c:v>
                </c:pt>
                <c:pt idx="23">
                  <c:v>44365</c:v>
                </c:pt>
                <c:pt idx="24">
                  <c:v>44372</c:v>
                </c:pt>
                <c:pt idx="25">
                  <c:v>44379</c:v>
                </c:pt>
                <c:pt idx="26">
                  <c:v>44386</c:v>
                </c:pt>
                <c:pt idx="27">
                  <c:v>44393</c:v>
                </c:pt>
                <c:pt idx="28">
                  <c:v>44400</c:v>
                </c:pt>
                <c:pt idx="29">
                  <c:v>44407</c:v>
                </c:pt>
                <c:pt idx="30">
                  <c:v>44414</c:v>
                </c:pt>
                <c:pt idx="31">
                  <c:v>44421</c:v>
                </c:pt>
                <c:pt idx="32">
                  <c:v>44428</c:v>
                </c:pt>
                <c:pt idx="33">
                  <c:v>44435</c:v>
                </c:pt>
                <c:pt idx="34">
                  <c:v>44442</c:v>
                </c:pt>
                <c:pt idx="35">
                  <c:v>44449</c:v>
                </c:pt>
                <c:pt idx="36">
                  <c:v>44456</c:v>
                </c:pt>
                <c:pt idx="37">
                  <c:v>44463</c:v>
                </c:pt>
                <c:pt idx="38">
                  <c:v>44470</c:v>
                </c:pt>
                <c:pt idx="39">
                  <c:v>44477</c:v>
                </c:pt>
                <c:pt idx="40">
                  <c:v>44484</c:v>
                </c:pt>
                <c:pt idx="41">
                  <c:v>44491</c:v>
                </c:pt>
                <c:pt idx="42">
                  <c:v>44498</c:v>
                </c:pt>
                <c:pt idx="43">
                  <c:v>44505</c:v>
                </c:pt>
                <c:pt idx="44">
                  <c:v>44512</c:v>
                </c:pt>
                <c:pt idx="45">
                  <c:v>44519</c:v>
                </c:pt>
                <c:pt idx="46">
                  <c:v>44526</c:v>
                </c:pt>
                <c:pt idx="47">
                  <c:v>44533</c:v>
                </c:pt>
                <c:pt idx="48">
                  <c:v>44540</c:v>
                </c:pt>
                <c:pt idx="49">
                  <c:v>44547</c:v>
                </c:pt>
                <c:pt idx="50">
                  <c:v>44554</c:v>
                </c:pt>
                <c:pt idx="51">
                  <c:v>44561</c:v>
                </c:pt>
                <c:pt idx="52">
                  <c:v>44568</c:v>
                </c:pt>
                <c:pt idx="53">
                  <c:v>44575</c:v>
                </c:pt>
                <c:pt idx="54">
                  <c:v>44582</c:v>
                </c:pt>
                <c:pt idx="55">
                  <c:v>44589</c:v>
                </c:pt>
                <c:pt idx="56">
                  <c:v>44596</c:v>
                </c:pt>
                <c:pt idx="57">
                  <c:v>44603</c:v>
                </c:pt>
                <c:pt idx="58">
                  <c:v>44610</c:v>
                </c:pt>
                <c:pt idx="59">
                  <c:v>44617</c:v>
                </c:pt>
                <c:pt idx="60">
                  <c:v>44624</c:v>
                </c:pt>
                <c:pt idx="61">
                  <c:v>44631</c:v>
                </c:pt>
                <c:pt idx="62">
                  <c:v>44638</c:v>
                </c:pt>
                <c:pt idx="63">
                  <c:v>44645</c:v>
                </c:pt>
                <c:pt idx="64">
                  <c:v>44652</c:v>
                </c:pt>
                <c:pt idx="65">
                  <c:v>44659</c:v>
                </c:pt>
                <c:pt idx="66">
                  <c:v>44666</c:v>
                </c:pt>
                <c:pt idx="67">
                  <c:v>44673</c:v>
                </c:pt>
                <c:pt idx="68">
                  <c:v>44680</c:v>
                </c:pt>
                <c:pt idx="69">
                  <c:v>44687</c:v>
                </c:pt>
                <c:pt idx="70">
                  <c:v>44694</c:v>
                </c:pt>
                <c:pt idx="71">
                  <c:v>44701</c:v>
                </c:pt>
                <c:pt idx="72">
                  <c:v>44708</c:v>
                </c:pt>
                <c:pt idx="73">
                  <c:v>44715</c:v>
                </c:pt>
                <c:pt idx="74">
                  <c:v>44722</c:v>
                </c:pt>
                <c:pt idx="75">
                  <c:v>44729</c:v>
                </c:pt>
                <c:pt idx="76">
                  <c:v>44736</c:v>
                </c:pt>
                <c:pt idx="77">
                  <c:v>44743</c:v>
                </c:pt>
                <c:pt idx="78">
                  <c:v>44750</c:v>
                </c:pt>
                <c:pt idx="79">
                  <c:v>44757</c:v>
                </c:pt>
                <c:pt idx="80">
                  <c:v>44764</c:v>
                </c:pt>
                <c:pt idx="81">
                  <c:v>44771</c:v>
                </c:pt>
                <c:pt idx="82">
                  <c:v>44778</c:v>
                </c:pt>
                <c:pt idx="83">
                  <c:v>44785</c:v>
                </c:pt>
                <c:pt idx="84">
                  <c:v>44792</c:v>
                </c:pt>
                <c:pt idx="85">
                  <c:v>44799</c:v>
                </c:pt>
                <c:pt idx="86">
                  <c:v>44806</c:v>
                </c:pt>
                <c:pt idx="87">
                  <c:v>44813</c:v>
                </c:pt>
                <c:pt idx="88">
                  <c:v>44820</c:v>
                </c:pt>
                <c:pt idx="89">
                  <c:v>44827</c:v>
                </c:pt>
                <c:pt idx="90">
                  <c:v>44834</c:v>
                </c:pt>
                <c:pt idx="91">
                  <c:v>44841</c:v>
                </c:pt>
                <c:pt idx="92">
                  <c:v>44848</c:v>
                </c:pt>
                <c:pt idx="93">
                  <c:v>44855</c:v>
                </c:pt>
                <c:pt idx="94">
                  <c:v>44862</c:v>
                </c:pt>
                <c:pt idx="95">
                  <c:v>44869</c:v>
                </c:pt>
                <c:pt idx="96">
                  <c:v>44876</c:v>
                </c:pt>
                <c:pt idx="97">
                  <c:v>44883</c:v>
                </c:pt>
                <c:pt idx="98">
                  <c:v>44890</c:v>
                </c:pt>
                <c:pt idx="99">
                  <c:v>44897</c:v>
                </c:pt>
                <c:pt idx="100">
                  <c:v>44904</c:v>
                </c:pt>
                <c:pt idx="101">
                  <c:v>44911</c:v>
                </c:pt>
                <c:pt idx="102">
                  <c:v>44918</c:v>
                </c:pt>
                <c:pt idx="103">
                  <c:v>44925</c:v>
                </c:pt>
                <c:pt idx="104">
                  <c:v>44932</c:v>
                </c:pt>
                <c:pt idx="105">
                  <c:v>44939</c:v>
                </c:pt>
                <c:pt idx="106">
                  <c:v>44946</c:v>
                </c:pt>
                <c:pt idx="107">
                  <c:v>44953</c:v>
                </c:pt>
                <c:pt idx="108">
                  <c:v>44960</c:v>
                </c:pt>
                <c:pt idx="109">
                  <c:v>44967</c:v>
                </c:pt>
                <c:pt idx="110">
                  <c:v>44974</c:v>
                </c:pt>
                <c:pt idx="111">
                  <c:v>44981</c:v>
                </c:pt>
                <c:pt idx="112">
                  <c:v>44988</c:v>
                </c:pt>
                <c:pt idx="113">
                  <c:v>44995</c:v>
                </c:pt>
                <c:pt idx="114">
                  <c:v>45002</c:v>
                </c:pt>
                <c:pt idx="115">
                  <c:v>45009</c:v>
                </c:pt>
                <c:pt idx="116">
                  <c:v>45016</c:v>
                </c:pt>
                <c:pt idx="117">
                  <c:v>45023</c:v>
                </c:pt>
                <c:pt idx="118">
                  <c:v>45030</c:v>
                </c:pt>
                <c:pt idx="119">
                  <c:v>45037</c:v>
                </c:pt>
                <c:pt idx="120">
                  <c:v>45044</c:v>
                </c:pt>
                <c:pt idx="121">
                  <c:v>45051</c:v>
                </c:pt>
                <c:pt idx="122">
                  <c:v>45058</c:v>
                </c:pt>
                <c:pt idx="123">
                  <c:v>45065</c:v>
                </c:pt>
                <c:pt idx="124">
                  <c:v>45072</c:v>
                </c:pt>
                <c:pt idx="125">
                  <c:v>45079</c:v>
                </c:pt>
                <c:pt idx="126">
                  <c:v>45086</c:v>
                </c:pt>
                <c:pt idx="127">
                  <c:v>45093</c:v>
                </c:pt>
                <c:pt idx="128">
                  <c:v>45100</c:v>
                </c:pt>
                <c:pt idx="129">
                  <c:v>45107</c:v>
                </c:pt>
                <c:pt idx="130">
                  <c:v>45114</c:v>
                </c:pt>
                <c:pt idx="131">
                  <c:v>45121</c:v>
                </c:pt>
                <c:pt idx="132">
                  <c:v>45128</c:v>
                </c:pt>
                <c:pt idx="133">
                  <c:v>45135</c:v>
                </c:pt>
                <c:pt idx="134">
                  <c:v>45142</c:v>
                </c:pt>
                <c:pt idx="135">
                  <c:v>45149</c:v>
                </c:pt>
                <c:pt idx="136">
                  <c:v>45156</c:v>
                </c:pt>
                <c:pt idx="137">
                  <c:v>45163</c:v>
                </c:pt>
                <c:pt idx="138">
                  <c:v>45170</c:v>
                </c:pt>
                <c:pt idx="139">
                  <c:v>45177</c:v>
                </c:pt>
                <c:pt idx="140">
                  <c:v>45184</c:v>
                </c:pt>
                <c:pt idx="141">
                  <c:v>45191</c:v>
                </c:pt>
                <c:pt idx="142">
                  <c:v>45198</c:v>
                </c:pt>
                <c:pt idx="143">
                  <c:v>45205</c:v>
                </c:pt>
                <c:pt idx="144">
                  <c:v>45212</c:v>
                </c:pt>
                <c:pt idx="145">
                  <c:v>45219</c:v>
                </c:pt>
                <c:pt idx="146">
                  <c:v>45226</c:v>
                </c:pt>
                <c:pt idx="147">
                  <c:v>45233</c:v>
                </c:pt>
                <c:pt idx="148">
                  <c:v>45240</c:v>
                </c:pt>
                <c:pt idx="149">
                  <c:v>45247</c:v>
                </c:pt>
                <c:pt idx="150">
                  <c:v>45254</c:v>
                </c:pt>
                <c:pt idx="151">
                  <c:v>45261</c:v>
                </c:pt>
                <c:pt idx="152">
                  <c:v>45268</c:v>
                </c:pt>
                <c:pt idx="153">
                  <c:v>45275</c:v>
                </c:pt>
                <c:pt idx="154">
                  <c:v>45282</c:v>
                </c:pt>
                <c:pt idx="155">
                  <c:v>45289</c:v>
                </c:pt>
                <c:pt idx="156">
                  <c:v>45296</c:v>
                </c:pt>
                <c:pt idx="157">
                  <c:v>45303</c:v>
                </c:pt>
                <c:pt idx="158">
                  <c:v>45310</c:v>
                </c:pt>
                <c:pt idx="159">
                  <c:v>45317</c:v>
                </c:pt>
                <c:pt idx="160">
                  <c:v>45324</c:v>
                </c:pt>
                <c:pt idx="161">
                  <c:v>45331</c:v>
                </c:pt>
                <c:pt idx="162">
                  <c:v>45338</c:v>
                </c:pt>
                <c:pt idx="163">
                  <c:v>45345</c:v>
                </c:pt>
                <c:pt idx="164">
                  <c:v>45352</c:v>
                </c:pt>
                <c:pt idx="165">
                  <c:v>45359</c:v>
                </c:pt>
                <c:pt idx="166">
                  <c:v>45366</c:v>
                </c:pt>
                <c:pt idx="167">
                  <c:v>45373</c:v>
                </c:pt>
                <c:pt idx="168">
                  <c:v>45380</c:v>
                </c:pt>
                <c:pt idx="169">
                  <c:v>45387</c:v>
                </c:pt>
                <c:pt idx="170">
                  <c:v>45394</c:v>
                </c:pt>
                <c:pt idx="171">
                  <c:v>45401</c:v>
                </c:pt>
                <c:pt idx="172">
                  <c:v>45408</c:v>
                </c:pt>
                <c:pt idx="173">
                  <c:v>45415</c:v>
                </c:pt>
                <c:pt idx="174">
                  <c:v>45422</c:v>
                </c:pt>
                <c:pt idx="175">
                  <c:v>45429</c:v>
                </c:pt>
                <c:pt idx="176">
                  <c:v>45436</c:v>
                </c:pt>
                <c:pt idx="177">
                  <c:v>45443</c:v>
                </c:pt>
                <c:pt idx="178">
                  <c:v>45450</c:v>
                </c:pt>
                <c:pt idx="179">
                  <c:v>45457</c:v>
                </c:pt>
                <c:pt idx="180">
                  <c:v>45464</c:v>
                </c:pt>
                <c:pt idx="181">
                  <c:v>45471</c:v>
                </c:pt>
                <c:pt idx="182">
                  <c:v>45478</c:v>
                </c:pt>
                <c:pt idx="183">
                  <c:v>45485</c:v>
                </c:pt>
                <c:pt idx="184">
                  <c:v>45492</c:v>
                </c:pt>
                <c:pt idx="185">
                  <c:v>45499</c:v>
                </c:pt>
                <c:pt idx="186">
                  <c:v>45506</c:v>
                </c:pt>
                <c:pt idx="187">
                  <c:v>45513</c:v>
                </c:pt>
                <c:pt idx="188">
                  <c:v>45520</c:v>
                </c:pt>
                <c:pt idx="189">
                  <c:v>45527</c:v>
                </c:pt>
                <c:pt idx="190">
                  <c:v>45534</c:v>
                </c:pt>
                <c:pt idx="191">
                  <c:v>45541</c:v>
                </c:pt>
                <c:pt idx="192">
                  <c:v>45548</c:v>
                </c:pt>
                <c:pt idx="193">
                  <c:v>45555</c:v>
                </c:pt>
                <c:pt idx="194">
                  <c:v>45562</c:v>
                </c:pt>
                <c:pt idx="195">
                  <c:v>45569</c:v>
                </c:pt>
                <c:pt idx="196">
                  <c:v>45576</c:v>
                </c:pt>
                <c:pt idx="197">
                  <c:v>45583</c:v>
                </c:pt>
                <c:pt idx="198">
                  <c:v>45590</c:v>
                </c:pt>
                <c:pt idx="199">
                  <c:v>45597</c:v>
                </c:pt>
                <c:pt idx="200">
                  <c:v>45604</c:v>
                </c:pt>
                <c:pt idx="201">
                  <c:v>45611</c:v>
                </c:pt>
                <c:pt idx="202">
                  <c:v>45618</c:v>
                </c:pt>
                <c:pt idx="203">
                  <c:v>45625</c:v>
                </c:pt>
                <c:pt idx="204">
                  <c:v>45632</c:v>
                </c:pt>
                <c:pt idx="205">
                  <c:v>45639</c:v>
                </c:pt>
                <c:pt idx="206">
                  <c:v>45646</c:v>
                </c:pt>
                <c:pt idx="207">
                  <c:v>45653</c:v>
                </c:pt>
                <c:pt idx="208">
                  <c:v>45660</c:v>
                </c:pt>
                <c:pt idx="209">
                  <c:v>45667</c:v>
                </c:pt>
                <c:pt idx="210">
                  <c:v>45674</c:v>
                </c:pt>
                <c:pt idx="211">
                  <c:v>45681</c:v>
                </c:pt>
                <c:pt idx="212">
                  <c:v>45688</c:v>
                </c:pt>
                <c:pt idx="213">
                  <c:v>45695</c:v>
                </c:pt>
                <c:pt idx="214">
                  <c:v>45702</c:v>
                </c:pt>
                <c:pt idx="215">
                  <c:v>45709</c:v>
                </c:pt>
                <c:pt idx="216">
                  <c:v>45716</c:v>
                </c:pt>
                <c:pt idx="217">
                  <c:v>45723</c:v>
                </c:pt>
                <c:pt idx="218">
                  <c:v>45730</c:v>
                </c:pt>
                <c:pt idx="219">
                  <c:v>45737</c:v>
                </c:pt>
                <c:pt idx="220">
                  <c:v>45744</c:v>
                </c:pt>
                <c:pt idx="221">
                  <c:v>45751</c:v>
                </c:pt>
                <c:pt idx="222">
                  <c:v>45758</c:v>
                </c:pt>
                <c:pt idx="223">
                  <c:v>45765</c:v>
                </c:pt>
                <c:pt idx="224">
                  <c:v>45772</c:v>
                </c:pt>
                <c:pt idx="225">
                  <c:v>45779</c:v>
                </c:pt>
                <c:pt idx="226">
                  <c:v>45786</c:v>
                </c:pt>
                <c:pt idx="227">
                  <c:v>45793</c:v>
                </c:pt>
                <c:pt idx="228">
                  <c:v>45800</c:v>
                </c:pt>
                <c:pt idx="229">
                  <c:v>45807</c:v>
                </c:pt>
                <c:pt idx="230">
                  <c:v>45814</c:v>
                </c:pt>
                <c:pt idx="231">
                  <c:v>45821</c:v>
                </c:pt>
                <c:pt idx="232">
                  <c:v>45828</c:v>
                </c:pt>
                <c:pt idx="233">
                  <c:v>45835</c:v>
                </c:pt>
                <c:pt idx="234">
                  <c:v>45842</c:v>
                </c:pt>
                <c:pt idx="235">
                  <c:v>45849</c:v>
                </c:pt>
                <c:pt idx="236">
                  <c:v>45856</c:v>
                </c:pt>
                <c:pt idx="237">
                  <c:v>45863</c:v>
                </c:pt>
                <c:pt idx="238">
                  <c:v>45870</c:v>
                </c:pt>
                <c:pt idx="239">
                  <c:v>45877</c:v>
                </c:pt>
                <c:pt idx="240">
                  <c:v>45884</c:v>
                </c:pt>
                <c:pt idx="241">
                  <c:v>45891</c:v>
                </c:pt>
                <c:pt idx="242">
                  <c:v>45898</c:v>
                </c:pt>
                <c:pt idx="243">
                  <c:v>45905</c:v>
                </c:pt>
                <c:pt idx="244">
                  <c:v>45912</c:v>
                </c:pt>
                <c:pt idx="245">
                  <c:v>45919</c:v>
                </c:pt>
                <c:pt idx="246">
                  <c:v>45926</c:v>
                </c:pt>
                <c:pt idx="247">
                  <c:v>45933</c:v>
                </c:pt>
                <c:pt idx="248">
                  <c:v>45940</c:v>
                </c:pt>
                <c:pt idx="249">
                  <c:v>45947</c:v>
                </c:pt>
                <c:pt idx="250">
                  <c:v>45954</c:v>
                </c:pt>
                <c:pt idx="251">
                  <c:v>45961</c:v>
                </c:pt>
                <c:pt idx="252">
                  <c:v>45968</c:v>
                </c:pt>
                <c:pt idx="253">
                  <c:v>45975</c:v>
                </c:pt>
                <c:pt idx="254">
                  <c:v>45982</c:v>
                </c:pt>
                <c:pt idx="255">
                  <c:v>45989</c:v>
                </c:pt>
                <c:pt idx="256">
                  <c:v>45996</c:v>
                </c:pt>
                <c:pt idx="257">
                  <c:v>46003</c:v>
                </c:pt>
                <c:pt idx="258">
                  <c:v>46010</c:v>
                </c:pt>
                <c:pt idx="259">
                  <c:v>46017</c:v>
                </c:pt>
                <c:pt idx="260">
                  <c:v>46024</c:v>
                </c:pt>
                <c:pt idx="261">
                  <c:v>46031</c:v>
                </c:pt>
                <c:pt idx="262">
                  <c:v>46038</c:v>
                </c:pt>
                <c:pt idx="263">
                  <c:v>46045</c:v>
                </c:pt>
                <c:pt idx="264">
                  <c:v>46052</c:v>
                </c:pt>
                <c:pt idx="265">
                  <c:v>46059</c:v>
                </c:pt>
                <c:pt idx="266">
                  <c:v>46066</c:v>
                </c:pt>
                <c:pt idx="267">
                  <c:v>46073</c:v>
                </c:pt>
                <c:pt idx="268">
                  <c:v>46080</c:v>
                </c:pt>
                <c:pt idx="269">
                  <c:v>46087</c:v>
                </c:pt>
                <c:pt idx="270">
                  <c:v>46094</c:v>
                </c:pt>
                <c:pt idx="271">
                  <c:v>46101</c:v>
                </c:pt>
                <c:pt idx="272">
                  <c:v>46108</c:v>
                </c:pt>
                <c:pt idx="273">
                  <c:v>46115</c:v>
                </c:pt>
                <c:pt idx="274">
                  <c:v>46122</c:v>
                </c:pt>
                <c:pt idx="275">
                  <c:v>46129</c:v>
                </c:pt>
                <c:pt idx="276">
                  <c:v>46136</c:v>
                </c:pt>
                <c:pt idx="277">
                  <c:v>46143</c:v>
                </c:pt>
                <c:pt idx="278">
                  <c:v>46150</c:v>
                </c:pt>
                <c:pt idx="279">
                  <c:v>46157</c:v>
                </c:pt>
                <c:pt idx="280">
                  <c:v>46164</c:v>
                </c:pt>
                <c:pt idx="281">
                  <c:v>46171</c:v>
                </c:pt>
                <c:pt idx="282">
                  <c:v>46178</c:v>
                </c:pt>
                <c:pt idx="283">
                  <c:v>46185</c:v>
                </c:pt>
                <c:pt idx="284">
                  <c:v>46192</c:v>
                </c:pt>
                <c:pt idx="285">
                  <c:v>46199</c:v>
                </c:pt>
                <c:pt idx="286">
                  <c:v>46206</c:v>
                </c:pt>
                <c:pt idx="287">
                  <c:v>46213</c:v>
                </c:pt>
                <c:pt idx="288">
                  <c:v>46220</c:v>
                </c:pt>
                <c:pt idx="289">
                  <c:v>46227</c:v>
                </c:pt>
                <c:pt idx="290">
                  <c:v>46234</c:v>
                </c:pt>
                <c:pt idx="291">
                  <c:v>46241</c:v>
                </c:pt>
                <c:pt idx="292">
                  <c:v>46248</c:v>
                </c:pt>
                <c:pt idx="293">
                  <c:v>46255</c:v>
                </c:pt>
                <c:pt idx="294">
                  <c:v>46262</c:v>
                </c:pt>
                <c:pt idx="295">
                  <c:v>46269</c:v>
                </c:pt>
                <c:pt idx="296">
                  <c:v>46276</c:v>
                </c:pt>
                <c:pt idx="297">
                  <c:v>46283</c:v>
                </c:pt>
              </c:numCache>
            </c:numRef>
          </c:cat>
          <c:val>
            <c:numRef>
              <c:f>Sheet1!$D$2:$D$299</c:f>
              <c:numCache>
                <c:formatCode>General</c:formatCode>
                <c:ptCount val="298"/>
                <c:pt idx="0">
                  <c:v>12.40161799576375</c:v>
                </c:pt>
                <c:pt idx="1">
                  <c:v>12.40161799576375</c:v>
                </c:pt>
                <c:pt idx="2">
                  <c:v>12.40161799576375</c:v>
                </c:pt>
                <c:pt idx="3">
                  <c:v>12.40161799576375</c:v>
                </c:pt>
                <c:pt idx="4">
                  <c:v>12.40161799576375</c:v>
                </c:pt>
                <c:pt idx="5">
                  <c:v>12.40161799576375</c:v>
                </c:pt>
                <c:pt idx="6">
                  <c:v>12.40161799576375</c:v>
                </c:pt>
                <c:pt idx="7">
                  <c:v>12.40161799576375</c:v>
                </c:pt>
                <c:pt idx="8">
                  <c:v>12.40161799576375</c:v>
                </c:pt>
                <c:pt idx="9">
                  <c:v>12.40161799576375</c:v>
                </c:pt>
                <c:pt idx="10">
                  <c:v>12.40161799576375</c:v>
                </c:pt>
                <c:pt idx="11">
                  <c:v>12.40161799576375</c:v>
                </c:pt>
                <c:pt idx="12">
                  <c:v>12.40161799576375</c:v>
                </c:pt>
                <c:pt idx="13">
                  <c:v>12.40161799576375</c:v>
                </c:pt>
                <c:pt idx="14">
                  <c:v>12.40161799576375</c:v>
                </c:pt>
                <c:pt idx="15">
                  <c:v>12.40161799576375</c:v>
                </c:pt>
                <c:pt idx="16">
                  <c:v>12.40161799576375</c:v>
                </c:pt>
                <c:pt idx="17">
                  <c:v>12.40161799576375</c:v>
                </c:pt>
                <c:pt idx="18">
                  <c:v>12.40161799576375</c:v>
                </c:pt>
                <c:pt idx="19">
                  <c:v>12.40161799576375</c:v>
                </c:pt>
                <c:pt idx="20">
                  <c:v>12.40161799576375</c:v>
                </c:pt>
                <c:pt idx="21">
                  <c:v>12.40161799576375</c:v>
                </c:pt>
                <c:pt idx="22">
                  <c:v>12.40161799576375</c:v>
                </c:pt>
                <c:pt idx="23">
                  <c:v>12.40161799576375</c:v>
                </c:pt>
                <c:pt idx="24">
                  <c:v>12.40161799576375</c:v>
                </c:pt>
                <c:pt idx="25">
                  <c:v>12.40161799576375</c:v>
                </c:pt>
                <c:pt idx="26">
                  <c:v>12.40161799576375</c:v>
                </c:pt>
                <c:pt idx="27">
                  <c:v>12.40161799576375</c:v>
                </c:pt>
                <c:pt idx="28">
                  <c:v>12.40161799576375</c:v>
                </c:pt>
                <c:pt idx="29">
                  <c:v>12.40161799576375</c:v>
                </c:pt>
                <c:pt idx="30">
                  <c:v>12.40161799576375</c:v>
                </c:pt>
                <c:pt idx="31">
                  <c:v>12.40161799576375</c:v>
                </c:pt>
                <c:pt idx="32">
                  <c:v>12.40161799576375</c:v>
                </c:pt>
                <c:pt idx="33">
                  <c:v>12.40161799576375</c:v>
                </c:pt>
                <c:pt idx="34">
                  <c:v>12.40161799576375</c:v>
                </c:pt>
                <c:pt idx="35">
                  <c:v>12.40161799576375</c:v>
                </c:pt>
                <c:pt idx="36">
                  <c:v>12.40161799576375</c:v>
                </c:pt>
                <c:pt idx="37">
                  <c:v>12.40161799576375</c:v>
                </c:pt>
                <c:pt idx="38">
                  <c:v>12.40161799576375</c:v>
                </c:pt>
                <c:pt idx="39">
                  <c:v>12.40161799576375</c:v>
                </c:pt>
                <c:pt idx="40">
                  <c:v>12.40161799576375</c:v>
                </c:pt>
                <c:pt idx="41">
                  <c:v>12.40161799576375</c:v>
                </c:pt>
                <c:pt idx="42">
                  <c:v>12.40161799576375</c:v>
                </c:pt>
                <c:pt idx="43">
                  <c:v>12.40161799576375</c:v>
                </c:pt>
                <c:pt idx="44">
                  <c:v>12.40161799576375</c:v>
                </c:pt>
                <c:pt idx="45">
                  <c:v>12.40161799576375</c:v>
                </c:pt>
                <c:pt idx="46">
                  <c:v>12.40161799576375</c:v>
                </c:pt>
                <c:pt idx="47">
                  <c:v>12.40161799576375</c:v>
                </c:pt>
                <c:pt idx="48">
                  <c:v>12.40161799576375</c:v>
                </c:pt>
                <c:pt idx="49">
                  <c:v>12.40161799576375</c:v>
                </c:pt>
                <c:pt idx="50">
                  <c:v>12.40161799576375</c:v>
                </c:pt>
                <c:pt idx="51">
                  <c:v>12.40161799576375</c:v>
                </c:pt>
                <c:pt idx="52">
                  <c:v>12.40161799576375</c:v>
                </c:pt>
                <c:pt idx="53">
                  <c:v>12.40161799576375</c:v>
                </c:pt>
                <c:pt idx="54">
                  <c:v>12.40161799576375</c:v>
                </c:pt>
                <c:pt idx="55">
                  <c:v>12.40161799576375</c:v>
                </c:pt>
                <c:pt idx="56">
                  <c:v>12.40161799576375</c:v>
                </c:pt>
                <c:pt idx="57">
                  <c:v>12.40161799576375</c:v>
                </c:pt>
                <c:pt idx="58">
                  <c:v>12.40161799576375</c:v>
                </c:pt>
                <c:pt idx="59">
                  <c:v>12.40161799576375</c:v>
                </c:pt>
                <c:pt idx="60">
                  <c:v>12.40161799576375</c:v>
                </c:pt>
                <c:pt idx="61">
                  <c:v>12.40161799576375</c:v>
                </c:pt>
                <c:pt idx="62">
                  <c:v>12.40161799576375</c:v>
                </c:pt>
                <c:pt idx="63">
                  <c:v>12.40161799576375</c:v>
                </c:pt>
                <c:pt idx="64">
                  <c:v>12.40161799576375</c:v>
                </c:pt>
                <c:pt idx="65">
                  <c:v>12.40161799576375</c:v>
                </c:pt>
                <c:pt idx="66">
                  <c:v>12.40161799576375</c:v>
                </c:pt>
                <c:pt idx="67">
                  <c:v>12.40161799576375</c:v>
                </c:pt>
                <c:pt idx="68">
                  <c:v>12.40161799576375</c:v>
                </c:pt>
                <c:pt idx="69">
                  <c:v>12.40161799576375</c:v>
                </c:pt>
                <c:pt idx="70">
                  <c:v>12.40161799576375</c:v>
                </c:pt>
                <c:pt idx="71">
                  <c:v>12.40161799576375</c:v>
                </c:pt>
                <c:pt idx="72">
                  <c:v>12.40161799576375</c:v>
                </c:pt>
                <c:pt idx="73">
                  <c:v>12.40161799576375</c:v>
                </c:pt>
                <c:pt idx="74">
                  <c:v>12.40161799576375</c:v>
                </c:pt>
                <c:pt idx="75">
                  <c:v>12.40161799576375</c:v>
                </c:pt>
                <c:pt idx="76">
                  <c:v>12.40161799576375</c:v>
                </c:pt>
                <c:pt idx="77">
                  <c:v>12.40161799576375</c:v>
                </c:pt>
                <c:pt idx="78">
                  <c:v>12.40161799576375</c:v>
                </c:pt>
                <c:pt idx="79">
                  <c:v>12.40161799576375</c:v>
                </c:pt>
                <c:pt idx="80">
                  <c:v>12.40161799576375</c:v>
                </c:pt>
                <c:pt idx="81">
                  <c:v>12.40161799576375</c:v>
                </c:pt>
                <c:pt idx="82">
                  <c:v>12.40161799576375</c:v>
                </c:pt>
                <c:pt idx="83">
                  <c:v>12.40161799576375</c:v>
                </c:pt>
                <c:pt idx="84">
                  <c:v>12.40161799576375</c:v>
                </c:pt>
                <c:pt idx="85">
                  <c:v>12.40161799576375</c:v>
                </c:pt>
                <c:pt idx="86">
                  <c:v>12.40161799576375</c:v>
                </c:pt>
                <c:pt idx="87">
                  <c:v>12.40161799576375</c:v>
                </c:pt>
                <c:pt idx="88">
                  <c:v>12.40161799576375</c:v>
                </c:pt>
                <c:pt idx="89">
                  <c:v>12.40161799576375</c:v>
                </c:pt>
                <c:pt idx="90">
                  <c:v>12.40161799576375</c:v>
                </c:pt>
                <c:pt idx="91">
                  <c:v>12.40161799576375</c:v>
                </c:pt>
                <c:pt idx="92">
                  <c:v>12.40161799576375</c:v>
                </c:pt>
                <c:pt idx="93">
                  <c:v>12.40161799576375</c:v>
                </c:pt>
                <c:pt idx="94">
                  <c:v>12.40161799576375</c:v>
                </c:pt>
                <c:pt idx="95">
                  <c:v>12.40161799576375</c:v>
                </c:pt>
                <c:pt idx="96">
                  <c:v>12.40161799576375</c:v>
                </c:pt>
                <c:pt idx="97">
                  <c:v>12.40161799576375</c:v>
                </c:pt>
                <c:pt idx="98">
                  <c:v>12.40161799576375</c:v>
                </c:pt>
                <c:pt idx="99">
                  <c:v>12.40161799576375</c:v>
                </c:pt>
                <c:pt idx="100">
                  <c:v>12.40161799576375</c:v>
                </c:pt>
                <c:pt idx="101">
                  <c:v>12.40161799576375</c:v>
                </c:pt>
                <c:pt idx="102">
                  <c:v>12.40161799576375</c:v>
                </c:pt>
                <c:pt idx="103">
                  <c:v>12.40161799576375</c:v>
                </c:pt>
                <c:pt idx="104">
                  <c:v>12.40161799576375</c:v>
                </c:pt>
                <c:pt idx="105">
                  <c:v>12.40161799576375</c:v>
                </c:pt>
                <c:pt idx="106">
                  <c:v>12.40161799576375</c:v>
                </c:pt>
                <c:pt idx="107">
                  <c:v>12.40161799576375</c:v>
                </c:pt>
                <c:pt idx="108">
                  <c:v>12.40161799576375</c:v>
                </c:pt>
                <c:pt idx="109">
                  <c:v>12.40161799576375</c:v>
                </c:pt>
                <c:pt idx="110">
                  <c:v>12.40161799576375</c:v>
                </c:pt>
                <c:pt idx="111">
                  <c:v>12.40161799576375</c:v>
                </c:pt>
                <c:pt idx="112">
                  <c:v>12.40161799576375</c:v>
                </c:pt>
                <c:pt idx="113">
                  <c:v>12.40161799576375</c:v>
                </c:pt>
                <c:pt idx="114">
                  <c:v>12.40161799576375</c:v>
                </c:pt>
                <c:pt idx="115">
                  <c:v>12.40161799576375</c:v>
                </c:pt>
                <c:pt idx="116">
                  <c:v>12.40161799576375</c:v>
                </c:pt>
                <c:pt idx="117">
                  <c:v>12.40161799576375</c:v>
                </c:pt>
                <c:pt idx="118">
                  <c:v>12.40161799576375</c:v>
                </c:pt>
                <c:pt idx="119">
                  <c:v>12.40161799576375</c:v>
                </c:pt>
                <c:pt idx="120">
                  <c:v>12.40161799576375</c:v>
                </c:pt>
                <c:pt idx="121">
                  <c:v>12.40161799576375</c:v>
                </c:pt>
                <c:pt idx="122">
                  <c:v>12.40161799576375</c:v>
                </c:pt>
                <c:pt idx="123">
                  <c:v>12.40161799576375</c:v>
                </c:pt>
                <c:pt idx="124">
                  <c:v>12.40161799576375</c:v>
                </c:pt>
                <c:pt idx="125">
                  <c:v>12.40161799576375</c:v>
                </c:pt>
                <c:pt idx="126">
                  <c:v>12.40161799576375</c:v>
                </c:pt>
                <c:pt idx="127">
                  <c:v>12.40161799576375</c:v>
                </c:pt>
                <c:pt idx="128">
                  <c:v>12.40161799576375</c:v>
                </c:pt>
                <c:pt idx="129">
                  <c:v>12.40161799576375</c:v>
                </c:pt>
                <c:pt idx="130">
                  <c:v>12.40161799576375</c:v>
                </c:pt>
                <c:pt idx="131">
                  <c:v>12.40161799576375</c:v>
                </c:pt>
                <c:pt idx="132">
                  <c:v>12.40161799576375</c:v>
                </c:pt>
                <c:pt idx="133">
                  <c:v>12.40161799576375</c:v>
                </c:pt>
                <c:pt idx="134">
                  <c:v>12.40161799576375</c:v>
                </c:pt>
                <c:pt idx="135">
                  <c:v>12.40161799576375</c:v>
                </c:pt>
                <c:pt idx="136">
                  <c:v>12.40161799576375</c:v>
                </c:pt>
                <c:pt idx="137">
                  <c:v>12.40161799576375</c:v>
                </c:pt>
                <c:pt idx="138">
                  <c:v>12.40161799576375</c:v>
                </c:pt>
                <c:pt idx="139">
                  <c:v>12.40161799576375</c:v>
                </c:pt>
                <c:pt idx="140">
                  <c:v>12.40161799576375</c:v>
                </c:pt>
                <c:pt idx="141">
                  <c:v>12.40161799576375</c:v>
                </c:pt>
                <c:pt idx="142">
                  <c:v>12.40161799576375</c:v>
                </c:pt>
                <c:pt idx="143">
                  <c:v>12.40161799576375</c:v>
                </c:pt>
                <c:pt idx="144">
                  <c:v>12.40161799576375</c:v>
                </c:pt>
                <c:pt idx="145">
                  <c:v>12.40161799576375</c:v>
                </c:pt>
                <c:pt idx="146">
                  <c:v>12.40161799576375</c:v>
                </c:pt>
                <c:pt idx="147">
                  <c:v>12.40161799576375</c:v>
                </c:pt>
                <c:pt idx="148">
                  <c:v>12.40161799576375</c:v>
                </c:pt>
                <c:pt idx="149">
                  <c:v>12.40161799576375</c:v>
                </c:pt>
                <c:pt idx="150">
                  <c:v>12.40161799576375</c:v>
                </c:pt>
                <c:pt idx="151">
                  <c:v>12.40161799576375</c:v>
                </c:pt>
                <c:pt idx="152">
                  <c:v>12.40161799576375</c:v>
                </c:pt>
                <c:pt idx="153">
                  <c:v>12.40161799576375</c:v>
                </c:pt>
                <c:pt idx="154">
                  <c:v>12.40161799576375</c:v>
                </c:pt>
                <c:pt idx="155">
                  <c:v>12.40161799576375</c:v>
                </c:pt>
                <c:pt idx="156">
                  <c:v>12.40161799576375</c:v>
                </c:pt>
                <c:pt idx="157">
                  <c:v>12.40161799576375</c:v>
                </c:pt>
                <c:pt idx="158">
                  <c:v>12.40161799576375</c:v>
                </c:pt>
                <c:pt idx="159">
                  <c:v>12.40161799576375</c:v>
                </c:pt>
                <c:pt idx="160">
                  <c:v>12.40161799576375</c:v>
                </c:pt>
                <c:pt idx="161">
                  <c:v>12.40161799576375</c:v>
                </c:pt>
                <c:pt idx="162">
                  <c:v>12.40161799576375</c:v>
                </c:pt>
                <c:pt idx="163">
                  <c:v>12.40161799576375</c:v>
                </c:pt>
                <c:pt idx="164">
                  <c:v>12.40161799576375</c:v>
                </c:pt>
                <c:pt idx="165">
                  <c:v>12.40161799576375</c:v>
                </c:pt>
                <c:pt idx="166">
                  <c:v>12.40161799576375</c:v>
                </c:pt>
                <c:pt idx="167">
                  <c:v>12.40161799576375</c:v>
                </c:pt>
                <c:pt idx="168">
                  <c:v>12.40161799576375</c:v>
                </c:pt>
                <c:pt idx="169">
                  <c:v>12.40161799576375</c:v>
                </c:pt>
                <c:pt idx="170">
                  <c:v>12.40161799576375</c:v>
                </c:pt>
                <c:pt idx="171">
                  <c:v>12.40161799576375</c:v>
                </c:pt>
                <c:pt idx="172">
                  <c:v>12.40161799576375</c:v>
                </c:pt>
                <c:pt idx="173">
                  <c:v>12.40161799576375</c:v>
                </c:pt>
                <c:pt idx="174">
                  <c:v>12.40161799576375</c:v>
                </c:pt>
                <c:pt idx="175">
                  <c:v>12.40161799576375</c:v>
                </c:pt>
                <c:pt idx="176">
                  <c:v>12.40161799576375</c:v>
                </c:pt>
                <c:pt idx="177">
                  <c:v>12.40161799576375</c:v>
                </c:pt>
                <c:pt idx="178">
                  <c:v>12.40161799576375</c:v>
                </c:pt>
                <c:pt idx="179">
                  <c:v>12.40161799576375</c:v>
                </c:pt>
                <c:pt idx="180">
                  <c:v>12.40161799576375</c:v>
                </c:pt>
                <c:pt idx="181">
                  <c:v>12.40161799576375</c:v>
                </c:pt>
                <c:pt idx="182">
                  <c:v>12.40161799576375</c:v>
                </c:pt>
                <c:pt idx="183">
                  <c:v>12.40161799576375</c:v>
                </c:pt>
                <c:pt idx="184">
                  <c:v>12.40161799576375</c:v>
                </c:pt>
                <c:pt idx="185">
                  <c:v>12.40161799576375</c:v>
                </c:pt>
                <c:pt idx="186">
                  <c:v>12.40161799576375</c:v>
                </c:pt>
                <c:pt idx="187">
                  <c:v>12.40161799576375</c:v>
                </c:pt>
                <c:pt idx="188">
                  <c:v>12.40161799576375</c:v>
                </c:pt>
                <c:pt idx="189">
                  <c:v>12.40161799576375</c:v>
                </c:pt>
                <c:pt idx="190">
                  <c:v>12.40161799576375</c:v>
                </c:pt>
                <c:pt idx="191">
                  <c:v>12.40161799576375</c:v>
                </c:pt>
                <c:pt idx="192">
                  <c:v>12.40161799576375</c:v>
                </c:pt>
                <c:pt idx="193">
                  <c:v>12.40161799576375</c:v>
                </c:pt>
                <c:pt idx="194">
                  <c:v>12.40161799576375</c:v>
                </c:pt>
                <c:pt idx="195">
                  <c:v>12.40161799576375</c:v>
                </c:pt>
                <c:pt idx="196">
                  <c:v>12.40161799576375</c:v>
                </c:pt>
                <c:pt idx="197">
                  <c:v>12.40161799576375</c:v>
                </c:pt>
                <c:pt idx="198">
                  <c:v>12.40161799576375</c:v>
                </c:pt>
                <c:pt idx="199">
                  <c:v>12.40161799576375</c:v>
                </c:pt>
                <c:pt idx="200">
                  <c:v>12.40161799576375</c:v>
                </c:pt>
                <c:pt idx="201">
                  <c:v>12.40161799576375</c:v>
                </c:pt>
                <c:pt idx="202">
                  <c:v>12.40161799576375</c:v>
                </c:pt>
                <c:pt idx="203">
                  <c:v>12.40161799576375</c:v>
                </c:pt>
                <c:pt idx="204">
                  <c:v>12.40161799576375</c:v>
                </c:pt>
                <c:pt idx="205">
                  <c:v>12.40161799576375</c:v>
                </c:pt>
                <c:pt idx="206">
                  <c:v>12.40161799576375</c:v>
                </c:pt>
                <c:pt idx="207">
                  <c:v>12.40161799576375</c:v>
                </c:pt>
                <c:pt idx="208">
                  <c:v>12.40161799576375</c:v>
                </c:pt>
                <c:pt idx="209">
                  <c:v>12.40161799576375</c:v>
                </c:pt>
                <c:pt idx="210">
                  <c:v>12.40161799576375</c:v>
                </c:pt>
                <c:pt idx="211">
                  <c:v>12.40161799576375</c:v>
                </c:pt>
                <c:pt idx="212">
                  <c:v>12.40161799576375</c:v>
                </c:pt>
                <c:pt idx="213">
                  <c:v>12.40161799576375</c:v>
                </c:pt>
                <c:pt idx="214">
                  <c:v>12.40161799576375</c:v>
                </c:pt>
                <c:pt idx="215">
                  <c:v>12.40161799576375</c:v>
                </c:pt>
                <c:pt idx="216">
                  <c:v>12.40161799576375</c:v>
                </c:pt>
                <c:pt idx="217">
                  <c:v>12.40161799576375</c:v>
                </c:pt>
                <c:pt idx="218">
                  <c:v>12.40161799576375</c:v>
                </c:pt>
                <c:pt idx="219">
                  <c:v>12.40161799576375</c:v>
                </c:pt>
                <c:pt idx="220">
                  <c:v>12.40161799576375</c:v>
                </c:pt>
                <c:pt idx="221">
                  <c:v>12.40161799576375</c:v>
                </c:pt>
                <c:pt idx="222">
                  <c:v>12.40161799576375</c:v>
                </c:pt>
                <c:pt idx="223">
                  <c:v>12.40161799576375</c:v>
                </c:pt>
                <c:pt idx="224">
                  <c:v>12.40161799576375</c:v>
                </c:pt>
                <c:pt idx="225">
                  <c:v>12.40161799576375</c:v>
                </c:pt>
                <c:pt idx="226">
                  <c:v>12.40161799576375</c:v>
                </c:pt>
                <c:pt idx="227">
                  <c:v>12.40161799576375</c:v>
                </c:pt>
                <c:pt idx="228">
                  <c:v>12.40161799576375</c:v>
                </c:pt>
                <c:pt idx="229">
                  <c:v>12.40161799576375</c:v>
                </c:pt>
                <c:pt idx="230">
                  <c:v>12.40161799576375</c:v>
                </c:pt>
                <c:pt idx="231">
                  <c:v>12.40161799576375</c:v>
                </c:pt>
                <c:pt idx="232">
                  <c:v>12.40161799576375</c:v>
                </c:pt>
                <c:pt idx="233">
                  <c:v>12.40161799576375</c:v>
                </c:pt>
                <c:pt idx="234">
                  <c:v>12.40161799576375</c:v>
                </c:pt>
                <c:pt idx="235">
                  <c:v>12.40161799576375</c:v>
                </c:pt>
                <c:pt idx="236">
                  <c:v>12.40161799576375</c:v>
                </c:pt>
                <c:pt idx="237">
                  <c:v>12.40161799576375</c:v>
                </c:pt>
                <c:pt idx="238">
                  <c:v>12.40161799576375</c:v>
                </c:pt>
                <c:pt idx="239">
                  <c:v>12.40161799576375</c:v>
                </c:pt>
                <c:pt idx="240">
                  <c:v>12.40161799576375</c:v>
                </c:pt>
                <c:pt idx="241">
                  <c:v>12.40161799576375</c:v>
                </c:pt>
                <c:pt idx="242">
                  <c:v>12.40161799576375</c:v>
                </c:pt>
                <c:pt idx="243">
                  <c:v>12.40161799576375</c:v>
                </c:pt>
                <c:pt idx="244">
                  <c:v>12.40161799576375</c:v>
                </c:pt>
                <c:pt idx="245">
                  <c:v>12.40161799576375</c:v>
                </c:pt>
                <c:pt idx="246">
                  <c:v>12.40161799576375</c:v>
                </c:pt>
                <c:pt idx="247">
                  <c:v>12.40161799576375</c:v>
                </c:pt>
                <c:pt idx="248">
                  <c:v>12.40161799576375</c:v>
                </c:pt>
                <c:pt idx="249">
                  <c:v>12.40161799576375</c:v>
                </c:pt>
                <c:pt idx="250">
                  <c:v>12.40161799576375</c:v>
                </c:pt>
                <c:pt idx="251">
                  <c:v>12.40161799576375</c:v>
                </c:pt>
                <c:pt idx="252">
                  <c:v>12.40161799576375</c:v>
                </c:pt>
                <c:pt idx="253">
                  <c:v>12.40161799576375</c:v>
                </c:pt>
                <c:pt idx="254">
                  <c:v>12.40161799576375</c:v>
                </c:pt>
                <c:pt idx="255">
                  <c:v>12.40161799576375</c:v>
                </c:pt>
                <c:pt idx="256">
                  <c:v>12.40161799576375</c:v>
                </c:pt>
                <c:pt idx="257">
                  <c:v>12.40161799576375</c:v>
                </c:pt>
                <c:pt idx="258">
                  <c:v>12.40161799576375</c:v>
                </c:pt>
                <c:pt idx="259">
                  <c:v>12.40161799576375</c:v>
                </c:pt>
                <c:pt idx="260">
                  <c:v>12.40161799576375</c:v>
                </c:pt>
                <c:pt idx="261">
                  <c:v>12.40161799576375</c:v>
                </c:pt>
                <c:pt idx="262">
                  <c:v>12.40161799576375</c:v>
                </c:pt>
                <c:pt idx="263">
                  <c:v>12.40161799576375</c:v>
                </c:pt>
                <c:pt idx="264">
                  <c:v>12.40161799576375</c:v>
                </c:pt>
                <c:pt idx="265">
                  <c:v>12.40161799576375</c:v>
                </c:pt>
                <c:pt idx="266">
                  <c:v>12.40161799576375</c:v>
                </c:pt>
                <c:pt idx="267">
                  <c:v>12.40161799576375</c:v>
                </c:pt>
                <c:pt idx="268">
                  <c:v>12.40161799576375</c:v>
                </c:pt>
                <c:pt idx="269">
                  <c:v>12.40161799576375</c:v>
                </c:pt>
                <c:pt idx="270">
                  <c:v>12.40161799576375</c:v>
                </c:pt>
                <c:pt idx="271">
                  <c:v>12.40161799576375</c:v>
                </c:pt>
                <c:pt idx="272">
                  <c:v>12.40161799576375</c:v>
                </c:pt>
                <c:pt idx="273">
                  <c:v>12.40161799576375</c:v>
                </c:pt>
                <c:pt idx="274">
                  <c:v>12.40161799576375</c:v>
                </c:pt>
                <c:pt idx="275">
                  <c:v>12.40161799576375</c:v>
                </c:pt>
                <c:pt idx="276">
                  <c:v>12.40161799576375</c:v>
                </c:pt>
                <c:pt idx="277">
                  <c:v>12.40161799576375</c:v>
                </c:pt>
                <c:pt idx="278">
                  <c:v>12.40161799576375</c:v>
                </c:pt>
                <c:pt idx="279">
                  <c:v>12.40161799576375</c:v>
                </c:pt>
                <c:pt idx="280">
                  <c:v>12.40161799576375</c:v>
                </c:pt>
                <c:pt idx="281">
                  <c:v>12.40161799576375</c:v>
                </c:pt>
                <c:pt idx="282">
                  <c:v>12.40161799576375</c:v>
                </c:pt>
                <c:pt idx="283">
                  <c:v>12.40161799576375</c:v>
                </c:pt>
                <c:pt idx="284">
                  <c:v>12.40161799576375</c:v>
                </c:pt>
                <c:pt idx="285">
                  <c:v>12.40161799576375</c:v>
                </c:pt>
                <c:pt idx="286">
                  <c:v>12.40161799576375</c:v>
                </c:pt>
                <c:pt idx="287">
                  <c:v>12.40161799576375</c:v>
                </c:pt>
                <c:pt idx="288">
                  <c:v>12.40161799576375</c:v>
                </c:pt>
                <c:pt idx="289">
                  <c:v>12.40161799576375</c:v>
                </c:pt>
                <c:pt idx="290">
                  <c:v>12.40161799576375</c:v>
                </c:pt>
                <c:pt idx="291">
                  <c:v>12.40161799576375</c:v>
                </c:pt>
                <c:pt idx="292">
                  <c:v>12.40161799576375</c:v>
                </c:pt>
                <c:pt idx="293">
                  <c:v>12.40161799576375</c:v>
                </c:pt>
                <c:pt idx="294">
                  <c:v>12.40161799576375</c:v>
                </c:pt>
                <c:pt idx="295">
                  <c:v>12.40161799576375</c:v>
                </c:pt>
                <c:pt idx="296">
                  <c:v>12.40161799576375</c:v>
                </c:pt>
                <c:pt idx="297">
                  <c:v>12.40161799576375</c:v>
                </c:pt>
              </c:numCache>
            </c:numRef>
          </c:val>
          <c:smooth val="1"/>
          <c:extLst>
            <c:ext xmlns:c16="http://schemas.microsoft.com/office/drawing/2014/chart" uri="{C3380CC4-5D6E-409C-BE32-E72D297353CC}">
              <c16:uniqueId val="{00000002-E5CC-4843-9B37-204E77E38D78}"/>
            </c:ext>
          </c:extLst>
        </c:ser>
        <c:ser>
          <c:idx val="3"/>
          <c:order val="3"/>
          <c:tx>
            <c:v>-1 s.d.</c:v>
          </c:tx>
          <c:spPr>
            <a:ln w="19050">
              <a:solidFill>
                <a:srgbClr val="8EB3DF"/>
              </a:solidFill>
              <a:prstDash val="dash"/>
            </a:ln>
          </c:spPr>
          <c:marker>
            <c:symbol val="none"/>
          </c:marker>
          <c:cat>
            <c:numRef>
              <c:f>Sheet1!$A$2:$A$299</c:f>
              <c:numCache>
                <c:formatCode>yyyy\-mm\-dd</c:formatCode>
                <c:ptCount val="298"/>
                <c:pt idx="0">
                  <c:v>44204</c:v>
                </c:pt>
                <c:pt idx="1">
                  <c:v>44211</c:v>
                </c:pt>
                <c:pt idx="2">
                  <c:v>44218</c:v>
                </c:pt>
                <c:pt idx="3">
                  <c:v>44225</c:v>
                </c:pt>
                <c:pt idx="4">
                  <c:v>44232</c:v>
                </c:pt>
                <c:pt idx="5">
                  <c:v>44239</c:v>
                </c:pt>
                <c:pt idx="6">
                  <c:v>44246</c:v>
                </c:pt>
                <c:pt idx="7">
                  <c:v>44253</c:v>
                </c:pt>
                <c:pt idx="8">
                  <c:v>44260</c:v>
                </c:pt>
                <c:pt idx="9">
                  <c:v>44267</c:v>
                </c:pt>
                <c:pt idx="10">
                  <c:v>44274</c:v>
                </c:pt>
                <c:pt idx="11">
                  <c:v>44281</c:v>
                </c:pt>
                <c:pt idx="12">
                  <c:v>44288</c:v>
                </c:pt>
                <c:pt idx="13">
                  <c:v>44295</c:v>
                </c:pt>
                <c:pt idx="14">
                  <c:v>44302</c:v>
                </c:pt>
                <c:pt idx="15">
                  <c:v>44309</c:v>
                </c:pt>
                <c:pt idx="16">
                  <c:v>44316</c:v>
                </c:pt>
                <c:pt idx="17">
                  <c:v>44323</c:v>
                </c:pt>
                <c:pt idx="18">
                  <c:v>44330</c:v>
                </c:pt>
                <c:pt idx="19">
                  <c:v>44337</c:v>
                </c:pt>
                <c:pt idx="20">
                  <c:v>44344</c:v>
                </c:pt>
                <c:pt idx="21">
                  <c:v>44351</c:v>
                </c:pt>
                <c:pt idx="22">
                  <c:v>44358</c:v>
                </c:pt>
                <c:pt idx="23">
                  <c:v>44365</c:v>
                </c:pt>
                <c:pt idx="24">
                  <c:v>44372</c:v>
                </c:pt>
                <c:pt idx="25">
                  <c:v>44379</c:v>
                </c:pt>
                <c:pt idx="26">
                  <c:v>44386</c:v>
                </c:pt>
                <c:pt idx="27">
                  <c:v>44393</c:v>
                </c:pt>
                <c:pt idx="28">
                  <c:v>44400</c:v>
                </c:pt>
                <c:pt idx="29">
                  <c:v>44407</c:v>
                </c:pt>
                <c:pt idx="30">
                  <c:v>44414</c:v>
                </c:pt>
                <c:pt idx="31">
                  <c:v>44421</c:v>
                </c:pt>
                <c:pt idx="32">
                  <c:v>44428</c:v>
                </c:pt>
                <c:pt idx="33">
                  <c:v>44435</c:v>
                </c:pt>
                <c:pt idx="34">
                  <c:v>44442</c:v>
                </c:pt>
                <c:pt idx="35">
                  <c:v>44449</c:v>
                </c:pt>
                <c:pt idx="36">
                  <c:v>44456</c:v>
                </c:pt>
                <c:pt idx="37">
                  <c:v>44463</c:v>
                </c:pt>
                <c:pt idx="38">
                  <c:v>44470</c:v>
                </c:pt>
                <c:pt idx="39">
                  <c:v>44477</c:v>
                </c:pt>
                <c:pt idx="40">
                  <c:v>44484</c:v>
                </c:pt>
                <c:pt idx="41">
                  <c:v>44491</c:v>
                </c:pt>
                <c:pt idx="42">
                  <c:v>44498</c:v>
                </c:pt>
                <c:pt idx="43">
                  <c:v>44505</c:v>
                </c:pt>
                <c:pt idx="44">
                  <c:v>44512</c:v>
                </c:pt>
                <c:pt idx="45">
                  <c:v>44519</c:v>
                </c:pt>
                <c:pt idx="46">
                  <c:v>44526</c:v>
                </c:pt>
                <c:pt idx="47">
                  <c:v>44533</c:v>
                </c:pt>
                <c:pt idx="48">
                  <c:v>44540</c:v>
                </c:pt>
                <c:pt idx="49">
                  <c:v>44547</c:v>
                </c:pt>
                <c:pt idx="50">
                  <c:v>44554</c:v>
                </c:pt>
                <c:pt idx="51">
                  <c:v>44561</c:v>
                </c:pt>
                <c:pt idx="52">
                  <c:v>44568</c:v>
                </c:pt>
                <c:pt idx="53">
                  <c:v>44575</c:v>
                </c:pt>
                <c:pt idx="54">
                  <c:v>44582</c:v>
                </c:pt>
                <c:pt idx="55">
                  <c:v>44589</c:v>
                </c:pt>
                <c:pt idx="56">
                  <c:v>44596</c:v>
                </c:pt>
                <c:pt idx="57">
                  <c:v>44603</c:v>
                </c:pt>
                <c:pt idx="58">
                  <c:v>44610</c:v>
                </c:pt>
                <c:pt idx="59">
                  <c:v>44617</c:v>
                </c:pt>
                <c:pt idx="60">
                  <c:v>44624</c:v>
                </c:pt>
                <c:pt idx="61">
                  <c:v>44631</c:v>
                </c:pt>
                <c:pt idx="62">
                  <c:v>44638</c:v>
                </c:pt>
                <c:pt idx="63">
                  <c:v>44645</c:v>
                </c:pt>
                <c:pt idx="64">
                  <c:v>44652</c:v>
                </c:pt>
                <c:pt idx="65">
                  <c:v>44659</c:v>
                </c:pt>
                <c:pt idx="66">
                  <c:v>44666</c:v>
                </c:pt>
                <c:pt idx="67">
                  <c:v>44673</c:v>
                </c:pt>
                <c:pt idx="68">
                  <c:v>44680</c:v>
                </c:pt>
                <c:pt idx="69">
                  <c:v>44687</c:v>
                </c:pt>
                <c:pt idx="70">
                  <c:v>44694</c:v>
                </c:pt>
                <c:pt idx="71">
                  <c:v>44701</c:v>
                </c:pt>
                <c:pt idx="72">
                  <c:v>44708</c:v>
                </c:pt>
                <c:pt idx="73">
                  <c:v>44715</c:v>
                </c:pt>
                <c:pt idx="74">
                  <c:v>44722</c:v>
                </c:pt>
                <c:pt idx="75">
                  <c:v>44729</c:v>
                </c:pt>
                <c:pt idx="76">
                  <c:v>44736</c:v>
                </c:pt>
                <c:pt idx="77">
                  <c:v>44743</c:v>
                </c:pt>
                <c:pt idx="78">
                  <c:v>44750</c:v>
                </c:pt>
                <c:pt idx="79">
                  <c:v>44757</c:v>
                </c:pt>
                <c:pt idx="80">
                  <c:v>44764</c:v>
                </c:pt>
                <c:pt idx="81">
                  <c:v>44771</c:v>
                </c:pt>
                <c:pt idx="82">
                  <c:v>44778</c:v>
                </c:pt>
                <c:pt idx="83">
                  <c:v>44785</c:v>
                </c:pt>
                <c:pt idx="84">
                  <c:v>44792</c:v>
                </c:pt>
                <c:pt idx="85">
                  <c:v>44799</c:v>
                </c:pt>
                <c:pt idx="86">
                  <c:v>44806</c:v>
                </c:pt>
                <c:pt idx="87">
                  <c:v>44813</c:v>
                </c:pt>
                <c:pt idx="88">
                  <c:v>44820</c:v>
                </c:pt>
                <c:pt idx="89">
                  <c:v>44827</c:v>
                </c:pt>
                <c:pt idx="90">
                  <c:v>44834</c:v>
                </c:pt>
                <c:pt idx="91">
                  <c:v>44841</c:v>
                </c:pt>
                <c:pt idx="92">
                  <c:v>44848</c:v>
                </c:pt>
                <c:pt idx="93">
                  <c:v>44855</c:v>
                </c:pt>
                <c:pt idx="94">
                  <c:v>44862</c:v>
                </c:pt>
                <c:pt idx="95">
                  <c:v>44869</c:v>
                </c:pt>
                <c:pt idx="96">
                  <c:v>44876</c:v>
                </c:pt>
                <c:pt idx="97">
                  <c:v>44883</c:v>
                </c:pt>
                <c:pt idx="98">
                  <c:v>44890</c:v>
                </c:pt>
                <c:pt idx="99">
                  <c:v>44897</c:v>
                </c:pt>
                <c:pt idx="100">
                  <c:v>44904</c:v>
                </c:pt>
                <c:pt idx="101">
                  <c:v>44911</c:v>
                </c:pt>
                <c:pt idx="102">
                  <c:v>44918</c:v>
                </c:pt>
                <c:pt idx="103">
                  <c:v>44925</c:v>
                </c:pt>
                <c:pt idx="104">
                  <c:v>44932</c:v>
                </c:pt>
                <c:pt idx="105">
                  <c:v>44939</c:v>
                </c:pt>
                <c:pt idx="106">
                  <c:v>44946</c:v>
                </c:pt>
                <c:pt idx="107">
                  <c:v>44953</c:v>
                </c:pt>
                <c:pt idx="108">
                  <c:v>44960</c:v>
                </c:pt>
                <c:pt idx="109">
                  <c:v>44967</c:v>
                </c:pt>
                <c:pt idx="110">
                  <c:v>44974</c:v>
                </c:pt>
                <c:pt idx="111">
                  <c:v>44981</c:v>
                </c:pt>
                <c:pt idx="112">
                  <c:v>44988</c:v>
                </c:pt>
                <c:pt idx="113">
                  <c:v>44995</c:v>
                </c:pt>
                <c:pt idx="114">
                  <c:v>45002</c:v>
                </c:pt>
                <c:pt idx="115">
                  <c:v>45009</c:v>
                </c:pt>
                <c:pt idx="116">
                  <c:v>45016</c:v>
                </c:pt>
                <c:pt idx="117">
                  <c:v>45023</c:v>
                </c:pt>
                <c:pt idx="118">
                  <c:v>45030</c:v>
                </c:pt>
                <c:pt idx="119">
                  <c:v>45037</c:v>
                </c:pt>
                <c:pt idx="120">
                  <c:v>45044</c:v>
                </c:pt>
                <c:pt idx="121">
                  <c:v>45051</c:v>
                </c:pt>
                <c:pt idx="122">
                  <c:v>45058</c:v>
                </c:pt>
                <c:pt idx="123">
                  <c:v>45065</c:v>
                </c:pt>
                <c:pt idx="124">
                  <c:v>45072</c:v>
                </c:pt>
                <c:pt idx="125">
                  <c:v>45079</c:v>
                </c:pt>
                <c:pt idx="126">
                  <c:v>45086</c:v>
                </c:pt>
                <c:pt idx="127">
                  <c:v>45093</c:v>
                </c:pt>
                <c:pt idx="128">
                  <c:v>45100</c:v>
                </c:pt>
                <c:pt idx="129">
                  <c:v>45107</c:v>
                </c:pt>
                <c:pt idx="130">
                  <c:v>45114</c:v>
                </c:pt>
                <c:pt idx="131">
                  <c:v>45121</c:v>
                </c:pt>
                <c:pt idx="132">
                  <c:v>45128</c:v>
                </c:pt>
                <c:pt idx="133">
                  <c:v>45135</c:v>
                </c:pt>
                <c:pt idx="134">
                  <c:v>45142</c:v>
                </c:pt>
                <c:pt idx="135">
                  <c:v>45149</c:v>
                </c:pt>
                <c:pt idx="136">
                  <c:v>45156</c:v>
                </c:pt>
                <c:pt idx="137">
                  <c:v>45163</c:v>
                </c:pt>
                <c:pt idx="138">
                  <c:v>45170</c:v>
                </c:pt>
                <c:pt idx="139">
                  <c:v>45177</c:v>
                </c:pt>
                <c:pt idx="140">
                  <c:v>45184</c:v>
                </c:pt>
                <c:pt idx="141">
                  <c:v>45191</c:v>
                </c:pt>
                <c:pt idx="142">
                  <c:v>45198</c:v>
                </c:pt>
                <c:pt idx="143">
                  <c:v>45205</c:v>
                </c:pt>
                <c:pt idx="144">
                  <c:v>45212</c:v>
                </c:pt>
                <c:pt idx="145">
                  <c:v>45219</c:v>
                </c:pt>
                <c:pt idx="146">
                  <c:v>45226</c:v>
                </c:pt>
                <c:pt idx="147">
                  <c:v>45233</c:v>
                </c:pt>
                <c:pt idx="148">
                  <c:v>45240</c:v>
                </c:pt>
                <c:pt idx="149">
                  <c:v>45247</c:v>
                </c:pt>
                <c:pt idx="150">
                  <c:v>45254</c:v>
                </c:pt>
                <c:pt idx="151">
                  <c:v>45261</c:v>
                </c:pt>
                <c:pt idx="152">
                  <c:v>45268</c:v>
                </c:pt>
                <c:pt idx="153">
                  <c:v>45275</c:v>
                </c:pt>
                <c:pt idx="154">
                  <c:v>45282</c:v>
                </c:pt>
                <c:pt idx="155">
                  <c:v>45289</c:v>
                </c:pt>
                <c:pt idx="156">
                  <c:v>45296</c:v>
                </c:pt>
                <c:pt idx="157">
                  <c:v>45303</c:v>
                </c:pt>
                <c:pt idx="158">
                  <c:v>45310</c:v>
                </c:pt>
                <c:pt idx="159">
                  <c:v>45317</c:v>
                </c:pt>
                <c:pt idx="160">
                  <c:v>45324</c:v>
                </c:pt>
                <c:pt idx="161">
                  <c:v>45331</c:v>
                </c:pt>
                <c:pt idx="162">
                  <c:v>45338</c:v>
                </c:pt>
                <c:pt idx="163">
                  <c:v>45345</c:v>
                </c:pt>
                <c:pt idx="164">
                  <c:v>45352</c:v>
                </c:pt>
                <c:pt idx="165">
                  <c:v>45359</c:v>
                </c:pt>
                <c:pt idx="166">
                  <c:v>45366</c:v>
                </c:pt>
                <c:pt idx="167">
                  <c:v>45373</c:v>
                </c:pt>
                <c:pt idx="168">
                  <c:v>45380</c:v>
                </c:pt>
                <c:pt idx="169">
                  <c:v>45387</c:v>
                </c:pt>
                <c:pt idx="170">
                  <c:v>45394</c:v>
                </c:pt>
                <c:pt idx="171">
                  <c:v>45401</c:v>
                </c:pt>
                <c:pt idx="172">
                  <c:v>45408</c:v>
                </c:pt>
                <c:pt idx="173">
                  <c:v>45415</c:v>
                </c:pt>
                <c:pt idx="174">
                  <c:v>45422</c:v>
                </c:pt>
                <c:pt idx="175">
                  <c:v>45429</c:v>
                </c:pt>
                <c:pt idx="176">
                  <c:v>45436</c:v>
                </c:pt>
                <c:pt idx="177">
                  <c:v>45443</c:v>
                </c:pt>
                <c:pt idx="178">
                  <c:v>45450</c:v>
                </c:pt>
                <c:pt idx="179">
                  <c:v>45457</c:v>
                </c:pt>
                <c:pt idx="180">
                  <c:v>45464</c:v>
                </c:pt>
                <c:pt idx="181">
                  <c:v>45471</c:v>
                </c:pt>
                <c:pt idx="182">
                  <c:v>45478</c:v>
                </c:pt>
                <c:pt idx="183">
                  <c:v>45485</c:v>
                </c:pt>
                <c:pt idx="184">
                  <c:v>45492</c:v>
                </c:pt>
                <c:pt idx="185">
                  <c:v>45499</c:v>
                </c:pt>
                <c:pt idx="186">
                  <c:v>45506</c:v>
                </c:pt>
                <c:pt idx="187">
                  <c:v>45513</c:v>
                </c:pt>
                <c:pt idx="188">
                  <c:v>45520</c:v>
                </c:pt>
                <c:pt idx="189">
                  <c:v>45527</c:v>
                </c:pt>
                <c:pt idx="190">
                  <c:v>45534</c:v>
                </c:pt>
                <c:pt idx="191">
                  <c:v>45541</c:v>
                </c:pt>
                <c:pt idx="192">
                  <c:v>45548</c:v>
                </c:pt>
                <c:pt idx="193">
                  <c:v>45555</c:v>
                </c:pt>
                <c:pt idx="194">
                  <c:v>45562</c:v>
                </c:pt>
                <c:pt idx="195">
                  <c:v>45569</c:v>
                </c:pt>
                <c:pt idx="196">
                  <c:v>45576</c:v>
                </c:pt>
                <c:pt idx="197">
                  <c:v>45583</c:v>
                </c:pt>
                <c:pt idx="198">
                  <c:v>45590</c:v>
                </c:pt>
                <c:pt idx="199">
                  <c:v>45597</c:v>
                </c:pt>
                <c:pt idx="200">
                  <c:v>45604</c:v>
                </c:pt>
                <c:pt idx="201">
                  <c:v>45611</c:v>
                </c:pt>
                <c:pt idx="202">
                  <c:v>45618</c:v>
                </c:pt>
                <c:pt idx="203">
                  <c:v>45625</c:v>
                </c:pt>
                <c:pt idx="204">
                  <c:v>45632</c:v>
                </c:pt>
                <c:pt idx="205">
                  <c:v>45639</c:v>
                </c:pt>
                <c:pt idx="206">
                  <c:v>45646</c:v>
                </c:pt>
                <c:pt idx="207">
                  <c:v>45653</c:v>
                </c:pt>
                <c:pt idx="208">
                  <c:v>45660</c:v>
                </c:pt>
                <c:pt idx="209">
                  <c:v>45667</c:v>
                </c:pt>
                <c:pt idx="210">
                  <c:v>45674</c:v>
                </c:pt>
                <c:pt idx="211">
                  <c:v>45681</c:v>
                </c:pt>
                <c:pt idx="212">
                  <c:v>45688</c:v>
                </c:pt>
                <c:pt idx="213">
                  <c:v>45695</c:v>
                </c:pt>
                <c:pt idx="214">
                  <c:v>45702</c:v>
                </c:pt>
                <c:pt idx="215">
                  <c:v>45709</c:v>
                </c:pt>
                <c:pt idx="216">
                  <c:v>45716</c:v>
                </c:pt>
                <c:pt idx="217">
                  <c:v>45723</c:v>
                </c:pt>
                <c:pt idx="218">
                  <c:v>45730</c:v>
                </c:pt>
                <c:pt idx="219">
                  <c:v>45737</c:v>
                </c:pt>
                <c:pt idx="220">
                  <c:v>45744</c:v>
                </c:pt>
                <c:pt idx="221">
                  <c:v>45751</c:v>
                </c:pt>
                <c:pt idx="222">
                  <c:v>45758</c:v>
                </c:pt>
                <c:pt idx="223">
                  <c:v>45765</c:v>
                </c:pt>
                <c:pt idx="224">
                  <c:v>45772</c:v>
                </c:pt>
                <c:pt idx="225">
                  <c:v>45779</c:v>
                </c:pt>
                <c:pt idx="226">
                  <c:v>45786</c:v>
                </c:pt>
                <c:pt idx="227">
                  <c:v>45793</c:v>
                </c:pt>
                <c:pt idx="228">
                  <c:v>45800</c:v>
                </c:pt>
                <c:pt idx="229">
                  <c:v>45807</c:v>
                </c:pt>
                <c:pt idx="230">
                  <c:v>45814</c:v>
                </c:pt>
                <c:pt idx="231">
                  <c:v>45821</c:v>
                </c:pt>
                <c:pt idx="232">
                  <c:v>45828</c:v>
                </c:pt>
                <c:pt idx="233">
                  <c:v>45835</c:v>
                </c:pt>
                <c:pt idx="234">
                  <c:v>45842</c:v>
                </c:pt>
                <c:pt idx="235">
                  <c:v>45849</c:v>
                </c:pt>
                <c:pt idx="236">
                  <c:v>45856</c:v>
                </c:pt>
                <c:pt idx="237">
                  <c:v>45863</c:v>
                </c:pt>
                <c:pt idx="238">
                  <c:v>45870</c:v>
                </c:pt>
                <c:pt idx="239">
                  <c:v>45877</c:v>
                </c:pt>
                <c:pt idx="240">
                  <c:v>45884</c:v>
                </c:pt>
                <c:pt idx="241">
                  <c:v>45891</c:v>
                </c:pt>
                <c:pt idx="242">
                  <c:v>45898</c:v>
                </c:pt>
                <c:pt idx="243">
                  <c:v>45905</c:v>
                </c:pt>
                <c:pt idx="244">
                  <c:v>45912</c:v>
                </c:pt>
                <c:pt idx="245">
                  <c:v>45919</c:v>
                </c:pt>
                <c:pt idx="246">
                  <c:v>45926</c:v>
                </c:pt>
                <c:pt idx="247">
                  <c:v>45933</c:v>
                </c:pt>
                <c:pt idx="248">
                  <c:v>45940</c:v>
                </c:pt>
                <c:pt idx="249">
                  <c:v>45947</c:v>
                </c:pt>
                <c:pt idx="250">
                  <c:v>45954</c:v>
                </c:pt>
                <c:pt idx="251">
                  <c:v>45961</c:v>
                </c:pt>
                <c:pt idx="252">
                  <c:v>45968</c:v>
                </c:pt>
                <c:pt idx="253">
                  <c:v>45975</c:v>
                </c:pt>
                <c:pt idx="254">
                  <c:v>45982</c:v>
                </c:pt>
                <c:pt idx="255">
                  <c:v>45989</c:v>
                </c:pt>
                <c:pt idx="256">
                  <c:v>45996</c:v>
                </c:pt>
                <c:pt idx="257">
                  <c:v>46003</c:v>
                </c:pt>
                <c:pt idx="258">
                  <c:v>46010</c:v>
                </c:pt>
                <c:pt idx="259">
                  <c:v>46017</c:v>
                </c:pt>
                <c:pt idx="260">
                  <c:v>46024</c:v>
                </c:pt>
                <c:pt idx="261">
                  <c:v>46031</c:v>
                </c:pt>
                <c:pt idx="262">
                  <c:v>46038</c:v>
                </c:pt>
                <c:pt idx="263">
                  <c:v>46045</c:v>
                </c:pt>
                <c:pt idx="264">
                  <c:v>46052</c:v>
                </c:pt>
                <c:pt idx="265">
                  <c:v>46059</c:v>
                </c:pt>
                <c:pt idx="266">
                  <c:v>46066</c:v>
                </c:pt>
                <c:pt idx="267">
                  <c:v>46073</c:v>
                </c:pt>
                <c:pt idx="268">
                  <c:v>46080</c:v>
                </c:pt>
                <c:pt idx="269">
                  <c:v>46087</c:v>
                </c:pt>
                <c:pt idx="270">
                  <c:v>46094</c:v>
                </c:pt>
                <c:pt idx="271">
                  <c:v>46101</c:v>
                </c:pt>
                <c:pt idx="272">
                  <c:v>46108</c:v>
                </c:pt>
                <c:pt idx="273">
                  <c:v>46115</c:v>
                </c:pt>
                <c:pt idx="274">
                  <c:v>46122</c:v>
                </c:pt>
                <c:pt idx="275">
                  <c:v>46129</c:v>
                </c:pt>
                <c:pt idx="276">
                  <c:v>46136</c:v>
                </c:pt>
                <c:pt idx="277">
                  <c:v>46143</c:v>
                </c:pt>
                <c:pt idx="278">
                  <c:v>46150</c:v>
                </c:pt>
                <c:pt idx="279">
                  <c:v>46157</c:v>
                </c:pt>
                <c:pt idx="280">
                  <c:v>46164</c:v>
                </c:pt>
                <c:pt idx="281">
                  <c:v>46171</c:v>
                </c:pt>
                <c:pt idx="282">
                  <c:v>46178</c:v>
                </c:pt>
                <c:pt idx="283">
                  <c:v>46185</c:v>
                </c:pt>
                <c:pt idx="284">
                  <c:v>46192</c:v>
                </c:pt>
                <c:pt idx="285">
                  <c:v>46199</c:v>
                </c:pt>
                <c:pt idx="286">
                  <c:v>46206</c:v>
                </c:pt>
                <c:pt idx="287">
                  <c:v>46213</c:v>
                </c:pt>
                <c:pt idx="288">
                  <c:v>46220</c:v>
                </c:pt>
                <c:pt idx="289">
                  <c:v>46227</c:v>
                </c:pt>
                <c:pt idx="290">
                  <c:v>46234</c:v>
                </c:pt>
                <c:pt idx="291">
                  <c:v>46241</c:v>
                </c:pt>
                <c:pt idx="292">
                  <c:v>46248</c:v>
                </c:pt>
                <c:pt idx="293">
                  <c:v>46255</c:v>
                </c:pt>
                <c:pt idx="294">
                  <c:v>46262</c:v>
                </c:pt>
                <c:pt idx="295">
                  <c:v>46269</c:v>
                </c:pt>
                <c:pt idx="296">
                  <c:v>46276</c:v>
                </c:pt>
                <c:pt idx="297">
                  <c:v>46283</c:v>
                </c:pt>
              </c:numCache>
            </c:numRef>
          </c:cat>
          <c:val>
            <c:numRef>
              <c:f>Sheet1!$E$2:$E$299</c:f>
              <c:numCache>
                <c:formatCode>General</c:formatCode>
                <c:ptCount val="298"/>
                <c:pt idx="0">
                  <c:v>9.2132987905859984</c:v>
                </c:pt>
                <c:pt idx="1">
                  <c:v>9.2132987905859984</c:v>
                </c:pt>
                <c:pt idx="2">
                  <c:v>9.2132987905859984</c:v>
                </c:pt>
                <c:pt idx="3">
                  <c:v>9.2132987905859984</c:v>
                </c:pt>
                <c:pt idx="4">
                  <c:v>9.2132987905859984</c:v>
                </c:pt>
                <c:pt idx="5">
                  <c:v>9.2132987905859984</c:v>
                </c:pt>
                <c:pt idx="6">
                  <c:v>9.2132987905859984</c:v>
                </c:pt>
                <c:pt idx="7">
                  <c:v>9.2132987905859984</c:v>
                </c:pt>
                <c:pt idx="8">
                  <c:v>9.2132987905859984</c:v>
                </c:pt>
                <c:pt idx="9">
                  <c:v>9.2132987905859984</c:v>
                </c:pt>
                <c:pt idx="10">
                  <c:v>9.2132987905859984</c:v>
                </c:pt>
                <c:pt idx="11">
                  <c:v>9.2132987905859984</c:v>
                </c:pt>
                <c:pt idx="12">
                  <c:v>9.2132987905859984</c:v>
                </c:pt>
                <c:pt idx="13">
                  <c:v>9.2132987905859984</c:v>
                </c:pt>
                <c:pt idx="14">
                  <c:v>9.2132987905859984</c:v>
                </c:pt>
                <c:pt idx="15">
                  <c:v>9.2132987905859984</c:v>
                </c:pt>
                <c:pt idx="16">
                  <c:v>9.2132987905859984</c:v>
                </c:pt>
                <c:pt idx="17">
                  <c:v>9.2132987905859984</c:v>
                </c:pt>
                <c:pt idx="18">
                  <c:v>9.2132987905859984</c:v>
                </c:pt>
                <c:pt idx="19">
                  <c:v>9.2132987905859984</c:v>
                </c:pt>
                <c:pt idx="20">
                  <c:v>9.2132987905859984</c:v>
                </c:pt>
                <c:pt idx="21">
                  <c:v>9.2132987905859984</c:v>
                </c:pt>
                <c:pt idx="22">
                  <c:v>9.2132987905859984</c:v>
                </c:pt>
                <c:pt idx="23">
                  <c:v>9.2132987905859984</c:v>
                </c:pt>
                <c:pt idx="24">
                  <c:v>9.2132987905859984</c:v>
                </c:pt>
                <c:pt idx="25">
                  <c:v>9.2132987905859984</c:v>
                </c:pt>
                <c:pt idx="26">
                  <c:v>9.2132987905859984</c:v>
                </c:pt>
                <c:pt idx="27">
                  <c:v>9.2132987905859984</c:v>
                </c:pt>
                <c:pt idx="28">
                  <c:v>9.2132987905859984</c:v>
                </c:pt>
                <c:pt idx="29">
                  <c:v>9.2132987905859984</c:v>
                </c:pt>
                <c:pt idx="30">
                  <c:v>9.2132987905859984</c:v>
                </c:pt>
                <c:pt idx="31">
                  <c:v>9.2132987905859984</c:v>
                </c:pt>
                <c:pt idx="32">
                  <c:v>9.2132987905859984</c:v>
                </c:pt>
                <c:pt idx="33">
                  <c:v>9.2132987905859984</c:v>
                </c:pt>
                <c:pt idx="34">
                  <c:v>9.2132987905859984</c:v>
                </c:pt>
                <c:pt idx="35">
                  <c:v>9.2132987905859984</c:v>
                </c:pt>
                <c:pt idx="36">
                  <c:v>9.2132987905859984</c:v>
                </c:pt>
                <c:pt idx="37">
                  <c:v>9.2132987905859984</c:v>
                </c:pt>
                <c:pt idx="38">
                  <c:v>9.2132987905859984</c:v>
                </c:pt>
                <c:pt idx="39">
                  <c:v>9.2132987905859984</c:v>
                </c:pt>
                <c:pt idx="40">
                  <c:v>9.2132987905859984</c:v>
                </c:pt>
                <c:pt idx="41">
                  <c:v>9.2132987905859984</c:v>
                </c:pt>
                <c:pt idx="42">
                  <c:v>9.2132987905859984</c:v>
                </c:pt>
                <c:pt idx="43">
                  <c:v>9.2132987905859984</c:v>
                </c:pt>
                <c:pt idx="44">
                  <c:v>9.2132987905859984</c:v>
                </c:pt>
                <c:pt idx="45">
                  <c:v>9.2132987905859984</c:v>
                </c:pt>
                <c:pt idx="46">
                  <c:v>9.2132987905859984</c:v>
                </c:pt>
                <c:pt idx="47">
                  <c:v>9.2132987905859984</c:v>
                </c:pt>
                <c:pt idx="48">
                  <c:v>9.2132987905859984</c:v>
                </c:pt>
                <c:pt idx="49">
                  <c:v>9.2132987905859984</c:v>
                </c:pt>
                <c:pt idx="50">
                  <c:v>9.2132987905859984</c:v>
                </c:pt>
                <c:pt idx="51">
                  <c:v>9.2132987905859984</c:v>
                </c:pt>
                <c:pt idx="52">
                  <c:v>9.2132987905859984</c:v>
                </c:pt>
                <c:pt idx="53">
                  <c:v>9.2132987905859984</c:v>
                </c:pt>
                <c:pt idx="54">
                  <c:v>9.2132987905859984</c:v>
                </c:pt>
                <c:pt idx="55">
                  <c:v>9.2132987905859984</c:v>
                </c:pt>
                <c:pt idx="56">
                  <c:v>9.2132987905859984</c:v>
                </c:pt>
                <c:pt idx="57">
                  <c:v>9.2132987905859984</c:v>
                </c:pt>
                <c:pt idx="58">
                  <c:v>9.2132987905859984</c:v>
                </c:pt>
                <c:pt idx="59">
                  <c:v>9.2132987905859984</c:v>
                </c:pt>
                <c:pt idx="60">
                  <c:v>9.2132987905859984</c:v>
                </c:pt>
                <c:pt idx="61">
                  <c:v>9.2132987905859984</c:v>
                </c:pt>
                <c:pt idx="62">
                  <c:v>9.2132987905859984</c:v>
                </c:pt>
                <c:pt idx="63">
                  <c:v>9.2132987905859984</c:v>
                </c:pt>
                <c:pt idx="64">
                  <c:v>9.2132987905859984</c:v>
                </c:pt>
                <c:pt idx="65">
                  <c:v>9.2132987905859984</c:v>
                </c:pt>
                <c:pt idx="66">
                  <c:v>9.2132987905859984</c:v>
                </c:pt>
                <c:pt idx="67">
                  <c:v>9.2132987905859984</c:v>
                </c:pt>
                <c:pt idx="68">
                  <c:v>9.2132987905859984</c:v>
                </c:pt>
                <c:pt idx="69">
                  <c:v>9.2132987905859984</c:v>
                </c:pt>
                <c:pt idx="70">
                  <c:v>9.2132987905859984</c:v>
                </c:pt>
                <c:pt idx="71">
                  <c:v>9.2132987905859984</c:v>
                </c:pt>
                <c:pt idx="72">
                  <c:v>9.2132987905859984</c:v>
                </c:pt>
                <c:pt idx="73">
                  <c:v>9.2132987905859984</c:v>
                </c:pt>
                <c:pt idx="74">
                  <c:v>9.2132987905859984</c:v>
                </c:pt>
                <c:pt idx="75">
                  <c:v>9.2132987905859984</c:v>
                </c:pt>
                <c:pt idx="76">
                  <c:v>9.2132987905859984</c:v>
                </c:pt>
                <c:pt idx="77">
                  <c:v>9.2132987905859984</c:v>
                </c:pt>
                <c:pt idx="78">
                  <c:v>9.2132987905859984</c:v>
                </c:pt>
                <c:pt idx="79">
                  <c:v>9.2132987905859984</c:v>
                </c:pt>
                <c:pt idx="80">
                  <c:v>9.2132987905859984</c:v>
                </c:pt>
                <c:pt idx="81">
                  <c:v>9.2132987905859984</c:v>
                </c:pt>
                <c:pt idx="82">
                  <c:v>9.2132987905859984</c:v>
                </c:pt>
                <c:pt idx="83">
                  <c:v>9.2132987905859984</c:v>
                </c:pt>
                <c:pt idx="84">
                  <c:v>9.2132987905859984</c:v>
                </c:pt>
                <c:pt idx="85">
                  <c:v>9.2132987905859984</c:v>
                </c:pt>
                <c:pt idx="86">
                  <c:v>9.2132987905859984</c:v>
                </c:pt>
                <c:pt idx="87">
                  <c:v>9.2132987905859984</c:v>
                </c:pt>
                <c:pt idx="88">
                  <c:v>9.2132987905859984</c:v>
                </c:pt>
                <c:pt idx="89">
                  <c:v>9.2132987905859984</c:v>
                </c:pt>
                <c:pt idx="90">
                  <c:v>9.2132987905859984</c:v>
                </c:pt>
                <c:pt idx="91">
                  <c:v>9.2132987905859984</c:v>
                </c:pt>
                <c:pt idx="92">
                  <c:v>9.2132987905859984</c:v>
                </c:pt>
                <c:pt idx="93">
                  <c:v>9.2132987905859984</c:v>
                </c:pt>
                <c:pt idx="94">
                  <c:v>9.2132987905859984</c:v>
                </c:pt>
                <c:pt idx="95">
                  <c:v>9.2132987905859984</c:v>
                </c:pt>
                <c:pt idx="96">
                  <c:v>9.2132987905859984</c:v>
                </c:pt>
                <c:pt idx="97">
                  <c:v>9.2132987905859984</c:v>
                </c:pt>
                <c:pt idx="98">
                  <c:v>9.2132987905859984</c:v>
                </c:pt>
                <c:pt idx="99">
                  <c:v>9.2132987905859984</c:v>
                </c:pt>
                <c:pt idx="100">
                  <c:v>9.2132987905859984</c:v>
                </c:pt>
                <c:pt idx="101">
                  <c:v>9.2132987905859984</c:v>
                </c:pt>
                <c:pt idx="102">
                  <c:v>9.2132987905859984</c:v>
                </c:pt>
                <c:pt idx="103">
                  <c:v>9.2132987905859984</c:v>
                </c:pt>
                <c:pt idx="104">
                  <c:v>9.2132987905859984</c:v>
                </c:pt>
                <c:pt idx="105">
                  <c:v>9.2132987905859984</c:v>
                </c:pt>
                <c:pt idx="106">
                  <c:v>9.2132987905859984</c:v>
                </c:pt>
                <c:pt idx="107">
                  <c:v>9.2132987905859984</c:v>
                </c:pt>
                <c:pt idx="108">
                  <c:v>9.2132987905859984</c:v>
                </c:pt>
                <c:pt idx="109">
                  <c:v>9.2132987905859984</c:v>
                </c:pt>
                <c:pt idx="110">
                  <c:v>9.2132987905859984</c:v>
                </c:pt>
                <c:pt idx="111">
                  <c:v>9.2132987905859984</c:v>
                </c:pt>
                <c:pt idx="112">
                  <c:v>9.2132987905859984</c:v>
                </c:pt>
                <c:pt idx="113">
                  <c:v>9.2132987905859984</c:v>
                </c:pt>
                <c:pt idx="114">
                  <c:v>9.2132987905859984</c:v>
                </c:pt>
                <c:pt idx="115">
                  <c:v>9.2132987905859984</c:v>
                </c:pt>
                <c:pt idx="116">
                  <c:v>9.2132987905859984</c:v>
                </c:pt>
                <c:pt idx="117">
                  <c:v>9.2132987905859984</c:v>
                </c:pt>
                <c:pt idx="118">
                  <c:v>9.2132987905859984</c:v>
                </c:pt>
                <c:pt idx="119">
                  <c:v>9.2132987905859984</c:v>
                </c:pt>
                <c:pt idx="120">
                  <c:v>9.2132987905859984</c:v>
                </c:pt>
                <c:pt idx="121">
                  <c:v>9.2132987905859984</c:v>
                </c:pt>
                <c:pt idx="122">
                  <c:v>9.2132987905859984</c:v>
                </c:pt>
                <c:pt idx="123">
                  <c:v>9.2132987905859984</c:v>
                </c:pt>
                <c:pt idx="124">
                  <c:v>9.2132987905859984</c:v>
                </c:pt>
                <c:pt idx="125">
                  <c:v>9.2132987905859984</c:v>
                </c:pt>
                <c:pt idx="126">
                  <c:v>9.2132987905859984</c:v>
                </c:pt>
                <c:pt idx="127">
                  <c:v>9.2132987905859984</c:v>
                </c:pt>
                <c:pt idx="128">
                  <c:v>9.2132987905859984</c:v>
                </c:pt>
                <c:pt idx="129">
                  <c:v>9.2132987905859984</c:v>
                </c:pt>
                <c:pt idx="130">
                  <c:v>9.2132987905859984</c:v>
                </c:pt>
                <c:pt idx="131">
                  <c:v>9.2132987905859984</c:v>
                </c:pt>
                <c:pt idx="132">
                  <c:v>9.2132987905859984</c:v>
                </c:pt>
                <c:pt idx="133">
                  <c:v>9.2132987905859984</c:v>
                </c:pt>
                <c:pt idx="134">
                  <c:v>9.2132987905859984</c:v>
                </c:pt>
                <c:pt idx="135">
                  <c:v>9.2132987905859984</c:v>
                </c:pt>
                <c:pt idx="136">
                  <c:v>9.2132987905859984</c:v>
                </c:pt>
                <c:pt idx="137">
                  <c:v>9.2132987905859984</c:v>
                </c:pt>
                <c:pt idx="138">
                  <c:v>9.2132987905859984</c:v>
                </c:pt>
                <c:pt idx="139">
                  <c:v>9.2132987905859984</c:v>
                </c:pt>
                <c:pt idx="140">
                  <c:v>9.2132987905859984</c:v>
                </c:pt>
                <c:pt idx="141">
                  <c:v>9.2132987905859984</c:v>
                </c:pt>
                <c:pt idx="142">
                  <c:v>9.2132987905859984</c:v>
                </c:pt>
                <c:pt idx="143">
                  <c:v>9.2132987905859984</c:v>
                </c:pt>
                <c:pt idx="144">
                  <c:v>9.2132987905859984</c:v>
                </c:pt>
                <c:pt idx="145">
                  <c:v>9.2132987905859984</c:v>
                </c:pt>
                <c:pt idx="146">
                  <c:v>9.2132987905859984</c:v>
                </c:pt>
                <c:pt idx="147">
                  <c:v>9.2132987905859984</c:v>
                </c:pt>
                <c:pt idx="148">
                  <c:v>9.2132987905859984</c:v>
                </c:pt>
                <c:pt idx="149">
                  <c:v>9.2132987905859984</c:v>
                </c:pt>
                <c:pt idx="150">
                  <c:v>9.2132987905859984</c:v>
                </c:pt>
                <c:pt idx="151">
                  <c:v>9.2132987905859984</c:v>
                </c:pt>
                <c:pt idx="152">
                  <c:v>9.2132987905859984</c:v>
                </c:pt>
                <c:pt idx="153">
                  <c:v>9.2132987905859984</c:v>
                </c:pt>
                <c:pt idx="154">
                  <c:v>9.2132987905859984</c:v>
                </c:pt>
                <c:pt idx="155">
                  <c:v>9.2132987905859984</c:v>
                </c:pt>
                <c:pt idx="156">
                  <c:v>9.2132987905859984</c:v>
                </c:pt>
                <c:pt idx="157">
                  <c:v>9.2132987905859984</c:v>
                </c:pt>
                <c:pt idx="158">
                  <c:v>9.2132987905859984</c:v>
                </c:pt>
                <c:pt idx="159">
                  <c:v>9.2132987905859984</c:v>
                </c:pt>
                <c:pt idx="160">
                  <c:v>9.2132987905859984</c:v>
                </c:pt>
                <c:pt idx="161">
                  <c:v>9.2132987905859984</c:v>
                </c:pt>
                <c:pt idx="162">
                  <c:v>9.2132987905859984</c:v>
                </c:pt>
                <c:pt idx="163">
                  <c:v>9.2132987905859984</c:v>
                </c:pt>
                <c:pt idx="164">
                  <c:v>9.2132987905859984</c:v>
                </c:pt>
                <c:pt idx="165">
                  <c:v>9.2132987905859984</c:v>
                </c:pt>
                <c:pt idx="166">
                  <c:v>9.2132987905859984</c:v>
                </c:pt>
                <c:pt idx="167">
                  <c:v>9.2132987905859984</c:v>
                </c:pt>
                <c:pt idx="168">
                  <c:v>9.2132987905859984</c:v>
                </c:pt>
                <c:pt idx="169">
                  <c:v>9.2132987905859984</c:v>
                </c:pt>
                <c:pt idx="170">
                  <c:v>9.2132987905859984</c:v>
                </c:pt>
                <c:pt idx="171">
                  <c:v>9.2132987905859984</c:v>
                </c:pt>
                <c:pt idx="172">
                  <c:v>9.2132987905859984</c:v>
                </c:pt>
                <c:pt idx="173">
                  <c:v>9.2132987905859984</c:v>
                </c:pt>
                <c:pt idx="174">
                  <c:v>9.2132987905859984</c:v>
                </c:pt>
                <c:pt idx="175">
                  <c:v>9.2132987905859984</c:v>
                </c:pt>
                <c:pt idx="176">
                  <c:v>9.2132987905859984</c:v>
                </c:pt>
                <c:pt idx="177">
                  <c:v>9.2132987905859984</c:v>
                </c:pt>
                <c:pt idx="178">
                  <c:v>9.2132987905859984</c:v>
                </c:pt>
                <c:pt idx="179">
                  <c:v>9.2132987905859984</c:v>
                </c:pt>
                <c:pt idx="180">
                  <c:v>9.2132987905859984</c:v>
                </c:pt>
                <c:pt idx="181">
                  <c:v>9.2132987905859984</c:v>
                </c:pt>
                <c:pt idx="182">
                  <c:v>9.2132987905859984</c:v>
                </c:pt>
                <c:pt idx="183">
                  <c:v>9.2132987905859984</c:v>
                </c:pt>
                <c:pt idx="184">
                  <c:v>9.2132987905859984</c:v>
                </c:pt>
                <c:pt idx="185">
                  <c:v>9.2132987905859984</c:v>
                </c:pt>
                <c:pt idx="186">
                  <c:v>9.2132987905859984</c:v>
                </c:pt>
                <c:pt idx="187">
                  <c:v>9.2132987905859984</c:v>
                </c:pt>
                <c:pt idx="188">
                  <c:v>9.2132987905859984</c:v>
                </c:pt>
                <c:pt idx="189">
                  <c:v>9.2132987905859984</c:v>
                </c:pt>
                <c:pt idx="190">
                  <c:v>9.2132987905859984</c:v>
                </c:pt>
                <c:pt idx="191">
                  <c:v>9.2132987905859984</c:v>
                </c:pt>
                <c:pt idx="192">
                  <c:v>9.2132987905859984</c:v>
                </c:pt>
                <c:pt idx="193">
                  <c:v>9.2132987905859984</c:v>
                </c:pt>
                <c:pt idx="194">
                  <c:v>9.2132987905859984</c:v>
                </c:pt>
                <c:pt idx="195">
                  <c:v>9.2132987905859984</c:v>
                </c:pt>
                <c:pt idx="196">
                  <c:v>9.2132987905859984</c:v>
                </c:pt>
                <c:pt idx="197">
                  <c:v>9.2132987905859984</c:v>
                </c:pt>
                <c:pt idx="198">
                  <c:v>9.2132987905859984</c:v>
                </c:pt>
                <c:pt idx="199">
                  <c:v>9.2132987905859984</c:v>
                </c:pt>
                <c:pt idx="200">
                  <c:v>9.2132987905859984</c:v>
                </c:pt>
                <c:pt idx="201">
                  <c:v>9.2132987905859984</c:v>
                </c:pt>
                <c:pt idx="202">
                  <c:v>9.2132987905859984</c:v>
                </c:pt>
                <c:pt idx="203">
                  <c:v>9.2132987905859984</c:v>
                </c:pt>
                <c:pt idx="204">
                  <c:v>9.2132987905859984</c:v>
                </c:pt>
                <c:pt idx="205">
                  <c:v>9.2132987905859984</c:v>
                </c:pt>
                <c:pt idx="206">
                  <c:v>9.2132987905859984</c:v>
                </c:pt>
                <c:pt idx="207">
                  <c:v>9.2132987905859984</c:v>
                </c:pt>
                <c:pt idx="208">
                  <c:v>9.2132987905859984</c:v>
                </c:pt>
                <c:pt idx="209">
                  <c:v>9.2132987905859984</c:v>
                </c:pt>
                <c:pt idx="210">
                  <c:v>9.2132987905859984</c:v>
                </c:pt>
                <c:pt idx="211">
                  <c:v>9.2132987905859984</c:v>
                </c:pt>
                <c:pt idx="212">
                  <c:v>9.2132987905859984</c:v>
                </c:pt>
                <c:pt idx="213">
                  <c:v>9.2132987905859984</c:v>
                </c:pt>
                <c:pt idx="214">
                  <c:v>9.2132987905859984</c:v>
                </c:pt>
                <c:pt idx="215">
                  <c:v>9.2132987905859984</c:v>
                </c:pt>
                <c:pt idx="216">
                  <c:v>9.2132987905859984</c:v>
                </c:pt>
                <c:pt idx="217">
                  <c:v>9.2132987905859984</c:v>
                </c:pt>
                <c:pt idx="218">
                  <c:v>9.2132987905859984</c:v>
                </c:pt>
                <c:pt idx="219">
                  <c:v>9.2132987905859984</c:v>
                </c:pt>
                <c:pt idx="220">
                  <c:v>9.2132987905859984</c:v>
                </c:pt>
                <c:pt idx="221">
                  <c:v>9.2132987905859984</c:v>
                </c:pt>
                <c:pt idx="222">
                  <c:v>9.2132987905859984</c:v>
                </c:pt>
                <c:pt idx="223">
                  <c:v>9.2132987905859984</c:v>
                </c:pt>
                <c:pt idx="224">
                  <c:v>9.2132987905859984</c:v>
                </c:pt>
                <c:pt idx="225">
                  <c:v>9.2132987905859984</c:v>
                </c:pt>
                <c:pt idx="226">
                  <c:v>9.2132987905859984</c:v>
                </c:pt>
                <c:pt idx="227">
                  <c:v>9.2132987905859984</c:v>
                </c:pt>
                <c:pt idx="228">
                  <c:v>9.2132987905859984</c:v>
                </c:pt>
                <c:pt idx="229">
                  <c:v>9.2132987905859984</c:v>
                </c:pt>
                <c:pt idx="230">
                  <c:v>9.2132987905859984</c:v>
                </c:pt>
                <c:pt idx="231">
                  <c:v>9.2132987905859984</c:v>
                </c:pt>
                <c:pt idx="232">
                  <c:v>9.2132987905859984</c:v>
                </c:pt>
                <c:pt idx="233">
                  <c:v>9.2132987905859984</c:v>
                </c:pt>
                <c:pt idx="234">
                  <c:v>9.2132987905859984</c:v>
                </c:pt>
                <c:pt idx="235">
                  <c:v>9.2132987905859984</c:v>
                </c:pt>
                <c:pt idx="236">
                  <c:v>9.2132987905859984</c:v>
                </c:pt>
                <c:pt idx="237">
                  <c:v>9.2132987905859984</c:v>
                </c:pt>
                <c:pt idx="238">
                  <c:v>9.2132987905859984</c:v>
                </c:pt>
                <c:pt idx="239">
                  <c:v>9.2132987905859984</c:v>
                </c:pt>
                <c:pt idx="240">
                  <c:v>9.2132987905859984</c:v>
                </c:pt>
                <c:pt idx="241">
                  <c:v>9.2132987905859984</c:v>
                </c:pt>
                <c:pt idx="242">
                  <c:v>9.2132987905859984</c:v>
                </c:pt>
                <c:pt idx="243">
                  <c:v>9.2132987905859984</c:v>
                </c:pt>
                <c:pt idx="244">
                  <c:v>9.2132987905859984</c:v>
                </c:pt>
                <c:pt idx="245">
                  <c:v>9.2132987905859984</c:v>
                </c:pt>
                <c:pt idx="246">
                  <c:v>9.2132987905859984</c:v>
                </c:pt>
                <c:pt idx="247">
                  <c:v>9.2132987905859984</c:v>
                </c:pt>
                <c:pt idx="248">
                  <c:v>9.2132987905859984</c:v>
                </c:pt>
                <c:pt idx="249">
                  <c:v>9.2132987905859984</c:v>
                </c:pt>
                <c:pt idx="250">
                  <c:v>9.2132987905859984</c:v>
                </c:pt>
                <c:pt idx="251">
                  <c:v>9.2132987905859984</c:v>
                </c:pt>
                <c:pt idx="252">
                  <c:v>9.2132987905859984</c:v>
                </c:pt>
                <c:pt idx="253">
                  <c:v>9.2132987905859984</c:v>
                </c:pt>
                <c:pt idx="254">
                  <c:v>9.2132987905859984</c:v>
                </c:pt>
                <c:pt idx="255">
                  <c:v>9.2132987905859984</c:v>
                </c:pt>
                <c:pt idx="256">
                  <c:v>9.2132987905859984</c:v>
                </c:pt>
                <c:pt idx="257">
                  <c:v>9.2132987905859984</c:v>
                </c:pt>
                <c:pt idx="258">
                  <c:v>9.2132987905859984</c:v>
                </c:pt>
                <c:pt idx="259">
                  <c:v>9.2132987905859984</c:v>
                </c:pt>
                <c:pt idx="260">
                  <c:v>9.2132987905859984</c:v>
                </c:pt>
                <c:pt idx="261">
                  <c:v>9.2132987905859984</c:v>
                </c:pt>
                <c:pt idx="262">
                  <c:v>9.2132987905859984</c:v>
                </c:pt>
                <c:pt idx="263">
                  <c:v>9.2132987905859984</c:v>
                </c:pt>
                <c:pt idx="264">
                  <c:v>9.2132987905859984</c:v>
                </c:pt>
                <c:pt idx="265">
                  <c:v>9.2132987905859984</c:v>
                </c:pt>
                <c:pt idx="266">
                  <c:v>9.2132987905859984</c:v>
                </c:pt>
                <c:pt idx="267">
                  <c:v>9.2132987905859984</c:v>
                </c:pt>
                <c:pt idx="268">
                  <c:v>9.2132987905859984</c:v>
                </c:pt>
                <c:pt idx="269">
                  <c:v>9.2132987905859984</c:v>
                </c:pt>
                <c:pt idx="270">
                  <c:v>9.2132987905859984</c:v>
                </c:pt>
                <c:pt idx="271">
                  <c:v>9.2132987905859984</c:v>
                </c:pt>
                <c:pt idx="272">
                  <c:v>9.2132987905859984</c:v>
                </c:pt>
                <c:pt idx="273">
                  <c:v>9.2132987905859984</c:v>
                </c:pt>
                <c:pt idx="274">
                  <c:v>9.2132987905859984</c:v>
                </c:pt>
                <c:pt idx="275">
                  <c:v>9.2132987905859984</c:v>
                </c:pt>
                <c:pt idx="276">
                  <c:v>9.2132987905859984</c:v>
                </c:pt>
                <c:pt idx="277">
                  <c:v>9.2132987905859984</c:v>
                </c:pt>
                <c:pt idx="278">
                  <c:v>9.2132987905859984</c:v>
                </c:pt>
                <c:pt idx="279">
                  <c:v>9.2132987905859984</c:v>
                </c:pt>
                <c:pt idx="280">
                  <c:v>9.2132987905859984</c:v>
                </c:pt>
                <c:pt idx="281">
                  <c:v>9.2132987905859984</c:v>
                </c:pt>
                <c:pt idx="282">
                  <c:v>9.2132987905859984</c:v>
                </c:pt>
                <c:pt idx="283">
                  <c:v>9.2132987905859984</c:v>
                </c:pt>
                <c:pt idx="284">
                  <c:v>9.2132987905859984</c:v>
                </c:pt>
                <c:pt idx="285">
                  <c:v>9.2132987905859984</c:v>
                </c:pt>
                <c:pt idx="286">
                  <c:v>9.2132987905859984</c:v>
                </c:pt>
                <c:pt idx="287">
                  <c:v>9.2132987905859984</c:v>
                </c:pt>
                <c:pt idx="288">
                  <c:v>9.2132987905859984</c:v>
                </c:pt>
                <c:pt idx="289">
                  <c:v>9.2132987905859984</c:v>
                </c:pt>
                <c:pt idx="290">
                  <c:v>9.2132987905859984</c:v>
                </c:pt>
                <c:pt idx="291">
                  <c:v>9.2132987905859984</c:v>
                </c:pt>
                <c:pt idx="292">
                  <c:v>9.2132987905859984</c:v>
                </c:pt>
                <c:pt idx="293">
                  <c:v>9.2132987905859984</c:v>
                </c:pt>
                <c:pt idx="294">
                  <c:v>9.2132987905859984</c:v>
                </c:pt>
                <c:pt idx="295">
                  <c:v>9.2132987905859984</c:v>
                </c:pt>
                <c:pt idx="296">
                  <c:v>9.2132987905859984</c:v>
                </c:pt>
                <c:pt idx="297">
                  <c:v>9.2132987905859984</c:v>
                </c:pt>
              </c:numCache>
            </c:numRef>
          </c:val>
          <c:smooth val="1"/>
          <c:extLst>
            <c:ext xmlns:c16="http://schemas.microsoft.com/office/drawing/2014/chart" uri="{C3380CC4-5D6E-409C-BE32-E72D297353CC}">
              <c16:uniqueId val="{00000003-E5CC-4843-9B37-204E77E38D78}"/>
            </c:ext>
          </c:extLst>
        </c:ser>
        <c:dLbls>
          <c:showLegendKey val="0"/>
          <c:showVal val="0"/>
          <c:showCatName val="0"/>
          <c:showSerName val="0"/>
          <c:showPercent val="0"/>
          <c:showBubbleSize val="0"/>
        </c:dLbls>
        <c:smooth val="0"/>
        <c:axId val="50010001"/>
        <c:axId val="50010002"/>
      </c:lineChart>
      <c:dateAx>
        <c:axId val="50010001"/>
        <c:scaling>
          <c:orientation val="minMax"/>
        </c:scaling>
        <c:delete val="0"/>
        <c:axPos val="b"/>
        <c:numFmt formatCode="yyyy" sourceLinked="0"/>
        <c:majorTickMark val="out"/>
        <c:minorTickMark val="cross"/>
        <c:tickLblPos val="low"/>
        <c:spPr>
          <a:ln w="9525">
            <a:solidFill>
              <a:srgbClr val="D9D9D9"/>
            </a:solidFill>
          </a:ln>
        </c:spPr>
        <c:txPr>
          <a:bodyPr rot="-5400000" vert="horz"/>
          <a:lstStyle/>
          <a:p>
            <a:pPr>
              <a:defRPr sz="900" b="0" baseline="0">
                <a:solidFill>
                  <a:srgbClr val="000000"/>
                </a:solidFill>
                <a:latin typeface="Roboto Light"/>
              </a:defRPr>
            </a:pPr>
            <a:endParaRPr lang="en-US"/>
          </a:p>
        </c:txPr>
        <c:crossAx val="50010002"/>
        <c:crosses val="autoZero"/>
        <c:auto val="1"/>
        <c:lblOffset val="100"/>
        <c:baseTimeUnit val="days"/>
        <c:majorUnit val="1"/>
        <c:majorTimeUnit val="years"/>
      </c:dateAx>
      <c:valAx>
        <c:axId val="50010002"/>
        <c:scaling>
          <c:orientation val="minMax"/>
          <c:min val="5"/>
        </c:scaling>
        <c:delete val="0"/>
        <c:axPos val="l"/>
        <c:majorGridlines>
          <c:spPr>
            <a:ln w="6350">
              <a:solidFill>
                <a:srgbClr val="D9D9D9"/>
              </a:solidFill>
              <a:prstDash val="dash"/>
            </a:ln>
          </c:spPr>
        </c:majorGridlines>
        <c:numFmt formatCode="0" sourceLinked="0"/>
        <c:majorTickMark val="none"/>
        <c:minorTickMark val="cross"/>
        <c:tickLblPos val="nextTo"/>
        <c:spPr>
          <a:ln>
            <a:noFill/>
          </a:ln>
        </c:spPr>
        <c:txPr>
          <a:bodyPr/>
          <a:lstStyle/>
          <a:p>
            <a:pPr>
              <a:defRPr sz="900" b="0" baseline="0">
                <a:solidFill>
                  <a:srgbClr val="000000"/>
                </a:solidFill>
                <a:latin typeface="Roboto Light"/>
              </a:defRPr>
            </a:pPr>
            <a:endParaRPr lang="en-US"/>
          </a:p>
        </c:txPr>
        <c:crossAx val="50010001"/>
        <c:crosses val="autoZero"/>
        <c:crossBetween val="between"/>
      </c:valAx>
      <c:spPr>
        <a:noFill/>
        <a:ln>
          <a:noFill/>
        </a:ln>
      </c:spPr>
    </c:plotArea>
    <c:legend>
      <c:legendPos val="t"/>
      <c:legendEntry>
        <c:idx val="3"/>
        <c:delete val="1"/>
      </c:legendEntry>
      <c:overlay val="0"/>
      <c:txPr>
        <a:bodyPr/>
        <a:lstStyle/>
        <a:p>
          <a:pPr>
            <a:defRPr sz="900" b="0" baseline="0">
              <a:solidFill>
                <a:srgbClr val="000000"/>
              </a:solidFill>
              <a:latin typeface="Roboto Light"/>
            </a:defRPr>
          </a:pPr>
          <a:endParaRPr lang="en-US"/>
        </a:p>
      </c:txPr>
    </c:legend>
    <c:plotVisOnly val="1"/>
    <c:dispBlanksAs val="zero"/>
    <c:showDLblsOverMax val="1"/>
  </c:chart>
  <c:spPr>
    <a:solidFill>
      <a:srgbClr val="FFFFFF"/>
    </a:solidFill>
    <a:ln>
      <a:noFill/>
    </a:ln>
  </c:sp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0A90491-CC92-EFB0-1401-5B4509250DB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a:extLst>
              <a:ext uri="{FF2B5EF4-FFF2-40B4-BE49-F238E27FC236}">
                <a16:creationId xmlns:a16="http://schemas.microsoft.com/office/drawing/2014/main" id="{D1F40F6F-405D-B346-A67C-4AC7EB3C817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90AE48B-1166-47B2-B2CC-F641C70AD9F4}" type="datetimeFigureOut">
              <a:rPr lang="pt-BR" smtClean="0"/>
              <a:t>24/09/2026</a:t>
            </a:fld>
            <a:endParaRPr lang="pt-BR"/>
          </a:p>
        </p:txBody>
      </p:sp>
      <p:sp>
        <p:nvSpPr>
          <p:cNvPr id="4" name="Footer Placeholder 3">
            <a:extLst>
              <a:ext uri="{FF2B5EF4-FFF2-40B4-BE49-F238E27FC236}">
                <a16:creationId xmlns:a16="http://schemas.microsoft.com/office/drawing/2014/main" id="{30E9A6A1-22A2-E02D-10C5-C9334659D6D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5" name="Slide Number Placeholder 4">
            <a:extLst>
              <a:ext uri="{FF2B5EF4-FFF2-40B4-BE49-F238E27FC236}">
                <a16:creationId xmlns:a16="http://schemas.microsoft.com/office/drawing/2014/main" id="{F58904C8-4DE5-BEA4-DEAB-DDDCC883F59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64DF4CA-886D-45F0-912E-AA6D3950FF3D}" type="slidenum">
              <a:rPr lang="pt-BR" smtClean="0"/>
              <a:t>‹#›</a:t>
            </a:fld>
            <a:endParaRPr lang="pt-BR"/>
          </a:p>
        </p:txBody>
      </p:sp>
    </p:spTree>
    <p:extLst>
      <p:ext uri="{BB962C8B-B14F-4D97-AF65-F5344CB8AC3E}">
        <p14:creationId xmlns:p14="http://schemas.microsoft.com/office/powerpoint/2010/main" val="405888693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904919-855E-41AB-8A84-30C374ADE181}" type="datetimeFigureOut">
              <a:rPr lang="en-US" smtClean="0"/>
              <a:t>9/24/2026</a:t>
            </a:fld>
            <a:endParaRPr lang="en-US"/>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984EC9-51C0-4BB7-A48B-D32011637DBD}" type="slidenum">
              <a:rPr lang="en-US" smtClean="0"/>
              <a:t>‹#›</a:t>
            </a:fld>
            <a:endParaRPr lang="en-US"/>
          </a:p>
        </p:txBody>
      </p:sp>
    </p:spTree>
    <p:extLst>
      <p:ext uri="{BB962C8B-B14F-4D97-AF65-F5344CB8AC3E}">
        <p14:creationId xmlns:p14="http://schemas.microsoft.com/office/powerpoint/2010/main" val="584803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8" Type="http://schemas.microsoft.com/office/2007/relationships/hdphoto" Target="../media/hdphoto2.wdp"/><Relationship Id="rId3" Type="http://schemas.openxmlformats.org/officeDocument/2006/relationships/image" Target="../media/image1.svg"/><Relationship Id="rId7" Type="http://schemas.openxmlformats.org/officeDocument/2006/relationships/image" Target="../media/image4.png"/><Relationship Id="rId2" Type="http://schemas.openxmlformats.org/officeDocument/2006/relationships/slideMaster" Target="../slideMasters/slideMaster1.xml"/><Relationship Id="rId1" Type="http://schemas.openxmlformats.org/officeDocument/2006/relationships/tags" Target="../tags/tag1.xml"/><Relationship Id="rId6" Type="http://schemas.openxmlformats.org/officeDocument/2006/relationships/image" Target="../media/image3.svg"/><Relationship Id="rId5" Type="http://schemas.microsoft.com/office/2007/relationships/hdphoto" Target="../media/hdphoto1.wdp"/><Relationship Id="rId4"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slideMaster" Target="../slideMasters/slideMaster1.xml"/><Relationship Id="rId1" Type="http://schemas.openxmlformats.org/officeDocument/2006/relationships/tags" Target="../tags/tag2.xml"/><Relationship Id="rId6" Type="http://schemas.openxmlformats.org/officeDocument/2006/relationships/image" Target="../media/image6.svg"/><Relationship Id="rId5" Type="http://schemas.microsoft.com/office/2007/relationships/hdphoto" Target="../media/hdphoto3.wdp"/><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slideMaster" Target="../slideMasters/slideMaster1.xml"/><Relationship Id="rId1" Type="http://schemas.openxmlformats.org/officeDocument/2006/relationships/tags" Target="../tags/tag3.xml"/><Relationship Id="rId6" Type="http://schemas.openxmlformats.org/officeDocument/2006/relationships/image" Target="../media/image6.svg"/><Relationship Id="rId5" Type="http://schemas.microsoft.com/office/2007/relationships/hdphoto" Target="../media/hdphoto3.wdp"/><Relationship Id="rId4"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slideMaster" Target="../slideMasters/slideMaster1.xml"/><Relationship Id="rId1" Type="http://schemas.openxmlformats.org/officeDocument/2006/relationships/tags" Target="../tags/tag4.xml"/><Relationship Id="rId6" Type="http://schemas.openxmlformats.org/officeDocument/2006/relationships/image" Target="../media/image6.svg"/><Relationship Id="rId5" Type="http://schemas.microsoft.com/office/2007/relationships/hdphoto" Target="../media/hdphoto3.wdp"/><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slideMaster" Target="../slideMasters/slideMaster1.xml"/><Relationship Id="rId1" Type="http://schemas.openxmlformats.org/officeDocument/2006/relationships/tags" Target="../tags/tag5.xml"/><Relationship Id="rId6" Type="http://schemas.openxmlformats.org/officeDocument/2006/relationships/image" Target="../media/image6.svg"/><Relationship Id="rId5" Type="http://schemas.microsoft.com/office/2007/relationships/hdphoto" Target="../media/hdphoto3.wdp"/><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slideMaster" Target="../slideMasters/slideMaster1.xml"/><Relationship Id="rId1" Type="http://schemas.openxmlformats.org/officeDocument/2006/relationships/tags" Target="../tags/tag6.xml"/><Relationship Id="rId6" Type="http://schemas.openxmlformats.org/officeDocument/2006/relationships/image" Target="../media/image6.svg"/><Relationship Id="rId5" Type="http://schemas.microsoft.com/office/2007/relationships/hdphoto" Target="../media/hdphoto3.wdp"/><Relationship Id="rId4"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slideMaster" Target="../slideMasters/slideMaster1.xml"/><Relationship Id="rId1" Type="http://schemas.openxmlformats.org/officeDocument/2006/relationships/tags" Target="../tags/tag7.xml"/><Relationship Id="rId6" Type="http://schemas.openxmlformats.org/officeDocument/2006/relationships/image" Target="../media/image6.svg"/><Relationship Id="rId5" Type="http://schemas.microsoft.com/office/2007/relationships/hdphoto" Target="../media/hdphoto3.wdp"/><Relationship Id="rId4"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slideMaster" Target="../slideMasters/slideMaster1.xml"/><Relationship Id="rId1" Type="http://schemas.openxmlformats.org/officeDocument/2006/relationships/tags" Target="../tags/tag8.xml"/><Relationship Id="rId6" Type="http://schemas.openxmlformats.org/officeDocument/2006/relationships/image" Target="../media/image6.svg"/><Relationship Id="rId5" Type="http://schemas.microsoft.com/office/2007/relationships/hdphoto" Target="../media/hdphoto3.wdp"/><Relationship Id="rId4"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slideMaster" Target="../slideMasters/slideMaster1.xml"/><Relationship Id="rId1" Type="http://schemas.openxmlformats.org/officeDocument/2006/relationships/tags" Target="../tags/tag9.xml"/><Relationship Id="rId6" Type="http://schemas.openxmlformats.org/officeDocument/2006/relationships/image" Target="../media/image6.svg"/><Relationship Id="rId5" Type="http://schemas.microsoft.com/office/2007/relationships/hdphoto" Target="../media/hdphoto3.wdp"/><Relationship Id="rId4"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slideMaster" Target="../slideMasters/slideMaster1.xml"/><Relationship Id="rId1" Type="http://schemas.openxmlformats.org/officeDocument/2006/relationships/tags" Target="../tags/tag10.xml"/><Relationship Id="rId6" Type="http://schemas.openxmlformats.org/officeDocument/2006/relationships/image" Target="../media/image6.svg"/><Relationship Id="rId5" Type="http://schemas.microsoft.com/office/2007/relationships/hdphoto" Target="../media/hdphoto4.wdp"/><Relationship Id="rId4"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1.xml"/></Relationships>
</file>

<file path=ppt/slideLayouts/_rels/slideLayout1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2.xml"/></Relationships>
</file>

<file path=ppt/slideLayouts/_rels/slideLayout1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3.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slideMaster" Target="../slideMasters/slideMaster1.xml"/><Relationship Id="rId1" Type="http://schemas.openxmlformats.org/officeDocument/2006/relationships/tags" Target="../tags/tag14.xml"/><Relationship Id="rId6" Type="http://schemas.microsoft.com/office/2007/relationships/hdphoto" Target="../media/hdphoto5.wdp"/><Relationship Id="rId5" Type="http://schemas.openxmlformats.org/officeDocument/2006/relationships/image" Target="../media/image8.png"/><Relationship Id="rId4" Type="http://schemas.openxmlformats.org/officeDocument/2006/relationships/image" Target="../media/image3.svg"/></Relationships>
</file>

<file path=ppt/slideLayouts/_rels/slideLayout15.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5.xml"/></Relationships>
</file>

<file path=ppt/slideLayouts/_rels/slideLayout16.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6.xml"/></Relationships>
</file>

<file path=ppt/slideLayouts/_rels/slideLayout17.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7.xml"/></Relationships>
</file>

<file path=ppt/slideLayouts/_rels/slideLayout18.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8.xml"/></Relationships>
</file>

<file path=ppt/slideLayouts/_rels/slideLayout19.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9.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slideMaster" Target="../slideMasters/slideMaster1.xml"/><Relationship Id="rId1" Type="http://schemas.openxmlformats.org/officeDocument/2006/relationships/tags" Target="../tags/tag20.xml"/><Relationship Id="rId6" Type="http://schemas.microsoft.com/office/2007/relationships/hdphoto" Target="../media/hdphoto5.wdp"/><Relationship Id="rId5" Type="http://schemas.openxmlformats.org/officeDocument/2006/relationships/image" Target="../media/image8.png"/><Relationship Id="rId4" Type="http://schemas.openxmlformats.org/officeDocument/2006/relationships/image" Target="../media/image3.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_Agro, alimentos e bebidas">
    <p:bg>
      <p:bgPr>
        <a:solidFill>
          <a:schemeClr val="accent6"/>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E3B1163-CCC9-1979-5D10-8ECD746F5FCC}"/>
              </a:ext>
            </a:extLst>
          </p:cNvPr>
          <p:cNvSpPr/>
          <p:nvPr userDrawn="1"/>
        </p:nvSpPr>
        <p:spPr>
          <a:xfrm>
            <a:off x="0" y="-3"/>
            <a:ext cx="6858000" cy="112935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pic>
        <p:nvPicPr>
          <p:cNvPr id="10" name="Graphic 9">
            <a:extLst>
              <a:ext uri="{FF2B5EF4-FFF2-40B4-BE49-F238E27FC236}">
                <a16:creationId xmlns:a16="http://schemas.microsoft.com/office/drawing/2014/main" id="{F49ABFC1-C342-CD17-8E24-68B202FF4DD6}"/>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6858001" cy="9906000"/>
          </a:xfrm>
          <a:prstGeom prst="rect">
            <a:avLst/>
          </a:prstGeom>
        </p:spPr>
      </p:pic>
      <p:grpSp>
        <p:nvGrpSpPr>
          <p:cNvPr id="2" name="Agrupar 1">
            <a:extLst>
              <a:ext uri="{FF2B5EF4-FFF2-40B4-BE49-F238E27FC236}">
                <a16:creationId xmlns:a16="http://schemas.microsoft.com/office/drawing/2014/main" id="{12DD471D-7E3A-5696-BFDC-BC93E1279A2D}"/>
              </a:ext>
            </a:extLst>
          </p:cNvPr>
          <p:cNvGrpSpPr/>
          <p:nvPr userDrawn="1"/>
        </p:nvGrpSpPr>
        <p:grpSpPr>
          <a:xfrm>
            <a:off x="0" y="-3"/>
            <a:ext cx="6858001" cy="9906000"/>
            <a:chOff x="3836069" y="701305"/>
            <a:chExt cx="6858001" cy="9906000"/>
          </a:xfrm>
        </p:grpSpPr>
        <p:sp>
          <p:nvSpPr>
            <p:cNvPr id="3" name="Rectangle 50">
              <a:extLst>
                <a:ext uri="{FF2B5EF4-FFF2-40B4-BE49-F238E27FC236}">
                  <a16:creationId xmlns:a16="http://schemas.microsoft.com/office/drawing/2014/main" id="{62502AB0-64AA-9E82-4E61-E8AC520077F2}"/>
                </a:ext>
              </a:extLst>
            </p:cNvPr>
            <p:cNvSpPr/>
            <p:nvPr/>
          </p:nvSpPr>
          <p:spPr>
            <a:xfrm rot="10800000">
              <a:off x="3836070" y="701305"/>
              <a:ext cx="6858000" cy="9906000"/>
            </a:xfrm>
            <a:prstGeom prst="rect">
              <a:avLst/>
            </a:prstGeom>
            <a:gradFill>
              <a:gsLst>
                <a:gs pos="0">
                  <a:schemeClr val="accent6"/>
                </a:gs>
                <a:gs pos="36000">
                  <a:schemeClr val="accent6">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 name="Rectangle 1">
              <a:extLst>
                <a:ext uri="{FF2B5EF4-FFF2-40B4-BE49-F238E27FC236}">
                  <a16:creationId xmlns:a16="http://schemas.microsoft.com/office/drawing/2014/main" id="{65C3F032-3230-CC1F-B579-F0F95BD08170}"/>
                </a:ext>
              </a:extLst>
            </p:cNvPr>
            <p:cNvSpPr>
              <a:spLocks/>
            </p:cNvSpPr>
            <p:nvPr/>
          </p:nvSpPr>
          <p:spPr>
            <a:xfrm>
              <a:off x="3836069" y="701305"/>
              <a:ext cx="6858000" cy="9906000"/>
            </a:xfrm>
            <a:prstGeom prst="rect">
              <a:avLst/>
            </a:prstGeom>
            <a:gradFill>
              <a:gsLst>
                <a:gs pos="0">
                  <a:schemeClr val="accent6"/>
                </a:gs>
                <a:gs pos="36000">
                  <a:schemeClr val="accent6">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pic>
        <p:nvPicPr>
          <p:cNvPr id="9" name="Picture 8" descr="A blue and white dot pattern&#10;&#10;AI-generated content may be incorrect.">
            <a:extLst>
              <a:ext uri="{FF2B5EF4-FFF2-40B4-BE49-F238E27FC236}">
                <a16:creationId xmlns:a16="http://schemas.microsoft.com/office/drawing/2014/main" id="{D572D620-A33D-FA48-00AE-F1018BB7DF23}"/>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t="-673"/>
          <a:stretch/>
        </p:blipFill>
        <p:spPr>
          <a:xfrm>
            <a:off x="0" y="1062189"/>
            <a:ext cx="6858000" cy="8809959"/>
          </a:xfrm>
          <a:prstGeom prst="rect">
            <a:avLst/>
          </a:prstGeom>
        </p:spPr>
      </p:pic>
      <p:pic>
        <p:nvPicPr>
          <p:cNvPr id="13" name="Graphic 12">
            <a:extLst>
              <a:ext uri="{FF2B5EF4-FFF2-40B4-BE49-F238E27FC236}">
                <a16:creationId xmlns:a16="http://schemas.microsoft.com/office/drawing/2014/main" id="{2B3617B2-4386-53AD-39A7-6CFB852D60D5}"/>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27193" t="22453" r="47498" b="7994"/>
          <a:stretch/>
        </p:blipFill>
        <p:spPr>
          <a:xfrm>
            <a:off x="0" y="1133591"/>
            <a:ext cx="6858000" cy="8738553"/>
          </a:xfrm>
          <a:prstGeom prst="rect">
            <a:avLst/>
          </a:prstGeom>
        </p:spPr>
      </p:pic>
      <p:pic>
        <p:nvPicPr>
          <p:cNvPr id="14" name="Picture 2">
            <a:extLst>
              <a:ext uri="{FF2B5EF4-FFF2-40B4-BE49-F238E27FC236}">
                <a16:creationId xmlns:a16="http://schemas.microsoft.com/office/drawing/2014/main" id="{3B09E524-E24A-5DE5-8887-7C969586703D}"/>
              </a:ext>
            </a:extLst>
          </p:cNvPr>
          <p:cNvPicPr>
            <a:picLocks noChangeAspect="1" noChangeArrowheads="1"/>
          </p:cNvPicPr>
          <p:nvPr userDrawn="1"/>
        </p:nvPicPr>
        <p:blipFill>
          <a:blip r:embed="rId7">
            <a:alphaModFix amt="25000"/>
            <a:extLst>
              <a:ext uri="{BEBA8EAE-BF5A-486C-A8C5-ECC9F3942E4B}">
                <a14:imgProps xmlns:a14="http://schemas.microsoft.com/office/drawing/2010/main">
                  <a14:imgLayer r:embed="rId8">
                    <a14:imgEffect>
                      <a14:saturation sat="200000"/>
                    </a14:imgEffect>
                  </a14:imgLayer>
                </a14:imgProps>
              </a:ext>
              <a:ext uri="{28A0092B-C50C-407E-A947-70E740481C1C}">
                <a14:useLocalDpi xmlns:a14="http://schemas.microsoft.com/office/drawing/2010/main" val="0"/>
              </a:ext>
            </a:extLst>
          </a:blip>
          <a:srcRect/>
          <a:stretch>
            <a:fillRect/>
          </a:stretch>
        </p:blipFill>
        <p:spPr bwMode="auto">
          <a:xfrm>
            <a:off x="0" y="1160194"/>
            <a:ext cx="6862621" cy="880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9" name="Group 68">
            <a:extLst>
              <a:ext uri="{FF2B5EF4-FFF2-40B4-BE49-F238E27FC236}">
                <a16:creationId xmlns:a16="http://schemas.microsoft.com/office/drawing/2014/main" id="{8F5893B4-B956-CA4C-4E89-2275C6A23F7F}"/>
              </a:ext>
            </a:extLst>
          </p:cNvPr>
          <p:cNvGrpSpPr/>
          <p:nvPr userDrawn="1"/>
        </p:nvGrpSpPr>
        <p:grpSpPr>
          <a:xfrm flipH="1">
            <a:off x="-113256" y="3"/>
            <a:ext cx="6971256" cy="6334517"/>
            <a:chOff x="-31505" y="3"/>
            <a:chExt cx="7944898" cy="6841768"/>
          </a:xfrm>
        </p:grpSpPr>
        <p:sp>
          <p:nvSpPr>
            <p:cNvPr id="65" name="Isosceles Triangle 64">
              <a:extLst>
                <a:ext uri="{FF2B5EF4-FFF2-40B4-BE49-F238E27FC236}">
                  <a16:creationId xmlns:a16="http://schemas.microsoft.com/office/drawing/2014/main" id="{7E756C03-7B9D-CF88-83F4-C1619FDA2C7C}"/>
                </a:ext>
              </a:extLst>
            </p:cNvPr>
            <p:cNvSpPr/>
            <p:nvPr userDrawn="1"/>
          </p:nvSpPr>
          <p:spPr>
            <a:xfrm rot="16200000">
              <a:off x="2660727" y="1589105"/>
              <a:ext cx="5619144" cy="4886188"/>
            </a:xfrm>
            <a:prstGeom prst="triangle">
              <a:avLst>
                <a:gd name="adj" fmla="val 100000"/>
              </a:avLst>
            </a:prstGeom>
            <a:gradFill>
              <a:gsLst>
                <a:gs pos="93000">
                  <a:srgbClr val="8EB3DF">
                    <a:alpha val="0"/>
                  </a:srgbClr>
                </a:gs>
                <a:gs pos="0">
                  <a:schemeClr val="accent3"/>
                </a:gs>
                <a:gs pos="70000">
                  <a:schemeClr val="accent3">
                    <a:alpha val="11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66" name="Group 65">
              <a:extLst>
                <a:ext uri="{FF2B5EF4-FFF2-40B4-BE49-F238E27FC236}">
                  <a16:creationId xmlns:a16="http://schemas.microsoft.com/office/drawing/2014/main" id="{F23A80A8-5B7B-720A-0498-48FB270B56F2}"/>
                </a:ext>
              </a:extLst>
            </p:cNvPr>
            <p:cNvGrpSpPr/>
            <p:nvPr userDrawn="1"/>
          </p:nvGrpSpPr>
          <p:grpSpPr>
            <a:xfrm flipV="1">
              <a:off x="-31505" y="3"/>
              <a:ext cx="3073148" cy="1233884"/>
              <a:chOff x="-33216277" y="3696971"/>
              <a:chExt cx="17875623" cy="1180237"/>
            </a:xfrm>
          </p:grpSpPr>
          <p:cxnSp>
            <p:nvCxnSpPr>
              <p:cNvPr id="67" name="Straight Connector 66">
                <a:extLst>
                  <a:ext uri="{FF2B5EF4-FFF2-40B4-BE49-F238E27FC236}">
                    <a16:creationId xmlns:a16="http://schemas.microsoft.com/office/drawing/2014/main" id="{F1A1FDB4-0FB7-BEEB-2B9D-D1E8FE3853CA}"/>
                  </a:ext>
                </a:extLst>
              </p:cNvPr>
              <p:cNvCxnSpPr>
                <a:cxnSpLocks/>
              </p:cNvCxnSpPr>
              <p:nvPr userDrawn="1"/>
            </p:nvCxnSpPr>
            <p:spPr>
              <a:xfrm flipV="1">
                <a:off x="-33216277" y="3710462"/>
                <a:ext cx="17875623"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9D45C79A-47B8-8CD3-9D6C-3CA04B7EC39E}"/>
                  </a:ext>
                </a:extLst>
              </p:cNvPr>
              <p:cNvCxnSpPr>
                <a:cxnSpLocks/>
              </p:cNvCxnSpPr>
              <p:nvPr userDrawn="1"/>
            </p:nvCxnSpPr>
            <p:spPr>
              <a:xfrm flipH="1">
                <a:off x="-21608832" y="3696971"/>
                <a:ext cx="6241002" cy="118023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sp>
        <p:nvSpPr>
          <p:cNvPr id="6" name="Rectangle 5" hidden="1">
            <a:extLst>
              <a:ext uri="{FF2B5EF4-FFF2-40B4-BE49-F238E27FC236}">
                <a16:creationId xmlns:a16="http://schemas.microsoft.com/office/drawing/2014/main" id="{7227264A-2A2E-B464-74B1-0F6F1C10C77E}"/>
              </a:ext>
            </a:extLst>
          </p:cNvPr>
          <p:cNvSpPr/>
          <p:nvPr userDrawn="1"/>
        </p:nvSpPr>
        <p:spPr>
          <a:xfrm>
            <a:off x="-1" y="8774019"/>
            <a:ext cx="6858000" cy="112935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16" name="Group 15">
            <a:extLst>
              <a:ext uri="{FF2B5EF4-FFF2-40B4-BE49-F238E27FC236}">
                <a16:creationId xmlns:a16="http://schemas.microsoft.com/office/drawing/2014/main" id="{C4DF0931-276A-C4B3-E0A7-02B6EAA3C49B}"/>
              </a:ext>
            </a:extLst>
          </p:cNvPr>
          <p:cNvGrpSpPr/>
          <p:nvPr userDrawn="1"/>
        </p:nvGrpSpPr>
        <p:grpSpPr>
          <a:xfrm>
            <a:off x="390154" y="406178"/>
            <a:ext cx="1240285" cy="341910"/>
            <a:chOff x="2700591" y="2522601"/>
            <a:chExt cx="6428993" cy="1772284"/>
          </a:xfrm>
        </p:grpSpPr>
        <p:sp>
          <p:nvSpPr>
            <p:cNvPr id="17" name="Freeform: Shape 16">
              <a:extLst>
                <a:ext uri="{FF2B5EF4-FFF2-40B4-BE49-F238E27FC236}">
                  <a16:creationId xmlns:a16="http://schemas.microsoft.com/office/drawing/2014/main" id="{70B9B340-5E1C-9327-69F1-5AE446FF2255}"/>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20" name="Graphic 20">
              <a:extLst>
                <a:ext uri="{FF2B5EF4-FFF2-40B4-BE49-F238E27FC236}">
                  <a16:creationId xmlns:a16="http://schemas.microsoft.com/office/drawing/2014/main" id="{1E0C2497-164B-3E45-6090-5F805C67AB02}"/>
                </a:ext>
              </a:extLst>
            </p:cNvPr>
            <p:cNvGrpSpPr/>
            <p:nvPr/>
          </p:nvGrpSpPr>
          <p:grpSpPr>
            <a:xfrm>
              <a:off x="5034660" y="3339528"/>
              <a:ext cx="4094924" cy="747077"/>
              <a:chOff x="5034660" y="3339528"/>
              <a:chExt cx="4094924" cy="747077"/>
            </a:xfrm>
            <a:solidFill>
              <a:srgbClr val="FFFFFF"/>
            </a:solidFill>
          </p:grpSpPr>
          <p:sp>
            <p:nvSpPr>
              <p:cNvPr id="21" name="Freeform: Shape 20">
                <a:extLst>
                  <a:ext uri="{FF2B5EF4-FFF2-40B4-BE49-F238E27FC236}">
                    <a16:creationId xmlns:a16="http://schemas.microsoft.com/office/drawing/2014/main" id="{3198B4CB-7FA3-A37E-E540-E2FBA81CCDCB}"/>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5A8605D5-3EDB-F7D1-AC3B-DF5CEE516147}"/>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218B3AC0-A0B3-67F5-F442-48F0E029DF55}"/>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48AD7D35-F105-3B1F-6CF2-EDD48ACC71B9}"/>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99371C5E-12BC-7944-E1F6-FF98963DBD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C67F76F1-36B6-C9E1-0D69-7196D96834AE}"/>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D0C5B1F5-1F12-DAC8-A282-CAB55191AC3B}"/>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C4F4377A-A2E8-D20E-9FC2-722626414101}"/>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grpSp>
        <p:nvGrpSpPr>
          <p:cNvPr id="72" name="Group 71">
            <a:extLst>
              <a:ext uri="{FF2B5EF4-FFF2-40B4-BE49-F238E27FC236}">
                <a16:creationId xmlns:a16="http://schemas.microsoft.com/office/drawing/2014/main" id="{7D85C331-0D97-F14F-BCEE-E4CACC063DDB}"/>
              </a:ext>
            </a:extLst>
          </p:cNvPr>
          <p:cNvGrpSpPr/>
          <p:nvPr userDrawn="1"/>
        </p:nvGrpSpPr>
        <p:grpSpPr>
          <a:xfrm>
            <a:off x="340252" y="1670475"/>
            <a:ext cx="2267822" cy="1002192"/>
            <a:chOff x="423863" y="1657596"/>
            <a:chExt cx="2267822" cy="1002192"/>
          </a:xfrm>
        </p:grpSpPr>
        <p:sp>
          <p:nvSpPr>
            <p:cNvPr id="31" name="TextBox 30">
              <a:extLst>
                <a:ext uri="{FF2B5EF4-FFF2-40B4-BE49-F238E27FC236}">
                  <a16:creationId xmlns:a16="http://schemas.microsoft.com/office/drawing/2014/main" id="{8EC449FF-42C7-1A50-8B68-6D905C6EC17A}"/>
                </a:ext>
              </a:extLst>
            </p:cNvPr>
            <p:cNvSpPr txBox="1"/>
            <p:nvPr userDrawn="1"/>
          </p:nvSpPr>
          <p:spPr>
            <a:xfrm>
              <a:off x="423863" y="1657596"/>
              <a:ext cx="2267822" cy="615553"/>
            </a:xfrm>
            <a:prstGeom prst="rect">
              <a:avLst/>
            </a:prstGeom>
            <a:noFill/>
          </p:spPr>
          <p:txBody>
            <a:bodyPr wrap="square" lIns="0" tIns="0" rIns="0" bIns="0" rtlCol="0">
              <a:spAutoFit/>
            </a:bodyPr>
            <a:lstStyle/>
            <a:p>
              <a:pPr algn="r"/>
              <a:r>
                <a:rPr lang="pt-BR" sz="4000" b="1" i="1" dirty="0">
                  <a:solidFill>
                    <a:schemeClr val="bg1"/>
                  </a:solidFill>
                  <a:latin typeface="XP" pitchFamily="50" charset="0"/>
                  <a:ea typeface="XP" pitchFamily="50" charset="0"/>
                  <a:cs typeface="Roboto" panose="02000000000000000000" pitchFamily="2" charset="0"/>
                </a:rPr>
                <a:t>Thematic</a:t>
              </a:r>
            </a:p>
          </p:txBody>
        </p:sp>
        <p:sp>
          <p:nvSpPr>
            <p:cNvPr id="71" name="TextBox 70">
              <a:extLst>
                <a:ext uri="{FF2B5EF4-FFF2-40B4-BE49-F238E27FC236}">
                  <a16:creationId xmlns:a16="http://schemas.microsoft.com/office/drawing/2014/main" id="{F39388AA-C6A0-BACD-48D5-2675535A9633}"/>
                </a:ext>
              </a:extLst>
            </p:cNvPr>
            <p:cNvSpPr txBox="1"/>
            <p:nvPr userDrawn="1"/>
          </p:nvSpPr>
          <p:spPr>
            <a:xfrm>
              <a:off x="637566" y="2105790"/>
              <a:ext cx="2054119" cy="553998"/>
            </a:xfrm>
            <a:prstGeom prst="rect">
              <a:avLst/>
            </a:prstGeom>
            <a:noFill/>
          </p:spPr>
          <p:txBody>
            <a:bodyPr wrap="square" lIns="0" tIns="0" rIns="0" bIns="0" rtlCol="0">
              <a:spAutoFit/>
            </a:bodyPr>
            <a:lstStyle/>
            <a:p>
              <a:pPr algn="r"/>
              <a:r>
                <a:rPr lang="pt-BR" sz="3600" b="0" i="0" dirty="0">
                  <a:solidFill>
                    <a:schemeClr val="bg1"/>
                  </a:solidFill>
                  <a:latin typeface="XP Light Lighthouse" pitchFamily="50" charset="0"/>
                  <a:ea typeface="XP Light Lighthouse" pitchFamily="50" charset="0"/>
                  <a:cs typeface="Roboto" panose="02000000000000000000" pitchFamily="2" charset="0"/>
                </a:rPr>
                <a:t>Research</a:t>
              </a:r>
            </a:p>
          </p:txBody>
        </p:sp>
      </p:grpSp>
      <p:sp>
        <p:nvSpPr>
          <p:cNvPr id="75" name="Espaço Reservado para Texto 6">
            <a:extLst>
              <a:ext uri="{FF2B5EF4-FFF2-40B4-BE49-F238E27FC236}">
                <a16:creationId xmlns:a16="http://schemas.microsoft.com/office/drawing/2014/main" id="{354E5287-B1CE-DBCC-A334-7B6607B9F041}"/>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en-US" noProof="0"/>
              <a:t>Sector / Segment</a:t>
            </a:r>
          </a:p>
        </p:txBody>
      </p:sp>
      <p:sp>
        <p:nvSpPr>
          <p:cNvPr id="7" name="Date Placeholder 10">
            <a:extLst>
              <a:ext uri="{FF2B5EF4-FFF2-40B4-BE49-F238E27FC236}">
                <a16:creationId xmlns:a16="http://schemas.microsoft.com/office/drawing/2014/main" id="{624580AB-8B11-2158-FF8A-2264EA11D9E6}"/>
              </a:ext>
            </a:extLst>
          </p:cNvPr>
          <p:cNvSpPr>
            <a:spLocks noGrp="1"/>
          </p:cNvSpPr>
          <p:nvPr>
            <p:ph type="dt" sz="half" idx="2"/>
          </p:nvPr>
        </p:nvSpPr>
        <p:spPr>
          <a:xfrm>
            <a:off x="3371691" y="438763"/>
            <a:ext cx="3132139" cy="184666"/>
          </a:xfrm>
        </p:spPr>
        <p:txBody>
          <a:bodyPr/>
          <a:lstStyle>
            <a:lvl1pPr>
              <a:defRPr>
                <a:solidFill>
                  <a:srgbClr val="F9C113"/>
                </a:solidFill>
              </a:defRPr>
            </a:lvl1pPr>
          </a:lstStyle>
          <a:p>
            <a:fld id="{7C15C50E-5CAF-4D73-A24B-0338FF2E9F05}" type="datetime4">
              <a:rPr lang="en-US" smtClean="0"/>
              <a:pPr/>
              <a:t>September 24, 2026</a:t>
            </a:fld>
            <a:endParaRPr lang="en-US" dirty="0"/>
          </a:p>
        </p:txBody>
      </p:sp>
    </p:spTree>
    <p:extLst>
      <p:ext uri="{BB962C8B-B14F-4D97-AF65-F5344CB8AC3E}">
        <p14:creationId xmlns:p14="http://schemas.microsoft.com/office/powerpoint/2010/main" val="425166022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Capa">
    <p:bg>
      <p:bgPr>
        <a:solidFill>
          <a:schemeClr val="bg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688A787-9182-A426-2B75-FA6C6DDF288A}"/>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7" name="Picture 6" descr="A blue and white dot pattern&#10;&#10;AI-generated content may be incorrect.">
            <a:extLst>
              <a:ext uri="{FF2B5EF4-FFF2-40B4-BE49-F238E27FC236}">
                <a16:creationId xmlns:a16="http://schemas.microsoft.com/office/drawing/2014/main" id="{A4E2FB3C-1561-CDE0-F2B0-0E2716BC040B}"/>
              </a:ext>
            </a:extLst>
          </p:cNvPr>
          <p:cNvPicPr>
            <a:picLocks noChangeAspect="1"/>
          </p:cNvPicPr>
          <p:nvPr/>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9" name="Graphic 8">
            <a:extLst>
              <a:ext uri="{FF2B5EF4-FFF2-40B4-BE49-F238E27FC236}">
                <a16:creationId xmlns:a16="http://schemas.microsoft.com/office/drawing/2014/main" id="{2E2DBF91-C31C-E0F0-254B-B03F97806A89}"/>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 name="Rectangle 2">
            <a:extLst>
              <a:ext uri="{FF2B5EF4-FFF2-40B4-BE49-F238E27FC236}">
                <a16:creationId xmlns:a16="http://schemas.microsoft.com/office/drawing/2014/main" id="{13223387-3725-FC20-F192-6D6716DE37D5}"/>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userDrawn="1">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userDrawn="1">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userDrawn="1">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userDrawn="1">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userDrawn="1">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September 24, 2026</a:t>
            </a:fld>
            <a:endParaRPr lang="en-US" dirty="0"/>
          </a:p>
        </p:txBody>
      </p:sp>
      <p:sp>
        <p:nvSpPr>
          <p:cNvPr id="36" name="Espaço Reservado para Texto 6">
            <a:extLst>
              <a:ext uri="{FF2B5EF4-FFF2-40B4-BE49-F238E27FC236}">
                <a16:creationId xmlns:a16="http://schemas.microsoft.com/office/drawing/2014/main" id="{984F9560-6699-43C8-BEE0-490CDFCBCF21}"/>
              </a:ext>
            </a:extLst>
          </p:cNvPr>
          <p:cNvSpPr>
            <a:spLocks noGrp="1"/>
          </p:cNvSpPr>
          <p:nvPr userDrawn="1">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userDrawn="1">
            <p:ph type="body" sz="quarter" idx="37"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3422534A-F1CB-BBFF-8CE5-5CB138892884}"/>
              </a:ext>
            </a:extLst>
          </p:cNvPr>
          <p:cNvSpPr>
            <a:spLocks noGrp="1"/>
          </p:cNvSpPr>
          <p:nvPr>
            <p:ph sz="quarter" idx="21" hasCustomPrompt="1"/>
          </p:nvPr>
        </p:nvSpPr>
        <p:spPr>
          <a:xfrm>
            <a:off x="382829" y="7896455"/>
            <a:ext cx="2952000"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052BA432-D493-B8B5-ADA1-4440290AC12E}"/>
              </a:ext>
            </a:extLst>
          </p:cNvPr>
          <p:cNvSpPr>
            <a:spLocks noGrp="1"/>
          </p:cNvSpPr>
          <p:nvPr>
            <p:ph sz="quarter" idx="22" hasCustomPrompt="1"/>
          </p:nvPr>
        </p:nvSpPr>
        <p:spPr>
          <a:xfrm>
            <a:off x="3536951" y="7896455"/>
            <a:ext cx="2952000"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 name="Espaço Reservado para Conteúdo 14">
            <a:extLst>
              <a:ext uri="{FF2B5EF4-FFF2-40B4-BE49-F238E27FC236}">
                <a16:creationId xmlns:a16="http://schemas.microsoft.com/office/drawing/2014/main" id="{78436872-10E7-F7BB-DA0B-A6FFDDD07333}"/>
              </a:ext>
            </a:extLst>
          </p:cNvPr>
          <p:cNvSpPr>
            <a:spLocks noGrp="1"/>
          </p:cNvSpPr>
          <p:nvPr>
            <p:ph sz="quarter" idx="24" hasCustomPrompt="1"/>
          </p:nvPr>
        </p:nvSpPr>
        <p:spPr>
          <a:xfrm>
            <a:off x="382829" y="7607837"/>
            <a:ext cx="2952000"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8" name="Espaço Reservado para Conteúdo 14">
            <a:extLst>
              <a:ext uri="{FF2B5EF4-FFF2-40B4-BE49-F238E27FC236}">
                <a16:creationId xmlns:a16="http://schemas.microsoft.com/office/drawing/2014/main" id="{19DBE73C-C2CD-83C2-C6D2-8217714624B1}"/>
              </a:ext>
            </a:extLst>
          </p:cNvPr>
          <p:cNvSpPr>
            <a:spLocks noGrp="1"/>
          </p:cNvSpPr>
          <p:nvPr>
            <p:ph sz="quarter" idx="25" hasCustomPrompt="1"/>
          </p:nvPr>
        </p:nvSpPr>
        <p:spPr>
          <a:xfrm>
            <a:off x="3536951" y="7607837"/>
            <a:ext cx="2952000"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10" name="Straight Connector 9">
            <a:extLst>
              <a:ext uri="{FF2B5EF4-FFF2-40B4-BE49-F238E27FC236}">
                <a16:creationId xmlns:a16="http://schemas.microsoft.com/office/drawing/2014/main" id="{15D71B80-AC72-49AC-B09D-E52C19B52064}"/>
              </a:ext>
            </a:extLst>
          </p:cNvPr>
          <p:cNvCxnSpPr>
            <a:cxnSpLocks/>
          </p:cNvCxnSpPr>
          <p:nvPr userDrawn="1"/>
        </p:nvCxnSpPr>
        <p:spPr>
          <a:xfrm>
            <a:off x="4227459" y="2150951"/>
            <a:ext cx="0" cy="5258910"/>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89BF6539-9496-327C-37FC-619DC6D9078A}"/>
              </a:ext>
            </a:extLst>
          </p:cNvPr>
          <p:cNvSpPr>
            <a:spLocks noGrp="1"/>
          </p:cNvSpPr>
          <p:nvPr>
            <p:ph type="body" sz="quarter" idx="27" hasCustomPrompt="1"/>
          </p:nvPr>
        </p:nvSpPr>
        <p:spPr>
          <a:xfrm>
            <a:off x="4330593" y="3551967"/>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13" name="Text Placeholder 4">
            <a:extLst>
              <a:ext uri="{FF2B5EF4-FFF2-40B4-BE49-F238E27FC236}">
                <a16:creationId xmlns:a16="http://schemas.microsoft.com/office/drawing/2014/main" id="{9FE7D662-06FD-4510-0814-E74815AED648}"/>
              </a:ext>
            </a:extLst>
          </p:cNvPr>
          <p:cNvSpPr>
            <a:spLocks noGrp="1"/>
          </p:cNvSpPr>
          <p:nvPr>
            <p:ph type="body" sz="quarter" idx="28" hasCustomPrompt="1"/>
          </p:nvPr>
        </p:nvSpPr>
        <p:spPr>
          <a:xfrm>
            <a:off x="4330593" y="3713764"/>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14" name="Text Placeholder 4">
            <a:extLst>
              <a:ext uri="{FF2B5EF4-FFF2-40B4-BE49-F238E27FC236}">
                <a16:creationId xmlns:a16="http://schemas.microsoft.com/office/drawing/2014/main" id="{66D34F81-1353-1F11-EDF6-131DEC8F78E3}"/>
              </a:ext>
            </a:extLst>
          </p:cNvPr>
          <p:cNvSpPr>
            <a:spLocks noGrp="1"/>
          </p:cNvSpPr>
          <p:nvPr>
            <p:ph type="body" sz="quarter" idx="29" hasCustomPrompt="1"/>
          </p:nvPr>
        </p:nvSpPr>
        <p:spPr>
          <a:xfrm>
            <a:off x="4330593" y="384063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16" name="Text Placeholder 4">
            <a:extLst>
              <a:ext uri="{FF2B5EF4-FFF2-40B4-BE49-F238E27FC236}">
                <a16:creationId xmlns:a16="http://schemas.microsoft.com/office/drawing/2014/main" id="{9C0F5FBA-7015-1C4F-6440-8D2DC566707E}"/>
              </a:ext>
            </a:extLst>
          </p:cNvPr>
          <p:cNvSpPr>
            <a:spLocks noGrp="1"/>
          </p:cNvSpPr>
          <p:nvPr>
            <p:ph type="body" sz="quarter" idx="30" hasCustomPrompt="1"/>
          </p:nvPr>
        </p:nvSpPr>
        <p:spPr>
          <a:xfrm>
            <a:off x="4330593" y="4038222"/>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17" name="Text Placeholder 4">
            <a:extLst>
              <a:ext uri="{FF2B5EF4-FFF2-40B4-BE49-F238E27FC236}">
                <a16:creationId xmlns:a16="http://schemas.microsoft.com/office/drawing/2014/main" id="{2F372600-E1E8-A42B-36DD-8F450B0D3FB6}"/>
              </a:ext>
            </a:extLst>
          </p:cNvPr>
          <p:cNvSpPr>
            <a:spLocks noGrp="1"/>
          </p:cNvSpPr>
          <p:nvPr>
            <p:ph type="body" sz="quarter" idx="31" hasCustomPrompt="1"/>
          </p:nvPr>
        </p:nvSpPr>
        <p:spPr>
          <a:xfrm>
            <a:off x="4330593" y="420001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18" name="Text Placeholder 4">
            <a:extLst>
              <a:ext uri="{FF2B5EF4-FFF2-40B4-BE49-F238E27FC236}">
                <a16:creationId xmlns:a16="http://schemas.microsoft.com/office/drawing/2014/main" id="{5BE5F1CC-0CA1-970E-03FC-5B891C2CEF42}"/>
              </a:ext>
            </a:extLst>
          </p:cNvPr>
          <p:cNvSpPr>
            <a:spLocks noGrp="1"/>
          </p:cNvSpPr>
          <p:nvPr>
            <p:ph type="body" sz="quarter" idx="32" hasCustomPrompt="1"/>
          </p:nvPr>
        </p:nvSpPr>
        <p:spPr>
          <a:xfrm>
            <a:off x="4330593" y="432689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19" name="Text Placeholder 4">
            <a:extLst>
              <a:ext uri="{FF2B5EF4-FFF2-40B4-BE49-F238E27FC236}">
                <a16:creationId xmlns:a16="http://schemas.microsoft.com/office/drawing/2014/main" id="{35824A92-0CF6-962F-0FE9-04EC29CA20F0}"/>
              </a:ext>
            </a:extLst>
          </p:cNvPr>
          <p:cNvSpPr>
            <a:spLocks noGrp="1"/>
          </p:cNvSpPr>
          <p:nvPr>
            <p:ph type="body" sz="quarter" idx="33" hasCustomPrompt="1"/>
          </p:nvPr>
        </p:nvSpPr>
        <p:spPr>
          <a:xfrm>
            <a:off x="4330593" y="4531792"/>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0" name="Text Placeholder 4">
            <a:extLst>
              <a:ext uri="{FF2B5EF4-FFF2-40B4-BE49-F238E27FC236}">
                <a16:creationId xmlns:a16="http://schemas.microsoft.com/office/drawing/2014/main" id="{0B3A3938-C409-5084-9827-D18788FC36AE}"/>
              </a:ext>
            </a:extLst>
          </p:cNvPr>
          <p:cNvSpPr>
            <a:spLocks noGrp="1"/>
          </p:cNvSpPr>
          <p:nvPr>
            <p:ph type="body" sz="quarter" idx="34" hasCustomPrompt="1"/>
          </p:nvPr>
        </p:nvSpPr>
        <p:spPr>
          <a:xfrm>
            <a:off x="4330593" y="469358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1" name="Text Placeholder 4">
            <a:extLst>
              <a:ext uri="{FF2B5EF4-FFF2-40B4-BE49-F238E27FC236}">
                <a16:creationId xmlns:a16="http://schemas.microsoft.com/office/drawing/2014/main" id="{110F7DB8-030A-FD87-106E-18EC0280F85D}"/>
              </a:ext>
            </a:extLst>
          </p:cNvPr>
          <p:cNvSpPr>
            <a:spLocks noGrp="1"/>
          </p:cNvSpPr>
          <p:nvPr>
            <p:ph type="body" sz="quarter" idx="35" hasCustomPrompt="1"/>
          </p:nvPr>
        </p:nvSpPr>
        <p:spPr>
          <a:xfrm>
            <a:off x="4330593" y="482046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2" name="Espaço Reservado para Conteúdo 14">
            <a:extLst>
              <a:ext uri="{FF2B5EF4-FFF2-40B4-BE49-F238E27FC236}">
                <a16:creationId xmlns:a16="http://schemas.microsoft.com/office/drawing/2014/main" id="{34EB6BD4-0983-55AD-E75C-92B427051854}"/>
              </a:ext>
            </a:extLst>
          </p:cNvPr>
          <p:cNvSpPr>
            <a:spLocks noGrp="1"/>
          </p:cNvSpPr>
          <p:nvPr>
            <p:ph sz="quarter" idx="40" hasCustomPrompt="1"/>
          </p:nvPr>
        </p:nvSpPr>
        <p:spPr>
          <a:xfrm>
            <a:off x="4330593" y="2150951"/>
            <a:ext cx="2159107" cy="123605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23" name="Text Placeholder 4">
            <a:extLst>
              <a:ext uri="{FF2B5EF4-FFF2-40B4-BE49-F238E27FC236}">
                <a16:creationId xmlns:a16="http://schemas.microsoft.com/office/drawing/2014/main" id="{C29922D5-A5CB-5E06-BEF1-C535371BF795}"/>
              </a:ext>
            </a:extLst>
          </p:cNvPr>
          <p:cNvSpPr>
            <a:spLocks noGrp="1"/>
          </p:cNvSpPr>
          <p:nvPr>
            <p:ph type="body" sz="quarter" idx="23"/>
          </p:nvPr>
        </p:nvSpPr>
        <p:spPr>
          <a:xfrm>
            <a:off x="390154" y="3836988"/>
            <a:ext cx="3734172" cy="3572873"/>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4" name="Text Placeholder 4">
            <a:extLst>
              <a:ext uri="{FF2B5EF4-FFF2-40B4-BE49-F238E27FC236}">
                <a16:creationId xmlns:a16="http://schemas.microsoft.com/office/drawing/2014/main" id="{61B2C06E-6371-A6FA-77BC-61B45402995B}"/>
              </a:ext>
            </a:extLst>
          </p:cNvPr>
          <p:cNvSpPr>
            <a:spLocks noGrp="1"/>
          </p:cNvSpPr>
          <p:nvPr>
            <p:ph type="body" sz="quarter" idx="42"/>
          </p:nvPr>
        </p:nvSpPr>
        <p:spPr>
          <a:xfrm>
            <a:off x="390154" y="2150952"/>
            <a:ext cx="3734171" cy="1541573"/>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Tree>
    <p:extLst>
      <p:ext uri="{BB962C8B-B14F-4D97-AF65-F5344CB8AC3E}">
        <p14:creationId xmlns:p14="http://schemas.microsoft.com/office/powerpoint/2010/main" val="3117013153"/>
      </p:ext>
    </p:extLst>
  </p:cSld>
  <p:clrMapOvr>
    <a:masterClrMapping/>
  </p:clrMapOvr>
  <p:extLst>
    <p:ext uri="{DCECCB84-F9BA-43D5-87BE-67443E8EF086}">
      <p15:sldGuideLst xmlns:p15="http://schemas.microsoft.com/office/powerpoint/2012/main">
        <p15:guide id="0" pos="2228" userDrawn="1">
          <p15:clr>
            <a:srgbClr val="FBAE40"/>
          </p15:clr>
        </p15:guide>
        <p15:guide id="1" pos="2092"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Text Placeholder 4">
            <a:extLst>
              <a:ext uri="{FF2B5EF4-FFF2-40B4-BE49-F238E27FC236}">
                <a16:creationId xmlns:a16="http://schemas.microsoft.com/office/drawing/2014/main" id="{940F99CF-8986-12A5-817F-97B685225E90}"/>
              </a:ext>
            </a:extLst>
          </p:cNvPr>
          <p:cNvSpPr>
            <a:spLocks noGrp="1"/>
          </p:cNvSpPr>
          <p:nvPr>
            <p:ph type="body" sz="quarter" idx="27" hasCustomPrompt="1"/>
          </p:nvPr>
        </p:nvSpPr>
        <p:spPr>
          <a:xfrm>
            <a:off x="4330593" y="5026703"/>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0140C41B-2354-17F2-8688-7AB404EEA1F0}"/>
              </a:ext>
            </a:extLst>
          </p:cNvPr>
          <p:cNvSpPr>
            <a:spLocks noGrp="1"/>
          </p:cNvSpPr>
          <p:nvPr>
            <p:ph type="body" sz="quarter" idx="28" hasCustomPrompt="1"/>
          </p:nvPr>
        </p:nvSpPr>
        <p:spPr>
          <a:xfrm>
            <a:off x="4330593" y="5188500"/>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88382CAA-FCB9-2AEB-20BA-5D243A50978F}"/>
              </a:ext>
            </a:extLst>
          </p:cNvPr>
          <p:cNvSpPr>
            <a:spLocks noGrp="1"/>
          </p:cNvSpPr>
          <p:nvPr>
            <p:ph type="body" sz="quarter" idx="29" hasCustomPrompt="1"/>
          </p:nvPr>
        </p:nvSpPr>
        <p:spPr>
          <a:xfrm>
            <a:off x="4330593" y="531537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91E52212-A260-84D8-2C50-08CDC08A8BB7}"/>
              </a:ext>
            </a:extLst>
          </p:cNvPr>
          <p:cNvSpPr>
            <a:spLocks noGrp="1"/>
          </p:cNvSpPr>
          <p:nvPr>
            <p:ph type="body" sz="quarter" idx="30" hasCustomPrompt="1"/>
          </p:nvPr>
        </p:nvSpPr>
        <p:spPr>
          <a:xfrm>
            <a:off x="4330593" y="551295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FD566518-7137-787A-8B48-3DC74BA88C36}"/>
              </a:ext>
            </a:extLst>
          </p:cNvPr>
          <p:cNvSpPr>
            <a:spLocks noGrp="1"/>
          </p:cNvSpPr>
          <p:nvPr>
            <p:ph type="body" sz="quarter" idx="31" hasCustomPrompt="1"/>
          </p:nvPr>
        </p:nvSpPr>
        <p:spPr>
          <a:xfrm>
            <a:off x="4330593" y="567475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128DB013-695D-1616-A486-7F2B38589E64}"/>
              </a:ext>
            </a:extLst>
          </p:cNvPr>
          <p:cNvSpPr>
            <a:spLocks noGrp="1"/>
          </p:cNvSpPr>
          <p:nvPr>
            <p:ph type="body" sz="quarter" idx="32" hasCustomPrompt="1"/>
          </p:nvPr>
        </p:nvSpPr>
        <p:spPr>
          <a:xfrm>
            <a:off x="4330593" y="580162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88A24351-08B2-83F8-B4F8-D55D3F07EF7B}"/>
              </a:ext>
            </a:extLst>
          </p:cNvPr>
          <p:cNvSpPr>
            <a:spLocks noGrp="1"/>
          </p:cNvSpPr>
          <p:nvPr>
            <p:ph type="body" sz="quarter" idx="33" hasCustomPrompt="1"/>
          </p:nvPr>
        </p:nvSpPr>
        <p:spPr>
          <a:xfrm>
            <a:off x="4330593" y="600652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C9E1A8CB-1D01-FB8E-FFF5-6ACBA780081F}"/>
              </a:ext>
            </a:extLst>
          </p:cNvPr>
          <p:cNvSpPr>
            <a:spLocks noGrp="1"/>
          </p:cNvSpPr>
          <p:nvPr>
            <p:ph type="body" sz="quarter" idx="34" hasCustomPrompt="1"/>
          </p:nvPr>
        </p:nvSpPr>
        <p:spPr>
          <a:xfrm>
            <a:off x="4330593" y="616832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1AE7C39D-EA22-C5DB-A675-845E341B399F}"/>
              </a:ext>
            </a:extLst>
          </p:cNvPr>
          <p:cNvSpPr>
            <a:spLocks noGrp="1"/>
          </p:cNvSpPr>
          <p:nvPr>
            <p:ph type="body" sz="quarter" idx="35" hasCustomPrompt="1"/>
          </p:nvPr>
        </p:nvSpPr>
        <p:spPr>
          <a:xfrm>
            <a:off x="4330593" y="629519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3" name="Espaço Reservado para Conteúdo 14">
            <a:extLst>
              <a:ext uri="{FF2B5EF4-FFF2-40B4-BE49-F238E27FC236}">
                <a16:creationId xmlns:a16="http://schemas.microsoft.com/office/drawing/2014/main" id="{4D005A3B-2044-D406-2A9E-49AD2BFCCD4B}"/>
              </a:ext>
            </a:extLst>
          </p:cNvPr>
          <p:cNvSpPr>
            <a:spLocks noGrp="1"/>
          </p:cNvSpPr>
          <p:nvPr>
            <p:ph sz="quarter" idx="40" hasCustomPrompt="1"/>
          </p:nvPr>
        </p:nvSpPr>
        <p:spPr>
          <a:xfrm>
            <a:off x="4330593" y="3695191"/>
            <a:ext cx="2159107" cy="123486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cxnSp>
        <p:nvCxnSpPr>
          <p:cNvPr id="34" name="Straight Connector 33">
            <a:extLst>
              <a:ext uri="{FF2B5EF4-FFF2-40B4-BE49-F238E27FC236}">
                <a16:creationId xmlns:a16="http://schemas.microsoft.com/office/drawing/2014/main" id="{AF1BA942-F3DB-C7E0-BAED-A17071503BC2}"/>
              </a:ext>
            </a:extLst>
          </p:cNvPr>
          <p:cNvCxnSpPr>
            <a:cxnSpLocks/>
          </p:cNvCxnSpPr>
          <p:nvPr userDrawn="1"/>
        </p:nvCxnSpPr>
        <p:spPr>
          <a:xfrm>
            <a:off x="4227459" y="3692525"/>
            <a:ext cx="0" cy="403633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Text Placeholder 4">
            <a:extLst>
              <a:ext uri="{FF2B5EF4-FFF2-40B4-BE49-F238E27FC236}">
                <a16:creationId xmlns:a16="http://schemas.microsoft.com/office/drawing/2014/main" id="{36541823-4E2D-CA37-F162-ECE90D8582A7}"/>
              </a:ext>
            </a:extLst>
          </p:cNvPr>
          <p:cNvSpPr>
            <a:spLocks noGrp="1"/>
          </p:cNvSpPr>
          <p:nvPr>
            <p:ph type="body" sz="quarter" idx="23"/>
          </p:nvPr>
        </p:nvSpPr>
        <p:spPr>
          <a:xfrm>
            <a:off x="390154" y="3692524"/>
            <a:ext cx="3734170" cy="4036332"/>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36" name="Text Placeholder 4">
            <a:extLst>
              <a:ext uri="{FF2B5EF4-FFF2-40B4-BE49-F238E27FC236}">
                <a16:creationId xmlns:a16="http://schemas.microsoft.com/office/drawing/2014/main" id="{921245B7-AB30-4FB7-CF96-2E86016A7C44}"/>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pic>
        <p:nvPicPr>
          <p:cNvPr id="22" name="Graphic 21">
            <a:extLst>
              <a:ext uri="{FF2B5EF4-FFF2-40B4-BE49-F238E27FC236}">
                <a16:creationId xmlns:a16="http://schemas.microsoft.com/office/drawing/2014/main" id="{4CAB420E-0A94-D115-0077-F9F55F89139D}"/>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3" name="Picture 22" descr="A blue and white dot pattern&#10;&#10;AI-generated content may be incorrect.">
            <a:extLst>
              <a:ext uri="{FF2B5EF4-FFF2-40B4-BE49-F238E27FC236}">
                <a16:creationId xmlns:a16="http://schemas.microsoft.com/office/drawing/2014/main" id="{7F805A88-8B36-4FC0-2BAC-7102017DAE07}"/>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37" name="Graphic 36">
            <a:extLst>
              <a:ext uri="{FF2B5EF4-FFF2-40B4-BE49-F238E27FC236}">
                <a16:creationId xmlns:a16="http://schemas.microsoft.com/office/drawing/2014/main" id="{635058DA-5475-8BF5-129B-1EE343C5E3C6}"/>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41" name="Rectangle 40">
            <a:extLst>
              <a:ext uri="{FF2B5EF4-FFF2-40B4-BE49-F238E27FC236}">
                <a16:creationId xmlns:a16="http://schemas.microsoft.com/office/drawing/2014/main" id="{8CBEA2C4-70F8-1154-FB31-9D26C9A42D0D}"/>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2" name="Espaço Reservado para Texto 6">
            <a:extLst>
              <a:ext uri="{FF2B5EF4-FFF2-40B4-BE49-F238E27FC236}">
                <a16:creationId xmlns:a16="http://schemas.microsoft.com/office/drawing/2014/main" id="{C47910B7-568C-3E88-95FA-56FAB4778E25}"/>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3" name="Group 42">
            <a:extLst>
              <a:ext uri="{FF2B5EF4-FFF2-40B4-BE49-F238E27FC236}">
                <a16:creationId xmlns:a16="http://schemas.microsoft.com/office/drawing/2014/main" id="{50445D10-5B4D-1FC3-55EF-1D91917A065A}"/>
              </a:ext>
            </a:extLst>
          </p:cNvPr>
          <p:cNvGrpSpPr/>
          <p:nvPr userDrawn="1"/>
        </p:nvGrpSpPr>
        <p:grpSpPr>
          <a:xfrm>
            <a:off x="390154" y="406178"/>
            <a:ext cx="1240285" cy="341910"/>
            <a:chOff x="2700591" y="2522601"/>
            <a:chExt cx="6428993" cy="1772284"/>
          </a:xfrm>
        </p:grpSpPr>
        <p:sp>
          <p:nvSpPr>
            <p:cNvPr id="44" name="Freeform: Shape 40">
              <a:extLst>
                <a:ext uri="{FF2B5EF4-FFF2-40B4-BE49-F238E27FC236}">
                  <a16:creationId xmlns:a16="http://schemas.microsoft.com/office/drawing/2014/main" id="{FF71E2E5-E6E2-0C32-655B-4E016B2592F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5" name="Graphic 20">
              <a:extLst>
                <a:ext uri="{FF2B5EF4-FFF2-40B4-BE49-F238E27FC236}">
                  <a16:creationId xmlns:a16="http://schemas.microsoft.com/office/drawing/2014/main" id="{A1160CB9-1491-3F15-932D-6F25368647FB}"/>
                </a:ext>
              </a:extLst>
            </p:cNvPr>
            <p:cNvGrpSpPr/>
            <p:nvPr/>
          </p:nvGrpSpPr>
          <p:grpSpPr>
            <a:xfrm>
              <a:off x="5034660" y="3339528"/>
              <a:ext cx="4094924" cy="747077"/>
              <a:chOff x="5034660" y="3339528"/>
              <a:chExt cx="4094924" cy="747077"/>
            </a:xfrm>
            <a:solidFill>
              <a:srgbClr val="FFFFFF"/>
            </a:solidFill>
          </p:grpSpPr>
          <p:sp>
            <p:nvSpPr>
              <p:cNvPr id="46" name="Freeform: Shape 42">
                <a:extLst>
                  <a:ext uri="{FF2B5EF4-FFF2-40B4-BE49-F238E27FC236}">
                    <a16:creationId xmlns:a16="http://schemas.microsoft.com/office/drawing/2014/main" id="{AC720A55-3697-F62E-3140-B4B6F386517E}"/>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7" name="Freeform: Shape 43">
                <a:extLst>
                  <a:ext uri="{FF2B5EF4-FFF2-40B4-BE49-F238E27FC236}">
                    <a16:creationId xmlns:a16="http://schemas.microsoft.com/office/drawing/2014/main" id="{3184EE8E-9FAA-955A-267B-4CDB02A7A3C7}"/>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8" name="Freeform: Shape 44">
                <a:extLst>
                  <a:ext uri="{FF2B5EF4-FFF2-40B4-BE49-F238E27FC236}">
                    <a16:creationId xmlns:a16="http://schemas.microsoft.com/office/drawing/2014/main" id="{CD1F6BEB-4C47-857A-7BC0-5AA4F690B143}"/>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9" name="Freeform: Shape 45">
                <a:extLst>
                  <a:ext uri="{FF2B5EF4-FFF2-40B4-BE49-F238E27FC236}">
                    <a16:creationId xmlns:a16="http://schemas.microsoft.com/office/drawing/2014/main" id="{128423AA-7459-6F7E-819C-5DE5E497CD69}"/>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50" name="Freeform: Shape 46">
                <a:extLst>
                  <a:ext uri="{FF2B5EF4-FFF2-40B4-BE49-F238E27FC236}">
                    <a16:creationId xmlns:a16="http://schemas.microsoft.com/office/drawing/2014/main" id="{4CEB9D67-85BF-A5AC-4D96-8BFC4C3760BE}"/>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51" name="Freeform: Shape 47">
                <a:extLst>
                  <a:ext uri="{FF2B5EF4-FFF2-40B4-BE49-F238E27FC236}">
                    <a16:creationId xmlns:a16="http://schemas.microsoft.com/office/drawing/2014/main" id="{05075832-6ABB-B69D-B6EF-F5AF63922CFC}"/>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2" name="Freeform: Shape 48">
                <a:extLst>
                  <a:ext uri="{FF2B5EF4-FFF2-40B4-BE49-F238E27FC236}">
                    <a16:creationId xmlns:a16="http://schemas.microsoft.com/office/drawing/2014/main" id="{9F517DAC-F307-7045-2FA5-846E86E2E930}"/>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3" name="Freeform: Shape 49">
                <a:extLst>
                  <a:ext uri="{FF2B5EF4-FFF2-40B4-BE49-F238E27FC236}">
                    <a16:creationId xmlns:a16="http://schemas.microsoft.com/office/drawing/2014/main" id="{A406673A-0EDD-0165-F953-A4D02C86C1FB}"/>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5" name="Espaço Reservado para Texto 6">
            <a:extLst>
              <a:ext uri="{FF2B5EF4-FFF2-40B4-BE49-F238E27FC236}">
                <a16:creationId xmlns:a16="http://schemas.microsoft.com/office/drawing/2014/main" id="{EEDF3783-FF4C-74D1-C6CF-53A7F73D871C}"/>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6" name="Date Placeholder 1">
            <a:extLst>
              <a:ext uri="{FF2B5EF4-FFF2-40B4-BE49-F238E27FC236}">
                <a16:creationId xmlns:a16="http://schemas.microsoft.com/office/drawing/2014/main" id="{DD5E9FA3-7626-82A6-0ECD-999CE74FFEE1}"/>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September 24, 2026</a:t>
            </a:fld>
            <a:endParaRPr lang="en-US" dirty="0"/>
          </a:p>
        </p:txBody>
      </p:sp>
      <p:sp>
        <p:nvSpPr>
          <p:cNvPr id="57" name="Espaço Reservado para Texto 6">
            <a:extLst>
              <a:ext uri="{FF2B5EF4-FFF2-40B4-BE49-F238E27FC236}">
                <a16:creationId xmlns:a16="http://schemas.microsoft.com/office/drawing/2014/main" id="{629D0B6B-57EC-157E-009C-9AAD86067E5D}"/>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6B23C9D9-D221-14FE-B73D-CEDC08C3A690}"/>
              </a:ext>
            </a:extLst>
          </p:cNvPr>
          <p:cNvSpPr>
            <a:spLocks noGrp="1"/>
          </p:cNvSpPr>
          <p:nvPr>
            <p:ph type="body" sz="quarter" idx="41"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91587939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Text Placeholder 4">
            <a:extLst>
              <a:ext uri="{FF2B5EF4-FFF2-40B4-BE49-F238E27FC236}">
                <a16:creationId xmlns:a16="http://schemas.microsoft.com/office/drawing/2014/main" id="{9CDC6F15-9156-27BD-DE24-345453CF452B}"/>
              </a:ext>
            </a:extLst>
          </p:cNvPr>
          <p:cNvSpPr>
            <a:spLocks noGrp="1"/>
          </p:cNvSpPr>
          <p:nvPr>
            <p:ph type="body" sz="quarter" idx="20"/>
          </p:nvPr>
        </p:nvSpPr>
        <p:spPr>
          <a:xfrm>
            <a:off x="390154" y="2150950"/>
            <a:ext cx="6098400"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4" name="Text Placeholder 4">
            <a:extLst>
              <a:ext uri="{FF2B5EF4-FFF2-40B4-BE49-F238E27FC236}">
                <a16:creationId xmlns:a16="http://schemas.microsoft.com/office/drawing/2014/main" id="{D09E0B4F-0CB9-DC61-CCA9-25A73A1C8DD4}"/>
              </a:ext>
            </a:extLst>
          </p:cNvPr>
          <p:cNvSpPr>
            <a:spLocks noGrp="1"/>
          </p:cNvSpPr>
          <p:nvPr>
            <p:ph type="body" sz="quarter" idx="23"/>
          </p:nvPr>
        </p:nvSpPr>
        <p:spPr>
          <a:xfrm>
            <a:off x="390154" y="3691053"/>
            <a:ext cx="3734170" cy="4018975"/>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5" name="Text Placeholder 4">
            <a:extLst>
              <a:ext uri="{FF2B5EF4-FFF2-40B4-BE49-F238E27FC236}">
                <a16:creationId xmlns:a16="http://schemas.microsoft.com/office/drawing/2014/main" id="{5A7F030E-73C4-E07A-33DF-312D56F0F76C}"/>
              </a:ext>
            </a:extLst>
          </p:cNvPr>
          <p:cNvSpPr>
            <a:spLocks noGrp="1"/>
          </p:cNvSpPr>
          <p:nvPr>
            <p:ph type="body" sz="quarter" idx="27" hasCustomPrompt="1"/>
          </p:nvPr>
        </p:nvSpPr>
        <p:spPr>
          <a:xfrm>
            <a:off x="4330593" y="5026703"/>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6" name="Text Placeholder 4">
            <a:extLst>
              <a:ext uri="{FF2B5EF4-FFF2-40B4-BE49-F238E27FC236}">
                <a16:creationId xmlns:a16="http://schemas.microsoft.com/office/drawing/2014/main" id="{BB3A3439-E17D-6D38-1316-DAE169B84D8D}"/>
              </a:ext>
            </a:extLst>
          </p:cNvPr>
          <p:cNvSpPr>
            <a:spLocks noGrp="1"/>
          </p:cNvSpPr>
          <p:nvPr>
            <p:ph type="body" sz="quarter" idx="28" hasCustomPrompt="1"/>
          </p:nvPr>
        </p:nvSpPr>
        <p:spPr>
          <a:xfrm>
            <a:off x="4330593" y="5188500"/>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8" name="Text Placeholder 4">
            <a:extLst>
              <a:ext uri="{FF2B5EF4-FFF2-40B4-BE49-F238E27FC236}">
                <a16:creationId xmlns:a16="http://schemas.microsoft.com/office/drawing/2014/main" id="{D879252A-E1C2-E728-21D3-50B31743B00B}"/>
              </a:ext>
            </a:extLst>
          </p:cNvPr>
          <p:cNvSpPr>
            <a:spLocks noGrp="1"/>
          </p:cNvSpPr>
          <p:nvPr>
            <p:ph type="body" sz="quarter" idx="29" hasCustomPrompt="1"/>
          </p:nvPr>
        </p:nvSpPr>
        <p:spPr>
          <a:xfrm>
            <a:off x="4330593" y="531537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9" name="Text Placeholder 4">
            <a:extLst>
              <a:ext uri="{FF2B5EF4-FFF2-40B4-BE49-F238E27FC236}">
                <a16:creationId xmlns:a16="http://schemas.microsoft.com/office/drawing/2014/main" id="{F9B99FB5-852F-6BAD-F3AA-BCFE83FADD59}"/>
              </a:ext>
            </a:extLst>
          </p:cNvPr>
          <p:cNvSpPr>
            <a:spLocks noGrp="1"/>
          </p:cNvSpPr>
          <p:nvPr>
            <p:ph type="body" sz="quarter" idx="30" hasCustomPrompt="1"/>
          </p:nvPr>
        </p:nvSpPr>
        <p:spPr>
          <a:xfrm>
            <a:off x="4330593" y="551295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0" name="Text Placeholder 4">
            <a:extLst>
              <a:ext uri="{FF2B5EF4-FFF2-40B4-BE49-F238E27FC236}">
                <a16:creationId xmlns:a16="http://schemas.microsoft.com/office/drawing/2014/main" id="{40246B11-FD7D-36D8-6E07-4D3E3BAC269E}"/>
              </a:ext>
            </a:extLst>
          </p:cNvPr>
          <p:cNvSpPr>
            <a:spLocks noGrp="1"/>
          </p:cNvSpPr>
          <p:nvPr>
            <p:ph type="body" sz="quarter" idx="31" hasCustomPrompt="1"/>
          </p:nvPr>
        </p:nvSpPr>
        <p:spPr>
          <a:xfrm>
            <a:off x="4330593" y="567475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1" name="Text Placeholder 4">
            <a:extLst>
              <a:ext uri="{FF2B5EF4-FFF2-40B4-BE49-F238E27FC236}">
                <a16:creationId xmlns:a16="http://schemas.microsoft.com/office/drawing/2014/main" id="{6BB6FA29-C19C-7F7C-3184-635E561111AC}"/>
              </a:ext>
            </a:extLst>
          </p:cNvPr>
          <p:cNvSpPr>
            <a:spLocks noGrp="1"/>
          </p:cNvSpPr>
          <p:nvPr>
            <p:ph type="body" sz="quarter" idx="32" hasCustomPrompt="1"/>
          </p:nvPr>
        </p:nvSpPr>
        <p:spPr>
          <a:xfrm>
            <a:off x="4330593" y="580162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2" name="Text Placeholder 4">
            <a:extLst>
              <a:ext uri="{FF2B5EF4-FFF2-40B4-BE49-F238E27FC236}">
                <a16:creationId xmlns:a16="http://schemas.microsoft.com/office/drawing/2014/main" id="{5AB78DE9-33F1-89EC-EAD1-9DA325469D9C}"/>
              </a:ext>
            </a:extLst>
          </p:cNvPr>
          <p:cNvSpPr>
            <a:spLocks noGrp="1"/>
          </p:cNvSpPr>
          <p:nvPr>
            <p:ph type="body" sz="quarter" idx="33" hasCustomPrompt="1"/>
          </p:nvPr>
        </p:nvSpPr>
        <p:spPr>
          <a:xfrm>
            <a:off x="4330593" y="600652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3" name="Text Placeholder 4">
            <a:extLst>
              <a:ext uri="{FF2B5EF4-FFF2-40B4-BE49-F238E27FC236}">
                <a16:creationId xmlns:a16="http://schemas.microsoft.com/office/drawing/2014/main" id="{5E8516FE-9642-556F-F777-2569F79C7BFC}"/>
              </a:ext>
            </a:extLst>
          </p:cNvPr>
          <p:cNvSpPr>
            <a:spLocks noGrp="1"/>
          </p:cNvSpPr>
          <p:nvPr>
            <p:ph type="body" sz="quarter" idx="34" hasCustomPrompt="1"/>
          </p:nvPr>
        </p:nvSpPr>
        <p:spPr>
          <a:xfrm>
            <a:off x="4330593" y="616832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4" name="Text Placeholder 4">
            <a:extLst>
              <a:ext uri="{FF2B5EF4-FFF2-40B4-BE49-F238E27FC236}">
                <a16:creationId xmlns:a16="http://schemas.microsoft.com/office/drawing/2014/main" id="{5FC8989C-C279-357C-1E1A-D58DEA9EF4A5}"/>
              </a:ext>
            </a:extLst>
          </p:cNvPr>
          <p:cNvSpPr>
            <a:spLocks noGrp="1"/>
          </p:cNvSpPr>
          <p:nvPr>
            <p:ph type="body" sz="quarter" idx="35" hasCustomPrompt="1"/>
          </p:nvPr>
        </p:nvSpPr>
        <p:spPr>
          <a:xfrm>
            <a:off x="4330593" y="629519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9" name="Espaço Reservado para Conteúdo 14">
            <a:extLst>
              <a:ext uri="{FF2B5EF4-FFF2-40B4-BE49-F238E27FC236}">
                <a16:creationId xmlns:a16="http://schemas.microsoft.com/office/drawing/2014/main" id="{0367F594-505D-738C-FC34-474862284B60}"/>
              </a:ext>
            </a:extLst>
          </p:cNvPr>
          <p:cNvSpPr>
            <a:spLocks noGrp="1"/>
          </p:cNvSpPr>
          <p:nvPr>
            <p:ph sz="quarter" idx="21" hasCustomPrompt="1"/>
          </p:nvPr>
        </p:nvSpPr>
        <p:spPr>
          <a:xfrm>
            <a:off x="382830" y="8150455"/>
            <a:ext cx="610686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2BBD1FCD-CECD-31A7-94DA-02CCEF482D42}"/>
              </a:ext>
            </a:extLst>
          </p:cNvPr>
          <p:cNvSpPr>
            <a:spLocks noGrp="1"/>
          </p:cNvSpPr>
          <p:nvPr>
            <p:ph sz="quarter" idx="22" hasCustomPrompt="1"/>
          </p:nvPr>
        </p:nvSpPr>
        <p:spPr>
          <a:xfrm>
            <a:off x="4330593" y="6790831"/>
            <a:ext cx="2159107" cy="91919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8" name="Espaço Reservado para Conteúdo 14">
            <a:extLst>
              <a:ext uri="{FF2B5EF4-FFF2-40B4-BE49-F238E27FC236}">
                <a16:creationId xmlns:a16="http://schemas.microsoft.com/office/drawing/2014/main" id="{BA06DE38-13ED-2B77-02BB-67B91D04C2A2}"/>
              </a:ext>
            </a:extLst>
          </p:cNvPr>
          <p:cNvSpPr>
            <a:spLocks noGrp="1"/>
          </p:cNvSpPr>
          <p:nvPr>
            <p:ph sz="quarter" idx="37" hasCustomPrompt="1"/>
          </p:nvPr>
        </p:nvSpPr>
        <p:spPr>
          <a:xfrm>
            <a:off x="382830" y="7861837"/>
            <a:ext cx="610686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9" name="Espaço Reservado para Conteúdo 14">
            <a:extLst>
              <a:ext uri="{FF2B5EF4-FFF2-40B4-BE49-F238E27FC236}">
                <a16:creationId xmlns:a16="http://schemas.microsoft.com/office/drawing/2014/main" id="{C1B6818F-6251-98B3-CD88-0BD6F91489D4}"/>
              </a:ext>
            </a:extLst>
          </p:cNvPr>
          <p:cNvSpPr>
            <a:spLocks noGrp="1"/>
          </p:cNvSpPr>
          <p:nvPr>
            <p:ph sz="quarter" idx="24" hasCustomPrompt="1"/>
          </p:nvPr>
        </p:nvSpPr>
        <p:spPr>
          <a:xfrm>
            <a:off x="4330593" y="65022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60" name="Espaço Reservado para Conteúdo 14">
            <a:extLst>
              <a:ext uri="{FF2B5EF4-FFF2-40B4-BE49-F238E27FC236}">
                <a16:creationId xmlns:a16="http://schemas.microsoft.com/office/drawing/2014/main" id="{9ED6545B-3ECC-FC98-B90F-BBC0841F64A7}"/>
              </a:ext>
            </a:extLst>
          </p:cNvPr>
          <p:cNvSpPr>
            <a:spLocks noGrp="1"/>
          </p:cNvSpPr>
          <p:nvPr>
            <p:ph sz="quarter" idx="41" hasCustomPrompt="1"/>
          </p:nvPr>
        </p:nvSpPr>
        <p:spPr>
          <a:xfrm>
            <a:off x="4330593" y="3695191"/>
            <a:ext cx="2159107" cy="123486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cxnSp>
        <p:nvCxnSpPr>
          <p:cNvPr id="70" name="Straight Connector 69">
            <a:extLst>
              <a:ext uri="{FF2B5EF4-FFF2-40B4-BE49-F238E27FC236}">
                <a16:creationId xmlns:a16="http://schemas.microsoft.com/office/drawing/2014/main" id="{C89909FC-D97F-7AAE-54BD-012E87CABC70}"/>
              </a:ext>
            </a:extLst>
          </p:cNvPr>
          <p:cNvCxnSpPr>
            <a:cxnSpLocks/>
          </p:cNvCxnSpPr>
          <p:nvPr userDrawn="1"/>
        </p:nvCxnSpPr>
        <p:spPr>
          <a:xfrm>
            <a:off x="4227459" y="3692525"/>
            <a:ext cx="0" cy="403633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pic>
        <p:nvPicPr>
          <p:cNvPr id="3" name="Graphic 2">
            <a:extLst>
              <a:ext uri="{FF2B5EF4-FFF2-40B4-BE49-F238E27FC236}">
                <a16:creationId xmlns:a16="http://schemas.microsoft.com/office/drawing/2014/main" id="{7DE368EF-9DBD-D2EB-FE88-5082F657D82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92F8F97F-64C3-B5F1-CC17-D7DD0BA445B2}"/>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1E08EE3C-A447-126D-DDD8-AA16CB5FBCC5}"/>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5" name="Rectangle 34">
            <a:extLst>
              <a:ext uri="{FF2B5EF4-FFF2-40B4-BE49-F238E27FC236}">
                <a16:creationId xmlns:a16="http://schemas.microsoft.com/office/drawing/2014/main" id="{6F30ED1A-F839-4155-2DF1-3B08CC622F3C}"/>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38" name="Espaço Reservado para Texto 6">
            <a:extLst>
              <a:ext uri="{FF2B5EF4-FFF2-40B4-BE49-F238E27FC236}">
                <a16:creationId xmlns:a16="http://schemas.microsoft.com/office/drawing/2014/main" id="{765BBC64-340B-AEE8-3114-AC48D39E3DCD}"/>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51" name="Group 50">
            <a:extLst>
              <a:ext uri="{FF2B5EF4-FFF2-40B4-BE49-F238E27FC236}">
                <a16:creationId xmlns:a16="http://schemas.microsoft.com/office/drawing/2014/main" id="{DB04402B-D0F7-6E96-DF15-6F460AD07D70}"/>
              </a:ext>
            </a:extLst>
          </p:cNvPr>
          <p:cNvGrpSpPr/>
          <p:nvPr userDrawn="1"/>
        </p:nvGrpSpPr>
        <p:grpSpPr>
          <a:xfrm>
            <a:off x="390154" y="406178"/>
            <a:ext cx="1240285" cy="341910"/>
            <a:chOff x="2700591" y="2522601"/>
            <a:chExt cx="6428993" cy="1772284"/>
          </a:xfrm>
        </p:grpSpPr>
        <p:sp>
          <p:nvSpPr>
            <p:cNvPr id="53" name="Freeform: Shape 40">
              <a:extLst>
                <a:ext uri="{FF2B5EF4-FFF2-40B4-BE49-F238E27FC236}">
                  <a16:creationId xmlns:a16="http://schemas.microsoft.com/office/drawing/2014/main" id="{DF551665-3C6D-B239-C827-584E974971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084CE03A-3B82-E1CE-CA1E-2980BB054ABB}"/>
                </a:ext>
              </a:extLst>
            </p:cNvPr>
            <p:cNvGrpSpPr/>
            <p:nvPr/>
          </p:nvGrpSpPr>
          <p:grpSpPr>
            <a:xfrm>
              <a:off x="5034660" y="3339528"/>
              <a:ext cx="4094924" cy="747077"/>
              <a:chOff x="5034660" y="3339528"/>
              <a:chExt cx="4094924" cy="747077"/>
            </a:xfrm>
            <a:solidFill>
              <a:srgbClr val="FFFFFF"/>
            </a:solidFill>
          </p:grpSpPr>
          <p:sp>
            <p:nvSpPr>
              <p:cNvPr id="55" name="Freeform: Shape 42">
                <a:extLst>
                  <a:ext uri="{FF2B5EF4-FFF2-40B4-BE49-F238E27FC236}">
                    <a16:creationId xmlns:a16="http://schemas.microsoft.com/office/drawing/2014/main" id="{5DD8F7C7-C66B-0E88-0338-C15BB7C4829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7" name="Freeform: Shape 43">
                <a:extLst>
                  <a:ext uri="{FF2B5EF4-FFF2-40B4-BE49-F238E27FC236}">
                    <a16:creationId xmlns:a16="http://schemas.microsoft.com/office/drawing/2014/main" id="{8EB900E1-B6FE-5006-C7AB-386F591035F4}"/>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61" name="Freeform: Shape 44">
                <a:extLst>
                  <a:ext uri="{FF2B5EF4-FFF2-40B4-BE49-F238E27FC236}">
                    <a16:creationId xmlns:a16="http://schemas.microsoft.com/office/drawing/2014/main" id="{3E68FD6F-A3BA-8ED9-44C9-548F7ECB58F1}"/>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62" name="Freeform: Shape 45">
                <a:extLst>
                  <a:ext uri="{FF2B5EF4-FFF2-40B4-BE49-F238E27FC236}">
                    <a16:creationId xmlns:a16="http://schemas.microsoft.com/office/drawing/2014/main" id="{2A0F1337-B604-F12F-4E54-B9BB6B1DE57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63" name="Freeform: Shape 46">
                <a:extLst>
                  <a:ext uri="{FF2B5EF4-FFF2-40B4-BE49-F238E27FC236}">
                    <a16:creationId xmlns:a16="http://schemas.microsoft.com/office/drawing/2014/main" id="{43843578-116B-0B3C-9613-5806743ED7F4}"/>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64" name="Freeform: Shape 47">
                <a:extLst>
                  <a:ext uri="{FF2B5EF4-FFF2-40B4-BE49-F238E27FC236}">
                    <a16:creationId xmlns:a16="http://schemas.microsoft.com/office/drawing/2014/main" id="{E198D074-C2A9-27A2-DD70-957167587712}"/>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65" name="Freeform: Shape 48">
                <a:extLst>
                  <a:ext uri="{FF2B5EF4-FFF2-40B4-BE49-F238E27FC236}">
                    <a16:creationId xmlns:a16="http://schemas.microsoft.com/office/drawing/2014/main" id="{2B87AE26-76BA-EF21-EC91-226F3E2FD9A7}"/>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66" name="Freeform: Shape 49">
                <a:extLst>
                  <a:ext uri="{FF2B5EF4-FFF2-40B4-BE49-F238E27FC236}">
                    <a16:creationId xmlns:a16="http://schemas.microsoft.com/office/drawing/2014/main" id="{9A6F990E-C626-7C53-CAB3-36C7F46AE355}"/>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67" name="Espaço Reservado para Texto 6">
            <a:extLst>
              <a:ext uri="{FF2B5EF4-FFF2-40B4-BE49-F238E27FC236}">
                <a16:creationId xmlns:a16="http://schemas.microsoft.com/office/drawing/2014/main" id="{4FD74D62-0AC6-7F8E-2129-D927075C87F0}"/>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68" name="Date Placeholder 1">
            <a:extLst>
              <a:ext uri="{FF2B5EF4-FFF2-40B4-BE49-F238E27FC236}">
                <a16:creationId xmlns:a16="http://schemas.microsoft.com/office/drawing/2014/main" id="{5D5AFE9C-9406-C324-70B7-61AE233586C1}"/>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September 24, 2026</a:t>
            </a:fld>
            <a:endParaRPr lang="en-US" dirty="0"/>
          </a:p>
        </p:txBody>
      </p:sp>
      <p:sp>
        <p:nvSpPr>
          <p:cNvPr id="69" name="Espaço Reservado para Texto 6">
            <a:extLst>
              <a:ext uri="{FF2B5EF4-FFF2-40B4-BE49-F238E27FC236}">
                <a16:creationId xmlns:a16="http://schemas.microsoft.com/office/drawing/2014/main" id="{F3241822-E5AA-2070-1435-F2979768E6E8}"/>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71" name="Espaço Reservado para Texto 6">
            <a:extLst>
              <a:ext uri="{FF2B5EF4-FFF2-40B4-BE49-F238E27FC236}">
                <a16:creationId xmlns:a16="http://schemas.microsoft.com/office/drawing/2014/main" id="{0DD40EF2-E1A6-2835-E898-623CF332E356}"/>
              </a:ext>
            </a:extLst>
          </p:cNvPr>
          <p:cNvSpPr>
            <a:spLocks noGrp="1"/>
          </p:cNvSpPr>
          <p:nvPr>
            <p:ph type="body" sz="quarter" idx="42"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30300284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15" name="Espaço Reservado para Conteúdo 14">
            <a:extLst>
              <a:ext uri="{FF2B5EF4-FFF2-40B4-BE49-F238E27FC236}">
                <a16:creationId xmlns:a16="http://schemas.microsoft.com/office/drawing/2014/main" id="{592D369A-CDFC-B507-81B4-EA34E7471120}"/>
              </a:ext>
            </a:extLst>
          </p:cNvPr>
          <p:cNvSpPr>
            <a:spLocks noGrp="1"/>
          </p:cNvSpPr>
          <p:nvPr>
            <p:ph sz="quarter" idx="21" hasCustomPrompt="1"/>
          </p:nvPr>
        </p:nvSpPr>
        <p:spPr>
          <a:xfrm>
            <a:off x="382830" y="8150455"/>
            <a:ext cx="3741496"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4" name="Espaço Reservado para Conteúdo 14">
            <a:extLst>
              <a:ext uri="{FF2B5EF4-FFF2-40B4-BE49-F238E27FC236}">
                <a16:creationId xmlns:a16="http://schemas.microsoft.com/office/drawing/2014/main" id="{EC7D38A6-E6A5-A9D6-2ED6-31212B379779}"/>
              </a:ext>
            </a:extLst>
          </p:cNvPr>
          <p:cNvSpPr>
            <a:spLocks noGrp="1"/>
          </p:cNvSpPr>
          <p:nvPr>
            <p:ph sz="quarter" idx="37" hasCustomPrompt="1"/>
          </p:nvPr>
        </p:nvSpPr>
        <p:spPr>
          <a:xfrm>
            <a:off x="382830" y="7861837"/>
            <a:ext cx="3741496"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5" name="Straight Connector 24">
            <a:extLst>
              <a:ext uri="{FF2B5EF4-FFF2-40B4-BE49-F238E27FC236}">
                <a16:creationId xmlns:a16="http://schemas.microsoft.com/office/drawing/2014/main" id="{66BF18E4-3D29-42A7-6C25-B8127BF9DF8A}"/>
              </a:ext>
            </a:extLst>
          </p:cNvPr>
          <p:cNvCxnSpPr>
            <a:cxnSpLocks/>
          </p:cNvCxnSpPr>
          <p:nvPr userDrawn="1"/>
        </p:nvCxnSpPr>
        <p:spPr>
          <a:xfrm>
            <a:off x="4227459" y="3692525"/>
            <a:ext cx="0" cy="5761038"/>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26" name="Text Placeholder 4">
            <a:extLst>
              <a:ext uri="{FF2B5EF4-FFF2-40B4-BE49-F238E27FC236}">
                <a16:creationId xmlns:a16="http://schemas.microsoft.com/office/drawing/2014/main" id="{8E11B218-731B-DED1-E2DD-B6A88194082F}"/>
              </a:ext>
            </a:extLst>
          </p:cNvPr>
          <p:cNvSpPr>
            <a:spLocks noGrp="1"/>
          </p:cNvSpPr>
          <p:nvPr>
            <p:ph type="body" sz="quarter" idx="23"/>
          </p:nvPr>
        </p:nvSpPr>
        <p:spPr>
          <a:xfrm>
            <a:off x="390154" y="3692524"/>
            <a:ext cx="3734170" cy="4017503"/>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8" name="Text Placeholder 4">
            <a:extLst>
              <a:ext uri="{FF2B5EF4-FFF2-40B4-BE49-F238E27FC236}">
                <a16:creationId xmlns:a16="http://schemas.microsoft.com/office/drawing/2014/main" id="{5E2B7853-2B3B-5C3E-31FA-0D980EB98254}"/>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9" name="Text Placeholder 4">
            <a:extLst>
              <a:ext uri="{FF2B5EF4-FFF2-40B4-BE49-F238E27FC236}">
                <a16:creationId xmlns:a16="http://schemas.microsoft.com/office/drawing/2014/main" id="{CE0A76F7-79E8-A32B-B2C3-0DF23F12736F}"/>
              </a:ext>
            </a:extLst>
          </p:cNvPr>
          <p:cNvSpPr>
            <a:spLocks noGrp="1"/>
          </p:cNvSpPr>
          <p:nvPr>
            <p:ph type="body" sz="quarter" idx="27" hasCustomPrompt="1"/>
          </p:nvPr>
        </p:nvSpPr>
        <p:spPr>
          <a:xfrm>
            <a:off x="4330593" y="5026703"/>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0" name="Text Placeholder 4">
            <a:extLst>
              <a:ext uri="{FF2B5EF4-FFF2-40B4-BE49-F238E27FC236}">
                <a16:creationId xmlns:a16="http://schemas.microsoft.com/office/drawing/2014/main" id="{1572963F-527C-266C-CEA7-4BBE605CF227}"/>
              </a:ext>
            </a:extLst>
          </p:cNvPr>
          <p:cNvSpPr>
            <a:spLocks noGrp="1"/>
          </p:cNvSpPr>
          <p:nvPr>
            <p:ph type="body" sz="quarter" idx="28" hasCustomPrompt="1"/>
          </p:nvPr>
        </p:nvSpPr>
        <p:spPr>
          <a:xfrm>
            <a:off x="4330593" y="5188500"/>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1" name="Text Placeholder 4">
            <a:extLst>
              <a:ext uri="{FF2B5EF4-FFF2-40B4-BE49-F238E27FC236}">
                <a16:creationId xmlns:a16="http://schemas.microsoft.com/office/drawing/2014/main" id="{3E235B2D-3B3B-8BD6-F30A-7B508DC31E12}"/>
              </a:ext>
            </a:extLst>
          </p:cNvPr>
          <p:cNvSpPr>
            <a:spLocks noGrp="1"/>
          </p:cNvSpPr>
          <p:nvPr>
            <p:ph type="body" sz="quarter" idx="29" hasCustomPrompt="1"/>
          </p:nvPr>
        </p:nvSpPr>
        <p:spPr>
          <a:xfrm>
            <a:off x="4330593" y="531537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2" name="Text Placeholder 4">
            <a:extLst>
              <a:ext uri="{FF2B5EF4-FFF2-40B4-BE49-F238E27FC236}">
                <a16:creationId xmlns:a16="http://schemas.microsoft.com/office/drawing/2014/main" id="{F76892AD-65D9-283F-1D35-F2253E08B6E5}"/>
              </a:ext>
            </a:extLst>
          </p:cNvPr>
          <p:cNvSpPr>
            <a:spLocks noGrp="1"/>
          </p:cNvSpPr>
          <p:nvPr>
            <p:ph type="body" sz="quarter" idx="30" hasCustomPrompt="1"/>
          </p:nvPr>
        </p:nvSpPr>
        <p:spPr>
          <a:xfrm>
            <a:off x="4330593" y="551295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3" name="Text Placeholder 4">
            <a:extLst>
              <a:ext uri="{FF2B5EF4-FFF2-40B4-BE49-F238E27FC236}">
                <a16:creationId xmlns:a16="http://schemas.microsoft.com/office/drawing/2014/main" id="{C6AD9A9A-18E9-A7F8-886F-1061653B815D}"/>
              </a:ext>
            </a:extLst>
          </p:cNvPr>
          <p:cNvSpPr>
            <a:spLocks noGrp="1"/>
          </p:cNvSpPr>
          <p:nvPr>
            <p:ph type="body" sz="quarter" idx="31" hasCustomPrompt="1"/>
          </p:nvPr>
        </p:nvSpPr>
        <p:spPr>
          <a:xfrm>
            <a:off x="4330593" y="567475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4" name="Text Placeholder 4">
            <a:extLst>
              <a:ext uri="{FF2B5EF4-FFF2-40B4-BE49-F238E27FC236}">
                <a16:creationId xmlns:a16="http://schemas.microsoft.com/office/drawing/2014/main" id="{B88D50CA-40BF-B59C-5995-423CE5987457}"/>
              </a:ext>
            </a:extLst>
          </p:cNvPr>
          <p:cNvSpPr>
            <a:spLocks noGrp="1"/>
          </p:cNvSpPr>
          <p:nvPr>
            <p:ph type="body" sz="quarter" idx="32" hasCustomPrompt="1"/>
          </p:nvPr>
        </p:nvSpPr>
        <p:spPr>
          <a:xfrm>
            <a:off x="4330593" y="580162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5" name="Text Placeholder 4">
            <a:extLst>
              <a:ext uri="{FF2B5EF4-FFF2-40B4-BE49-F238E27FC236}">
                <a16:creationId xmlns:a16="http://schemas.microsoft.com/office/drawing/2014/main" id="{633C82EA-D2E2-815F-F550-B8F1A48AFB80}"/>
              </a:ext>
            </a:extLst>
          </p:cNvPr>
          <p:cNvSpPr>
            <a:spLocks noGrp="1"/>
          </p:cNvSpPr>
          <p:nvPr>
            <p:ph type="body" sz="quarter" idx="33" hasCustomPrompt="1"/>
          </p:nvPr>
        </p:nvSpPr>
        <p:spPr>
          <a:xfrm>
            <a:off x="4330593" y="600652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8" name="Text Placeholder 4">
            <a:extLst>
              <a:ext uri="{FF2B5EF4-FFF2-40B4-BE49-F238E27FC236}">
                <a16:creationId xmlns:a16="http://schemas.microsoft.com/office/drawing/2014/main" id="{7566DC93-2836-DD9B-3BE7-83D2D5C802F4}"/>
              </a:ext>
            </a:extLst>
          </p:cNvPr>
          <p:cNvSpPr>
            <a:spLocks noGrp="1"/>
          </p:cNvSpPr>
          <p:nvPr>
            <p:ph type="body" sz="quarter" idx="34" hasCustomPrompt="1"/>
          </p:nvPr>
        </p:nvSpPr>
        <p:spPr>
          <a:xfrm>
            <a:off x="4330593" y="616832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9" name="Text Placeholder 4">
            <a:extLst>
              <a:ext uri="{FF2B5EF4-FFF2-40B4-BE49-F238E27FC236}">
                <a16:creationId xmlns:a16="http://schemas.microsoft.com/office/drawing/2014/main" id="{86F96AEB-7089-8287-1C31-39DA1D1938AD}"/>
              </a:ext>
            </a:extLst>
          </p:cNvPr>
          <p:cNvSpPr>
            <a:spLocks noGrp="1"/>
          </p:cNvSpPr>
          <p:nvPr>
            <p:ph type="body" sz="quarter" idx="35" hasCustomPrompt="1"/>
          </p:nvPr>
        </p:nvSpPr>
        <p:spPr>
          <a:xfrm>
            <a:off x="4330593" y="629519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40" name="Espaço Reservado para Conteúdo 14">
            <a:extLst>
              <a:ext uri="{FF2B5EF4-FFF2-40B4-BE49-F238E27FC236}">
                <a16:creationId xmlns:a16="http://schemas.microsoft.com/office/drawing/2014/main" id="{9C7F0BE1-AF7E-208B-0029-AE82B626A70B}"/>
              </a:ext>
            </a:extLst>
          </p:cNvPr>
          <p:cNvSpPr>
            <a:spLocks noGrp="1"/>
          </p:cNvSpPr>
          <p:nvPr>
            <p:ph sz="quarter" idx="40" hasCustomPrompt="1"/>
          </p:nvPr>
        </p:nvSpPr>
        <p:spPr>
          <a:xfrm>
            <a:off x="4330593" y="3695191"/>
            <a:ext cx="2159107" cy="123486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pic>
        <p:nvPicPr>
          <p:cNvPr id="3" name="Graphic 2">
            <a:extLst>
              <a:ext uri="{FF2B5EF4-FFF2-40B4-BE49-F238E27FC236}">
                <a16:creationId xmlns:a16="http://schemas.microsoft.com/office/drawing/2014/main" id="{61702F68-FFD9-B47A-24D6-FB4506C6B076}"/>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716ABA5D-E64F-E6EF-5E63-D6E6006C9F91}"/>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83049380-F600-F3AE-2363-8FA5D2D44D8A}"/>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6" name="Rectangle 35">
            <a:extLst>
              <a:ext uri="{FF2B5EF4-FFF2-40B4-BE49-F238E27FC236}">
                <a16:creationId xmlns:a16="http://schemas.microsoft.com/office/drawing/2014/main" id="{377F840C-4848-8FD0-AE07-3B51C318DADB}"/>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2" name="Espaço Reservado para Texto 6">
            <a:extLst>
              <a:ext uri="{FF2B5EF4-FFF2-40B4-BE49-F238E27FC236}">
                <a16:creationId xmlns:a16="http://schemas.microsoft.com/office/drawing/2014/main" id="{3585AAF1-3147-FDB2-5B06-85003F14462D}"/>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3" name="Group 42">
            <a:extLst>
              <a:ext uri="{FF2B5EF4-FFF2-40B4-BE49-F238E27FC236}">
                <a16:creationId xmlns:a16="http://schemas.microsoft.com/office/drawing/2014/main" id="{37421BC8-DDB6-46AC-A3C0-B055281C82A4}"/>
              </a:ext>
            </a:extLst>
          </p:cNvPr>
          <p:cNvGrpSpPr/>
          <p:nvPr userDrawn="1"/>
        </p:nvGrpSpPr>
        <p:grpSpPr>
          <a:xfrm>
            <a:off x="390154" y="406178"/>
            <a:ext cx="1240285" cy="341910"/>
            <a:chOff x="2700591" y="2522601"/>
            <a:chExt cx="6428993" cy="1772284"/>
          </a:xfrm>
        </p:grpSpPr>
        <p:sp>
          <p:nvSpPr>
            <p:cNvPr id="44" name="Freeform: Shape 40">
              <a:extLst>
                <a:ext uri="{FF2B5EF4-FFF2-40B4-BE49-F238E27FC236}">
                  <a16:creationId xmlns:a16="http://schemas.microsoft.com/office/drawing/2014/main" id="{16260E95-5264-E4C5-3829-286A82658172}"/>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5" name="Graphic 20">
              <a:extLst>
                <a:ext uri="{FF2B5EF4-FFF2-40B4-BE49-F238E27FC236}">
                  <a16:creationId xmlns:a16="http://schemas.microsoft.com/office/drawing/2014/main" id="{00D097C2-8BB4-7B32-F34A-A899E253B8A0}"/>
                </a:ext>
              </a:extLst>
            </p:cNvPr>
            <p:cNvGrpSpPr/>
            <p:nvPr/>
          </p:nvGrpSpPr>
          <p:grpSpPr>
            <a:xfrm>
              <a:off x="5034660" y="3339528"/>
              <a:ext cx="4094924" cy="747077"/>
              <a:chOff x="5034660" y="3339528"/>
              <a:chExt cx="4094924" cy="747077"/>
            </a:xfrm>
            <a:solidFill>
              <a:srgbClr val="FFFFFF"/>
            </a:solidFill>
          </p:grpSpPr>
          <p:sp>
            <p:nvSpPr>
              <p:cNvPr id="46" name="Freeform: Shape 42">
                <a:extLst>
                  <a:ext uri="{FF2B5EF4-FFF2-40B4-BE49-F238E27FC236}">
                    <a16:creationId xmlns:a16="http://schemas.microsoft.com/office/drawing/2014/main" id="{BFA97F36-57EE-E468-54A2-DF08D8D9D44F}"/>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7" name="Freeform: Shape 43">
                <a:extLst>
                  <a:ext uri="{FF2B5EF4-FFF2-40B4-BE49-F238E27FC236}">
                    <a16:creationId xmlns:a16="http://schemas.microsoft.com/office/drawing/2014/main" id="{F7CE59F9-AB81-752A-B62C-2100C7950E44}"/>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8" name="Freeform: Shape 44">
                <a:extLst>
                  <a:ext uri="{FF2B5EF4-FFF2-40B4-BE49-F238E27FC236}">
                    <a16:creationId xmlns:a16="http://schemas.microsoft.com/office/drawing/2014/main" id="{2FB3C421-2916-72F4-8E8E-88519EA75812}"/>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9" name="Freeform: Shape 45">
                <a:extLst>
                  <a:ext uri="{FF2B5EF4-FFF2-40B4-BE49-F238E27FC236}">
                    <a16:creationId xmlns:a16="http://schemas.microsoft.com/office/drawing/2014/main" id="{1AC35BF6-52DE-5DF5-F0AD-96AAEEEEEB2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50" name="Freeform: Shape 46">
                <a:extLst>
                  <a:ext uri="{FF2B5EF4-FFF2-40B4-BE49-F238E27FC236}">
                    <a16:creationId xmlns:a16="http://schemas.microsoft.com/office/drawing/2014/main" id="{6FF35EB8-24E5-6D40-BBF9-B8CCFBED2E53}"/>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51" name="Freeform: Shape 47">
                <a:extLst>
                  <a:ext uri="{FF2B5EF4-FFF2-40B4-BE49-F238E27FC236}">
                    <a16:creationId xmlns:a16="http://schemas.microsoft.com/office/drawing/2014/main" id="{0DB01190-7F20-A520-581F-25C0E40D56EF}"/>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2" name="Freeform: Shape 48">
                <a:extLst>
                  <a:ext uri="{FF2B5EF4-FFF2-40B4-BE49-F238E27FC236}">
                    <a16:creationId xmlns:a16="http://schemas.microsoft.com/office/drawing/2014/main" id="{600B6F24-2926-E3E9-041B-FC5D4571C3FD}"/>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3" name="Freeform: Shape 49">
                <a:extLst>
                  <a:ext uri="{FF2B5EF4-FFF2-40B4-BE49-F238E27FC236}">
                    <a16:creationId xmlns:a16="http://schemas.microsoft.com/office/drawing/2014/main" id="{0C932134-D252-1E17-4385-CAB35EB4F745}"/>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4" name="Espaço Reservado para Texto 6">
            <a:extLst>
              <a:ext uri="{FF2B5EF4-FFF2-40B4-BE49-F238E27FC236}">
                <a16:creationId xmlns:a16="http://schemas.microsoft.com/office/drawing/2014/main" id="{43EAF689-CC3A-27D8-5F70-B2E76B851A6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5" name="Date Placeholder 1">
            <a:extLst>
              <a:ext uri="{FF2B5EF4-FFF2-40B4-BE49-F238E27FC236}">
                <a16:creationId xmlns:a16="http://schemas.microsoft.com/office/drawing/2014/main" id="{0AFB8DEE-33AF-703A-08FB-D291C8039FFB}"/>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September 24, 2026</a:t>
            </a:fld>
            <a:endParaRPr lang="en-US" dirty="0"/>
          </a:p>
        </p:txBody>
      </p:sp>
      <p:sp>
        <p:nvSpPr>
          <p:cNvPr id="56" name="Espaço Reservado para Texto 6">
            <a:extLst>
              <a:ext uri="{FF2B5EF4-FFF2-40B4-BE49-F238E27FC236}">
                <a16:creationId xmlns:a16="http://schemas.microsoft.com/office/drawing/2014/main" id="{90C61F80-6C94-B7A4-4E3B-C5D6EA510DD5}"/>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7" name="Espaço Reservado para Texto 6">
            <a:extLst>
              <a:ext uri="{FF2B5EF4-FFF2-40B4-BE49-F238E27FC236}">
                <a16:creationId xmlns:a16="http://schemas.microsoft.com/office/drawing/2014/main" id="{F9B4A42F-00FD-EC2E-3D05-CC0FAC3D1110}"/>
              </a:ext>
            </a:extLst>
          </p:cNvPr>
          <p:cNvSpPr>
            <a:spLocks noGrp="1"/>
          </p:cNvSpPr>
          <p:nvPr>
            <p:ph type="body" sz="quarter" idx="41"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85697767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Text Placeholder 4">
            <a:extLst>
              <a:ext uri="{FF2B5EF4-FFF2-40B4-BE49-F238E27FC236}">
                <a16:creationId xmlns:a16="http://schemas.microsoft.com/office/drawing/2014/main" id="{03F24DE4-04E0-A5A8-F149-FAF4BF9651B6}"/>
              </a:ext>
            </a:extLst>
          </p:cNvPr>
          <p:cNvSpPr>
            <a:spLocks noGrp="1"/>
          </p:cNvSpPr>
          <p:nvPr>
            <p:ph type="body" sz="quarter" idx="39" hasCustomPrompt="1"/>
          </p:nvPr>
        </p:nvSpPr>
        <p:spPr>
          <a:xfrm>
            <a:off x="4330593" y="6544495"/>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2911FEF9-0A77-5C12-1418-42473AFCE41A}"/>
              </a:ext>
            </a:extLst>
          </p:cNvPr>
          <p:cNvSpPr>
            <a:spLocks noGrp="1"/>
          </p:cNvSpPr>
          <p:nvPr>
            <p:ph type="body" sz="quarter" idx="40" hasCustomPrompt="1"/>
          </p:nvPr>
        </p:nvSpPr>
        <p:spPr>
          <a:xfrm>
            <a:off x="4330593" y="670629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262FBF81-AC68-DDE3-9791-5EB1369BB13D}"/>
              </a:ext>
            </a:extLst>
          </p:cNvPr>
          <p:cNvSpPr>
            <a:spLocks noGrp="1"/>
          </p:cNvSpPr>
          <p:nvPr>
            <p:ph type="body" sz="quarter" idx="41" hasCustomPrompt="1"/>
          </p:nvPr>
        </p:nvSpPr>
        <p:spPr>
          <a:xfrm>
            <a:off x="4330593" y="6833164"/>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72B7B639-7E4C-008E-2F07-EFDDF1658B2C}"/>
              </a:ext>
            </a:extLst>
          </p:cNvPr>
          <p:cNvSpPr>
            <a:spLocks noGrp="1"/>
          </p:cNvSpPr>
          <p:nvPr>
            <p:ph type="body" sz="quarter" idx="42" hasCustomPrompt="1"/>
          </p:nvPr>
        </p:nvSpPr>
        <p:spPr>
          <a:xfrm>
            <a:off x="4330593" y="7030750"/>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DED10EBA-827E-ACAF-F415-E893CEA58E46}"/>
              </a:ext>
            </a:extLst>
          </p:cNvPr>
          <p:cNvSpPr>
            <a:spLocks noGrp="1"/>
          </p:cNvSpPr>
          <p:nvPr>
            <p:ph type="body" sz="quarter" idx="43" hasCustomPrompt="1"/>
          </p:nvPr>
        </p:nvSpPr>
        <p:spPr>
          <a:xfrm>
            <a:off x="4330593" y="719254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EF921770-73BA-30FA-5FFA-AF7977B7F701}"/>
              </a:ext>
            </a:extLst>
          </p:cNvPr>
          <p:cNvSpPr>
            <a:spLocks noGrp="1"/>
          </p:cNvSpPr>
          <p:nvPr>
            <p:ph type="body" sz="quarter" idx="44" hasCustomPrompt="1"/>
          </p:nvPr>
        </p:nvSpPr>
        <p:spPr>
          <a:xfrm>
            <a:off x="4330593" y="731941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20ACEDB3-2C09-E20D-821E-DDD418D3FEB1}"/>
              </a:ext>
            </a:extLst>
          </p:cNvPr>
          <p:cNvSpPr>
            <a:spLocks noGrp="1"/>
          </p:cNvSpPr>
          <p:nvPr>
            <p:ph type="body" sz="quarter" idx="45" hasCustomPrompt="1"/>
          </p:nvPr>
        </p:nvSpPr>
        <p:spPr>
          <a:xfrm>
            <a:off x="4330593" y="7524320"/>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86DF4C01-3652-C9F0-F8FF-57CF059BACF5}"/>
              </a:ext>
            </a:extLst>
          </p:cNvPr>
          <p:cNvSpPr>
            <a:spLocks noGrp="1"/>
          </p:cNvSpPr>
          <p:nvPr>
            <p:ph type="body" sz="quarter" idx="46" hasCustomPrompt="1"/>
          </p:nvPr>
        </p:nvSpPr>
        <p:spPr>
          <a:xfrm>
            <a:off x="4330593" y="768611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716E856C-FAC0-A224-30F5-9210B261B290}"/>
              </a:ext>
            </a:extLst>
          </p:cNvPr>
          <p:cNvSpPr>
            <a:spLocks noGrp="1"/>
          </p:cNvSpPr>
          <p:nvPr>
            <p:ph type="body" sz="quarter" idx="47" hasCustomPrompt="1"/>
          </p:nvPr>
        </p:nvSpPr>
        <p:spPr>
          <a:xfrm>
            <a:off x="4330593" y="781298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3" name="Espaço Reservado para Conteúdo 14">
            <a:extLst>
              <a:ext uri="{FF2B5EF4-FFF2-40B4-BE49-F238E27FC236}">
                <a16:creationId xmlns:a16="http://schemas.microsoft.com/office/drawing/2014/main" id="{B7A0699F-1107-A7EB-E37F-3282D8B26723}"/>
              </a:ext>
            </a:extLst>
          </p:cNvPr>
          <p:cNvSpPr>
            <a:spLocks noGrp="1"/>
          </p:cNvSpPr>
          <p:nvPr>
            <p:ph sz="quarter" idx="21" hasCustomPrompt="1"/>
          </p:nvPr>
        </p:nvSpPr>
        <p:spPr>
          <a:xfrm>
            <a:off x="382830" y="8150455"/>
            <a:ext cx="3741496"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4" name="Espaço Reservado para Conteúdo 14">
            <a:extLst>
              <a:ext uri="{FF2B5EF4-FFF2-40B4-BE49-F238E27FC236}">
                <a16:creationId xmlns:a16="http://schemas.microsoft.com/office/drawing/2014/main" id="{8E3A02D8-6F7D-7ADF-FBA5-4B8274BFE885}"/>
              </a:ext>
            </a:extLst>
          </p:cNvPr>
          <p:cNvSpPr>
            <a:spLocks noGrp="1"/>
          </p:cNvSpPr>
          <p:nvPr>
            <p:ph sz="quarter" idx="37" hasCustomPrompt="1"/>
          </p:nvPr>
        </p:nvSpPr>
        <p:spPr>
          <a:xfrm>
            <a:off x="382830" y="7861837"/>
            <a:ext cx="3741496"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35" name="Straight Connector 34">
            <a:extLst>
              <a:ext uri="{FF2B5EF4-FFF2-40B4-BE49-F238E27FC236}">
                <a16:creationId xmlns:a16="http://schemas.microsoft.com/office/drawing/2014/main" id="{72580441-ACD3-34DD-BE7E-A48F3B2C9853}"/>
              </a:ext>
            </a:extLst>
          </p:cNvPr>
          <p:cNvCxnSpPr>
            <a:cxnSpLocks/>
          </p:cNvCxnSpPr>
          <p:nvPr userDrawn="1"/>
        </p:nvCxnSpPr>
        <p:spPr>
          <a:xfrm>
            <a:off x="4227459" y="3692524"/>
            <a:ext cx="0" cy="5761039"/>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6" name="Espaço Reservado para Conteúdo 14">
            <a:extLst>
              <a:ext uri="{FF2B5EF4-FFF2-40B4-BE49-F238E27FC236}">
                <a16:creationId xmlns:a16="http://schemas.microsoft.com/office/drawing/2014/main" id="{3AD50A6F-9852-2DF4-CD76-ABDAB2ECB230}"/>
              </a:ext>
            </a:extLst>
          </p:cNvPr>
          <p:cNvSpPr>
            <a:spLocks noGrp="1"/>
          </p:cNvSpPr>
          <p:nvPr>
            <p:ph sz="quarter" idx="25" hasCustomPrompt="1"/>
          </p:nvPr>
        </p:nvSpPr>
        <p:spPr>
          <a:xfrm>
            <a:off x="4330593" y="5400654"/>
            <a:ext cx="2159107" cy="94624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A1EEFDF8-66EC-B678-3690-4B90D5170795}"/>
              </a:ext>
            </a:extLst>
          </p:cNvPr>
          <p:cNvSpPr>
            <a:spLocks noGrp="1"/>
          </p:cNvSpPr>
          <p:nvPr>
            <p:ph sz="quarter" idx="48" hasCustomPrompt="1"/>
          </p:nvPr>
        </p:nvSpPr>
        <p:spPr>
          <a:xfrm>
            <a:off x="4330593" y="5112035"/>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0FE5B210-6AEE-6D43-743F-B26EA372DEB4}"/>
              </a:ext>
            </a:extLst>
          </p:cNvPr>
          <p:cNvSpPr>
            <a:spLocks noGrp="1"/>
          </p:cNvSpPr>
          <p:nvPr>
            <p:ph sz="quarter" idx="49" hasCustomPrompt="1"/>
          </p:nvPr>
        </p:nvSpPr>
        <p:spPr>
          <a:xfrm>
            <a:off x="4330593" y="3692524"/>
            <a:ext cx="2159107" cy="1239189"/>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40" name="Text Placeholder 4">
            <a:extLst>
              <a:ext uri="{FF2B5EF4-FFF2-40B4-BE49-F238E27FC236}">
                <a16:creationId xmlns:a16="http://schemas.microsoft.com/office/drawing/2014/main" id="{76703E1C-3A23-54F1-0E55-A22109AD96E7}"/>
              </a:ext>
            </a:extLst>
          </p:cNvPr>
          <p:cNvSpPr>
            <a:spLocks noGrp="1"/>
          </p:cNvSpPr>
          <p:nvPr>
            <p:ph type="body" sz="quarter" idx="23"/>
          </p:nvPr>
        </p:nvSpPr>
        <p:spPr>
          <a:xfrm>
            <a:off x="390154" y="3692524"/>
            <a:ext cx="3734170" cy="4017503"/>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41" name="Text Placeholder 4">
            <a:extLst>
              <a:ext uri="{FF2B5EF4-FFF2-40B4-BE49-F238E27FC236}">
                <a16:creationId xmlns:a16="http://schemas.microsoft.com/office/drawing/2014/main" id="{5E067759-B73B-DD64-0392-7F84B67AA6EA}"/>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pic>
        <p:nvPicPr>
          <p:cNvPr id="60" name="Graphic 59">
            <a:extLst>
              <a:ext uri="{FF2B5EF4-FFF2-40B4-BE49-F238E27FC236}">
                <a16:creationId xmlns:a16="http://schemas.microsoft.com/office/drawing/2014/main" id="{488913DE-64DE-725E-2901-ACC6D7ED67D9}"/>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61" name="Picture 60" descr="A blue and white dot pattern&#10;&#10;AI-generated content may be incorrect.">
            <a:extLst>
              <a:ext uri="{FF2B5EF4-FFF2-40B4-BE49-F238E27FC236}">
                <a16:creationId xmlns:a16="http://schemas.microsoft.com/office/drawing/2014/main" id="{CD3B1B4D-4EB1-96E9-9DD0-F60C97FA17B4}"/>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62" name="Graphic 61">
            <a:extLst>
              <a:ext uri="{FF2B5EF4-FFF2-40B4-BE49-F238E27FC236}">
                <a16:creationId xmlns:a16="http://schemas.microsoft.com/office/drawing/2014/main" id="{041A732F-BCCC-2457-2DC2-372E9B0E3236}"/>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63" name="Rectangle 62">
            <a:extLst>
              <a:ext uri="{FF2B5EF4-FFF2-40B4-BE49-F238E27FC236}">
                <a16:creationId xmlns:a16="http://schemas.microsoft.com/office/drawing/2014/main" id="{42656AAB-8730-CADD-E968-CE6ADF729A23}"/>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64" name="Espaço Reservado para Texto 6">
            <a:extLst>
              <a:ext uri="{FF2B5EF4-FFF2-40B4-BE49-F238E27FC236}">
                <a16:creationId xmlns:a16="http://schemas.microsoft.com/office/drawing/2014/main" id="{D00FF986-E161-ED01-B9B0-044B5618655B}"/>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65" name="Group 64">
            <a:extLst>
              <a:ext uri="{FF2B5EF4-FFF2-40B4-BE49-F238E27FC236}">
                <a16:creationId xmlns:a16="http://schemas.microsoft.com/office/drawing/2014/main" id="{2DF15460-A64C-A507-8247-BC8BCAB27008}"/>
              </a:ext>
            </a:extLst>
          </p:cNvPr>
          <p:cNvGrpSpPr/>
          <p:nvPr userDrawn="1"/>
        </p:nvGrpSpPr>
        <p:grpSpPr>
          <a:xfrm>
            <a:off x="390154" y="406178"/>
            <a:ext cx="1240285" cy="341910"/>
            <a:chOff x="2700591" y="2522601"/>
            <a:chExt cx="6428993" cy="1772284"/>
          </a:xfrm>
        </p:grpSpPr>
        <p:sp>
          <p:nvSpPr>
            <p:cNvPr id="66" name="Freeform: Shape 40">
              <a:extLst>
                <a:ext uri="{FF2B5EF4-FFF2-40B4-BE49-F238E27FC236}">
                  <a16:creationId xmlns:a16="http://schemas.microsoft.com/office/drawing/2014/main" id="{A5735508-84B2-C333-E17F-988AFC579FC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67" name="Graphic 20">
              <a:extLst>
                <a:ext uri="{FF2B5EF4-FFF2-40B4-BE49-F238E27FC236}">
                  <a16:creationId xmlns:a16="http://schemas.microsoft.com/office/drawing/2014/main" id="{5DD881CB-BD90-77BB-EC8F-24C359EC2E9D}"/>
                </a:ext>
              </a:extLst>
            </p:cNvPr>
            <p:cNvGrpSpPr/>
            <p:nvPr/>
          </p:nvGrpSpPr>
          <p:grpSpPr>
            <a:xfrm>
              <a:off x="5034660" y="3339528"/>
              <a:ext cx="4094924" cy="747077"/>
              <a:chOff x="5034660" y="3339528"/>
              <a:chExt cx="4094924" cy="747077"/>
            </a:xfrm>
            <a:solidFill>
              <a:srgbClr val="FFFFFF"/>
            </a:solidFill>
          </p:grpSpPr>
          <p:sp>
            <p:nvSpPr>
              <p:cNvPr id="68" name="Freeform: Shape 42">
                <a:extLst>
                  <a:ext uri="{FF2B5EF4-FFF2-40B4-BE49-F238E27FC236}">
                    <a16:creationId xmlns:a16="http://schemas.microsoft.com/office/drawing/2014/main" id="{23186555-8418-5293-C5B9-8E2D68B1DADB}"/>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69" name="Freeform: Shape 43">
                <a:extLst>
                  <a:ext uri="{FF2B5EF4-FFF2-40B4-BE49-F238E27FC236}">
                    <a16:creationId xmlns:a16="http://schemas.microsoft.com/office/drawing/2014/main" id="{CC458950-6FEB-E061-6B8B-78F0939A8A1B}"/>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70" name="Freeform: Shape 44">
                <a:extLst>
                  <a:ext uri="{FF2B5EF4-FFF2-40B4-BE49-F238E27FC236}">
                    <a16:creationId xmlns:a16="http://schemas.microsoft.com/office/drawing/2014/main" id="{E5048AC9-B827-5C33-BB02-DAC97FB1831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71" name="Freeform: Shape 45">
                <a:extLst>
                  <a:ext uri="{FF2B5EF4-FFF2-40B4-BE49-F238E27FC236}">
                    <a16:creationId xmlns:a16="http://schemas.microsoft.com/office/drawing/2014/main" id="{3F279BFE-4205-1161-0B52-6749E9664DAF}"/>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72" name="Freeform: Shape 46">
                <a:extLst>
                  <a:ext uri="{FF2B5EF4-FFF2-40B4-BE49-F238E27FC236}">
                    <a16:creationId xmlns:a16="http://schemas.microsoft.com/office/drawing/2014/main" id="{FA1584E1-5813-7134-3D53-606754F4CDF0}"/>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73" name="Freeform: Shape 47">
                <a:extLst>
                  <a:ext uri="{FF2B5EF4-FFF2-40B4-BE49-F238E27FC236}">
                    <a16:creationId xmlns:a16="http://schemas.microsoft.com/office/drawing/2014/main" id="{F51B60BC-97AB-DF48-54FF-4BAF933DC69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74" name="Freeform: Shape 48">
                <a:extLst>
                  <a:ext uri="{FF2B5EF4-FFF2-40B4-BE49-F238E27FC236}">
                    <a16:creationId xmlns:a16="http://schemas.microsoft.com/office/drawing/2014/main" id="{664716FE-A3FD-CD9E-95FA-D16A95DF5F23}"/>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75" name="Freeform: Shape 49">
                <a:extLst>
                  <a:ext uri="{FF2B5EF4-FFF2-40B4-BE49-F238E27FC236}">
                    <a16:creationId xmlns:a16="http://schemas.microsoft.com/office/drawing/2014/main" id="{9C8E083D-9044-1216-0736-D79B7E5CB7E1}"/>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76" name="Espaço Reservado para Texto 6">
            <a:extLst>
              <a:ext uri="{FF2B5EF4-FFF2-40B4-BE49-F238E27FC236}">
                <a16:creationId xmlns:a16="http://schemas.microsoft.com/office/drawing/2014/main" id="{7C298CFA-A669-5222-A96E-32F03BCFA7F1}"/>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77" name="Date Placeholder 1">
            <a:extLst>
              <a:ext uri="{FF2B5EF4-FFF2-40B4-BE49-F238E27FC236}">
                <a16:creationId xmlns:a16="http://schemas.microsoft.com/office/drawing/2014/main" id="{54C0798F-039A-A3EC-EAA9-427170CC4215}"/>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September 24, 2026</a:t>
            </a:fld>
            <a:endParaRPr lang="en-US" dirty="0"/>
          </a:p>
        </p:txBody>
      </p:sp>
      <p:sp>
        <p:nvSpPr>
          <p:cNvPr id="78" name="Espaço Reservado para Texto 6">
            <a:extLst>
              <a:ext uri="{FF2B5EF4-FFF2-40B4-BE49-F238E27FC236}">
                <a16:creationId xmlns:a16="http://schemas.microsoft.com/office/drawing/2014/main" id="{6B13DFE6-D448-CFBC-B8D1-60EF9BFE6572}"/>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79" name="Espaço Reservado para Texto 6">
            <a:extLst>
              <a:ext uri="{FF2B5EF4-FFF2-40B4-BE49-F238E27FC236}">
                <a16:creationId xmlns:a16="http://schemas.microsoft.com/office/drawing/2014/main" id="{428403CC-42AD-1E37-3FBF-2895B87B8BA4}"/>
              </a:ext>
            </a:extLst>
          </p:cNvPr>
          <p:cNvSpPr>
            <a:spLocks noGrp="1"/>
          </p:cNvSpPr>
          <p:nvPr>
            <p:ph type="body" sz="quarter" idx="50"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76475646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Capa Short Note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Text Placeholder 4">
            <a:extLst>
              <a:ext uri="{FF2B5EF4-FFF2-40B4-BE49-F238E27FC236}">
                <a16:creationId xmlns:a16="http://schemas.microsoft.com/office/drawing/2014/main" id="{A955F5D8-0156-E60B-A6A0-DA6EBBCACA35}"/>
              </a:ext>
            </a:extLst>
          </p:cNvPr>
          <p:cNvSpPr>
            <a:spLocks noGrp="1"/>
          </p:cNvSpPr>
          <p:nvPr>
            <p:ph type="body" sz="quarter" idx="27" hasCustomPrompt="1"/>
          </p:nvPr>
        </p:nvSpPr>
        <p:spPr>
          <a:xfrm>
            <a:off x="4330593" y="5026703"/>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671F3DC4-3146-7572-DF86-04CF30B4670A}"/>
              </a:ext>
            </a:extLst>
          </p:cNvPr>
          <p:cNvSpPr>
            <a:spLocks noGrp="1"/>
          </p:cNvSpPr>
          <p:nvPr>
            <p:ph type="body" sz="quarter" idx="28" hasCustomPrompt="1"/>
          </p:nvPr>
        </p:nvSpPr>
        <p:spPr>
          <a:xfrm>
            <a:off x="4330593" y="5188500"/>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C25FBB51-101B-7BC4-6209-A6AE0F61B541}"/>
              </a:ext>
            </a:extLst>
          </p:cNvPr>
          <p:cNvSpPr>
            <a:spLocks noGrp="1"/>
          </p:cNvSpPr>
          <p:nvPr>
            <p:ph type="body" sz="quarter" idx="29" hasCustomPrompt="1"/>
          </p:nvPr>
        </p:nvSpPr>
        <p:spPr>
          <a:xfrm>
            <a:off x="4330593" y="531537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CCD507EB-0DD5-E0FE-7EBF-64F0329C1935}"/>
              </a:ext>
            </a:extLst>
          </p:cNvPr>
          <p:cNvSpPr>
            <a:spLocks noGrp="1"/>
          </p:cNvSpPr>
          <p:nvPr>
            <p:ph type="body" sz="quarter" idx="30" hasCustomPrompt="1"/>
          </p:nvPr>
        </p:nvSpPr>
        <p:spPr>
          <a:xfrm>
            <a:off x="4330593" y="551295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B2D3B57B-5654-08D9-CF35-1B0510FBDB43}"/>
              </a:ext>
            </a:extLst>
          </p:cNvPr>
          <p:cNvSpPr>
            <a:spLocks noGrp="1"/>
          </p:cNvSpPr>
          <p:nvPr>
            <p:ph type="body" sz="quarter" idx="31" hasCustomPrompt="1"/>
          </p:nvPr>
        </p:nvSpPr>
        <p:spPr>
          <a:xfrm>
            <a:off x="4330593" y="567475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3E40D777-F23D-154B-ED18-B3AC90627CAD}"/>
              </a:ext>
            </a:extLst>
          </p:cNvPr>
          <p:cNvSpPr>
            <a:spLocks noGrp="1"/>
          </p:cNvSpPr>
          <p:nvPr>
            <p:ph type="body" sz="quarter" idx="32" hasCustomPrompt="1"/>
          </p:nvPr>
        </p:nvSpPr>
        <p:spPr>
          <a:xfrm>
            <a:off x="4330593" y="580162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2FB8FCA1-B9F0-6733-CCF5-17884C12C282}"/>
              </a:ext>
            </a:extLst>
          </p:cNvPr>
          <p:cNvSpPr>
            <a:spLocks noGrp="1"/>
          </p:cNvSpPr>
          <p:nvPr>
            <p:ph type="body" sz="quarter" idx="33" hasCustomPrompt="1"/>
          </p:nvPr>
        </p:nvSpPr>
        <p:spPr>
          <a:xfrm>
            <a:off x="4330593" y="600652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1C6E0D76-848C-96AE-C91B-C6E6F86E0FE1}"/>
              </a:ext>
            </a:extLst>
          </p:cNvPr>
          <p:cNvSpPr>
            <a:spLocks noGrp="1"/>
          </p:cNvSpPr>
          <p:nvPr>
            <p:ph type="body" sz="quarter" idx="34" hasCustomPrompt="1"/>
          </p:nvPr>
        </p:nvSpPr>
        <p:spPr>
          <a:xfrm>
            <a:off x="4330593" y="6168325"/>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70DBE899-3012-A4CF-0309-407CAE5D714A}"/>
              </a:ext>
            </a:extLst>
          </p:cNvPr>
          <p:cNvSpPr>
            <a:spLocks noGrp="1"/>
          </p:cNvSpPr>
          <p:nvPr>
            <p:ph type="body" sz="quarter" idx="35" hasCustomPrompt="1"/>
          </p:nvPr>
        </p:nvSpPr>
        <p:spPr>
          <a:xfrm>
            <a:off x="4330593" y="6295197"/>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3" name="Espaço Reservado para Conteúdo 14">
            <a:extLst>
              <a:ext uri="{FF2B5EF4-FFF2-40B4-BE49-F238E27FC236}">
                <a16:creationId xmlns:a16="http://schemas.microsoft.com/office/drawing/2014/main" id="{AF3F2DBA-090D-C776-7BBA-64874B35F7AC}"/>
              </a:ext>
            </a:extLst>
          </p:cNvPr>
          <p:cNvSpPr>
            <a:spLocks noGrp="1"/>
          </p:cNvSpPr>
          <p:nvPr>
            <p:ph sz="quarter" idx="40" hasCustomPrompt="1"/>
          </p:nvPr>
        </p:nvSpPr>
        <p:spPr>
          <a:xfrm>
            <a:off x="4330593" y="3695191"/>
            <a:ext cx="2159107" cy="123486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cxnSp>
        <p:nvCxnSpPr>
          <p:cNvPr id="34" name="Straight Connector 33">
            <a:extLst>
              <a:ext uri="{FF2B5EF4-FFF2-40B4-BE49-F238E27FC236}">
                <a16:creationId xmlns:a16="http://schemas.microsoft.com/office/drawing/2014/main" id="{C2553539-94F4-53FE-224D-42D9F145E1FE}"/>
              </a:ext>
            </a:extLst>
          </p:cNvPr>
          <p:cNvCxnSpPr>
            <a:cxnSpLocks/>
          </p:cNvCxnSpPr>
          <p:nvPr userDrawn="1"/>
        </p:nvCxnSpPr>
        <p:spPr>
          <a:xfrm>
            <a:off x="4227459" y="3692525"/>
            <a:ext cx="0" cy="5761038"/>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Text Placeholder 4">
            <a:extLst>
              <a:ext uri="{FF2B5EF4-FFF2-40B4-BE49-F238E27FC236}">
                <a16:creationId xmlns:a16="http://schemas.microsoft.com/office/drawing/2014/main" id="{020CCC31-EABC-9A13-29FD-F75168E56A12}"/>
              </a:ext>
            </a:extLst>
          </p:cNvPr>
          <p:cNvSpPr>
            <a:spLocks noGrp="1"/>
          </p:cNvSpPr>
          <p:nvPr>
            <p:ph type="body" sz="quarter" idx="23"/>
          </p:nvPr>
        </p:nvSpPr>
        <p:spPr>
          <a:xfrm>
            <a:off x="390154" y="3692524"/>
            <a:ext cx="3734170" cy="5761038"/>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36" name="Text Placeholder 4">
            <a:extLst>
              <a:ext uri="{FF2B5EF4-FFF2-40B4-BE49-F238E27FC236}">
                <a16:creationId xmlns:a16="http://schemas.microsoft.com/office/drawing/2014/main" id="{528AB6C8-4A03-776C-6C2F-A6FFEB8FB5AB}"/>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pic>
        <p:nvPicPr>
          <p:cNvPr id="3" name="Graphic 2">
            <a:extLst>
              <a:ext uri="{FF2B5EF4-FFF2-40B4-BE49-F238E27FC236}">
                <a16:creationId xmlns:a16="http://schemas.microsoft.com/office/drawing/2014/main" id="{05BB9D5A-EBDE-C175-CD3E-E0B507A11BB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E247E6EB-E84C-0DD6-761F-7C783AE1C859}"/>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1B940E1D-D282-572B-9FA1-16CEBA5BF584}"/>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7" name="Rectangle 36">
            <a:extLst>
              <a:ext uri="{FF2B5EF4-FFF2-40B4-BE49-F238E27FC236}">
                <a16:creationId xmlns:a16="http://schemas.microsoft.com/office/drawing/2014/main" id="{07F2DFBC-A822-DD8E-3CC6-647666F476F6}"/>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0" name="Espaço Reservado para Texto 6">
            <a:extLst>
              <a:ext uri="{FF2B5EF4-FFF2-40B4-BE49-F238E27FC236}">
                <a16:creationId xmlns:a16="http://schemas.microsoft.com/office/drawing/2014/main" id="{6AC03389-438B-A71B-B298-F45CEE930085}"/>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1" name="Group 40">
            <a:extLst>
              <a:ext uri="{FF2B5EF4-FFF2-40B4-BE49-F238E27FC236}">
                <a16:creationId xmlns:a16="http://schemas.microsoft.com/office/drawing/2014/main" id="{3F70470F-88B3-C8C1-6D31-C3AC721DD7A0}"/>
              </a:ext>
            </a:extLst>
          </p:cNvPr>
          <p:cNvGrpSpPr/>
          <p:nvPr userDrawn="1"/>
        </p:nvGrpSpPr>
        <p:grpSpPr>
          <a:xfrm>
            <a:off x="390154" y="406178"/>
            <a:ext cx="1240285" cy="341910"/>
            <a:chOff x="2700591" y="2522601"/>
            <a:chExt cx="6428993" cy="1772284"/>
          </a:xfrm>
        </p:grpSpPr>
        <p:sp>
          <p:nvSpPr>
            <p:cNvPr id="42" name="Freeform: Shape 40">
              <a:extLst>
                <a:ext uri="{FF2B5EF4-FFF2-40B4-BE49-F238E27FC236}">
                  <a16:creationId xmlns:a16="http://schemas.microsoft.com/office/drawing/2014/main" id="{FA38B550-E69A-14BF-7816-DC6FCB871E19}"/>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3" name="Graphic 20">
              <a:extLst>
                <a:ext uri="{FF2B5EF4-FFF2-40B4-BE49-F238E27FC236}">
                  <a16:creationId xmlns:a16="http://schemas.microsoft.com/office/drawing/2014/main" id="{6691A48E-6730-90AB-EEEC-ED1B9915CE2E}"/>
                </a:ext>
              </a:extLst>
            </p:cNvPr>
            <p:cNvGrpSpPr/>
            <p:nvPr/>
          </p:nvGrpSpPr>
          <p:grpSpPr>
            <a:xfrm>
              <a:off x="5034660" y="3339528"/>
              <a:ext cx="4094924" cy="747077"/>
              <a:chOff x="5034660" y="3339528"/>
              <a:chExt cx="4094924" cy="747077"/>
            </a:xfrm>
            <a:solidFill>
              <a:srgbClr val="FFFFFF"/>
            </a:solidFill>
          </p:grpSpPr>
          <p:sp>
            <p:nvSpPr>
              <p:cNvPr id="44" name="Freeform: Shape 42">
                <a:extLst>
                  <a:ext uri="{FF2B5EF4-FFF2-40B4-BE49-F238E27FC236}">
                    <a16:creationId xmlns:a16="http://schemas.microsoft.com/office/drawing/2014/main" id="{5B874800-9A82-0C18-70B7-60FFD09CC379}"/>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5" name="Freeform: Shape 43">
                <a:extLst>
                  <a:ext uri="{FF2B5EF4-FFF2-40B4-BE49-F238E27FC236}">
                    <a16:creationId xmlns:a16="http://schemas.microsoft.com/office/drawing/2014/main" id="{0259C9DA-CB4D-D241-4687-D7E02A62A05D}"/>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6" name="Freeform: Shape 44">
                <a:extLst>
                  <a:ext uri="{FF2B5EF4-FFF2-40B4-BE49-F238E27FC236}">
                    <a16:creationId xmlns:a16="http://schemas.microsoft.com/office/drawing/2014/main" id="{FD90D22C-AB1D-687C-F41E-F0962B870505}"/>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7" name="Freeform: Shape 45">
                <a:extLst>
                  <a:ext uri="{FF2B5EF4-FFF2-40B4-BE49-F238E27FC236}">
                    <a16:creationId xmlns:a16="http://schemas.microsoft.com/office/drawing/2014/main" id="{02D21845-2E7F-6152-F430-C6C2E393E459}"/>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8" name="Freeform: Shape 46">
                <a:extLst>
                  <a:ext uri="{FF2B5EF4-FFF2-40B4-BE49-F238E27FC236}">
                    <a16:creationId xmlns:a16="http://schemas.microsoft.com/office/drawing/2014/main" id="{2BE651EB-2E73-D5E7-C720-62FAB08CDC6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9" name="Freeform: Shape 47">
                <a:extLst>
                  <a:ext uri="{FF2B5EF4-FFF2-40B4-BE49-F238E27FC236}">
                    <a16:creationId xmlns:a16="http://schemas.microsoft.com/office/drawing/2014/main" id="{A95C3E20-FF5E-A0EB-88B7-DF350ACA9952}"/>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0" name="Freeform: Shape 48">
                <a:extLst>
                  <a:ext uri="{FF2B5EF4-FFF2-40B4-BE49-F238E27FC236}">
                    <a16:creationId xmlns:a16="http://schemas.microsoft.com/office/drawing/2014/main" id="{FA44196F-EB7E-7BFB-B9D9-79C4F7170F20}"/>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2" name="Freeform: Shape 49">
                <a:extLst>
                  <a:ext uri="{FF2B5EF4-FFF2-40B4-BE49-F238E27FC236}">
                    <a16:creationId xmlns:a16="http://schemas.microsoft.com/office/drawing/2014/main" id="{BB84E2C9-366C-61C6-EF98-739C95F3BCD0}"/>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3" name="Espaço Reservado para Texto 6">
            <a:extLst>
              <a:ext uri="{FF2B5EF4-FFF2-40B4-BE49-F238E27FC236}">
                <a16:creationId xmlns:a16="http://schemas.microsoft.com/office/drawing/2014/main" id="{09F7EE18-A3CE-B647-3F7D-F46C103DD4D9}"/>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4" name="Date Placeholder 1">
            <a:extLst>
              <a:ext uri="{FF2B5EF4-FFF2-40B4-BE49-F238E27FC236}">
                <a16:creationId xmlns:a16="http://schemas.microsoft.com/office/drawing/2014/main" id="{8E5AB956-024E-968E-D4E7-BEECA616A51F}"/>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September 24, 2026</a:t>
            </a:fld>
            <a:endParaRPr lang="en-US" dirty="0"/>
          </a:p>
        </p:txBody>
      </p:sp>
      <p:sp>
        <p:nvSpPr>
          <p:cNvPr id="56" name="Espaço Reservado para Texto 6">
            <a:extLst>
              <a:ext uri="{FF2B5EF4-FFF2-40B4-BE49-F238E27FC236}">
                <a16:creationId xmlns:a16="http://schemas.microsoft.com/office/drawing/2014/main" id="{D51BA7C7-F6B6-3F30-55F1-536EE9CD935B}"/>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7" name="Espaço Reservado para Texto 6">
            <a:extLst>
              <a:ext uri="{FF2B5EF4-FFF2-40B4-BE49-F238E27FC236}">
                <a16:creationId xmlns:a16="http://schemas.microsoft.com/office/drawing/2014/main" id="{32394EDD-DF82-E908-FC7C-D719F162DC7B}"/>
              </a:ext>
            </a:extLst>
          </p:cNvPr>
          <p:cNvSpPr>
            <a:spLocks noGrp="1"/>
          </p:cNvSpPr>
          <p:nvPr>
            <p:ph type="body" sz="quarter" idx="37"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84879057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15" name="Text Placeholder 4">
            <a:extLst>
              <a:ext uri="{FF2B5EF4-FFF2-40B4-BE49-F238E27FC236}">
                <a16:creationId xmlns:a16="http://schemas.microsoft.com/office/drawing/2014/main" id="{BF7DFD60-2E36-4F02-82F8-E04D808E1906}"/>
              </a:ext>
            </a:extLst>
          </p:cNvPr>
          <p:cNvSpPr>
            <a:spLocks noGrp="1"/>
          </p:cNvSpPr>
          <p:nvPr>
            <p:ph type="body" sz="quarter" idx="20"/>
          </p:nvPr>
        </p:nvSpPr>
        <p:spPr>
          <a:xfrm>
            <a:off x="390154" y="2150953"/>
            <a:ext cx="3734171" cy="7246052"/>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24" name="Text Placeholder 4">
            <a:extLst>
              <a:ext uri="{FF2B5EF4-FFF2-40B4-BE49-F238E27FC236}">
                <a16:creationId xmlns:a16="http://schemas.microsoft.com/office/drawing/2014/main" id="{6B77B479-67B9-3D1F-DB63-5A937E29D921}"/>
              </a:ext>
            </a:extLst>
          </p:cNvPr>
          <p:cNvSpPr>
            <a:spLocks noGrp="1"/>
          </p:cNvSpPr>
          <p:nvPr>
            <p:ph type="body" sz="quarter" idx="27" hasCustomPrompt="1"/>
          </p:nvPr>
        </p:nvSpPr>
        <p:spPr>
          <a:xfrm>
            <a:off x="4330593" y="3551967"/>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5" name="Text Placeholder 4">
            <a:extLst>
              <a:ext uri="{FF2B5EF4-FFF2-40B4-BE49-F238E27FC236}">
                <a16:creationId xmlns:a16="http://schemas.microsoft.com/office/drawing/2014/main" id="{CF97AD4E-3588-342E-979B-0CCDF1CF3A66}"/>
              </a:ext>
            </a:extLst>
          </p:cNvPr>
          <p:cNvSpPr>
            <a:spLocks noGrp="1"/>
          </p:cNvSpPr>
          <p:nvPr>
            <p:ph type="body" sz="quarter" idx="28" hasCustomPrompt="1"/>
          </p:nvPr>
        </p:nvSpPr>
        <p:spPr>
          <a:xfrm>
            <a:off x="4330593" y="3713764"/>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6" name="Text Placeholder 4">
            <a:extLst>
              <a:ext uri="{FF2B5EF4-FFF2-40B4-BE49-F238E27FC236}">
                <a16:creationId xmlns:a16="http://schemas.microsoft.com/office/drawing/2014/main" id="{B85DC042-1D7C-4735-DB80-659003055DC8}"/>
              </a:ext>
            </a:extLst>
          </p:cNvPr>
          <p:cNvSpPr>
            <a:spLocks noGrp="1"/>
          </p:cNvSpPr>
          <p:nvPr>
            <p:ph type="body" sz="quarter" idx="29" hasCustomPrompt="1"/>
          </p:nvPr>
        </p:nvSpPr>
        <p:spPr>
          <a:xfrm>
            <a:off x="4330593" y="384063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8" name="Text Placeholder 4">
            <a:extLst>
              <a:ext uri="{FF2B5EF4-FFF2-40B4-BE49-F238E27FC236}">
                <a16:creationId xmlns:a16="http://schemas.microsoft.com/office/drawing/2014/main" id="{35C34336-3E73-5DC1-40F0-6AF846D48E78}"/>
              </a:ext>
            </a:extLst>
          </p:cNvPr>
          <p:cNvSpPr>
            <a:spLocks noGrp="1"/>
          </p:cNvSpPr>
          <p:nvPr>
            <p:ph type="body" sz="quarter" idx="30" hasCustomPrompt="1"/>
          </p:nvPr>
        </p:nvSpPr>
        <p:spPr>
          <a:xfrm>
            <a:off x="4330593" y="4038222"/>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9" name="Text Placeholder 4">
            <a:extLst>
              <a:ext uri="{FF2B5EF4-FFF2-40B4-BE49-F238E27FC236}">
                <a16:creationId xmlns:a16="http://schemas.microsoft.com/office/drawing/2014/main" id="{8CD3B534-6D99-4C48-73C6-A90E786EAF16}"/>
              </a:ext>
            </a:extLst>
          </p:cNvPr>
          <p:cNvSpPr>
            <a:spLocks noGrp="1"/>
          </p:cNvSpPr>
          <p:nvPr>
            <p:ph type="body" sz="quarter" idx="31" hasCustomPrompt="1"/>
          </p:nvPr>
        </p:nvSpPr>
        <p:spPr>
          <a:xfrm>
            <a:off x="4330593" y="420001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0" name="Text Placeholder 4">
            <a:extLst>
              <a:ext uri="{FF2B5EF4-FFF2-40B4-BE49-F238E27FC236}">
                <a16:creationId xmlns:a16="http://schemas.microsoft.com/office/drawing/2014/main" id="{2028EDBB-9588-28C2-3D10-94EAAEC88F4D}"/>
              </a:ext>
            </a:extLst>
          </p:cNvPr>
          <p:cNvSpPr>
            <a:spLocks noGrp="1"/>
          </p:cNvSpPr>
          <p:nvPr>
            <p:ph type="body" sz="quarter" idx="32" hasCustomPrompt="1"/>
          </p:nvPr>
        </p:nvSpPr>
        <p:spPr>
          <a:xfrm>
            <a:off x="4330593" y="432689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1" name="Text Placeholder 4">
            <a:extLst>
              <a:ext uri="{FF2B5EF4-FFF2-40B4-BE49-F238E27FC236}">
                <a16:creationId xmlns:a16="http://schemas.microsoft.com/office/drawing/2014/main" id="{2A785A59-B1EC-BCA9-3C61-AA41FD3030AA}"/>
              </a:ext>
            </a:extLst>
          </p:cNvPr>
          <p:cNvSpPr>
            <a:spLocks noGrp="1"/>
          </p:cNvSpPr>
          <p:nvPr>
            <p:ph type="body" sz="quarter" idx="33" hasCustomPrompt="1"/>
          </p:nvPr>
        </p:nvSpPr>
        <p:spPr>
          <a:xfrm>
            <a:off x="4330593" y="4531792"/>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2" name="Text Placeholder 4">
            <a:extLst>
              <a:ext uri="{FF2B5EF4-FFF2-40B4-BE49-F238E27FC236}">
                <a16:creationId xmlns:a16="http://schemas.microsoft.com/office/drawing/2014/main" id="{687FE4BC-3557-8ACF-282E-E55A17020846}"/>
              </a:ext>
            </a:extLst>
          </p:cNvPr>
          <p:cNvSpPr>
            <a:spLocks noGrp="1"/>
          </p:cNvSpPr>
          <p:nvPr>
            <p:ph type="body" sz="quarter" idx="34" hasCustomPrompt="1"/>
          </p:nvPr>
        </p:nvSpPr>
        <p:spPr>
          <a:xfrm>
            <a:off x="4330593" y="4693589"/>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3" name="Text Placeholder 4">
            <a:extLst>
              <a:ext uri="{FF2B5EF4-FFF2-40B4-BE49-F238E27FC236}">
                <a16:creationId xmlns:a16="http://schemas.microsoft.com/office/drawing/2014/main" id="{71BC99D4-EA9B-7B0F-636D-51A7398724C0}"/>
              </a:ext>
            </a:extLst>
          </p:cNvPr>
          <p:cNvSpPr>
            <a:spLocks noGrp="1"/>
          </p:cNvSpPr>
          <p:nvPr>
            <p:ph type="body" sz="quarter" idx="35" hasCustomPrompt="1"/>
          </p:nvPr>
        </p:nvSpPr>
        <p:spPr>
          <a:xfrm>
            <a:off x="4330593" y="482046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4" name="Straight Connector 33">
            <a:extLst>
              <a:ext uri="{FF2B5EF4-FFF2-40B4-BE49-F238E27FC236}">
                <a16:creationId xmlns:a16="http://schemas.microsoft.com/office/drawing/2014/main" id="{539D7FB9-B2E7-F477-8C41-841677DAAFE0}"/>
              </a:ext>
            </a:extLst>
          </p:cNvPr>
          <p:cNvCxnSpPr>
            <a:cxnSpLocks/>
          </p:cNvCxnSpPr>
          <p:nvPr userDrawn="1"/>
        </p:nvCxnSpPr>
        <p:spPr>
          <a:xfrm>
            <a:off x="4227459" y="2150951"/>
            <a:ext cx="0" cy="7246054"/>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Espaço Reservado para Conteúdo 14">
            <a:extLst>
              <a:ext uri="{FF2B5EF4-FFF2-40B4-BE49-F238E27FC236}">
                <a16:creationId xmlns:a16="http://schemas.microsoft.com/office/drawing/2014/main" id="{5D3EDB8D-754F-B41B-52BE-3C9C63C87727}"/>
              </a:ext>
            </a:extLst>
          </p:cNvPr>
          <p:cNvSpPr>
            <a:spLocks noGrp="1"/>
          </p:cNvSpPr>
          <p:nvPr>
            <p:ph sz="quarter" idx="40" hasCustomPrompt="1"/>
          </p:nvPr>
        </p:nvSpPr>
        <p:spPr>
          <a:xfrm>
            <a:off x="4330593" y="2150951"/>
            <a:ext cx="2159107" cy="123605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pic>
        <p:nvPicPr>
          <p:cNvPr id="3" name="Graphic 2">
            <a:extLst>
              <a:ext uri="{FF2B5EF4-FFF2-40B4-BE49-F238E27FC236}">
                <a16:creationId xmlns:a16="http://schemas.microsoft.com/office/drawing/2014/main" id="{35506383-B761-D6BF-E9C5-213A99292D8B}"/>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47D37BCB-8BD1-530F-56F4-52C5492387D4}"/>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4253F920-37E1-2CCC-D0AD-0BD23A499100}"/>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6" name="Rectangle 35">
            <a:extLst>
              <a:ext uri="{FF2B5EF4-FFF2-40B4-BE49-F238E27FC236}">
                <a16:creationId xmlns:a16="http://schemas.microsoft.com/office/drawing/2014/main" id="{E3A5AFDE-C0AE-61B1-43A2-060D526B8D00}"/>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39" name="Espaço Reservado para Texto 6">
            <a:extLst>
              <a:ext uri="{FF2B5EF4-FFF2-40B4-BE49-F238E27FC236}">
                <a16:creationId xmlns:a16="http://schemas.microsoft.com/office/drawing/2014/main" id="{ABC67BA8-3B7B-64ED-E732-64AB943B733F}"/>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0" name="Group 39">
            <a:extLst>
              <a:ext uri="{FF2B5EF4-FFF2-40B4-BE49-F238E27FC236}">
                <a16:creationId xmlns:a16="http://schemas.microsoft.com/office/drawing/2014/main" id="{8180E645-A281-578A-9584-040B1B360A76}"/>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C2A4BCDC-C853-CEEC-FDC4-37A7DDB5273C}"/>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99AF96D5-788D-A4B8-E8B9-9DB8B25439A4}"/>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70473335-3A57-EADC-D22A-2CB0F56A1F23}"/>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05C36AE0-F013-88E6-CE9C-9FE55D18312B}"/>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2DCB93B2-FF33-AE52-CE4C-1894F302393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3163FF1D-01B0-986B-BAC6-648384EFBD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D949DC71-6D26-236E-9F09-DA4F2A5D361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5478D96D-1F00-583E-2831-8AE7D9E00C6B}"/>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ACBDB0BC-490E-2746-BE69-4945759C7710}"/>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EA6763E9-4D09-7546-0D6F-D7300AF97A40}"/>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1" name="Espaço Reservado para Texto 6">
            <a:extLst>
              <a:ext uri="{FF2B5EF4-FFF2-40B4-BE49-F238E27FC236}">
                <a16:creationId xmlns:a16="http://schemas.microsoft.com/office/drawing/2014/main" id="{96A76248-D278-A93C-29A0-F3B678A4A768}"/>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2" name="Date Placeholder 1">
            <a:extLst>
              <a:ext uri="{FF2B5EF4-FFF2-40B4-BE49-F238E27FC236}">
                <a16:creationId xmlns:a16="http://schemas.microsoft.com/office/drawing/2014/main" id="{50D3FFE1-1214-4FAD-7C1E-F096A11C5683}"/>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September 24, 2026</a:t>
            </a:fld>
            <a:endParaRPr lang="en-US" dirty="0"/>
          </a:p>
        </p:txBody>
      </p:sp>
      <p:sp>
        <p:nvSpPr>
          <p:cNvPr id="53" name="Espaço Reservado para Texto 6">
            <a:extLst>
              <a:ext uri="{FF2B5EF4-FFF2-40B4-BE49-F238E27FC236}">
                <a16:creationId xmlns:a16="http://schemas.microsoft.com/office/drawing/2014/main" id="{1A4BAC10-6E9D-8385-641C-6B58829F3F45}"/>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91B88A0C-F37B-BB3A-DBD6-ABA7F32903D2}"/>
              </a:ext>
            </a:extLst>
          </p:cNvPr>
          <p:cNvSpPr>
            <a:spLocks noGrp="1"/>
          </p:cNvSpPr>
          <p:nvPr>
            <p:ph type="body" sz="quarter" idx="37"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71603771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Capa Short Note Sector">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Text Placeholder 4">
            <a:extLst>
              <a:ext uri="{FF2B5EF4-FFF2-40B4-BE49-F238E27FC236}">
                <a16:creationId xmlns:a16="http://schemas.microsoft.com/office/drawing/2014/main" id="{940F99CF-8986-12A5-817F-97B685225E90}"/>
              </a:ext>
            </a:extLst>
          </p:cNvPr>
          <p:cNvSpPr>
            <a:spLocks noGrp="1"/>
          </p:cNvSpPr>
          <p:nvPr>
            <p:ph type="body" sz="quarter" idx="27" hasCustomPrompt="1"/>
          </p:nvPr>
        </p:nvSpPr>
        <p:spPr>
          <a:xfrm>
            <a:off x="4330593" y="369252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0140C41B-2354-17F2-8688-7AB404EEA1F0}"/>
              </a:ext>
            </a:extLst>
          </p:cNvPr>
          <p:cNvSpPr>
            <a:spLocks noGrp="1"/>
          </p:cNvSpPr>
          <p:nvPr>
            <p:ph type="body" sz="quarter" idx="28" hasCustomPrompt="1"/>
          </p:nvPr>
        </p:nvSpPr>
        <p:spPr>
          <a:xfrm>
            <a:off x="4330593" y="385432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88382CAA-FCB9-2AEB-20BA-5D243A50978F}"/>
              </a:ext>
            </a:extLst>
          </p:cNvPr>
          <p:cNvSpPr>
            <a:spLocks noGrp="1"/>
          </p:cNvSpPr>
          <p:nvPr>
            <p:ph type="body" sz="quarter" idx="29" hasCustomPrompt="1"/>
          </p:nvPr>
        </p:nvSpPr>
        <p:spPr>
          <a:xfrm>
            <a:off x="4330593" y="398119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91E52212-A260-84D8-2C50-08CDC08A8BB7}"/>
              </a:ext>
            </a:extLst>
          </p:cNvPr>
          <p:cNvSpPr>
            <a:spLocks noGrp="1"/>
          </p:cNvSpPr>
          <p:nvPr>
            <p:ph type="body" sz="quarter" idx="30" hasCustomPrompt="1"/>
          </p:nvPr>
        </p:nvSpPr>
        <p:spPr>
          <a:xfrm>
            <a:off x="4330593" y="417877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FD566518-7137-787A-8B48-3DC74BA88C36}"/>
              </a:ext>
            </a:extLst>
          </p:cNvPr>
          <p:cNvSpPr>
            <a:spLocks noGrp="1"/>
          </p:cNvSpPr>
          <p:nvPr>
            <p:ph type="body" sz="quarter" idx="31" hasCustomPrompt="1"/>
          </p:nvPr>
        </p:nvSpPr>
        <p:spPr>
          <a:xfrm>
            <a:off x="4330593" y="434057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128DB013-695D-1616-A486-7F2B38589E64}"/>
              </a:ext>
            </a:extLst>
          </p:cNvPr>
          <p:cNvSpPr>
            <a:spLocks noGrp="1"/>
          </p:cNvSpPr>
          <p:nvPr>
            <p:ph type="body" sz="quarter" idx="32" hasCustomPrompt="1"/>
          </p:nvPr>
        </p:nvSpPr>
        <p:spPr>
          <a:xfrm>
            <a:off x="4330593" y="446744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88A24351-08B2-83F8-B4F8-D55D3F07EF7B}"/>
              </a:ext>
            </a:extLst>
          </p:cNvPr>
          <p:cNvSpPr>
            <a:spLocks noGrp="1"/>
          </p:cNvSpPr>
          <p:nvPr>
            <p:ph type="body" sz="quarter" idx="33" hasCustomPrompt="1"/>
          </p:nvPr>
        </p:nvSpPr>
        <p:spPr>
          <a:xfrm>
            <a:off x="4330593" y="467234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C9E1A8CB-1D01-FB8E-FFF5-6ACBA780081F}"/>
              </a:ext>
            </a:extLst>
          </p:cNvPr>
          <p:cNvSpPr>
            <a:spLocks noGrp="1"/>
          </p:cNvSpPr>
          <p:nvPr>
            <p:ph type="body" sz="quarter" idx="34" hasCustomPrompt="1"/>
          </p:nvPr>
        </p:nvSpPr>
        <p:spPr>
          <a:xfrm>
            <a:off x="4330593" y="483414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1AE7C39D-EA22-C5DB-A675-845E341B399F}"/>
              </a:ext>
            </a:extLst>
          </p:cNvPr>
          <p:cNvSpPr>
            <a:spLocks noGrp="1"/>
          </p:cNvSpPr>
          <p:nvPr>
            <p:ph type="body" sz="quarter" idx="35" hasCustomPrompt="1"/>
          </p:nvPr>
        </p:nvSpPr>
        <p:spPr>
          <a:xfrm>
            <a:off x="4330593" y="496101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4" name="Straight Connector 33">
            <a:extLst>
              <a:ext uri="{FF2B5EF4-FFF2-40B4-BE49-F238E27FC236}">
                <a16:creationId xmlns:a16="http://schemas.microsoft.com/office/drawing/2014/main" id="{AF1BA942-F3DB-C7E0-BAED-A17071503BC2}"/>
              </a:ext>
            </a:extLst>
          </p:cNvPr>
          <p:cNvCxnSpPr>
            <a:cxnSpLocks/>
          </p:cNvCxnSpPr>
          <p:nvPr userDrawn="1"/>
        </p:nvCxnSpPr>
        <p:spPr>
          <a:xfrm>
            <a:off x="4227459" y="3692525"/>
            <a:ext cx="0" cy="5649183"/>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Text Placeholder 4">
            <a:extLst>
              <a:ext uri="{FF2B5EF4-FFF2-40B4-BE49-F238E27FC236}">
                <a16:creationId xmlns:a16="http://schemas.microsoft.com/office/drawing/2014/main" id="{36541823-4E2D-CA37-F162-ECE90D8582A7}"/>
              </a:ext>
            </a:extLst>
          </p:cNvPr>
          <p:cNvSpPr>
            <a:spLocks noGrp="1"/>
          </p:cNvSpPr>
          <p:nvPr>
            <p:ph type="body" sz="quarter" idx="23"/>
          </p:nvPr>
        </p:nvSpPr>
        <p:spPr>
          <a:xfrm>
            <a:off x="390154" y="3692524"/>
            <a:ext cx="3734170" cy="4036332"/>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36" name="Text Placeholder 4">
            <a:extLst>
              <a:ext uri="{FF2B5EF4-FFF2-40B4-BE49-F238E27FC236}">
                <a16:creationId xmlns:a16="http://schemas.microsoft.com/office/drawing/2014/main" id="{921245B7-AB30-4FB7-CF96-2E86016A7C44}"/>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pic>
        <p:nvPicPr>
          <p:cNvPr id="3" name="Graphic 2">
            <a:extLst>
              <a:ext uri="{FF2B5EF4-FFF2-40B4-BE49-F238E27FC236}">
                <a16:creationId xmlns:a16="http://schemas.microsoft.com/office/drawing/2014/main" id="{A14C112E-6DCA-347F-EE5D-94BD1FF4690A}"/>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266E850E-7816-E3FB-7226-A8CEE21A4F54}"/>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A19085B0-E61E-AC5E-FDC5-AA0B2FF285FE}"/>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3" name="Rectangle 32">
            <a:extLst>
              <a:ext uri="{FF2B5EF4-FFF2-40B4-BE49-F238E27FC236}">
                <a16:creationId xmlns:a16="http://schemas.microsoft.com/office/drawing/2014/main" id="{87A6E124-C454-3CB2-445A-4AF1960A1BAD}"/>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0" name="Espaço Reservado para Texto 6">
            <a:extLst>
              <a:ext uri="{FF2B5EF4-FFF2-40B4-BE49-F238E27FC236}">
                <a16:creationId xmlns:a16="http://schemas.microsoft.com/office/drawing/2014/main" id="{77A0EA1E-B1C6-89A3-CA3F-DBA7725D0861}"/>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1" name="Group 40">
            <a:extLst>
              <a:ext uri="{FF2B5EF4-FFF2-40B4-BE49-F238E27FC236}">
                <a16:creationId xmlns:a16="http://schemas.microsoft.com/office/drawing/2014/main" id="{4355ED90-9BB0-9B47-3D12-3994341D7F5E}"/>
              </a:ext>
            </a:extLst>
          </p:cNvPr>
          <p:cNvGrpSpPr/>
          <p:nvPr userDrawn="1"/>
        </p:nvGrpSpPr>
        <p:grpSpPr>
          <a:xfrm>
            <a:off x="390154" y="406178"/>
            <a:ext cx="1240285" cy="341910"/>
            <a:chOff x="2700591" y="2522601"/>
            <a:chExt cx="6428993" cy="1772284"/>
          </a:xfrm>
        </p:grpSpPr>
        <p:sp>
          <p:nvSpPr>
            <p:cNvPr id="42" name="Freeform: Shape 40">
              <a:extLst>
                <a:ext uri="{FF2B5EF4-FFF2-40B4-BE49-F238E27FC236}">
                  <a16:creationId xmlns:a16="http://schemas.microsoft.com/office/drawing/2014/main" id="{B4CAC0FC-6CB6-396E-D603-01B7C63AEBAB}"/>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3" name="Graphic 20">
              <a:extLst>
                <a:ext uri="{FF2B5EF4-FFF2-40B4-BE49-F238E27FC236}">
                  <a16:creationId xmlns:a16="http://schemas.microsoft.com/office/drawing/2014/main" id="{93640F19-A573-6591-D881-F7514B92A0EC}"/>
                </a:ext>
              </a:extLst>
            </p:cNvPr>
            <p:cNvGrpSpPr/>
            <p:nvPr/>
          </p:nvGrpSpPr>
          <p:grpSpPr>
            <a:xfrm>
              <a:off x="5034660" y="3339528"/>
              <a:ext cx="4094924" cy="747077"/>
              <a:chOff x="5034660" y="3339528"/>
              <a:chExt cx="4094924" cy="747077"/>
            </a:xfrm>
            <a:solidFill>
              <a:srgbClr val="FFFFFF"/>
            </a:solidFill>
          </p:grpSpPr>
          <p:sp>
            <p:nvSpPr>
              <p:cNvPr id="44" name="Freeform: Shape 42">
                <a:extLst>
                  <a:ext uri="{FF2B5EF4-FFF2-40B4-BE49-F238E27FC236}">
                    <a16:creationId xmlns:a16="http://schemas.microsoft.com/office/drawing/2014/main" id="{980A1C3B-BDD6-1624-9D56-F61461366687}"/>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5" name="Freeform: Shape 43">
                <a:extLst>
                  <a:ext uri="{FF2B5EF4-FFF2-40B4-BE49-F238E27FC236}">
                    <a16:creationId xmlns:a16="http://schemas.microsoft.com/office/drawing/2014/main" id="{ACB0653D-D9CE-184D-870B-0AF98AAF0011}"/>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6" name="Freeform: Shape 44">
                <a:extLst>
                  <a:ext uri="{FF2B5EF4-FFF2-40B4-BE49-F238E27FC236}">
                    <a16:creationId xmlns:a16="http://schemas.microsoft.com/office/drawing/2014/main" id="{B1EBF33D-BB2A-5D47-B614-77FEC291A0B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7" name="Freeform: Shape 45">
                <a:extLst>
                  <a:ext uri="{FF2B5EF4-FFF2-40B4-BE49-F238E27FC236}">
                    <a16:creationId xmlns:a16="http://schemas.microsoft.com/office/drawing/2014/main" id="{B827DE25-E39B-23AF-347D-00DD1BE6296F}"/>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8" name="Freeform: Shape 46">
                <a:extLst>
                  <a:ext uri="{FF2B5EF4-FFF2-40B4-BE49-F238E27FC236}">
                    <a16:creationId xmlns:a16="http://schemas.microsoft.com/office/drawing/2014/main" id="{A30F8FB0-7C17-CC2E-8551-19F64F34E9F6}"/>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9" name="Freeform: Shape 47">
                <a:extLst>
                  <a:ext uri="{FF2B5EF4-FFF2-40B4-BE49-F238E27FC236}">
                    <a16:creationId xmlns:a16="http://schemas.microsoft.com/office/drawing/2014/main" id="{67257BAD-B632-E55E-00DD-D18DB6D18476}"/>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0" name="Freeform: Shape 48">
                <a:extLst>
                  <a:ext uri="{FF2B5EF4-FFF2-40B4-BE49-F238E27FC236}">
                    <a16:creationId xmlns:a16="http://schemas.microsoft.com/office/drawing/2014/main" id="{1AD43897-A594-3DAC-1F4A-264F898BF90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1" name="Freeform: Shape 49">
                <a:extLst>
                  <a:ext uri="{FF2B5EF4-FFF2-40B4-BE49-F238E27FC236}">
                    <a16:creationId xmlns:a16="http://schemas.microsoft.com/office/drawing/2014/main" id="{031F5F64-E36B-432B-EB75-281EF5EF779B}"/>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042E2818-2681-CC77-2A2E-5C0F5876E115}"/>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Date Placeholder 1">
            <a:extLst>
              <a:ext uri="{FF2B5EF4-FFF2-40B4-BE49-F238E27FC236}">
                <a16:creationId xmlns:a16="http://schemas.microsoft.com/office/drawing/2014/main" id="{DF3A696C-8363-F4F9-A4F9-E35C8C06A8DF}"/>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September 24, 2026</a:t>
            </a:fld>
            <a:endParaRPr lang="en-US" dirty="0"/>
          </a:p>
        </p:txBody>
      </p:sp>
      <p:sp>
        <p:nvSpPr>
          <p:cNvPr id="55" name="Espaço Reservado para Texto 6">
            <a:extLst>
              <a:ext uri="{FF2B5EF4-FFF2-40B4-BE49-F238E27FC236}">
                <a16:creationId xmlns:a16="http://schemas.microsoft.com/office/drawing/2014/main" id="{BE80DB58-0BEF-DBD0-C931-338EC79821AA}"/>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6" name="Espaço Reservado para Texto 6">
            <a:extLst>
              <a:ext uri="{FF2B5EF4-FFF2-40B4-BE49-F238E27FC236}">
                <a16:creationId xmlns:a16="http://schemas.microsoft.com/office/drawing/2014/main" id="{882E17B6-41EA-9697-2836-56691F98857A}"/>
              </a:ext>
            </a:extLst>
          </p:cNvPr>
          <p:cNvSpPr>
            <a:spLocks noGrp="1"/>
          </p:cNvSpPr>
          <p:nvPr>
            <p:ph type="body" sz="quarter" idx="38"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80186430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umário">
    <p:bg>
      <p:bgPr>
        <a:solidFill>
          <a:schemeClr val="bg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EEE9ED39-57B7-5C8F-E9B2-57A1AC073839}"/>
              </a:ext>
            </a:extLst>
          </p:cNvPr>
          <p:cNvGrpSpPr/>
          <p:nvPr userDrawn="1"/>
        </p:nvGrpSpPr>
        <p:grpSpPr>
          <a:xfrm flipV="1">
            <a:off x="4738912" y="0"/>
            <a:ext cx="2119086" cy="9906000"/>
            <a:chOff x="-1" y="0"/>
            <a:chExt cx="1467060" cy="6858000"/>
          </a:xfrm>
        </p:grpSpPr>
        <p:pic>
          <p:nvPicPr>
            <p:cNvPr id="4" name="Graphic 3">
              <a:extLst>
                <a:ext uri="{FF2B5EF4-FFF2-40B4-BE49-F238E27FC236}">
                  <a16:creationId xmlns:a16="http://schemas.microsoft.com/office/drawing/2014/main" id="{D76B8EF7-CCD7-9A94-CD80-B82D9220F66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71178" b="20035"/>
            <a:stretch/>
          </p:blipFill>
          <p:spPr>
            <a:xfrm flipV="1">
              <a:off x="0" y="0"/>
              <a:ext cx="1467059" cy="6858000"/>
            </a:xfrm>
            <a:prstGeom prst="rect">
              <a:avLst/>
            </a:prstGeom>
          </p:spPr>
        </p:pic>
        <p:pic>
          <p:nvPicPr>
            <p:cNvPr id="5" name="Picture 4" descr="A blue and white dot pattern&#10;&#10;AI-generated content may be incorrect.">
              <a:extLst>
                <a:ext uri="{FF2B5EF4-FFF2-40B4-BE49-F238E27FC236}">
                  <a16:creationId xmlns:a16="http://schemas.microsoft.com/office/drawing/2014/main" id="{E28CC665-FF99-579A-7610-C998972AF3D6}"/>
                </a:ext>
              </a:extLst>
            </p:cNvPr>
            <p:cNvPicPr>
              <a:picLocks noChangeAspect="1"/>
            </p:cNvPicPr>
            <p:nvPr userDrawn="1"/>
          </p:nvPicPr>
          <p:blipFill>
            <a:blip r:embed="rId4">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1" y="0"/>
              <a:ext cx="1467060" cy="6858000"/>
            </a:xfrm>
            <a:prstGeom prst="rect">
              <a:avLst/>
            </a:prstGeom>
          </p:spPr>
        </p:pic>
      </p:grpSp>
      <p:sp>
        <p:nvSpPr>
          <p:cNvPr id="6" name="Rectangle 5">
            <a:extLst>
              <a:ext uri="{FF2B5EF4-FFF2-40B4-BE49-F238E27FC236}">
                <a16:creationId xmlns:a16="http://schemas.microsoft.com/office/drawing/2014/main" id="{1D58E3DF-22F8-4C37-9B26-E76DF3BA1D45}"/>
              </a:ext>
            </a:extLst>
          </p:cNvPr>
          <p:cNvSpPr/>
          <p:nvPr userDrawn="1"/>
        </p:nvSpPr>
        <p:spPr>
          <a:xfrm>
            <a:off x="0" y="0"/>
            <a:ext cx="4738914" cy="990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375638" y="368602"/>
            <a:ext cx="3733609" cy="430887"/>
          </a:xfrm>
          <a:prstGeom prst="rect">
            <a:avLst/>
          </a:prstGeom>
        </p:spPr>
        <p:txBody>
          <a:bodyPr wrap="square" lIns="0" tIns="0" rIns="0" bIns="0" rtlCol="0">
            <a:spAutoFit/>
          </a:bodyPr>
          <a:lstStyle/>
          <a:p>
            <a:r>
              <a:rPr lang="pt-BR" sz="2800" dirty="0" err="1">
                <a:solidFill>
                  <a:srgbClr val="242424"/>
                </a:solidFill>
                <a:latin typeface="+mj-lt"/>
                <a:ea typeface="XP Light Lighthouse" pitchFamily="50" charset="0"/>
              </a:rPr>
              <a:t>Table</a:t>
            </a:r>
            <a:r>
              <a:rPr lang="pt-BR" sz="2800" dirty="0">
                <a:solidFill>
                  <a:srgbClr val="242424"/>
                </a:solidFill>
                <a:latin typeface="+mj-lt"/>
                <a:ea typeface="XP Light Lighthouse" pitchFamily="50" charset="0"/>
              </a:rPr>
              <a:t> </a:t>
            </a:r>
            <a:r>
              <a:rPr lang="pt-BR" sz="2800" dirty="0" err="1">
                <a:solidFill>
                  <a:srgbClr val="242424"/>
                </a:solidFill>
                <a:latin typeface="+mj-lt"/>
                <a:ea typeface="XP Light Lighthouse" pitchFamily="50" charset="0"/>
              </a:rPr>
              <a:t>of</a:t>
            </a:r>
            <a:r>
              <a:rPr lang="pt-BR" sz="2800" dirty="0">
                <a:solidFill>
                  <a:srgbClr val="242424"/>
                </a:solidFill>
                <a:latin typeface="+mj-lt"/>
                <a:ea typeface="XP Light Lighthouse" pitchFamily="50" charset="0"/>
              </a:rPr>
              <a:t> </a:t>
            </a:r>
            <a:r>
              <a:rPr lang="pt-BR" sz="2800" dirty="0" err="1">
                <a:solidFill>
                  <a:srgbClr val="242424"/>
                </a:solidFill>
                <a:latin typeface="+mj-lt"/>
                <a:ea typeface="XP Light Lighthouse" pitchFamily="50" charset="0"/>
              </a:rPr>
              <a:t>contents</a:t>
            </a:r>
            <a:endParaRPr lang="pt-BR" sz="2800" dirty="0">
              <a:solidFill>
                <a:srgbClr val="242424"/>
              </a:solidFill>
              <a:latin typeface="+mj-lt"/>
              <a:ea typeface="XP Light Lighthouse" pitchFamily="50"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375638" y="115561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2" name="Espaço Reservado para Texto 6">
            <a:extLst>
              <a:ext uri="{FF2B5EF4-FFF2-40B4-BE49-F238E27FC236}">
                <a16:creationId xmlns:a16="http://schemas.microsoft.com/office/drawing/2014/main" id="{BDA9F1F2-ABC2-4D8D-8E95-0E8A4C2D295D}"/>
              </a:ext>
            </a:extLst>
          </p:cNvPr>
          <p:cNvSpPr>
            <a:spLocks noGrp="1"/>
          </p:cNvSpPr>
          <p:nvPr>
            <p:ph type="body" sz="quarter" idx="18" hasCustomPrompt="1"/>
          </p:nvPr>
        </p:nvSpPr>
        <p:spPr>
          <a:xfrm>
            <a:off x="375638" y="148583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375638" y="213999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4" name="Espaço Reservado para Texto 6">
            <a:extLst>
              <a:ext uri="{FF2B5EF4-FFF2-40B4-BE49-F238E27FC236}">
                <a16:creationId xmlns:a16="http://schemas.microsoft.com/office/drawing/2014/main" id="{61B220E4-8E3F-4CA0-815C-0FC23ECB015D}"/>
              </a:ext>
            </a:extLst>
          </p:cNvPr>
          <p:cNvSpPr>
            <a:spLocks noGrp="1"/>
          </p:cNvSpPr>
          <p:nvPr>
            <p:ph type="body" sz="quarter" idx="20" hasCustomPrompt="1"/>
          </p:nvPr>
        </p:nvSpPr>
        <p:spPr>
          <a:xfrm>
            <a:off x="375638" y="247021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375638" y="31347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6" name="Espaço Reservado para Texto 6">
            <a:extLst>
              <a:ext uri="{FF2B5EF4-FFF2-40B4-BE49-F238E27FC236}">
                <a16:creationId xmlns:a16="http://schemas.microsoft.com/office/drawing/2014/main" id="{6E08F1B6-19EB-446F-A384-6FA55F237690}"/>
              </a:ext>
            </a:extLst>
          </p:cNvPr>
          <p:cNvSpPr>
            <a:spLocks noGrp="1"/>
          </p:cNvSpPr>
          <p:nvPr>
            <p:ph type="body" sz="quarter" idx="22" hasCustomPrompt="1"/>
          </p:nvPr>
        </p:nvSpPr>
        <p:spPr>
          <a:xfrm>
            <a:off x="375638" y="34650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375638" y="411834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8" name="Espaço Reservado para Texto 6">
            <a:extLst>
              <a:ext uri="{FF2B5EF4-FFF2-40B4-BE49-F238E27FC236}">
                <a16:creationId xmlns:a16="http://schemas.microsoft.com/office/drawing/2014/main" id="{0AADF45C-FD67-4EA0-A19C-DFC61C6FDD41}"/>
              </a:ext>
            </a:extLst>
          </p:cNvPr>
          <p:cNvSpPr>
            <a:spLocks noGrp="1"/>
          </p:cNvSpPr>
          <p:nvPr>
            <p:ph type="body" sz="quarter" idx="24" hasCustomPrompt="1"/>
          </p:nvPr>
        </p:nvSpPr>
        <p:spPr>
          <a:xfrm>
            <a:off x="375638" y="444856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375638" y="51018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0" name="Espaço Reservado para Texto 6">
            <a:extLst>
              <a:ext uri="{FF2B5EF4-FFF2-40B4-BE49-F238E27FC236}">
                <a16:creationId xmlns:a16="http://schemas.microsoft.com/office/drawing/2014/main" id="{1A800117-3D6E-41C0-87EE-163118B8A2E2}"/>
              </a:ext>
            </a:extLst>
          </p:cNvPr>
          <p:cNvSpPr>
            <a:spLocks noGrp="1"/>
          </p:cNvSpPr>
          <p:nvPr>
            <p:ph type="body" sz="quarter" idx="26" hasCustomPrompt="1"/>
          </p:nvPr>
        </p:nvSpPr>
        <p:spPr>
          <a:xfrm>
            <a:off x="375638" y="54321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375638" y="610088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3" name="Espaço Reservado para Texto 6">
            <a:extLst>
              <a:ext uri="{FF2B5EF4-FFF2-40B4-BE49-F238E27FC236}">
                <a16:creationId xmlns:a16="http://schemas.microsoft.com/office/drawing/2014/main" id="{B576006F-5C63-4F83-A6A7-3A1D6518574B}"/>
              </a:ext>
            </a:extLst>
          </p:cNvPr>
          <p:cNvSpPr>
            <a:spLocks noGrp="1"/>
          </p:cNvSpPr>
          <p:nvPr>
            <p:ph type="body" sz="quarter" idx="28" hasCustomPrompt="1"/>
          </p:nvPr>
        </p:nvSpPr>
        <p:spPr>
          <a:xfrm>
            <a:off x="375638" y="643110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4" name="Espaço Reservado para Texto 6">
            <a:extLst>
              <a:ext uri="{FF2B5EF4-FFF2-40B4-BE49-F238E27FC236}">
                <a16:creationId xmlns:a16="http://schemas.microsoft.com/office/drawing/2014/main" id="{5BF4C252-6B86-4B48-9F78-8860636B44CF}"/>
              </a:ext>
            </a:extLst>
          </p:cNvPr>
          <p:cNvSpPr>
            <a:spLocks noGrp="1"/>
          </p:cNvSpPr>
          <p:nvPr>
            <p:ph type="body" sz="quarter" idx="29" hasCustomPrompt="1"/>
          </p:nvPr>
        </p:nvSpPr>
        <p:spPr>
          <a:xfrm>
            <a:off x="375638" y="708443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5" name="Espaço Reservado para Texto 6">
            <a:extLst>
              <a:ext uri="{FF2B5EF4-FFF2-40B4-BE49-F238E27FC236}">
                <a16:creationId xmlns:a16="http://schemas.microsoft.com/office/drawing/2014/main" id="{25455617-CBBE-4E5A-84C2-E57D5C8B9CAE}"/>
              </a:ext>
            </a:extLst>
          </p:cNvPr>
          <p:cNvSpPr>
            <a:spLocks noGrp="1"/>
          </p:cNvSpPr>
          <p:nvPr>
            <p:ph type="body" sz="quarter" idx="30" hasCustomPrompt="1"/>
          </p:nvPr>
        </p:nvSpPr>
        <p:spPr>
          <a:xfrm>
            <a:off x="375638" y="741465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99" name="Espaço Reservado para Texto 6">
            <a:extLst>
              <a:ext uri="{FF2B5EF4-FFF2-40B4-BE49-F238E27FC236}">
                <a16:creationId xmlns:a16="http://schemas.microsoft.com/office/drawing/2014/main" id="{7B172628-B577-4AEB-B6C9-D0D032DB3544}"/>
              </a:ext>
            </a:extLst>
          </p:cNvPr>
          <p:cNvSpPr>
            <a:spLocks noGrp="1"/>
          </p:cNvSpPr>
          <p:nvPr>
            <p:ph type="body" sz="quarter" idx="31" hasCustomPrompt="1"/>
          </p:nvPr>
        </p:nvSpPr>
        <p:spPr>
          <a:xfrm>
            <a:off x="375638" y="8063396"/>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0" name="Espaço Reservado para Texto 6">
            <a:extLst>
              <a:ext uri="{FF2B5EF4-FFF2-40B4-BE49-F238E27FC236}">
                <a16:creationId xmlns:a16="http://schemas.microsoft.com/office/drawing/2014/main" id="{B20D4700-3F28-45FE-AD12-4DD7C836112A}"/>
              </a:ext>
            </a:extLst>
          </p:cNvPr>
          <p:cNvSpPr>
            <a:spLocks noGrp="1"/>
          </p:cNvSpPr>
          <p:nvPr>
            <p:ph type="body" sz="quarter" idx="32" hasCustomPrompt="1"/>
          </p:nvPr>
        </p:nvSpPr>
        <p:spPr>
          <a:xfrm>
            <a:off x="375638" y="8393614"/>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38" name="Freeform: Shape 37">
            <a:extLst>
              <a:ext uri="{FF2B5EF4-FFF2-40B4-BE49-F238E27FC236}">
                <a16:creationId xmlns:a16="http://schemas.microsoft.com/office/drawing/2014/main" id="{B095B632-657C-4580-8D60-6742FAE9328E}"/>
              </a:ext>
            </a:extLst>
          </p:cNvPr>
          <p:cNvSpPr/>
          <p:nvPr userDrawn="1"/>
        </p:nvSpPr>
        <p:spPr>
          <a:xfrm>
            <a:off x="381000" y="952626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p>
        </p:txBody>
      </p:sp>
      <p:pic>
        <p:nvPicPr>
          <p:cNvPr id="7" name="Graphic 6">
            <a:extLst>
              <a:ext uri="{FF2B5EF4-FFF2-40B4-BE49-F238E27FC236}">
                <a16:creationId xmlns:a16="http://schemas.microsoft.com/office/drawing/2014/main" id="{77BEDD1F-2524-1721-0294-2410EF7793F2}"/>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3016" t="24344" r="39234" b="-323"/>
          <a:stretch/>
        </p:blipFill>
        <p:spPr>
          <a:xfrm flipH="1">
            <a:off x="4738912" y="193872"/>
            <a:ext cx="2119088" cy="9712130"/>
          </a:xfrm>
          <a:prstGeom prst="rect">
            <a:avLst/>
          </a:prstGeom>
        </p:spPr>
      </p:pic>
    </p:spTree>
    <p:extLst>
      <p:ext uri="{BB962C8B-B14F-4D97-AF65-F5344CB8AC3E}">
        <p14:creationId xmlns:p14="http://schemas.microsoft.com/office/powerpoint/2010/main" val="1227467593"/>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57639" y="438763"/>
            <a:ext cx="2532062"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698D2F29-33FD-47A7-AB10-B1FA6BDB1599}" type="datetime4">
              <a:rPr lang="en-US" smtClean="0"/>
              <a:pPr/>
              <a:t>September 24, 2026</a:t>
            </a:fld>
            <a:endParaRPr lang="en-US" dirty="0"/>
          </a:p>
        </p:txBody>
      </p:sp>
    </p:spTree>
    <p:extLst>
      <p:ext uri="{BB962C8B-B14F-4D97-AF65-F5344CB8AC3E}">
        <p14:creationId xmlns:p14="http://schemas.microsoft.com/office/powerpoint/2010/main" val="330531609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September 24, 2026</a:t>
            </a:fld>
            <a:endParaRPr lang="en-US"/>
          </a:p>
        </p:txBody>
      </p:sp>
    </p:spTree>
    <p:extLst>
      <p:ext uri="{BB962C8B-B14F-4D97-AF65-F5344CB8AC3E}">
        <p14:creationId xmlns:p14="http://schemas.microsoft.com/office/powerpoint/2010/main" val="396976356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September 24, 2026</a:t>
            </a:fld>
            <a:endParaRPr lang="en-US"/>
          </a:p>
        </p:txBody>
      </p:sp>
    </p:spTree>
    <p:extLst>
      <p:ext uri="{BB962C8B-B14F-4D97-AF65-F5344CB8AC3E}">
        <p14:creationId xmlns:p14="http://schemas.microsoft.com/office/powerpoint/2010/main" val="396757353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Divisória">
    <p:bg>
      <p:bgPr>
        <a:solidFill>
          <a:schemeClr val="bg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EEF889BE-5F29-4032-AB30-7BDF50F86CB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6858001" cy="9906000"/>
          </a:xfrm>
          <a:prstGeom prst="rect">
            <a:avLst/>
          </a:prstGeom>
        </p:spPr>
      </p:pic>
      <p:pic>
        <p:nvPicPr>
          <p:cNvPr id="3" name="Graphic 2">
            <a:extLst>
              <a:ext uri="{FF2B5EF4-FFF2-40B4-BE49-F238E27FC236}">
                <a16:creationId xmlns:a16="http://schemas.microsoft.com/office/drawing/2014/main" id="{05867FA6-DA0F-5E05-3BDF-51C709B70449}"/>
              </a:ext>
            </a:extLst>
          </p:cNvPr>
          <p:cNvPicPr>
            <a:picLocks noChangeAspect="1"/>
          </p:cNvPicPr>
          <p:nvPr userDrawn="1"/>
        </p:nvPicPr>
        <p:blipFill>
          <a:blip>
            <a:alphaModFix amt="66000"/>
            <a:extLst>
              <a:ext uri="{96DAC541-7B7A-43D3-8B79-37D633B846F1}">
                <asvg:svgBlip xmlns:asvg="http://schemas.microsoft.com/office/drawing/2016/SVG/main" r:embed="rId4"/>
              </a:ext>
            </a:extLst>
          </a:blip>
          <a:srcRect l="26318" r="36169"/>
          <a:stretch/>
        </p:blipFill>
        <p:spPr>
          <a:xfrm>
            <a:off x="0" y="977414"/>
            <a:ext cx="6858001" cy="8476149"/>
          </a:xfrm>
          <a:prstGeom prst="rect">
            <a:avLst/>
          </a:prstGeom>
        </p:spPr>
      </p:pic>
      <p:sp>
        <p:nvSpPr>
          <p:cNvPr id="11" name="Do not remove">
            <a:extLst>
              <a:ext uri="{FF2B5EF4-FFF2-40B4-BE49-F238E27FC236}">
                <a16:creationId xmlns:a16="http://schemas.microsoft.com/office/drawing/2014/main" id="{A0E1623B-010B-478D-BFD7-8A4047822D40}"/>
              </a:ext>
            </a:extLst>
          </p:cNvPr>
          <p:cNvSpPr/>
          <p:nvPr userDrawn="1">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66630"/>
            <a:ext cx="148017" cy="145499"/>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 name="Picture 1" descr="A blue and white dot pattern&#10;&#10;AI-generated content may be incorrect.">
            <a:extLst>
              <a:ext uri="{FF2B5EF4-FFF2-40B4-BE49-F238E27FC236}">
                <a16:creationId xmlns:a16="http://schemas.microsoft.com/office/drawing/2014/main" id="{A1A21C4B-47C1-C0E8-14F5-2F2BFF0411D7}"/>
              </a:ext>
            </a:extLst>
          </p:cNvPr>
          <p:cNvPicPr>
            <a:picLocks noChangeAspect="1"/>
          </p:cNvPicPr>
          <p:nvPr userDrawn="1"/>
        </p:nvPicPr>
        <p:blipFill>
          <a:blip r:embed="rId5">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0" y="0"/>
            <a:ext cx="6858001" cy="9906000"/>
          </a:xfrm>
          <a:prstGeom prst="rect">
            <a:avLst/>
          </a:prstGeom>
        </p:spPr>
      </p:pic>
      <p:sp>
        <p:nvSpPr>
          <p:cNvPr id="89" name="Text Placeholder 40">
            <a:extLst>
              <a:ext uri="{FF2B5EF4-FFF2-40B4-BE49-F238E27FC236}">
                <a16:creationId xmlns:a16="http://schemas.microsoft.com/office/drawing/2014/main" id="{91D72DC1-72BB-4D90-888F-230C2490908D}"/>
              </a:ext>
            </a:extLst>
          </p:cNvPr>
          <p:cNvSpPr>
            <a:spLocks noGrp="1"/>
          </p:cNvSpPr>
          <p:nvPr userDrawn="1">
            <p:ph type="body" sz="quarter" idx="11" hasCustomPrompt="1"/>
          </p:nvPr>
        </p:nvSpPr>
        <p:spPr>
          <a:xfrm>
            <a:off x="368299" y="1928155"/>
            <a:ext cx="5337375" cy="458908"/>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90" name="Text Placeholder 40">
            <a:extLst>
              <a:ext uri="{FF2B5EF4-FFF2-40B4-BE49-F238E27FC236}">
                <a16:creationId xmlns:a16="http://schemas.microsoft.com/office/drawing/2014/main" id="{B7833D10-130C-44AA-A9F0-0C48CBA6D02C}"/>
              </a:ext>
            </a:extLst>
          </p:cNvPr>
          <p:cNvSpPr>
            <a:spLocks noGrp="1"/>
          </p:cNvSpPr>
          <p:nvPr userDrawn="1">
            <p:ph type="body" sz="quarter" idx="12" hasCustomPrompt="1"/>
          </p:nvPr>
        </p:nvSpPr>
        <p:spPr>
          <a:xfrm>
            <a:off x="368300" y="1509004"/>
            <a:ext cx="3006272"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90154" y="406178"/>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350858086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September 24, 2026</a:t>
            </a:fld>
            <a:endParaRPr lang="en-US" dirty="0"/>
          </a:p>
        </p:txBody>
      </p:sp>
    </p:spTree>
    <p:extLst>
      <p:ext uri="{BB962C8B-B14F-4D97-AF65-F5344CB8AC3E}">
        <p14:creationId xmlns:p14="http://schemas.microsoft.com/office/powerpoint/2010/main" val="371719741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September 24, 2026</a:t>
            </a:fld>
            <a:endParaRPr lang="en-US" dirty="0"/>
          </a:p>
        </p:txBody>
      </p:sp>
    </p:spTree>
    <p:extLst>
      <p:ext uri="{BB962C8B-B14F-4D97-AF65-F5344CB8AC3E}">
        <p14:creationId xmlns:p14="http://schemas.microsoft.com/office/powerpoint/2010/main" val="173597992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September 24, 2026</a:t>
            </a:fld>
            <a:endParaRPr lang="en-US"/>
          </a:p>
        </p:txBody>
      </p:sp>
    </p:spTree>
    <p:extLst>
      <p:ext uri="{BB962C8B-B14F-4D97-AF65-F5344CB8AC3E}">
        <p14:creationId xmlns:p14="http://schemas.microsoft.com/office/powerpoint/2010/main" val="18672606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September 24,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884321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September 24,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099025"/>
            <a:ext cx="6099546" cy="8592096"/>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This report was prepared considering the product risk classification in order to generate allocation results for each investor profile.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XP Investimentos’ analysts are obligated to comply with all the rules laid down in the APIMEC </a:t>
            </a:r>
            <a:r>
              <a:rPr lang="en-US" sz="700" kern="1200" spc="-10" baseline="0" dirty="0" err="1">
                <a:solidFill>
                  <a:schemeClr val="tx2"/>
                </a:solidFill>
                <a:effectLst/>
                <a:latin typeface="XP" pitchFamily="2" charset="77"/>
                <a:ea typeface="XP" pitchFamily="2" charset="77"/>
                <a:cs typeface="+mn-cs"/>
              </a:rPr>
              <a:t>Brasil’s</a:t>
            </a:r>
            <a:r>
              <a:rPr lang="en-US" sz="700" kern="1200" spc="-10" baseline="0" dirty="0">
                <a:solidFill>
                  <a:schemeClr val="tx2"/>
                </a:solidFill>
                <a:effectLst/>
                <a:latin typeface="XP" pitchFamily="2" charset="77"/>
                <a:ea typeface="XP" pitchFamily="2" charset="77"/>
                <a:cs typeface="+mn-cs"/>
              </a:rPr>
              <a:t> conduct code for the securities analyst and XP Investimentos’ analyst of securities conduct policy.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Customer service is carried out by XP Investimentos employees or by investments advisors who perform their activities through XP, in accordance with CVM Resolution 178/2023, which are registered in the national association of brokers and distributors of securities (“ANCORD”). The investments advisors may not provide consulting, administration or management of customer net worth, and must act as an intermediary and request prior authorization from the client for the realization of any operation in the capital market.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This report is intended exclusively for to the XP Investimentos’ network, including XP’s investments advisors and XP’s customers, and may also be released on XP’s website. It is prohibited to reproduce or redistribute this report to any person, in whole or in part, whatever the purpose, without the prior express consent of XP Investimentos.</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a:t>
            </a:r>
            <a:r>
              <a:rPr lang="en-US" sz="700" kern="1200" spc="-10" baseline="0" dirty="0" err="1">
                <a:solidFill>
                  <a:schemeClr val="tx2"/>
                </a:solidFill>
                <a:effectLst/>
                <a:latin typeface="XP" pitchFamily="2" charset="77"/>
                <a:ea typeface="XP" pitchFamily="2" charset="77"/>
                <a:cs typeface="+mn-cs"/>
              </a:rPr>
              <a:t>ttps</a:t>
            </a:r>
            <a:r>
              <a:rPr lang="en-US" sz="700" kern="1200" spc="-10" baseline="0" dirty="0">
                <a:solidFill>
                  <a:schemeClr val="tx2"/>
                </a:solidFill>
                <a:effectLst/>
                <a:latin typeface="XP" pitchFamily="2" charset="77"/>
                <a:ea typeface="XP" pitchFamily="2" charset="77"/>
                <a:cs typeface="+mn-cs"/>
              </a:rPr>
              <a:t>://</a:t>
            </a:r>
            <a:r>
              <a:rPr lang="en-US" sz="700" kern="1200" spc="-10" baseline="0" dirty="0" err="1">
                <a:solidFill>
                  <a:schemeClr val="tx2"/>
                </a:solidFill>
                <a:effectLst/>
                <a:latin typeface="XP" pitchFamily="2" charset="77"/>
                <a:ea typeface="XP" pitchFamily="2" charset="77"/>
                <a:cs typeface="+mn-cs"/>
              </a:rPr>
              <a:t>institucional.xpi.com.br</a:t>
            </a:r>
            <a:r>
              <a:rPr lang="en-US" sz="700" kern="1200" spc="-10" baseline="0" dirty="0">
                <a:solidFill>
                  <a:schemeClr val="tx2"/>
                </a:solidFill>
                <a:effectLst/>
                <a:latin typeface="XP" pitchFamily="2" charset="77"/>
                <a:ea typeface="XP" pitchFamily="2" charset="77"/>
                <a:cs typeface="+mn-cs"/>
              </a:rPr>
              <a:t>/</a:t>
            </a:r>
            <a:r>
              <a:rPr lang="en-US" sz="700" kern="1200" spc="-10" baseline="0" dirty="0" err="1">
                <a:solidFill>
                  <a:schemeClr val="tx2"/>
                </a:solidFill>
                <a:effectLst/>
                <a:latin typeface="XP" pitchFamily="2" charset="77"/>
                <a:ea typeface="XP" pitchFamily="2" charset="77"/>
                <a:cs typeface="+mn-cs"/>
              </a:rPr>
              <a:t>ouvidoria.aspx</a:t>
            </a:r>
            <a:r>
              <a:rPr lang="en-US" sz="700" kern="1200" spc="-10" baseline="0" dirty="0">
                <a:solidFill>
                  <a:schemeClr val="tx2"/>
                </a:solidFill>
                <a:effectLst/>
                <a:latin typeface="XP" pitchFamily="2" charset="77"/>
                <a:ea typeface="XP" pitchFamily="2" charset="77"/>
                <a:cs typeface="+mn-cs"/>
              </a:rPr>
              <a:t>/.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The cost of the transactions billing policies are defined in the operational cost tables which are made available on XP Investimentos website: </a:t>
            </a:r>
            <a:r>
              <a:rPr lang="en-US" sz="700" kern="1200" spc="-10" baseline="0" dirty="0" err="1">
                <a:solidFill>
                  <a:schemeClr val="tx2"/>
                </a:solidFill>
                <a:effectLst/>
                <a:latin typeface="XP" pitchFamily="2" charset="77"/>
                <a:ea typeface="XP" pitchFamily="2" charset="77"/>
                <a:cs typeface="+mn-cs"/>
              </a:rPr>
              <a:t>www.xpi.com.br</a:t>
            </a:r>
            <a:r>
              <a:rPr lang="en-US" sz="700" kern="1200" spc="-10" baseline="0" dirty="0">
                <a:solidFill>
                  <a:schemeClr val="tx2"/>
                </a:solidFill>
                <a:effectLst/>
                <a:latin typeface="XP" pitchFamily="2" charset="77"/>
                <a:ea typeface="XP" pitchFamily="2" charset="77"/>
                <a:cs typeface="+mn-cs"/>
              </a:rPr>
              <a:t>.</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XP Investimentos is exempt from any liability for any damages, direct or indirect, that come from the use of this report or its contents.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This institution is adhering ANBIMA Code of Regulation for Distribution of Investment Products.</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XP Investments US, LLC, a broker-dealer registered with the U.S. Securities and Exchange Commission, has assumed responsibility for this research for purposes of U.S. law.  All transactions arising from this research should be directed to XP Investments US, LLC, at +1 646-664-0525.</a:t>
            </a:r>
          </a:p>
          <a:p>
            <a:pPr marL="342900" marR="0" lvl="0" indent="-342900" algn="just" defTabSz="914400" rtl="0" eaLnBrk="1" fontAlgn="auto" latinLnBrk="0" hangingPunct="1">
              <a:lnSpc>
                <a:spcPct val="100000"/>
              </a:lnSpc>
              <a:spcBef>
                <a:spcPts val="0"/>
              </a:spcBef>
              <a:spcAft>
                <a:spcPts val="100"/>
              </a:spcAft>
              <a:buClrTx/>
              <a:buSzTx/>
              <a:buFont typeface="+mj-lt"/>
              <a:buAutoNum type="arabicPeriod"/>
              <a:tabLst/>
              <a:defRPr/>
            </a:pPr>
            <a:r>
              <a:rPr lang="en-US" sz="700" kern="1200" spc="-10" baseline="0" dirty="0">
                <a:solidFill>
                  <a:schemeClr val="tx2"/>
                </a:solidFill>
                <a:effectLst/>
                <a:latin typeface="XP" pitchFamily="2" charset="77"/>
                <a:ea typeface="XP" pitchFamily="2" charset="77"/>
                <a:cs typeface="+mn-cs"/>
              </a:rPr>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51886037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99_Fechamento">
    <p:bg>
      <p:bgPr>
        <a:solidFill>
          <a:schemeClr val="bg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EEF889BE-5F29-4032-AB30-7BDF50F86CB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6858001" cy="9906000"/>
          </a:xfrm>
          <a:prstGeom prst="rect">
            <a:avLst/>
          </a:prstGeom>
        </p:spPr>
      </p:pic>
      <p:pic>
        <p:nvPicPr>
          <p:cNvPr id="3" name="Graphic 2">
            <a:extLst>
              <a:ext uri="{FF2B5EF4-FFF2-40B4-BE49-F238E27FC236}">
                <a16:creationId xmlns:a16="http://schemas.microsoft.com/office/drawing/2014/main" id="{05867FA6-DA0F-5E05-3BDF-51C709B70449}"/>
              </a:ext>
            </a:extLst>
          </p:cNvPr>
          <p:cNvPicPr>
            <a:picLocks noChangeAspect="1"/>
          </p:cNvPicPr>
          <p:nvPr userDrawn="1"/>
        </p:nvPicPr>
        <p:blipFill>
          <a:blip>
            <a:alphaModFix amt="66000"/>
            <a:extLst>
              <a:ext uri="{96DAC541-7B7A-43D3-8B79-37D633B846F1}">
                <asvg:svgBlip xmlns:asvg="http://schemas.microsoft.com/office/drawing/2016/SVG/main" r:embed="rId4"/>
              </a:ext>
            </a:extLst>
          </a:blip>
          <a:srcRect l="26318" r="36169"/>
          <a:stretch/>
        </p:blipFill>
        <p:spPr>
          <a:xfrm>
            <a:off x="0" y="977414"/>
            <a:ext cx="6858001" cy="8476149"/>
          </a:xfrm>
          <a:prstGeom prst="rect">
            <a:avLst/>
          </a:prstGeom>
        </p:spPr>
      </p:pic>
      <p:sp>
        <p:nvSpPr>
          <p:cNvPr id="11" name="Do not remove">
            <a:extLst>
              <a:ext uri="{FF2B5EF4-FFF2-40B4-BE49-F238E27FC236}">
                <a16:creationId xmlns:a16="http://schemas.microsoft.com/office/drawing/2014/main" id="{A0E1623B-010B-478D-BFD7-8A4047822D40}"/>
              </a:ext>
            </a:extLst>
          </p:cNvPr>
          <p:cNvSpPr/>
          <p:nvPr userDrawn="1">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 name="Picture 1" descr="A blue and white dot pattern&#10;&#10;AI-generated content may be incorrect.">
            <a:extLst>
              <a:ext uri="{FF2B5EF4-FFF2-40B4-BE49-F238E27FC236}">
                <a16:creationId xmlns:a16="http://schemas.microsoft.com/office/drawing/2014/main" id="{A1A21C4B-47C1-C0E8-14F5-2F2BFF0411D7}"/>
              </a:ext>
            </a:extLst>
          </p:cNvPr>
          <p:cNvPicPr>
            <a:picLocks noChangeAspect="1"/>
          </p:cNvPicPr>
          <p:nvPr userDrawn="1"/>
        </p:nvPicPr>
        <p:blipFill>
          <a:blip r:embed="rId5">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0" y="0"/>
            <a:ext cx="6858001" cy="9906000"/>
          </a:xfrm>
          <a:prstGeom prst="rect">
            <a:avLst/>
          </a:prstGeom>
        </p:spPr>
      </p:pic>
      <p:grpSp>
        <p:nvGrpSpPr>
          <p:cNvPr id="52" name="Group 51">
            <a:extLst>
              <a:ext uri="{FF2B5EF4-FFF2-40B4-BE49-F238E27FC236}">
                <a16:creationId xmlns:a16="http://schemas.microsoft.com/office/drawing/2014/main" id="{EC4BCA75-7F1B-481D-83B9-D8049585F325}"/>
              </a:ext>
            </a:extLst>
          </p:cNvPr>
          <p:cNvGrpSpPr/>
          <p:nvPr userDrawn="1"/>
        </p:nvGrpSpPr>
        <p:grpSpPr>
          <a:xfrm>
            <a:off x="2258539" y="4630339"/>
            <a:ext cx="2340922" cy="645323"/>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pPr algn="ctr"/>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pPr algn="ctr"/>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pPr algn="ctr"/>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pPr algn="ctr"/>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pPr algn="ctr"/>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pPr algn="ctr"/>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pPr algn="ctr"/>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pPr algn="ctr"/>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pPr algn="ctr"/>
                <a:endParaRPr lang="en-US"/>
              </a:p>
            </p:txBody>
          </p:sp>
        </p:grpSp>
      </p:grpSp>
    </p:spTree>
    <p:extLst>
      <p:ext uri="{BB962C8B-B14F-4D97-AF65-F5344CB8AC3E}">
        <p14:creationId xmlns:p14="http://schemas.microsoft.com/office/powerpoint/2010/main" val="220234493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2" name="Date Placeholder 1">
            <a:extLst>
              <a:ext uri="{FF2B5EF4-FFF2-40B4-BE49-F238E27FC236}">
                <a16:creationId xmlns:a16="http://schemas.microsoft.com/office/drawing/2014/main" id="{7161E563-1BF6-4EB7-B7A2-FD52458467FC}"/>
              </a:ext>
            </a:extLst>
          </p:cNvPr>
          <p:cNvSpPr>
            <a:spLocks noGrp="1"/>
          </p:cNvSpPr>
          <p:nvPr>
            <p:ph type="dt" sz="half" idx="2"/>
          </p:nvPr>
        </p:nvSpPr>
        <p:spPr>
          <a:xfrm>
            <a:off x="4946650" y="438763"/>
            <a:ext cx="1543050" cy="184666"/>
          </a:xfrm>
          <a:prstGeom prst="rect">
            <a:avLst/>
          </a:prstGeom>
        </p:spPr>
        <p:txBody>
          <a:bodyPr vert="horz"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2C2D92C-61B9-4561-AF19-21901E8F5445}" type="datetime4">
              <a:rPr lang="en-US" smtClean="0"/>
              <a:pPr/>
              <a:t>September 24, 2026</a:t>
            </a:fld>
            <a:endParaRPr lang="en-US" dirty="0"/>
          </a:p>
        </p:txBody>
      </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3" name="Espaço Reservado para Texto 6">
            <a:extLst>
              <a:ext uri="{FF2B5EF4-FFF2-40B4-BE49-F238E27FC236}">
                <a16:creationId xmlns:a16="http://schemas.microsoft.com/office/drawing/2014/main" id="{6CF3791F-62F2-4029-A8F8-4CB526805BC9}"/>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Brazil Equity Strategy</a:t>
            </a:r>
          </a:p>
        </p:txBody>
      </p:sp>
    </p:spTree>
    <p:extLst>
      <p:ext uri="{BB962C8B-B14F-4D97-AF65-F5344CB8AC3E}">
        <p14:creationId xmlns:p14="http://schemas.microsoft.com/office/powerpoint/2010/main" val="3552666448"/>
      </p:ext>
    </p:extLst>
  </p:cSld>
  <p:clrMap bg1="lt1" tx1="dk1" bg2="lt2" tx2="dk2" accent1="accent1" accent2="accent2" accent3="accent3" accent4="accent4" accent5="accent5" accent6="accent6" hlink="hlink" folHlink="folHlink"/>
  <p:sldLayoutIdLst>
    <p:sldLayoutId id="2147483716" r:id="rId1"/>
    <p:sldLayoutId id="2147483721" r:id="rId2"/>
    <p:sldLayoutId id="2147483709" r:id="rId3"/>
    <p:sldLayoutId id="2147483700" r:id="rId4"/>
    <p:sldLayoutId id="2147483707" r:id="rId5"/>
    <p:sldLayoutId id="2147483706" r:id="rId6"/>
    <p:sldLayoutId id="2147483718" r:id="rId7"/>
    <p:sldLayoutId id="2147483708" r:id="rId8"/>
    <p:sldLayoutId id="2147483719" r:id="rId9"/>
    <p:sldLayoutId id="2147483705" r:id="rId10"/>
    <p:sldLayoutId id="2147483699" r:id="rId11"/>
    <p:sldLayoutId id="2147483697" r:id="rId12"/>
    <p:sldLayoutId id="2147483695" r:id="rId13"/>
    <p:sldLayoutId id="2147483713" r:id="rId14"/>
    <p:sldLayoutId id="2147483696" r:id="rId15"/>
    <p:sldLayoutId id="2147483694" r:id="rId16"/>
    <p:sldLayoutId id="2147483698" r:id="rId17"/>
    <p:sldLayoutId id="2147483710" r:id="rId18"/>
    <p:sldLayoutId id="2147483702" r:id="rId19"/>
    <p:sldLayoutId id="2147483717" r:id="rId20"/>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32" userDrawn="1">
          <p15:clr>
            <a:srgbClr val="F26B43"/>
          </p15:clr>
        </p15:guide>
        <p15:guide id="3" pos="4088" userDrawn="1">
          <p15:clr>
            <a:srgbClr val="F26B43"/>
          </p15:clr>
        </p15:guide>
        <p15:guide id="4" orient="horz" pos="262" userDrawn="1">
          <p15:clr>
            <a:srgbClr val="F26B43"/>
          </p15:clr>
        </p15:guide>
        <p15:guide id="5" orient="horz" pos="5955" userDrawn="1">
          <p15:clr>
            <a:srgbClr val="F26B43"/>
          </p15:clr>
        </p15:guide>
        <p15:guide id="6" pos="2160" userDrawn="1">
          <p15:clr>
            <a:srgbClr val="F26B43"/>
          </p15:clr>
        </p15:guide>
        <p15:guide id="7" orient="horz" pos="466" userDrawn="1">
          <p15:clr>
            <a:srgbClr val="F26B43"/>
          </p15:clr>
        </p15:guide>
        <p15:guide id="8" orient="horz" pos="943"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Layout" Target="../slideLayouts/slideLayout17.xml"/><Relationship Id="rId4" Type="http://schemas.openxmlformats.org/officeDocument/2006/relationships/chart" Target="../charts/chart11.xml"/></Relationships>
</file>

<file path=ppt/slides/_rels/slide7.xml.rels><?xml version="1.0" encoding="UTF-8" standalone="yes"?>
<Relationships xmlns="http://schemas.openxmlformats.org/package/2006/relationships"><Relationship Id="rId3" Type="http://schemas.openxmlformats.org/officeDocument/2006/relationships/chart" Target="../charts/chart13.xml"/><Relationship Id="rId2" Type="http://schemas.openxmlformats.org/officeDocument/2006/relationships/chart" Target="../charts/chart12.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r>
              <a:rPr lang="en-US"/>
              <a:t>Thematic Baskets: what</a:t>
            </a:r>
          </a:p>
          <a:p>
            <a:r>
              <a:rPr lang="en-US"/>
              <a:t>our baskets are pricing</a:t>
            </a:r>
          </a:p>
        </p:txBody>
      </p:sp>
      <p:sp>
        <p:nvSpPr>
          <p:cNvPr id="3" name="Text Placeholder 2"/>
          <p:cNvSpPr>
            <a:spLocks noGrp="1"/>
          </p:cNvSpPr>
          <p:nvPr>
            <p:ph type="body" sz="quarter" idx="12"/>
          </p:nvPr>
        </p:nvSpPr>
        <p:spPr/>
        <p:txBody>
          <a:bodyPr/>
          <a:lstStyle/>
          <a:p>
            <a:r>
              <a:rPr lang="en-US"/>
              <a:t>XP-Ray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20"/>
          </p:nvPr>
        </p:nvSpPr>
        <p:spPr>
          <a:noFill/>
        </p:spPr>
        <p:txBody>
          <a:bodyPr/>
          <a:lstStyle/>
          <a:p>
            <a:pPr>
              <a:lnSpc>
                <a:spcPct val="120000"/>
              </a:lnSpc>
            </a:pPr>
            <a:r>
              <a:rPr lang="en-US" b="0" dirty="0"/>
              <a:t>Our </a:t>
            </a:r>
            <a:r>
              <a:rPr lang="en-US" b="1" dirty="0"/>
              <a:t>Alternative Policy basket</a:t>
            </a:r>
            <a:r>
              <a:rPr lang="en-US" b="0" dirty="0"/>
              <a:t> comprises names that could benefit from a shift toward more business supportive policies. It includes </a:t>
            </a:r>
            <a:r>
              <a:rPr lang="en-US" b="1" dirty="0"/>
              <a:t>SOEs and regulated names</a:t>
            </a:r>
            <a:r>
              <a:rPr lang="en-US" b="0" dirty="0"/>
              <a:t>, such as Petrobras, Banco do </a:t>
            </a:r>
            <a:r>
              <a:rPr lang="en-US" b="0" dirty="0" err="1"/>
              <a:t>Brasil</a:t>
            </a:r>
            <a:r>
              <a:rPr lang="en-US" b="0" dirty="0"/>
              <a:t> and </a:t>
            </a:r>
            <a:r>
              <a:rPr lang="en-US" b="0" dirty="0" err="1"/>
              <a:t>Sabesp</a:t>
            </a:r>
            <a:r>
              <a:rPr lang="en-US" b="0" dirty="0"/>
              <a:t>, which could benefit from lower risk premia, as well as </a:t>
            </a:r>
            <a:r>
              <a:rPr lang="en-US" b="1" dirty="0"/>
              <a:t>rate sensitive names</a:t>
            </a:r>
            <a:r>
              <a:rPr lang="en-US" b="0" dirty="0"/>
              <a:t>, such as B3 and </a:t>
            </a:r>
            <a:r>
              <a:rPr lang="en-US" b="0" dirty="0" err="1"/>
              <a:t>Localiza</a:t>
            </a:r>
            <a:r>
              <a:rPr lang="en-US" b="0" dirty="0"/>
              <a:t>, which could benefit from lower interest rates driven by a more credible fiscal policy signal.</a:t>
            </a:r>
          </a:p>
          <a:p>
            <a:pPr>
              <a:lnSpc>
                <a:spcPct val="120000"/>
              </a:lnSpc>
            </a:pPr>
            <a:r>
              <a:rPr lang="en-US" b="1" dirty="0"/>
              <a:t>September's strongest performer among our baskets. </a:t>
            </a:r>
            <a:r>
              <a:rPr lang="en-US" b="0" dirty="0"/>
              <a:t>The basket's performance in 2026 is broadly in line with the Ibovespa, but it gained 6.9% in September, bringing its year-to-date return to 17.2%. Despite the rally, the basket trades at 8.1x, 1.3 standard deviations below its average since 2021 (Chart </a:t>
            </a:r>
            <a:r>
              <a:rPr lang="en-US" b="0" dirty="0">
                <a:highlight>
                  <a:srgbClr val="FFFF00"/>
                </a:highlight>
              </a:rPr>
              <a:t>X</a:t>
            </a:r>
            <a:r>
              <a:rPr lang="en-US" b="0" dirty="0"/>
              <a:t>).</a:t>
            </a:r>
          </a:p>
          <a:p>
            <a:pPr>
              <a:lnSpc>
                <a:spcPct val="120000"/>
              </a:lnSpc>
            </a:pPr>
            <a:r>
              <a:rPr lang="en-US" b="1" dirty="0"/>
              <a:t>A track record of benefiting from policy-premium compression. </a:t>
            </a:r>
            <a:r>
              <a:rPr lang="en-US" b="0" dirty="0"/>
              <a:t>We measured how the basket behaves in the periods of strongest relief in the BRL and fixed-rate bonds over the last five years, which is what we would expect in a shift toward more market-friendly policies. The basket outperformed the Ibovespa in five of those six episodes.</a:t>
            </a:r>
          </a:p>
        </p:txBody>
      </p:sp>
      <p:sp>
        <p:nvSpPr>
          <p:cNvPr id="5" name="Content Placeholder 4"/>
          <p:cNvSpPr>
            <a:spLocks noGrp="1"/>
          </p:cNvSpPr>
          <p:nvPr>
            <p:ph sz="quarter" idx="23"/>
          </p:nvPr>
        </p:nvSpPr>
        <p:spPr>
          <a:xfrm>
            <a:off x="382829" y="7729200"/>
            <a:ext cx="6098400" cy="246221"/>
          </a:xfrm>
        </p:spPr>
        <p:txBody>
          <a:bodyPr/>
          <a:lstStyle/>
          <a:p>
            <a:r>
              <a:rPr lang="en-US"/>
              <a:t>Table 2: Event study: the six strongest policy-relief episodes since 2021</a:t>
            </a:r>
          </a:p>
        </p:txBody>
      </p:sp>
      <p:sp>
        <p:nvSpPr>
          <p:cNvPr id="9" name="Content Placeholder 8"/>
          <p:cNvSpPr>
            <a:spLocks noGrp="1"/>
          </p:cNvSpPr>
          <p:nvPr>
            <p:ph sz="quarter" idx="27"/>
          </p:nvPr>
        </p:nvSpPr>
        <p:spPr>
          <a:xfrm>
            <a:off x="377825" y="5558400"/>
            <a:ext cx="2938221" cy="230400"/>
          </a:xfrm>
        </p:spPr>
        <p:txBody>
          <a:bodyPr/>
          <a:lstStyle/>
          <a:p>
            <a:r>
              <a:rPr lang="en-US"/>
              <a:t>Chart 1: YTD performance vs. Ibovespa</a:t>
            </a:r>
          </a:p>
        </p:txBody>
      </p:sp>
      <p:sp>
        <p:nvSpPr>
          <p:cNvPr id="10" name="Content Placeholder 9"/>
          <p:cNvSpPr>
            <a:spLocks noGrp="1"/>
          </p:cNvSpPr>
          <p:nvPr>
            <p:ph sz="quarter" idx="28"/>
          </p:nvPr>
        </p:nvSpPr>
        <p:spPr>
          <a:xfrm>
            <a:off x="3547746" y="5558400"/>
            <a:ext cx="2949758" cy="230400"/>
          </a:xfrm>
        </p:spPr>
        <p:txBody>
          <a:bodyPr/>
          <a:lstStyle/>
          <a:p>
            <a:r>
              <a:rPr lang="en-US"/>
              <a:t>Chart 2: Forward P/E since 2021</a:t>
            </a:r>
          </a:p>
        </p:txBody>
      </p:sp>
      <p:sp>
        <p:nvSpPr>
          <p:cNvPr id="12" name="Content Placeholder 11"/>
          <p:cNvSpPr>
            <a:spLocks noGrp="1"/>
          </p:cNvSpPr>
          <p:nvPr>
            <p:ph sz="quarter" idx="30"/>
          </p:nvPr>
        </p:nvSpPr>
        <p:spPr>
          <a:xfrm>
            <a:off x="382829" y="3796801"/>
            <a:ext cx="6099547" cy="246221"/>
          </a:xfrm>
        </p:spPr>
        <p:txBody>
          <a:bodyPr/>
          <a:lstStyle/>
          <a:p>
            <a:r>
              <a:rPr lang="en-US"/>
              <a:t>Table 1: Alternative Policy basket: composition</a:t>
            </a:r>
          </a:p>
        </p:txBody>
      </p:sp>
      <p:sp>
        <p:nvSpPr>
          <p:cNvPr id="13" name="Text Placeholder 12"/>
          <p:cNvSpPr>
            <a:spLocks noGrp="1"/>
          </p:cNvSpPr>
          <p:nvPr>
            <p:ph type="body" sz="quarter" idx="16"/>
          </p:nvPr>
        </p:nvSpPr>
        <p:spPr/>
        <p:txBody>
          <a:bodyPr/>
          <a:lstStyle/>
          <a:p>
            <a:r>
              <a:rPr lang="en-US"/>
              <a:t>Thematic Baskets</a:t>
            </a:r>
          </a:p>
        </p:txBody>
      </p:sp>
      <p:sp>
        <p:nvSpPr>
          <p:cNvPr id="14" name="Text Placeholder 13"/>
          <p:cNvSpPr>
            <a:spLocks noGrp="1"/>
          </p:cNvSpPr>
          <p:nvPr>
            <p:ph type="body" sz="quarter" idx="17"/>
          </p:nvPr>
        </p:nvSpPr>
        <p:spPr/>
        <p:txBody>
          <a:bodyPr/>
          <a:lstStyle/>
          <a:p>
            <a:r>
              <a:rPr lang="en-US"/>
              <a:t>Alternative Policy Basket</a:t>
            </a:r>
          </a:p>
        </p:txBody>
      </p:sp>
      <p:sp>
        <p:nvSpPr>
          <p:cNvPr id="15" name="Text Placeholder 14"/>
          <p:cNvSpPr>
            <a:spLocks noGrp="1"/>
          </p:cNvSpPr>
          <p:nvPr>
            <p:ph type="body" sz="quarter" idx="31"/>
          </p:nvPr>
        </p:nvSpPr>
        <p:spPr/>
        <p:txBody>
          <a:bodyPr/>
          <a:lstStyle/>
          <a:p>
            <a:r>
              <a:rPr lang="en-US"/>
              <a:t>Source: Economatica, B3, Bloomberg, XP Research. </a:t>
            </a:r>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September 24, 2026</a:t>
            </a:fld>
            <a:endParaRPr lang="en-US"/>
          </a:p>
        </p:txBody>
      </p:sp>
      <p:graphicFrame>
        <p:nvGraphicFramePr>
          <p:cNvPr id="25" name="Table 24"/>
          <p:cNvGraphicFramePr>
            <a:graphicFrameLocks noGrp="1"/>
          </p:cNvGraphicFramePr>
          <p:nvPr>
            <p:extLst>
              <p:ext uri="{D42A27DB-BD31-4B8C-83A1-F6EECF244321}">
                <p14:modId xmlns:p14="http://schemas.microsoft.com/office/powerpoint/2010/main" val="2280271959"/>
              </p:ext>
            </p:extLst>
          </p:nvPr>
        </p:nvGraphicFramePr>
        <p:xfrm>
          <a:off x="382829" y="4074000"/>
          <a:ext cx="6105595" cy="1421455"/>
        </p:xfrm>
        <a:graphic>
          <a:graphicData uri="http://schemas.openxmlformats.org/drawingml/2006/table">
            <a:tbl>
              <a:tblPr>
                <a:tableStyleId>{2D5ABB26-0587-4C30-8999-92F81FD0307C}</a:tableStyleId>
              </a:tblPr>
              <a:tblGrid>
                <a:gridCol w="546877">
                  <a:extLst>
                    <a:ext uri="{9D8B030D-6E8A-4147-A177-3AD203B41FA5}">
                      <a16:colId xmlns:a16="http://schemas.microsoft.com/office/drawing/2014/main" val="20000"/>
                    </a:ext>
                  </a:extLst>
                </a:gridCol>
                <a:gridCol w="1288040">
                  <a:extLst>
                    <a:ext uri="{9D8B030D-6E8A-4147-A177-3AD203B41FA5}">
                      <a16:colId xmlns:a16="http://schemas.microsoft.com/office/drawing/2014/main" val="20001"/>
                    </a:ext>
                  </a:extLst>
                </a:gridCol>
                <a:gridCol w="838305">
                  <a:extLst>
                    <a:ext uri="{9D8B030D-6E8A-4147-A177-3AD203B41FA5}">
                      <a16:colId xmlns:a16="http://schemas.microsoft.com/office/drawing/2014/main" val="20002"/>
                    </a:ext>
                  </a:extLst>
                </a:gridCol>
                <a:gridCol w="687194">
                  <a:extLst>
                    <a:ext uri="{9D8B030D-6E8A-4147-A177-3AD203B41FA5}">
                      <a16:colId xmlns:a16="http://schemas.microsoft.com/office/drawing/2014/main" val="20003"/>
                    </a:ext>
                  </a:extLst>
                </a:gridCol>
                <a:gridCol w="536083">
                  <a:extLst>
                    <a:ext uri="{9D8B030D-6E8A-4147-A177-3AD203B41FA5}">
                      <a16:colId xmlns:a16="http://schemas.microsoft.com/office/drawing/2014/main" val="20004"/>
                    </a:ext>
                  </a:extLst>
                </a:gridCol>
                <a:gridCol w="629628">
                  <a:extLst>
                    <a:ext uri="{9D8B030D-6E8A-4147-A177-3AD203B41FA5}">
                      <a16:colId xmlns:a16="http://schemas.microsoft.com/office/drawing/2014/main" val="20005"/>
                    </a:ext>
                  </a:extLst>
                </a:gridCol>
                <a:gridCol w="823914">
                  <a:extLst>
                    <a:ext uri="{9D8B030D-6E8A-4147-A177-3AD203B41FA5}">
                      <a16:colId xmlns:a16="http://schemas.microsoft.com/office/drawing/2014/main" val="20006"/>
                    </a:ext>
                  </a:extLst>
                </a:gridCol>
                <a:gridCol w="755554">
                  <a:extLst>
                    <a:ext uri="{9D8B030D-6E8A-4147-A177-3AD203B41FA5}">
                      <a16:colId xmlns:a16="http://schemas.microsoft.com/office/drawing/2014/main" val="20007"/>
                    </a:ext>
                  </a:extLst>
                </a:gridCol>
              </a:tblGrid>
              <a:tr h="252572">
                <a:tc>
                  <a:txBody>
                    <a:bodyPr/>
                    <a:lstStyle/>
                    <a:p>
                      <a:pPr algn="ctr"/>
                      <a:r>
                        <a:rPr sz="900" b="1">
                          <a:solidFill>
                            <a:srgbClr val="FFFFFF"/>
                          </a:solidFill>
                          <a:latin typeface="Roboto"/>
                        </a:rPr>
                        <a:t>Ticker</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Sector</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Rating</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Target price</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Return YTD</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P/E 12m fwd</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3M earnings momentum</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ND/EBITDA 2026E</a:t>
                      </a:r>
                    </a:p>
                  </a:txBody>
                  <a:tcPr marL="36000" marR="36000" marT="4095" marB="0" anchor="ctr">
                    <a:lnL>
                      <a:noFill/>
                    </a:lnL>
                    <a:lnR>
                      <a:noFill/>
                    </a:lnR>
                    <a:lnT>
                      <a:noFill/>
                    </a:lnT>
                    <a:lnB>
                      <a:noFill/>
                    </a:lnB>
                    <a:solidFill>
                      <a:srgbClr val="1F2F44"/>
                    </a:solidFill>
                  </a:tcPr>
                </a:tc>
                <a:extLst>
                  <a:ext uri="{0D108BD9-81ED-4DB2-BD59-A6C34878D82A}">
                    <a16:rowId xmlns:a16="http://schemas.microsoft.com/office/drawing/2014/main" val="10000"/>
                  </a:ext>
                </a:extLst>
              </a:tr>
              <a:tr h="228608">
                <a:tc>
                  <a:txBody>
                    <a:bodyPr/>
                    <a:lstStyle/>
                    <a:p>
                      <a:pPr algn="ctr"/>
                      <a:r>
                        <a:rPr sz="900" b="0">
                          <a:solidFill>
                            <a:srgbClr val="000000"/>
                          </a:solidFill>
                          <a:latin typeface="Roboto Light"/>
                        </a:rPr>
                        <a:t>PETR4</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Oil &amp; Gas</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63.00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74.0%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5.2x</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1.1x</a:t>
                      </a:r>
                    </a:p>
                  </a:txBody>
                  <a:tcPr marL="36000" marR="36000" marT="4095" marB="0" anchor="ctr">
                    <a:lnL>
                      <a:noFill/>
                    </a:lnL>
                    <a:lnR>
                      <a:noFill/>
                    </a:lnR>
                    <a:lnT>
                      <a:noFill/>
                    </a:lnT>
                    <a:lnB>
                      <a:noFill/>
                    </a:lnB>
                    <a:solidFill>
                      <a:srgbClr val="F2F2F2"/>
                    </a:solidFill>
                  </a:tcPr>
                </a:tc>
                <a:extLst>
                  <a:ext uri="{0D108BD9-81ED-4DB2-BD59-A6C34878D82A}">
                    <a16:rowId xmlns:a16="http://schemas.microsoft.com/office/drawing/2014/main" val="10001"/>
                  </a:ext>
                </a:extLst>
              </a:tr>
              <a:tr h="228608">
                <a:tc>
                  <a:txBody>
                    <a:bodyPr/>
                    <a:lstStyle/>
                    <a:p>
                      <a:pPr algn="ctr"/>
                      <a:r>
                        <a:rPr sz="900" b="0">
                          <a:solidFill>
                            <a:srgbClr val="000000"/>
                          </a:solidFill>
                          <a:latin typeface="Roboto Light"/>
                        </a:rPr>
                        <a:t>B3SA3</a:t>
                      </a:r>
                    </a:p>
                  </a:txBody>
                  <a:tcPr marL="36000" marR="36000" marT="4095" marB="0" anchor="ctr">
                    <a:lnL>
                      <a:noFill/>
                    </a:lnL>
                    <a:lnR>
                      <a:noFill/>
                    </a:lnR>
                    <a:lnT>
                      <a:noFill/>
                    </a:lnT>
                    <a:lnB>
                      <a:noFill/>
                    </a:lnB>
                    <a:noFill/>
                  </a:tcPr>
                </a:tc>
                <a:tc>
                  <a:txBody>
                    <a:bodyPr/>
                    <a:lstStyle/>
                    <a:p>
                      <a:pPr algn="ctr"/>
                      <a:r>
                        <a:rPr sz="900" b="0" dirty="0">
                          <a:solidFill>
                            <a:srgbClr val="000000"/>
                          </a:solidFill>
                          <a:latin typeface="Roboto Light"/>
                        </a:rPr>
                        <a:t>Financials Non-Banks</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Neutral</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16.00</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31.4%</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14.1x</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0.2x</a:t>
                      </a:r>
                    </a:p>
                  </a:txBody>
                  <a:tcPr marL="36000" marR="36000" marT="4095" marB="0" anchor="ctr">
                    <a:lnL>
                      <a:noFill/>
                    </a:lnL>
                    <a:lnR>
                      <a:noFill/>
                    </a:lnR>
                    <a:lnT>
                      <a:noFill/>
                    </a:lnT>
                    <a:lnB>
                      <a:noFill/>
                    </a:lnB>
                    <a:noFill/>
                  </a:tcPr>
                </a:tc>
                <a:extLst>
                  <a:ext uri="{0D108BD9-81ED-4DB2-BD59-A6C34878D82A}">
                    <a16:rowId xmlns:a16="http://schemas.microsoft.com/office/drawing/2014/main" val="10002"/>
                  </a:ext>
                </a:extLst>
              </a:tr>
              <a:tr h="228608">
                <a:tc>
                  <a:txBody>
                    <a:bodyPr/>
                    <a:lstStyle/>
                    <a:p>
                      <a:pPr algn="ctr"/>
                      <a:r>
                        <a:rPr sz="900" b="0">
                          <a:solidFill>
                            <a:srgbClr val="000000"/>
                          </a:solidFill>
                          <a:latin typeface="Roboto Light"/>
                        </a:rPr>
                        <a:t>SBSP3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Sanitation</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36.84</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1.7%</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12.6x</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-6%</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2.6x</a:t>
                      </a:r>
                    </a:p>
                  </a:txBody>
                  <a:tcPr marL="36000" marR="36000" marT="4095" marB="0" anchor="ctr">
                    <a:lnL>
                      <a:noFill/>
                    </a:lnL>
                    <a:lnR>
                      <a:noFill/>
                    </a:lnR>
                    <a:lnT>
                      <a:noFill/>
                    </a:lnT>
                    <a:lnB>
                      <a:noFill/>
                    </a:lnB>
                    <a:solidFill>
                      <a:srgbClr val="F2F2F2"/>
                    </a:solidFill>
                  </a:tcPr>
                </a:tc>
                <a:extLst>
                  <a:ext uri="{0D108BD9-81ED-4DB2-BD59-A6C34878D82A}">
                    <a16:rowId xmlns:a16="http://schemas.microsoft.com/office/drawing/2014/main" val="10003"/>
                  </a:ext>
                </a:extLst>
              </a:tr>
              <a:tr h="228608">
                <a:tc>
                  <a:txBody>
                    <a:bodyPr/>
                    <a:lstStyle/>
                    <a:p>
                      <a:pPr algn="ctr"/>
                      <a:r>
                        <a:rPr sz="900" b="0">
                          <a:solidFill>
                            <a:srgbClr val="000000"/>
                          </a:solidFill>
                          <a:latin typeface="Roboto Light"/>
                        </a:rPr>
                        <a:t>BBAS3</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Banks</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Neutral</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21.00</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3.0%</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5.5x</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-3%</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n.m.</a:t>
                      </a:r>
                    </a:p>
                  </a:txBody>
                  <a:tcPr marL="36000" marR="36000" marT="4095" marB="0" anchor="ctr">
                    <a:lnL>
                      <a:noFill/>
                    </a:lnL>
                    <a:lnR>
                      <a:noFill/>
                    </a:lnR>
                    <a:lnT>
                      <a:noFill/>
                    </a:lnT>
                    <a:lnB>
                      <a:noFill/>
                    </a:lnB>
                    <a:noFill/>
                  </a:tcPr>
                </a:tc>
                <a:extLst>
                  <a:ext uri="{0D108BD9-81ED-4DB2-BD59-A6C34878D82A}">
                    <a16:rowId xmlns:a16="http://schemas.microsoft.com/office/drawing/2014/main" val="10004"/>
                  </a:ext>
                </a:extLst>
              </a:tr>
              <a:tr h="228608">
                <a:tc>
                  <a:txBody>
                    <a:bodyPr/>
                    <a:lstStyle/>
                    <a:p>
                      <a:pPr algn="ctr"/>
                      <a:r>
                        <a:rPr sz="900" b="0">
                          <a:solidFill>
                            <a:srgbClr val="000000"/>
                          </a:solidFill>
                          <a:latin typeface="Roboto Light"/>
                        </a:rPr>
                        <a:t>RENT3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Transportation</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65.00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-16.1%</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8.1x</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0%</a:t>
                      </a:r>
                    </a:p>
                  </a:txBody>
                  <a:tcPr marL="36000" marR="36000" marT="4095" marB="0" anchor="ctr">
                    <a:lnL>
                      <a:noFill/>
                    </a:lnL>
                    <a:lnR>
                      <a:noFill/>
                    </a:lnR>
                    <a:lnT>
                      <a:noFill/>
                    </a:lnT>
                    <a:lnB>
                      <a:noFill/>
                    </a:lnB>
                    <a:solidFill>
                      <a:srgbClr val="F2F2F2"/>
                    </a:solidFill>
                  </a:tcPr>
                </a:tc>
                <a:tc>
                  <a:txBody>
                    <a:bodyPr/>
                    <a:lstStyle/>
                    <a:p>
                      <a:pPr algn="ctr"/>
                      <a:r>
                        <a:rPr sz="900" b="0" dirty="0">
                          <a:solidFill>
                            <a:srgbClr val="000000"/>
                          </a:solidFill>
                          <a:latin typeface="Roboto Light"/>
                        </a:rPr>
                        <a:t>2.1x</a:t>
                      </a:r>
                    </a:p>
                  </a:txBody>
                  <a:tcPr marL="36000" marR="36000" marT="4095" marB="0" anchor="ctr">
                    <a:lnL>
                      <a:noFill/>
                    </a:lnL>
                    <a:lnR>
                      <a:noFill/>
                    </a:lnR>
                    <a:lnT>
                      <a:noFill/>
                    </a:lnT>
                    <a:lnB>
                      <a:noFill/>
                    </a:lnB>
                    <a:solidFill>
                      <a:srgbClr val="F2F2F2"/>
                    </a:solidFill>
                  </a:tcPr>
                </a:tc>
                <a:extLst>
                  <a:ext uri="{0D108BD9-81ED-4DB2-BD59-A6C34878D82A}">
                    <a16:rowId xmlns:a16="http://schemas.microsoft.com/office/drawing/2014/main" val="10005"/>
                  </a:ext>
                </a:extLst>
              </a:tr>
            </a:tbl>
          </a:graphicData>
        </a:graphic>
      </p:graphicFrame>
      <p:graphicFrame>
        <p:nvGraphicFramePr>
          <p:cNvPr id="26" name="Chart 25"/>
          <p:cNvGraphicFramePr>
            <a:graphicFrameLocks noGrp="1"/>
          </p:cNvGraphicFramePr>
          <p:nvPr>
            <p:extLst>
              <p:ext uri="{D42A27DB-BD31-4B8C-83A1-F6EECF244321}">
                <p14:modId xmlns:p14="http://schemas.microsoft.com/office/powerpoint/2010/main" val="2353137906"/>
              </p:ext>
            </p:extLst>
          </p:nvPr>
        </p:nvGraphicFramePr>
        <p:xfrm>
          <a:off x="377825" y="5832000"/>
          <a:ext cx="2938221" cy="18576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7" name="Chart 26"/>
          <p:cNvGraphicFramePr>
            <a:graphicFrameLocks noGrp="1"/>
          </p:cNvGraphicFramePr>
          <p:nvPr/>
        </p:nvGraphicFramePr>
        <p:xfrm>
          <a:off x="3531947" y="5832000"/>
          <a:ext cx="2965558" cy="18576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8" name="Table 27"/>
          <p:cNvGraphicFramePr>
            <a:graphicFrameLocks noGrp="1"/>
          </p:cNvGraphicFramePr>
          <p:nvPr>
            <p:extLst>
              <p:ext uri="{D42A27DB-BD31-4B8C-83A1-F6EECF244321}">
                <p14:modId xmlns:p14="http://schemas.microsoft.com/office/powerpoint/2010/main" val="747573244"/>
              </p:ext>
            </p:extLst>
          </p:nvPr>
        </p:nvGraphicFramePr>
        <p:xfrm>
          <a:off x="381600" y="8006399"/>
          <a:ext cx="6105601" cy="1429200"/>
        </p:xfrm>
        <a:graphic>
          <a:graphicData uri="http://schemas.openxmlformats.org/drawingml/2006/table">
            <a:tbl>
              <a:tblPr>
                <a:tableStyleId>{2D5ABB26-0587-4C30-8999-92F81FD0307C}</a:tableStyleId>
              </a:tblPr>
              <a:tblGrid>
                <a:gridCol w="1854866">
                  <a:extLst>
                    <a:ext uri="{9D8B030D-6E8A-4147-A177-3AD203B41FA5}">
                      <a16:colId xmlns:a16="http://schemas.microsoft.com/office/drawing/2014/main" val="20001"/>
                    </a:ext>
                  </a:extLst>
                </a:gridCol>
                <a:gridCol w="850147">
                  <a:extLst>
                    <a:ext uri="{9D8B030D-6E8A-4147-A177-3AD203B41FA5}">
                      <a16:colId xmlns:a16="http://schemas.microsoft.com/office/drawing/2014/main" val="20002"/>
                    </a:ext>
                  </a:extLst>
                </a:gridCol>
                <a:gridCol w="850147">
                  <a:extLst>
                    <a:ext uri="{9D8B030D-6E8A-4147-A177-3AD203B41FA5}">
                      <a16:colId xmlns:a16="http://schemas.microsoft.com/office/drawing/2014/main" val="20003"/>
                    </a:ext>
                  </a:extLst>
                </a:gridCol>
                <a:gridCol w="850147">
                  <a:extLst>
                    <a:ext uri="{9D8B030D-6E8A-4147-A177-3AD203B41FA5}">
                      <a16:colId xmlns:a16="http://schemas.microsoft.com/office/drawing/2014/main" val="20004"/>
                    </a:ext>
                  </a:extLst>
                </a:gridCol>
                <a:gridCol w="850147">
                  <a:extLst>
                    <a:ext uri="{9D8B030D-6E8A-4147-A177-3AD203B41FA5}">
                      <a16:colId xmlns:a16="http://schemas.microsoft.com/office/drawing/2014/main" val="20005"/>
                    </a:ext>
                  </a:extLst>
                </a:gridCol>
                <a:gridCol w="850147">
                  <a:extLst>
                    <a:ext uri="{9D8B030D-6E8A-4147-A177-3AD203B41FA5}">
                      <a16:colId xmlns:a16="http://schemas.microsoft.com/office/drawing/2014/main" val="20006"/>
                    </a:ext>
                  </a:extLst>
                </a:gridCol>
              </a:tblGrid>
              <a:tr h="291960">
                <a:tc>
                  <a:txBody>
                    <a:bodyPr/>
                    <a:lstStyle/>
                    <a:p>
                      <a:pPr algn="ctr"/>
                      <a:r>
                        <a:rPr sz="900" b="1">
                          <a:solidFill>
                            <a:srgbClr val="FFFFFF"/>
                          </a:solidFill>
                          <a:latin typeface="Roboto"/>
                        </a:rPr>
                        <a:t>Period</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USDBRL</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IDKA Pre 5Y</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Ibovespa</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Basket</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Excess (p.p.)</a:t>
                      </a:r>
                    </a:p>
                  </a:txBody>
                  <a:tcPr marL="36000" marR="36000" marT="4095" marB="0" anchor="ctr">
                    <a:lnL>
                      <a:noFill/>
                    </a:lnL>
                    <a:lnR>
                      <a:noFill/>
                    </a:lnR>
                    <a:lnT>
                      <a:noFill/>
                    </a:lnT>
                    <a:lnB>
                      <a:noFill/>
                    </a:lnB>
                    <a:solidFill>
                      <a:srgbClr val="1F2F44"/>
                    </a:solidFill>
                  </a:tcPr>
                </a:tc>
                <a:extLst>
                  <a:ext uri="{0D108BD9-81ED-4DB2-BD59-A6C34878D82A}">
                    <a16:rowId xmlns:a16="http://schemas.microsoft.com/office/drawing/2014/main" val="10000"/>
                  </a:ext>
                </a:extLst>
              </a:tr>
              <a:tr h="189540">
                <a:tc>
                  <a:txBody>
                    <a:bodyPr/>
                    <a:lstStyle/>
                    <a:p>
                      <a:pPr algn="ctr"/>
                      <a:r>
                        <a:rPr sz="900" b="0">
                          <a:solidFill>
                            <a:srgbClr val="000000"/>
                          </a:solidFill>
                          <a:latin typeface="Roboto Light"/>
                        </a:rPr>
                        <a:t>13-Apr-21 to 11-May-21</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-8.2%</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+2.7%</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+3.1%</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+1.1%</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-1.9</a:t>
                      </a:r>
                    </a:p>
                  </a:txBody>
                  <a:tcPr marL="36000" marR="36000" marT="4095" marB="0" anchor="ctr">
                    <a:lnL>
                      <a:noFill/>
                    </a:lnL>
                    <a:lnR>
                      <a:noFill/>
                    </a:lnR>
                    <a:lnT>
                      <a:noFill/>
                    </a:lnT>
                    <a:lnB>
                      <a:noFill/>
                    </a:lnB>
                    <a:solidFill>
                      <a:srgbClr val="FCCECF"/>
                    </a:solidFill>
                  </a:tcPr>
                </a:tc>
                <a:extLst>
                  <a:ext uri="{0D108BD9-81ED-4DB2-BD59-A6C34878D82A}">
                    <a16:rowId xmlns:a16="http://schemas.microsoft.com/office/drawing/2014/main" val="10001"/>
                  </a:ext>
                </a:extLst>
              </a:tr>
              <a:tr h="189540">
                <a:tc>
                  <a:txBody>
                    <a:bodyPr/>
                    <a:lstStyle/>
                    <a:p>
                      <a:pPr algn="ctr"/>
                      <a:r>
                        <a:rPr sz="900" b="0">
                          <a:solidFill>
                            <a:srgbClr val="000000"/>
                          </a:solidFill>
                          <a:latin typeface="Roboto Light"/>
                        </a:rPr>
                        <a:t>07-Mar-22 to 04-Apr-22</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-8.7%</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+5.7%</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+8.7%</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+14.7%</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+6.0</a:t>
                      </a:r>
                    </a:p>
                  </a:txBody>
                  <a:tcPr marL="36000" marR="36000" marT="4095" marB="0" anchor="ctr">
                    <a:lnL>
                      <a:noFill/>
                    </a:lnL>
                    <a:lnR>
                      <a:noFill/>
                    </a:lnR>
                    <a:lnT>
                      <a:noFill/>
                    </a:lnT>
                    <a:lnB>
                      <a:noFill/>
                    </a:lnB>
                    <a:solidFill>
                      <a:srgbClr val="63BE7B"/>
                    </a:solidFill>
                  </a:tcPr>
                </a:tc>
                <a:extLst>
                  <a:ext uri="{0D108BD9-81ED-4DB2-BD59-A6C34878D82A}">
                    <a16:rowId xmlns:a16="http://schemas.microsoft.com/office/drawing/2014/main" val="10002"/>
                  </a:ext>
                </a:extLst>
              </a:tr>
              <a:tr h="189540">
                <a:tc>
                  <a:txBody>
                    <a:bodyPr/>
                    <a:lstStyle/>
                    <a:p>
                      <a:pPr algn="ctr"/>
                      <a:r>
                        <a:rPr sz="900" b="0">
                          <a:solidFill>
                            <a:srgbClr val="000000"/>
                          </a:solidFill>
                          <a:latin typeface="Roboto Light"/>
                        </a:rPr>
                        <a:t>19-Jul-22 to 16-Aug-22</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-4.8%</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+10.0%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+15.5%</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+21.5%</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+6.0</a:t>
                      </a:r>
                    </a:p>
                  </a:txBody>
                  <a:tcPr marL="36000" marR="36000" marT="4095" marB="0" anchor="ctr">
                    <a:lnL>
                      <a:noFill/>
                    </a:lnL>
                    <a:lnR>
                      <a:noFill/>
                    </a:lnR>
                    <a:lnT>
                      <a:noFill/>
                    </a:lnT>
                    <a:lnB>
                      <a:noFill/>
                    </a:lnB>
                    <a:solidFill>
                      <a:srgbClr val="63BE7B"/>
                    </a:solidFill>
                  </a:tcPr>
                </a:tc>
                <a:extLst>
                  <a:ext uri="{0D108BD9-81ED-4DB2-BD59-A6C34878D82A}">
                    <a16:rowId xmlns:a16="http://schemas.microsoft.com/office/drawing/2014/main" val="10003"/>
                  </a:ext>
                </a:extLst>
              </a:tr>
              <a:tr h="189540">
                <a:tc>
                  <a:txBody>
                    <a:bodyPr/>
                    <a:lstStyle/>
                    <a:p>
                      <a:pPr algn="ctr"/>
                      <a:r>
                        <a:rPr sz="900" b="0">
                          <a:solidFill>
                            <a:srgbClr val="000000"/>
                          </a:solidFill>
                          <a:latin typeface="Roboto Light"/>
                        </a:rPr>
                        <a:t>16-Dec-22 to 13-Jan-23</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-3.1%</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+7.0%</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+7.8%</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+9.7%</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+1.8</a:t>
                      </a:r>
                    </a:p>
                  </a:txBody>
                  <a:tcPr marL="36000" marR="36000" marT="4095" marB="0" anchor="ctr">
                    <a:lnL>
                      <a:noFill/>
                    </a:lnL>
                    <a:lnR>
                      <a:noFill/>
                    </a:lnR>
                    <a:lnT>
                      <a:noFill/>
                    </a:lnT>
                    <a:lnB>
                      <a:noFill/>
                    </a:lnB>
                    <a:solidFill>
                      <a:srgbClr val="CFEBD6"/>
                    </a:solidFill>
                  </a:tcPr>
                </a:tc>
                <a:extLst>
                  <a:ext uri="{0D108BD9-81ED-4DB2-BD59-A6C34878D82A}">
                    <a16:rowId xmlns:a16="http://schemas.microsoft.com/office/drawing/2014/main" val="10004"/>
                  </a:ext>
                </a:extLst>
              </a:tr>
              <a:tr h="189540">
                <a:tc>
                  <a:txBody>
                    <a:bodyPr/>
                    <a:lstStyle/>
                    <a:p>
                      <a:pPr algn="ctr"/>
                      <a:r>
                        <a:rPr sz="900" b="0">
                          <a:solidFill>
                            <a:srgbClr val="000000"/>
                          </a:solidFill>
                          <a:latin typeface="Roboto Light"/>
                        </a:rPr>
                        <a:t>16-Mar-23 to 13-Apr-23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-7.2%</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+5.5%</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+2.9%</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+4.9%</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+2.0</a:t>
                      </a:r>
                    </a:p>
                  </a:txBody>
                  <a:tcPr marL="36000" marR="36000" marT="4095" marB="0" anchor="ctr">
                    <a:lnL>
                      <a:noFill/>
                    </a:lnL>
                    <a:lnR>
                      <a:noFill/>
                    </a:lnR>
                    <a:lnT>
                      <a:noFill/>
                    </a:lnT>
                    <a:lnB>
                      <a:noFill/>
                    </a:lnB>
                    <a:solidFill>
                      <a:srgbClr val="CAE9D2"/>
                    </a:solidFill>
                  </a:tcPr>
                </a:tc>
                <a:extLst>
                  <a:ext uri="{0D108BD9-81ED-4DB2-BD59-A6C34878D82A}">
                    <a16:rowId xmlns:a16="http://schemas.microsoft.com/office/drawing/2014/main" val="10005"/>
                  </a:ext>
                </a:extLst>
              </a:tr>
              <a:tr h="189540">
                <a:tc>
                  <a:txBody>
                    <a:bodyPr/>
                    <a:lstStyle/>
                    <a:p>
                      <a:pPr algn="ctr"/>
                      <a:r>
                        <a:rPr sz="900" b="0">
                          <a:solidFill>
                            <a:srgbClr val="000000"/>
                          </a:solidFill>
                          <a:latin typeface="Roboto Light"/>
                        </a:rPr>
                        <a:t>09-Apr-25 to 07-May-25</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-5.3%</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+5.2%</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+4.4%</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+7.2%</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+2.8</a:t>
                      </a:r>
                    </a:p>
                  </a:txBody>
                  <a:tcPr marL="36000" marR="36000" marT="4095" marB="0" anchor="ctr">
                    <a:lnL>
                      <a:noFill/>
                    </a:lnL>
                    <a:lnR>
                      <a:noFill/>
                    </a:lnR>
                    <a:lnT>
                      <a:noFill/>
                    </a:lnT>
                    <a:lnB>
                      <a:noFill/>
                    </a:lnB>
                    <a:solidFill>
                      <a:srgbClr val="B5E0C0"/>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20"/>
          </p:nvPr>
        </p:nvSpPr>
        <p:spPr>
          <a:noFill/>
        </p:spPr>
        <p:txBody>
          <a:bodyPr/>
          <a:lstStyle/>
          <a:p>
            <a:r>
              <a:rPr lang="en-US" dirty="0">
                <a:solidFill>
                  <a:srgbClr val="18191A"/>
                </a:solidFill>
              </a:rPr>
              <a:t>Our </a:t>
            </a:r>
            <a:r>
              <a:rPr lang="en-US" b="1" dirty="0">
                <a:solidFill>
                  <a:srgbClr val="18191A"/>
                </a:solidFill>
              </a:rPr>
              <a:t>Fiscal Deterioration basket</a:t>
            </a:r>
            <a:r>
              <a:rPr lang="en-US" dirty="0">
                <a:solidFill>
                  <a:srgbClr val="18191A"/>
                </a:solidFill>
              </a:rPr>
              <a:t> comprises names that could hold up better in a worsening fiscal scenario, when the BRL weakens and long-term rates rise. It includes </a:t>
            </a:r>
            <a:r>
              <a:rPr lang="en-US" b="1" dirty="0">
                <a:solidFill>
                  <a:srgbClr val="18191A"/>
                </a:solidFill>
              </a:rPr>
              <a:t>exporters and FX-sensitive names</a:t>
            </a:r>
            <a:r>
              <a:rPr lang="en-US" dirty="0">
                <a:solidFill>
                  <a:srgbClr val="18191A"/>
                </a:solidFill>
              </a:rPr>
              <a:t>, such as Aura, Petrobras, Gerdau and Suzano, and WEG which could benefit from a weaker BRL, as well as </a:t>
            </a:r>
            <a:r>
              <a:rPr lang="en-US" b="1" dirty="0">
                <a:solidFill>
                  <a:srgbClr val="18191A"/>
                </a:solidFill>
              </a:rPr>
              <a:t>high-quality and low-leverage companies.</a:t>
            </a:r>
          </a:p>
          <a:p>
            <a:r>
              <a:rPr lang="en-US" b="1" dirty="0">
                <a:solidFill>
                  <a:srgbClr val="18191A"/>
                </a:solidFill>
              </a:rPr>
              <a:t>Our best-performing basket in 2026.</a:t>
            </a:r>
            <a:r>
              <a:rPr lang="en-US" dirty="0">
                <a:solidFill>
                  <a:srgbClr val="18191A"/>
                </a:solidFill>
              </a:rPr>
              <a:t> The basket is up 35.9% year-to-date, 20.1 p.p. ahead of the Ibovespa, and the rally has been backed by earnings revisions, with EPS up 29% YTD. The basket now trades at 9.0x, 1.1 standard deviations above its average since 2021 (Chart </a:t>
            </a:r>
            <a:r>
              <a:rPr lang="en-US" dirty="0">
                <a:solidFill>
                  <a:srgbClr val="18191A"/>
                </a:solidFill>
                <a:highlight>
                  <a:srgbClr val="FFFF00"/>
                </a:highlight>
              </a:rPr>
              <a:t>X</a:t>
            </a:r>
            <a:r>
              <a:rPr lang="en-US" dirty="0">
                <a:solidFill>
                  <a:srgbClr val="18191A"/>
                </a:solidFill>
              </a:rPr>
              <a:t>).</a:t>
            </a:r>
          </a:p>
          <a:p>
            <a:r>
              <a:rPr lang="en-US" b="1" dirty="0">
                <a:solidFill>
                  <a:srgbClr val="18191A"/>
                </a:solidFill>
              </a:rPr>
              <a:t>A track record of protection during fiscal stress.</a:t>
            </a:r>
            <a:r>
              <a:rPr lang="en-US" dirty="0">
                <a:solidFill>
                  <a:srgbClr val="18191A"/>
                </a:solidFill>
              </a:rPr>
              <a:t> We measured how the basket behaves in the periods of strongest joint sell-off in the BRL and fixed-rate bonds over the last five years, a typical combination in periods of fiscal stress. The basket outperformed the Ibovespa in all six episodes and reached an average excess return of 4.1 p.p.</a:t>
            </a:r>
          </a:p>
        </p:txBody>
      </p:sp>
      <p:sp>
        <p:nvSpPr>
          <p:cNvPr id="5" name="Content Placeholder 4"/>
          <p:cNvSpPr>
            <a:spLocks noGrp="1"/>
          </p:cNvSpPr>
          <p:nvPr>
            <p:ph sz="quarter" idx="23"/>
          </p:nvPr>
        </p:nvSpPr>
        <p:spPr>
          <a:xfrm>
            <a:off x="382829" y="7842414"/>
            <a:ext cx="6098400" cy="246221"/>
          </a:xfrm>
        </p:spPr>
        <p:txBody>
          <a:bodyPr/>
          <a:lstStyle/>
          <a:p>
            <a:r>
              <a:rPr lang="en-US"/>
              <a:t>Table 4: Event study: the six worst BRL/bond sell-offs since 2021</a:t>
            </a:r>
          </a:p>
        </p:txBody>
      </p:sp>
      <p:sp>
        <p:nvSpPr>
          <p:cNvPr id="9" name="Content Placeholder 8"/>
          <p:cNvSpPr>
            <a:spLocks noGrp="1"/>
          </p:cNvSpPr>
          <p:nvPr>
            <p:ph sz="quarter" idx="27"/>
          </p:nvPr>
        </p:nvSpPr>
        <p:spPr>
          <a:xfrm>
            <a:off x="377825" y="5671614"/>
            <a:ext cx="2938221" cy="230400"/>
          </a:xfrm>
        </p:spPr>
        <p:txBody>
          <a:bodyPr/>
          <a:lstStyle/>
          <a:p>
            <a:r>
              <a:rPr lang="en-US"/>
              <a:t>Chart 3: YTD performance vs. Ibovespa</a:t>
            </a:r>
          </a:p>
        </p:txBody>
      </p:sp>
      <p:sp>
        <p:nvSpPr>
          <p:cNvPr id="10" name="Content Placeholder 9"/>
          <p:cNvSpPr>
            <a:spLocks noGrp="1"/>
          </p:cNvSpPr>
          <p:nvPr>
            <p:ph sz="quarter" idx="28"/>
          </p:nvPr>
        </p:nvSpPr>
        <p:spPr>
          <a:xfrm>
            <a:off x="3547746" y="5671614"/>
            <a:ext cx="2949758" cy="230400"/>
          </a:xfrm>
        </p:spPr>
        <p:txBody>
          <a:bodyPr/>
          <a:lstStyle/>
          <a:p>
            <a:r>
              <a:rPr lang="en-US"/>
              <a:t>Chart 4: Forward P/E since 2021</a:t>
            </a:r>
          </a:p>
        </p:txBody>
      </p:sp>
      <p:sp>
        <p:nvSpPr>
          <p:cNvPr id="12" name="Content Placeholder 11"/>
          <p:cNvSpPr>
            <a:spLocks noGrp="1"/>
          </p:cNvSpPr>
          <p:nvPr>
            <p:ph sz="quarter" idx="30"/>
          </p:nvPr>
        </p:nvSpPr>
        <p:spPr>
          <a:xfrm>
            <a:off x="382829" y="3887790"/>
            <a:ext cx="6099547" cy="246221"/>
          </a:xfrm>
        </p:spPr>
        <p:txBody>
          <a:bodyPr/>
          <a:lstStyle/>
          <a:p>
            <a:r>
              <a:rPr lang="en-US" dirty="0"/>
              <a:t>Table 3: Fiscal Deterioration basket: composition</a:t>
            </a:r>
          </a:p>
        </p:txBody>
      </p:sp>
      <p:sp>
        <p:nvSpPr>
          <p:cNvPr id="13" name="Text Placeholder 12"/>
          <p:cNvSpPr>
            <a:spLocks noGrp="1"/>
          </p:cNvSpPr>
          <p:nvPr>
            <p:ph type="body" sz="quarter" idx="16"/>
          </p:nvPr>
        </p:nvSpPr>
        <p:spPr/>
        <p:txBody>
          <a:bodyPr/>
          <a:lstStyle/>
          <a:p>
            <a:r>
              <a:rPr lang="en-US"/>
              <a:t>Thematic Baskets</a:t>
            </a:r>
          </a:p>
        </p:txBody>
      </p:sp>
      <p:sp>
        <p:nvSpPr>
          <p:cNvPr id="14" name="Text Placeholder 13"/>
          <p:cNvSpPr>
            <a:spLocks noGrp="1"/>
          </p:cNvSpPr>
          <p:nvPr>
            <p:ph type="body" sz="quarter" idx="17"/>
          </p:nvPr>
        </p:nvSpPr>
        <p:spPr/>
        <p:txBody>
          <a:bodyPr/>
          <a:lstStyle/>
          <a:p>
            <a:r>
              <a:rPr lang="en-US"/>
              <a:t>Fiscal Deterioration Basket</a:t>
            </a:r>
          </a:p>
        </p:txBody>
      </p:sp>
      <p:sp>
        <p:nvSpPr>
          <p:cNvPr id="15" name="Text Placeholder 14"/>
          <p:cNvSpPr>
            <a:spLocks noGrp="1"/>
          </p:cNvSpPr>
          <p:nvPr>
            <p:ph type="body" sz="quarter" idx="31"/>
          </p:nvPr>
        </p:nvSpPr>
        <p:spPr/>
        <p:txBody>
          <a:bodyPr/>
          <a:lstStyle/>
          <a:p>
            <a:r>
              <a:rPr lang="en-US"/>
              <a:t>Source: Economatica, B3, Bloomberg, XP Research. </a:t>
            </a:r>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September 24, 2026</a:t>
            </a:fld>
            <a:endParaRPr lang="en-US"/>
          </a:p>
        </p:txBody>
      </p:sp>
      <p:graphicFrame>
        <p:nvGraphicFramePr>
          <p:cNvPr id="25" name="Table 24"/>
          <p:cNvGraphicFramePr>
            <a:graphicFrameLocks noGrp="1"/>
          </p:cNvGraphicFramePr>
          <p:nvPr>
            <p:extLst>
              <p:ext uri="{D42A27DB-BD31-4B8C-83A1-F6EECF244321}">
                <p14:modId xmlns:p14="http://schemas.microsoft.com/office/powerpoint/2010/main" val="1059729017"/>
              </p:ext>
            </p:extLst>
          </p:nvPr>
        </p:nvGraphicFramePr>
        <p:xfrm>
          <a:off x="382829" y="4164673"/>
          <a:ext cx="6105595" cy="1483700"/>
        </p:xfrm>
        <a:graphic>
          <a:graphicData uri="http://schemas.openxmlformats.org/drawingml/2006/table">
            <a:tbl>
              <a:tblPr>
                <a:tableStyleId>{2D5ABB26-0587-4C30-8999-92F81FD0307C}</a:tableStyleId>
              </a:tblPr>
              <a:tblGrid>
                <a:gridCol w="546877">
                  <a:extLst>
                    <a:ext uri="{9D8B030D-6E8A-4147-A177-3AD203B41FA5}">
                      <a16:colId xmlns:a16="http://schemas.microsoft.com/office/drawing/2014/main" val="20000"/>
                    </a:ext>
                  </a:extLst>
                </a:gridCol>
                <a:gridCol w="1288040">
                  <a:extLst>
                    <a:ext uri="{9D8B030D-6E8A-4147-A177-3AD203B41FA5}">
                      <a16:colId xmlns:a16="http://schemas.microsoft.com/office/drawing/2014/main" val="20001"/>
                    </a:ext>
                  </a:extLst>
                </a:gridCol>
                <a:gridCol w="838305">
                  <a:extLst>
                    <a:ext uri="{9D8B030D-6E8A-4147-A177-3AD203B41FA5}">
                      <a16:colId xmlns:a16="http://schemas.microsoft.com/office/drawing/2014/main" val="20002"/>
                    </a:ext>
                  </a:extLst>
                </a:gridCol>
                <a:gridCol w="687194">
                  <a:extLst>
                    <a:ext uri="{9D8B030D-6E8A-4147-A177-3AD203B41FA5}">
                      <a16:colId xmlns:a16="http://schemas.microsoft.com/office/drawing/2014/main" val="20003"/>
                    </a:ext>
                  </a:extLst>
                </a:gridCol>
                <a:gridCol w="536083">
                  <a:extLst>
                    <a:ext uri="{9D8B030D-6E8A-4147-A177-3AD203B41FA5}">
                      <a16:colId xmlns:a16="http://schemas.microsoft.com/office/drawing/2014/main" val="20004"/>
                    </a:ext>
                  </a:extLst>
                </a:gridCol>
                <a:gridCol w="629628">
                  <a:extLst>
                    <a:ext uri="{9D8B030D-6E8A-4147-A177-3AD203B41FA5}">
                      <a16:colId xmlns:a16="http://schemas.microsoft.com/office/drawing/2014/main" val="20005"/>
                    </a:ext>
                  </a:extLst>
                </a:gridCol>
                <a:gridCol w="823914">
                  <a:extLst>
                    <a:ext uri="{9D8B030D-6E8A-4147-A177-3AD203B41FA5}">
                      <a16:colId xmlns:a16="http://schemas.microsoft.com/office/drawing/2014/main" val="20006"/>
                    </a:ext>
                  </a:extLst>
                </a:gridCol>
                <a:gridCol w="755554">
                  <a:extLst>
                    <a:ext uri="{9D8B030D-6E8A-4147-A177-3AD203B41FA5}">
                      <a16:colId xmlns:a16="http://schemas.microsoft.com/office/drawing/2014/main" val="20007"/>
                    </a:ext>
                  </a:extLst>
                </a:gridCol>
              </a:tblGrid>
              <a:tr h="266327">
                <a:tc>
                  <a:txBody>
                    <a:bodyPr/>
                    <a:lstStyle/>
                    <a:p>
                      <a:pPr algn="ctr"/>
                      <a:r>
                        <a:rPr sz="900" b="1">
                          <a:solidFill>
                            <a:srgbClr val="FFFFFF"/>
                          </a:solidFill>
                          <a:latin typeface="Roboto"/>
                        </a:rPr>
                        <a:t>Ticker</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Sector</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Rating</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Target price</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Return YTD</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P/E 12m fwd</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3M earnings momentum</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ND/EBITDA 2026E</a:t>
                      </a:r>
                    </a:p>
                  </a:txBody>
                  <a:tcPr marL="36000" marR="36000" marT="4095" marB="0" anchor="ctr">
                    <a:lnL>
                      <a:noFill/>
                    </a:lnL>
                    <a:lnR>
                      <a:noFill/>
                    </a:lnR>
                    <a:lnT>
                      <a:noFill/>
                    </a:lnT>
                    <a:lnB>
                      <a:noFill/>
                    </a:lnB>
                    <a:solidFill>
                      <a:srgbClr val="1F2F44"/>
                    </a:solidFill>
                  </a:tcPr>
                </a:tc>
                <a:extLst>
                  <a:ext uri="{0D108BD9-81ED-4DB2-BD59-A6C34878D82A}">
                    <a16:rowId xmlns:a16="http://schemas.microsoft.com/office/drawing/2014/main" val="10000"/>
                  </a:ext>
                </a:extLst>
              </a:tr>
              <a:tr h="241057">
                <a:tc>
                  <a:txBody>
                    <a:bodyPr/>
                    <a:lstStyle/>
                    <a:p>
                      <a:pPr algn="ctr"/>
                      <a:r>
                        <a:rPr sz="900" b="0">
                          <a:solidFill>
                            <a:srgbClr val="000000"/>
                          </a:solidFill>
                          <a:latin typeface="Roboto Light"/>
                        </a:rPr>
                        <a:t>AURA33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Metals &amp; Mining</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145.00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66.6%</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10.5x</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0.1x</a:t>
                      </a:r>
                    </a:p>
                  </a:txBody>
                  <a:tcPr marL="36000" marR="36000" marT="4095" marB="0" anchor="ctr">
                    <a:lnL>
                      <a:noFill/>
                    </a:lnL>
                    <a:lnR>
                      <a:noFill/>
                    </a:lnR>
                    <a:lnT>
                      <a:noFill/>
                    </a:lnT>
                    <a:lnB>
                      <a:noFill/>
                    </a:lnB>
                    <a:solidFill>
                      <a:srgbClr val="F2F2F2"/>
                    </a:solidFill>
                  </a:tcPr>
                </a:tc>
                <a:extLst>
                  <a:ext uri="{0D108BD9-81ED-4DB2-BD59-A6C34878D82A}">
                    <a16:rowId xmlns:a16="http://schemas.microsoft.com/office/drawing/2014/main" val="10001"/>
                  </a:ext>
                </a:extLst>
              </a:tr>
              <a:tr h="241057">
                <a:tc>
                  <a:txBody>
                    <a:bodyPr/>
                    <a:lstStyle/>
                    <a:p>
                      <a:pPr algn="ctr"/>
                      <a:r>
                        <a:rPr sz="900" b="0">
                          <a:solidFill>
                            <a:srgbClr val="000000"/>
                          </a:solidFill>
                          <a:latin typeface="Roboto Light"/>
                        </a:rPr>
                        <a:t>PETR4</a:t>
                      </a:r>
                    </a:p>
                  </a:txBody>
                  <a:tcPr marL="36000" marR="36000" marT="4095" marB="0" anchor="ctr">
                    <a:lnL>
                      <a:noFill/>
                    </a:lnL>
                    <a:lnR>
                      <a:noFill/>
                    </a:lnR>
                    <a:lnT>
                      <a:noFill/>
                    </a:lnT>
                    <a:lnB>
                      <a:noFill/>
                    </a:lnB>
                    <a:noFill/>
                  </a:tcPr>
                </a:tc>
                <a:tc>
                  <a:txBody>
                    <a:bodyPr/>
                    <a:lstStyle/>
                    <a:p>
                      <a:pPr algn="ctr"/>
                      <a:r>
                        <a:rPr sz="900" b="0" dirty="0">
                          <a:solidFill>
                            <a:srgbClr val="000000"/>
                          </a:solidFill>
                          <a:latin typeface="Roboto Light"/>
                        </a:rPr>
                        <a:t>Oil &amp; Gas</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63.00</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74.0%</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5.2x</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1.1x</a:t>
                      </a:r>
                    </a:p>
                  </a:txBody>
                  <a:tcPr marL="36000" marR="36000" marT="4095" marB="0" anchor="ctr">
                    <a:lnL>
                      <a:noFill/>
                    </a:lnL>
                    <a:lnR>
                      <a:noFill/>
                    </a:lnR>
                    <a:lnT>
                      <a:noFill/>
                    </a:lnT>
                    <a:lnB>
                      <a:noFill/>
                    </a:lnB>
                    <a:noFill/>
                  </a:tcPr>
                </a:tc>
                <a:extLst>
                  <a:ext uri="{0D108BD9-81ED-4DB2-BD59-A6C34878D82A}">
                    <a16:rowId xmlns:a16="http://schemas.microsoft.com/office/drawing/2014/main" val="10002"/>
                  </a:ext>
                </a:extLst>
              </a:tr>
              <a:tr h="241057">
                <a:tc>
                  <a:txBody>
                    <a:bodyPr/>
                    <a:lstStyle/>
                    <a:p>
                      <a:pPr algn="ctr"/>
                      <a:r>
                        <a:rPr sz="900" b="0">
                          <a:solidFill>
                            <a:srgbClr val="000000"/>
                          </a:solidFill>
                          <a:latin typeface="Roboto Light"/>
                        </a:rPr>
                        <a:t>GGBR4</a:t>
                      </a:r>
                    </a:p>
                  </a:txBody>
                  <a:tcPr marL="36000" marR="36000" marT="4095" marB="0" anchor="ctr">
                    <a:lnL>
                      <a:noFill/>
                    </a:lnL>
                    <a:lnR>
                      <a:noFill/>
                    </a:lnR>
                    <a:lnT>
                      <a:noFill/>
                    </a:lnT>
                    <a:lnB>
                      <a:noFill/>
                    </a:lnB>
                    <a:solidFill>
                      <a:srgbClr val="F2F2F2"/>
                    </a:solidFill>
                  </a:tcPr>
                </a:tc>
                <a:tc>
                  <a:txBody>
                    <a:bodyPr/>
                    <a:lstStyle/>
                    <a:p>
                      <a:pPr algn="ctr"/>
                      <a:r>
                        <a:rPr sz="900" b="0" dirty="0">
                          <a:solidFill>
                            <a:srgbClr val="000000"/>
                          </a:solidFill>
                          <a:latin typeface="Roboto Light"/>
                        </a:rPr>
                        <a:t>Metals &amp; Mining</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30.00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29.7%</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9.0x</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0.6x</a:t>
                      </a:r>
                    </a:p>
                  </a:txBody>
                  <a:tcPr marL="36000" marR="36000" marT="4095" marB="0" anchor="ctr">
                    <a:lnL>
                      <a:noFill/>
                    </a:lnL>
                    <a:lnR>
                      <a:noFill/>
                    </a:lnR>
                    <a:lnT>
                      <a:noFill/>
                    </a:lnT>
                    <a:lnB>
                      <a:noFill/>
                    </a:lnB>
                    <a:solidFill>
                      <a:srgbClr val="F2F2F2"/>
                    </a:solidFill>
                  </a:tcPr>
                </a:tc>
                <a:extLst>
                  <a:ext uri="{0D108BD9-81ED-4DB2-BD59-A6C34878D82A}">
                    <a16:rowId xmlns:a16="http://schemas.microsoft.com/office/drawing/2014/main" val="10003"/>
                  </a:ext>
                </a:extLst>
              </a:tr>
              <a:tr h="241057">
                <a:tc>
                  <a:txBody>
                    <a:bodyPr/>
                    <a:lstStyle/>
                    <a:p>
                      <a:pPr algn="ctr"/>
                      <a:r>
                        <a:rPr sz="900" b="0">
                          <a:solidFill>
                            <a:srgbClr val="000000"/>
                          </a:solidFill>
                          <a:latin typeface="Roboto Light"/>
                        </a:rPr>
                        <a:t>WEGE3</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Capital Goods</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Neutral</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50.00</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5.4%</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29.4x</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+6%</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-0.2x</a:t>
                      </a:r>
                    </a:p>
                  </a:txBody>
                  <a:tcPr marL="36000" marR="36000" marT="4095" marB="0" anchor="ctr">
                    <a:lnL>
                      <a:noFill/>
                    </a:lnL>
                    <a:lnR>
                      <a:noFill/>
                    </a:lnR>
                    <a:lnT>
                      <a:noFill/>
                    </a:lnT>
                    <a:lnB>
                      <a:noFill/>
                    </a:lnB>
                    <a:noFill/>
                  </a:tcPr>
                </a:tc>
                <a:extLst>
                  <a:ext uri="{0D108BD9-81ED-4DB2-BD59-A6C34878D82A}">
                    <a16:rowId xmlns:a16="http://schemas.microsoft.com/office/drawing/2014/main" val="10004"/>
                  </a:ext>
                </a:extLst>
              </a:tr>
              <a:tr h="241057">
                <a:tc>
                  <a:txBody>
                    <a:bodyPr/>
                    <a:lstStyle/>
                    <a:p>
                      <a:pPr algn="ctr"/>
                      <a:r>
                        <a:rPr sz="900" b="0" dirty="0">
                          <a:solidFill>
                            <a:srgbClr val="000000"/>
                          </a:solidFill>
                          <a:latin typeface="Roboto Light"/>
                        </a:rPr>
                        <a:t>SUZB3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Pulp &amp; Paper</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66.00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-7.6%</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7.5x</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-3%</a:t>
                      </a:r>
                    </a:p>
                  </a:txBody>
                  <a:tcPr marL="36000" marR="36000" marT="4095" marB="0" anchor="ctr">
                    <a:lnL>
                      <a:noFill/>
                    </a:lnL>
                    <a:lnR>
                      <a:noFill/>
                    </a:lnR>
                    <a:lnT>
                      <a:noFill/>
                    </a:lnT>
                    <a:lnB>
                      <a:noFill/>
                    </a:lnB>
                    <a:solidFill>
                      <a:srgbClr val="F2F2F2"/>
                    </a:solidFill>
                  </a:tcPr>
                </a:tc>
                <a:tc>
                  <a:txBody>
                    <a:bodyPr/>
                    <a:lstStyle/>
                    <a:p>
                      <a:pPr algn="ctr"/>
                      <a:r>
                        <a:rPr sz="900" b="0" dirty="0">
                          <a:solidFill>
                            <a:srgbClr val="000000"/>
                          </a:solidFill>
                          <a:latin typeface="Roboto Light"/>
                        </a:rPr>
                        <a:t>3.2x</a:t>
                      </a:r>
                    </a:p>
                  </a:txBody>
                  <a:tcPr marL="36000" marR="36000" marT="4095" marB="0" anchor="ctr">
                    <a:lnL>
                      <a:noFill/>
                    </a:lnL>
                    <a:lnR>
                      <a:noFill/>
                    </a:lnR>
                    <a:lnT>
                      <a:noFill/>
                    </a:lnT>
                    <a:lnB>
                      <a:noFill/>
                    </a:lnB>
                    <a:solidFill>
                      <a:srgbClr val="F2F2F2"/>
                    </a:solidFill>
                  </a:tcPr>
                </a:tc>
                <a:extLst>
                  <a:ext uri="{0D108BD9-81ED-4DB2-BD59-A6C34878D82A}">
                    <a16:rowId xmlns:a16="http://schemas.microsoft.com/office/drawing/2014/main" val="10005"/>
                  </a:ext>
                </a:extLst>
              </a:tr>
            </a:tbl>
          </a:graphicData>
        </a:graphic>
      </p:graphicFrame>
      <p:graphicFrame>
        <p:nvGraphicFramePr>
          <p:cNvPr id="26" name="Chart 25"/>
          <p:cNvGraphicFramePr>
            <a:graphicFrameLocks noGrp="1"/>
          </p:cNvGraphicFramePr>
          <p:nvPr>
            <p:extLst>
              <p:ext uri="{D42A27DB-BD31-4B8C-83A1-F6EECF244321}">
                <p14:modId xmlns:p14="http://schemas.microsoft.com/office/powerpoint/2010/main" val="852891839"/>
              </p:ext>
            </p:extLst>
          </p:nvPr>
        </p:nvGraphicFramePr>
        <p:xfrm>
          <a:off x="377825" y="5945214"/>
          <a:ext cx="2938221" cy="18576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7" name="Chart 26"/>
          <p:cNvGraphicFramePr>
            <a:graphicFrameLocks noGrp="1"/>
          </p:cNvGraphicFramePr>
          <p:nvPr>
            <p:extLst>
              <p:ext uri="{D42A27DB-BD31-4B8C-83A1-F6EECF244321}">
                <p14:modId xmlns:p14="http://schemas.microsoft.com/office/powerpoint/2010/main" val="2587923305"/>
              </p:ext>
            </p:extLst>
          </p:nvPr>
        </p:nvGraphicFramePr>
        <p:xfrm>
          <a:off x="3531947" y="5945214"/>
          <a:ext cx="2965558" cy="18576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8" name="Table 27"/>
          <p:cNvGraphicFramePr>
            <a:graphicFrameLocks noGrp="1"/>
          </p:cNvGraphicFramePr>
          <p:nvPr>
            <p:extLst>
              <p:ext uri="{D42A27DB-BD31-4B8C-83A1-F6EECF244321}">
                <p14:modId xmlns:p14="http://schemas.microsoft.com/office/powerpoint/2010/main" val="2280357777"/>
              </p:ext>
            </p:extLst>
          </p:nvPr>
        </p:nvGraphicFramePr>
        <p:xfrm>
          <a:off x="381600" y="8119613"/>
          <a:ext cx="6105596" cy="1347621"/>
        </p:xfrm>
        <a:graphic>
          <a:graphicData uri="http://schemas.openxmlformats.org/drawingml/2006/table">
            <a:tbl>
              <a:tblPr>
                <a:tableStyleId>{2D5ABB26-0587-4C30-8999-92F81FD0307C}</a:tableStyleId>
              </a:tblPr>
              <a:tblGrid>
                <a:gridCol w="1744456">
                  <a:extLst>
                    <a:ext uri="{9D8B030D-6E8A-4147-A177-3AD203B41FA5}">
                      <a16:colId xmlns:a16="http://schemas.microsoft.com/office/drawing/2014/main" val="20001"/>
                    </a:ext>
                  </a:extLst>
                </a:gridCol>
                <a:gridCol w="872228">
                  <a:extLst>
                    <a:ext uri="{9D8B030D-6E8A-4147-A177-3AD203B41FA5}">
                      <a16:colId xmlns:a16="http://schemas.microsoft.com/office/drawing/2014/main" val="20002"/>
                    </a:ext>
                  </a:extLst>
                </a:gridCol>
                <a:gridCol w="872228">
                  <a:extLst>
                    <a:ext uri="{9D8B030D-6E8A-4147-A177-3AD203B41FA5}">
                      <a16:colId xmlns:a16="http://schemas.microsoft.com/office/drawing/2014/main" val="20003"/>
                    </a:ext>
                  </a:extLst>
                </a:gridCol>
                <a:gridCol w="872228">
                  <a:extLst>
                    <a:ext uri="{9D8B030D-6E8A-4147-A177-3AD203B41FA5}">
                      <a16:colId xmlns:a16="http://schemas.microsoft.com/office/drawing/2014/main" val="20004"/>
                    </a:ext>
                  </a:extLst>
                </a:gridCol>
                <a:gridCol w="872228">
                  <a:extLst>
                    <a:ext uri="{9D8B030D-6E8A-4147-A177-3AD203B41FA5}">
                      <a16:colId xmlns:a16="http://schemas.microsoft.com/office/drawing/2014/main" val="20005"/>
                    </a:ext>
                  </a:extLst>
                </a:gridCol>
                <a:gridCol w="872228">
                  <a:extLst>
                    <a:ext uri="{9D8B030D-6E8A-4147-A177-3AD203B41FA5}">
                      <a16:colId xmlns:a16="http://schemas.microsoft.com/office/drawing/2014/main" val="20006"/>
                    </a:ext>
                  </a:extLst>
                </a:gridCol>
              </a:tblGrid>
              <a:tr h="275295">
                <a:tc>
                  <a:txBody>
                    <a:bodyPr/>
                    <a:lstStyle/>
                    <a:p>
                      <a:pPr algn="ctr"/>
                      <a:r>
                        <a:rPr sz="900" b="1">
                          <a:solidFill>
                            <a:srgbClr val="FFFFFF"/>
                          </a:solidFill>
                          <a:latin typeface="Roboto"/>
                        </a:rPr>
                        <a:t>Period</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USDBRL</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IDKA Pre 5Y</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Ibovespa</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Basket</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Excess (p.p.)</a:t>
                      </a:r>
                    </a:p>
                  </a:txBody>
                  <a:tcPr marL="36000" marR="36000" marT="4095" marB="0" anchor="ctr">
                    <a:lnL>
                      <a:noFill/>
                    </a:lnL>
                    <a:lnR>
                      <a:noFill/>
                    </a:lnR>
                    <a:lnT>
                      <a:noFill/>
                    </a:lnT>
                    <a:lnB>
                      <a:noFill/>
                    </a:lnB>
                    <a:solidFill>
                      <a:srgbClr val="1F2F44"/>
                    </a:solidFill>
                  </a:tcPr>
                </a:tc>
                <a:extLst>
                  <a:ext uri="{0D108BD9-81ED-4DB2-BD59-A6C34878D82A}">
                    <a16:rowId xmlns:a16="http://schemas.microsoft.com/office/drawing/2014/main" val="10000"/>
                  </a:ext>
                </a:extLst>
              </a:tr>
              <a:tr h="178721">
                <a:tc>
                  <a:txBody>
                    <a:bodyPr/>
                    <a:lstStyle/>
                    <a:p>
                      <a:pPr algn="ctr"/>
                      <a:r>
                        <a:rPr sz="900" b="0">
                          <a:solidFill>
                            <a:srgbClr val="000000"/>
                          </a:solidFill>
                          <a:latin typeface="Roboto Light"/>
                        </a:rPr>
                        <a:t>03-Feb-21 to 03-Mar-21</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+7.3%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-7.4%</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-7.1%</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-3.9%</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+3.2</a:t>
                      </a:r>
                    </a:p>
                  </a:txBody>
                  <a:tcPr marL="36000" marR="36000" marT="4095" marB="0" anchor="ctr">
                    <a:lnL>
                      <a:noFill/>
                    </a:lnL>
                    <a:lnR>
                      <a:noFill/>
                    </a:lnR>
                    <a:lnT>
                      <a:noFill/>
                    </a:lnT>
                    <a:lnB>
                      <a:noFill/>
                    </a:lnB>
                    <a:solidFill>
                      <a:srgbClr val="D2ECD9"/>
                    </a:solidFill>
                  </a:tcPr>
                </a:tc>
                <a:extLst>
                  <a:ext uri="{0D108BD9-81ED-4DB2-BD59-A6C34878D82A}">
                    <a16:rowId xmlns:a16="http://schemas.microsoft.com/office/drawing/2014/main" val="10001"/>
                  </a:ext>
                </a:extLst>
              </a:tr>
              <a:tr h="178721">
                <a:tc>
                  <a:txBody>
                    <a:bodyPr/>
                    <a:lstStyle/>
                    <a:p>
                      <a:pPr algn="ctr"/>
                      <a:r>
                        <a:rPr sz="900" b="0">
                          <a:solidFill>
                            <a:srgbClr val="000000"/>
                          </a:solidFill>
                          <a:latin typeface="Roboto Light"/>
                        </a:rPr>
                        <a:t>22-Jul-21 to 19-Aug-21</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+4.2%</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-6.9%</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-7.1%</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-2.7%</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+4.4</a:t>
                      </a:r>
                    </a:p>
                  </a:txBody>
                  <a:tcPr marL="36000" marR="36000" marT="4095" marB="0" anchor="ctr">
                    <a:lnL>
                      <a:noFill/>
                    </a:lnL>
                    <a:lnR>
                      <a:noFill/>
                    </a:lnR>
                    <a:lnT>
                      <a:noFill/>
                    </a:lnT>
                    <a:lnB>
                      <a:noFill/>
                    </a:lnB>
                    <a:solidFill>
                      <a:srgbClr val="C1E5CA"/>
                    </a:solidFill>
                  </a:tcPr>
                </a:tc>
                <a:extLst>
                  <a:ext uri="{0D108BD9-81ED-4DB2-BD59-A6C34878D82A}">
                    <a16:rowId xmlns:a16="http://schemas.microsoft.com/office/drawing/2014/main" val="10002"/>
                  </a:ext>
                </a:extLst>
              </a:tr>
              <a:tr h="178721">
                <a:tc>
                  <a:txBody>
                    <a:bodyPr/>
                    <a:lstStyle/>
                    <a:p>
                      <a:pPr algn="ctr"/>
                      <a:r>
                        <a:rPr sz="900" b="0">
                          <a:solidFill>
                            <a:srgbClr val="000000"/>
                          </a:solidFill>
                          <a:latin typeface="Roboto Light"/>
                        </a:rPr>
                        <a:t>23-Sep-21 to 21-Oct-21</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+6.7%</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-5.5%</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-5.5%</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-3.2%</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+2.3</a:t>
                      </a:r>
                    </a:p>
                  </a:txBody>
                  <a:tcPr marL="36000" marR="36000" marT="4095" marB="0" anchor="ctr">
                    <a:lnL>
                      <a:noFill/>
                    </a:lnL>
                    <a:lnR>
                      <a:noFill/>
                    </a:lnR>
                    <a:lnT>
                      <a:noFill/>
                    </a:lnT>
                    <a:lnB>
                      <a:noFill/>
                    </a:lnB>
                    <a:solidFill>
                      <a:srgbClr val="DEF1E3"/>
                    </a:solidFill>
                  </a:tcPr>
                </a:tc>
                <a:extLst>
                  <a:ext uri="{0D108BD9-81ED-4DB2-BD59-A6C34878D82A}">
                    <a16:rowId xmlns:a16="http://schemas.microsoft.com/office/drawing/2014/main" val="10003"/>
                  </a:ext>
                </a:extLst>
              </a:tr>
              <a:tr h="178721">
                <a:tc>
                  <a:txBody>
                    <a:bodyPr/>
                    <a:lstStyle/>
                    <a:p>
                      <a:pPr algn="ctr"/>
                      <a:r>
                        <a:rPr sz="900" b="0">
                          <a:solidFill>
                            <a:srgbClr val="000000"/>
                          </a:solidFill>
                          <a:latin typeface="Roboto Light"/>
                        </a:rPr>
                        <a:t>04-Apr-22 to 02-May-22</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+8.9%</a:t>
                      </a:r>
                    </a:p>
                  </a:txBody>
                  <a:tcPr marL="36000" marR="36000" marT="4095" marB="0" anchor="ctr">
                    <a:lnL>
                      <a:noFill/>
                    </a:lnL>
                    <a:lnR>
                      <a:noFill/>
                    </a:lnR>
                    <a:lnT>
                      <a:noFill/>
                    </a:lnT>
                    <a:lnB>
                      <a:noFill/>
                    </a:lnB>
                    <a:noFill/>
                  </a:tcPr>
                </a:tc>
                <a:tc>
                  <a:txBody>
                    <a:bodyPr/>
                    <a:lstStyle/>
                    <a:p>
                      <a:pPr algn="ctr"/>
                      <a:r>
                        <a:rPr sz="900" b="0" dirty="0">
                          <a:solidFill>
                            <a:srgbClr val="000000"/>
                          </a:solidFill>
                          <a:latin typeface="Roboto Light"/>
                        </a:rPr>
                        <a:t>-4.7%</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-12.1%</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-10.1%</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+2.0</a:t>
                      </a:r>
                    </a:p>
                  </a:txBody>
                  <a:tcPr marL="36000" marR="36000" marT="4095" marB="0" anchor="ctr">
                    <a:lnL>
                      <a:noFill/>
                    </a:lnL>
                    <a:lnR>
                      <a:noFill/>
                    </a:lnR>
                    <a:lnT>
                      <a:noFill/>
                    </a:lnT>
                    <a:lnB>
                      <a:noFill/>
                    </a:lnB>
                    <a:solidFill>
                      <a:srgbClr val="E3F3E7"/>
                    </a:solidFill>
                  </a:tcPr>
                </a:tc>
                <a:extLst>
                  <a:ext uri="{0D108BD9-81ED-4DB2-BD59-A6C34878D82A}">
                    <a16:rowId xmlns:a16="http://schemas.microsoft.com/office/drawing/2014/main" val="10004"/>
                  </a:ext>
                </a:extLst>
              </a:tr>
              <a:tr h="178721">
                <a:tc>
                  <a:txBody>
                    <a:bodyPr/>
                    <a:lstStyle/>
                    <a:p>
                      <a:pPr algn="ctr"/>
                      <a:r>
                        <a:rPr sz="900" b="0">
                          <a:solidFill>
                            <a:srgbClr val="000000"/>
                          </a:solidFill>
                          <a:latin typeface="Roboto Light"/>
                        </a:rPr>
                        <a:t>31-May-22 to 28-Jun-22</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+10.3%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-1.9%</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-9.7%</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-8.2%</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+1.5</a:t>
                      </a:r>
                    </a:p>
                  </a:txBody>
                  <a:tcPr marL="36000" marR="36000" marT="4095" marB="0" anchor="ctr">
                    <a:lnL>
                      <a:noFill/>
                    </a:lnL>
                    <a:lnR>
                      <a:noFill/>
                    </a:lnR>
                    <a:lnT>
                      <a:noFill/>
                    </a:lnT>
                    <a:lnB>
                      <a:noFill/>
                    </a:lnB>
                    <a:solidFill>
                      <a:srgbClr val="E9F6ED"/>
                    </a:solidFill>
                  </a:tcPr>
                </a:tc>
                <a:extLst>
                  <a:ext uri="{0D108BD9-81ED-4DB2-BD59-A6C34878D82A}">
                    <a16:rowId xmlns:a16="http://schemas.microsoft.com/office/drawing/2014/main" val="10005"/>
                  </a:ext>
                </a:extLst>
              </a:tr>
              <a:tr h="178721">
                <a:tc>
                  <a:txBody>
                    <a:bodyPr/>
                    <a:lstStyle/>
                    <a:p>
                      <a:pPr algn="ctr"/>
                      <a:r>
                        <a:rPr sz="900" b="0">
                          <a:solidFill>
                            <a:srgbClr val="000000"/>
                          </a:solidFill>
                          <a:latin typeface="Roboto Light"/>
                        </a:rPr>
                        <a:t>20-Nov-24 to 18-Dec-24</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+6.7%</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-9.2%</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-5.8%</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+5.4%</a:t>
                      </a:r>
                    </a:p>
                  </a:txBody>
                  <a:tcPr marL="36000" marR="36000" marT="4095" marB="0" anchor="ctr">
                    <a:lnL>
                      <a:noFill/>
                    </a:lnL>
                    <a:lnR>
                      <a:noFill/>
                    </a:lnR>
                    <a:lnT>
                      <a:noFill/>
                    </a:lnT>
                    <a:lnB>
                      <a:noFill/>
                    </a:lnB>
                    <a:noFill/>
                  </a:tcPr>
                </a:tc>
                <a:tc>
                  <a:txBody>
                    <a:bodyPr/>
                    <a:lstStyle/>
                    <a:p>
                      <a:pPr algn="ctr"/>
                      <a:r>
                        <a:rPr sz="900" b="0" dirty="0">
                          <a:solidFill>
                            <a:srgbClr val="000000"/>
                          </a:solidFill>
                          <a:latin typeface="Roboto Light"/>
                        </a:rPr>
                        <a:t>+11.2</a:t>
                      </a:r>
                    </a:p>
                  </a:txBody>
                  <a:tcPr marL="36000" marR="36000" marT="4095" marB="0" anchor="ctr">
                    <a:lnL>
                      <a:noFill/>
                    </a:lnL>
                    <a:lnR>
                      <a:noFill/>
                    </a:lnR>
                    <a:lnT>
                      <a:noFill/>
                    </a:lnT>
                    <a:lnB>
                      <a:noFill/>
                    </a:lnB>
                    <a:solidFill>
                      <a:srgbClr val="63BE7B"/>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20"/>
          </p:nvPr>
        </p:nvSpPr>
        <p:spPr>
          <a:noFill/>
        </p:spPr>
        <p:txBody>
          <a:bodyPr/>
          <a:lstStyle/>
          <a:p>
            <a:r>
              <a:rPr lang="en-US" dirty="0">
                <a:solidFill>
                  <a:srgbClr val="18191A"/>
                </a:solidFill>
              </a:rPr>
              <a:t>Our </a:t>
            </a:r>
            <a:r>
              <a:rPr lang="en-US" b="1" dirty="0">
                <a:solidFill>
                  <a:srgbClr val="18191A"/>
                </a:solidFill>
              </a:rPr>
              <a:t>High USD Exposure basket</a:t>
            </a:r>
            <a:r>
              <a:rPr lang="en-US" dirty="0">
                <a:solidFill>
                  <a:srgbClr val="18191A"/>
                </a:solidFill>
              </a:rPr>
              <a:t> comprises names that could benefit from a weaker BRL. It includes </a:t>
            </a:r>
            <a:r>
              <a:rPr lang="en-US" b="1" dirty="0">
                <a:solidFill>
                  <a:srgbClr val="18191A"/>
                </a:solidFill>
              </a:rPr>
              <a:t>commodity exporters</a:t>
            </a:r>
            <a:r>
              <a:rPr lang="en-US" dirty="0">
                <a:solidFill>
                  <a:srgbClr val="18191A"/>
                </a:solidFill>
              </a:rPr>
              <a:t>, such as PRIO, Vale, Gerdau, Suzano and Klabin, as well as </a:t>
            </a:r>
            <a:r>
              <a:rPr lang="en-US" b="1" dirty="0">
                <a:solidFill>
                  <a:srgbClr val="18191A"/>
                </a:solidFill>
              </a:rPr>
              <a:t>meatpackers</a:t>
            </a:r>
            <a:r>
              <a:rPr lang="en-US" dirty="0">
                <a:solidFill>
                  <a:srgbClr val="18191A"/>
                </a:solidFill>
              </a:rPr>
              <a:t>, such as MBRF and JBS. We selected them based on their sensitivity to USDBRL (controlling for the market sensitivity) and share of USD revenues.</a:t>
            </a:r>
          </a:p>
          <a:p>
            <a:r>
              <a:rPr lang="en-US" dirty="0">
                <a:solidFill>
                  <a:srgbClr val="18191A"/>
                </a:solidFill>
              </a:rPr>
              <a:t>The basket is up 9.7% year-to-date, 6.0 p.p. behind the Ibovespa, led by PRIO (+59%) and Gerdau (+30%). Currently, he basket now trades at 9.0x, 1.3 standard deviations above its average since 2021 (Chart </a:t>
            </a:r>
            <a:r>
              <a:rPr lang="en-US" dirty="0">
                <a:solidFill>
                  <a:srgbClr val="18191A"/>
                </a:solidFill>
                <a:highlight>
                  <a:srgbClr val="FFFF00"/>
                </a:highlight>
              </a:rPr>
              <a:t>X</a:t>
            </a:r>
            <a:r>
              <a:rPr lang="en-US" dirty="0">
                <a:solidFill>
                  <a:srgbClr val="18191A"/>
                </a:solidFill>
              </a:rPr>
              <a:t>).</a:t>
            </a:r>
          </a:p>
          <a:p>
            <a:r>
              <a:rPr lang="en-US" b="1" dirty="0">
                <a:solidFill>
                  <a:srgbClr val="18191A"/>
                </a:solidFill>
              </a:rPr>
              <a:t>A track record of hedging against a weaker BRL.</a:t>
            </a:r>
            <a:r>
              <a:rPr lang="en-US" dirty="0">
                <a:solidFill>
                  <a:srgbClr val="18191A"/>
                </a:solidFill>
              </a:rPr>
              <a:t> We measured how the basket behaves in the periods of strongest USDBRL rallies over the last five years. The basket outperformed the Ibovespa significantly in five of those six episodes and reached an average excess return of 8.0 p.p.</a:t>
            </a:r>
          </a:p>
        </p:txBody>
      </p:sp>
      <p:sp>
        <p:nvSpPr>
          <p:cNvPr id="5" name="Content Placeholder 4"/>
          <p:cNvSpPr>
            <a:spLocks noGrp="1"/>
          </p:cNvSpPr>
          <p:nvPr>
            <p:ph sz="quarter" idx="23"/>
          </p:nvPr>
        </p:nvSpPr>
        <p:spPr>
          <a:xfrm>
            <a:off x="382829" y="7729200"/>
            <a:ext cx="6098400" cy="246221"/>
          </a:xfrm>
        </p:spPr>
        <p:txBody>
          <a:bodyPr/>
          <a:lstStyle/>
          <a:p>
            <a:r>
              <a:rPr lang="en-US"/>
              <a:t>Table 6: Event study: the six strongest USDBRL rallies since 2021</a:t>
            </a:r>
          </a:p>
        </p:txBody>
      </p:sp>
      <p:sp>
        <p:nvSpPr>
          <p:cNvPr id="9" name="Content Placeholder 8"/>
          <p:cNvSpPr>
            <a:spLocks noGrp="1"/>
          </p:cNvSpPr>
          <p:nvPr>
            <p:ph sz="quarter" idx="27"/>
          </p:nvPr>
        </p:nvSpPr>
        <p:spPr>
          <a:xfrm>
            <a:off x="377825" y="5558400"/>
            <a:ext cx="2938221" cy="230400"/>
          </a:xfrm>
        </p:spPr>
        <p:txBody>
          <a:bodyPr/>
          <a:lstStyle/>
          <a:p>
            <a:r>
              <a:rPr lang="en-US"/>
              <a:t>Chart 5: YTD performance vs. Ibovespa</a:t>
            </a:r>
          </a:p>
        </p:txBody>
      </p:sp>
      <p:sp>
        <p:nvSpPr>
          <p:cNvPr id="10" name="Content Placeholder 9"/>
          <p:cNvSpPr>
            <a:spLocks noGrp="1"/>
          </p:cNvSpPr>
          <p:nvPr>
            <p:ph sz="quarter" idx="28"/>
          </p:nvPr>
        </p:nvSpPr>
        <p:spPr>
          <a:xfrm>
            <a:off x="3547746" y="5558400"/>
            <a:ext cx="2949758" cy="230400"/>
          </a:xfrm>
        </p:spPr>
        <p:txBody>
          <a:bodyPr/>
          <a:lstStyle/>
          <a:p>
            <a:r>
              <a:rPr lang="en-US"/>
              <a:t>Chart 6: Forward P/E since 2021</a:t>
            </a:r>
          </a:p>
        </p:txBody>
      </p:sp>
      <p:sp>
        <p:nvSpPr>
          <p:cNvPr id="12" name="Content Placeholder 11"/>
          <p:cNvSpPr>
            <a:spLocks noGrp="1"/>
          </p:cNvSpPr>
          <p:nvPr>
            <p:ph sz="quarter" idx="30"/>
          </p:nvPr>
        </p:nvSpPr>
        <p:spPr>
          <a:xfrm>
            <a:off x="382829" y="3639600"/>
            <a:ext cx="6099547" cy="246221"/>
          </a:xfrm>
        </p:spPr>
        <p:txBody>
          <a:bodyPr/>
          <a:lstStyle/>
          <a:p>
            <a:r>
              <a:rPr lang="en-US"/>
              <a:t>Table 5: High USD Exposure basket: composition</a:t>
            </a:r>
          </a:p>
        </p:txBody>
      </p:sp>
      <p:sp>
        <p:nvSpPr>
          <p:cNvPr id="13" name="Text Placeholder 12"/>
          <p:cNvSpPr>
            <a:spLocks noGrp="1"/>
          </p:cNvSpPr>
          <p:nvPr>
            <p:ph type="body" sz="quarter" idx="16"/>
          </p:nvPr>
        </p:nvSpPr>
        <p:spPr/>
        <p:txBody>
          <a:bodyPr/>
          <a:lstStyle/>
          <a:p>
            <a:r>
              <a:rPr lang="en-US"/>
              <a:t>Thematic Baskets</a:t>
            </a:r>
          </a:p>
        </p:txBody>
      </p:sp>
      <p:sp>
        <p:nvSpPr>
          <p:cNvPr id="14" name="Text Placeholder 13"/>
          <p:cNvSpPr>
            <a:spLocks noGrp="1"/>
          </p:cNvSpPr>
          <p:nvPr>
            <p:ph type="body" sz="quarter" idx="17"/>
          </p:nvPr>
        </p:nvSpPr>
        <p:spPr/>
        <p:txBody>
          <a:bodyPr/>
          <a:lstStyle/>
          <a:p>
            <a:r>
              <a:rPr lang="en-US"/>
              <a:t>High USD Exposure Basket</a:t>
            </a:r>
          </a:p>
        </p:txBody>
      </p:sp>
      <p:sp>
        <p:nvSpPr>
          <p:cNvPr id="15" name="Text Placeholder 14"/>
          <p:cNvSpPr>
            <a:spLocks noGrp="1"/>
          </p:cNvSpPr>
          <p:nvPr>
            <p:ph type="body" sz="quarter" idx="31"/>
          </p:nvPr>
        </p:nvSpPr>
        <p:spPr/>
        <p:txBody>
          <a:bodyPr/>
          <a:lstStyle/>
          <a:p>
            <a:r>
              <a:rPr lang="en-US"/>
              <a:t>Source: Economatica, B3, Bloomberg, XP Research. </a:t>
            </a:r>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September 24, 2026</a:t>
            </a:fld>
            <a:endParaRPr lang="en-US"/>
          </a:p>
        </p:txBody>
      </p:sp>
      <p:graphicFrame>
        <p:nvGraphicFramePr>
          <p:cNvPr id="25" name="Table 24"/>
          <p:cNvGraphicFramePr>
            <a:graphicFrameLocks noGrp="1"/>
          </p:cNvGraphicFramePr>
          <p:nvPr>
            <p:extLst>
              <p:ext uri="{D42A27DB-BD31-4B8C-83A1-F6EECF244321}">
                <p14:modId xmlns:p14="http://schemas.microsoft.com/office/powerpoint/2010/main" val="2631697969"/>
              </p:ext>
            </p:extLst>
          </p:nvPr>
        </p:nvGraphicFramePr>
        <p:xfrm>
          <a:off x="382829" y="3931200"/>
          <a:ext cx="6105595" cy="1538415"/>
        </p:xfrm>
        <a:graphic>
          <a:graphicData uri="http://schemas.openxmlformats.org/drawingml/2006/table">
            <a:tbl>
              <a:tblPr>
                <a:tableStyleId>{2D5ABB26-0587-4C30-8999-92F81FD0307C}</a:tableStyleId>
              </a:tblPr>
              <a:tblGrid>
                <a:gridCol w="546877">
                  <a:extLst>
                    <a:ext uri="{9D8B030D-6E8A-4147-A177-3AD203B41FA5}">
                      <a16:colId xmlns:a16="http://schemas.microsoft.com/office/drawing/2014/main" val="20000"/>
                    </a:ext>
                  </a:extLst>
                </a:gridCol>
                <a:gridCol w="1288040">
                  <a:extLst>
                    <a:ext uri="{9D8B030D-6E8A-4147-A177-3AD203B41FA5}">
                      <a16:colId xmlns:a16="http://schemas.microsoft.com/office/drawing/2014/main" val="20001"/>
                    </a:ext>
                  </a:extLst>
                </a:gridCol>
                <a:gridCol w="838305">
                  <a:extLst>
                    <a:ext uri="{9D8B030D-6E8A-4147-A177-3AD203B41FA5}">
                      <a16:colId xmlns:a16="http://schemas.microsoft.com/office/drawing/2014/main" val="20002"/>
                    </a:ext>
                  </a:extLst>
                </a:gridCol>
                <a:gridCol w="687194">
                  <a:extLst>
                    <a:ext uri="{9D8B030D-6E8A-4147-A177-3AD203B41FA5}">
                      <a16:colId xmlns:a16="http://schemas.microsoft.com/office/drawing/2014/main" val="20003"/>
                    </a:ext>
                  </a:extLst>
                </a:gridCol>
                <a:gridCol w="536083">
                  <a:extLst>
                    <a:ext uri="{9D8B030D-6E8A-4147-A177-3AD203B41FA5}">
                      <a16:colId xmlns:a16="http://schemas.microsoft.com/office/drawing/2014/main" val="20004"/>
                    </a:ext>
                  </a:extLst>
                </a:gridCol>
                <a:gridCol w="629628">
                  <a:extLst>
                    <a:ext uri="{9D8B030D-6E8A-4147-A177-3AD203B41FA5}">
                      <a16:colId xmlns:a16="http://schemas.microsoft.com/office/drawing/2014/main" val="20005"/>
                    </a:ext>
                  </a:extLst>
                </a:gridCol>
                <a:gridCol w="823914">
                  <a:extLst>
                    <a:ext uri="{9D8B030D-6E8A-4147-A177-3AD203B41FA5}">
                      <a16:colId xmlns:a16="http://schemas.microsoft.com/office/drawing/2014/main" val="20006"/>
                    </a:ext>
                  </a:extLst>
                </a:gridCol>
                <a:gridCol w="755554">
                  <a:extLst>
                    <a:ext uri="{9D8B030D-6E8A-4147-A177-3AD203B41FA5}">
                      <a16:colId xmlns:a16="http://schemas.microsoft.com/office/drawing/2014/main" val="20007"/>
                    </a:ext>
                  </a:extLst>
                </a:gridCol>
              </a:tblGrid>
              <a:tr h="274320">
                <a:tc>
                  <a:txBody>
                    <a:bodyPr/>
                    <a:lstStyle/>
                    <a:p>
                      <a:pPr algn="ctr"/>
                      <a:r>
                        <a:rPr sz="900" b="1">
                          <a:solidFill>
                            <a:srgbClr val="FFFFFF"/>
                          </a:solidFill>
                          <a:latin typeface="Roboto"/>
                        </a:rPr>
                        <a:t>Ticker</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Sector</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Rating</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Target price</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Return YTD</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P/E 12m fwd</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3M earnings momentum</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ND/EBITDA 2026E</a:t>
                      </a:r>
                    </a:p>
                  </a:txBody>
                  <a:tcPr marL="36000" marR="36000" marT="4095" marB="0" anchor="ctr">
                    <a:lnL>
                      <a:noFill/>
                    </a:lnL>
                    <a:lnR>
                      <a:noFill/>
                    </a:lnR>
                    <a:lnT>
                      <a:noFill/>
                    </a:lnT>
                    <a:lnB>
                      <a:noFill/>
                    </a:lnB>
                    <a:solidFill>
                      <a:srgbClr val="1F2F44"/>
                    </a:solidFill>
                  </a:tcPr>
                </a:tc>
                <a:extLst>
                  <a:ext uri="{0D108BD9-81ED-4DB2-BD59-A6C34878D82A}">
                    <a16:rowId xmlns:a16="http://schemas.microsoft.com/office/drawing/2014/main" val="10000"/>
                  </a:ext>
                </a:extLst>
              </a:tr>
              <a:tr h="180000">
                <a:tc>
                  <a:txBody>
                    <a:bodyPr/>
                    <a:lstStyle/>
                    <a:p>
                      <a:pPr algn="ctr"/>
                      <a:r>
                        <a:rPr sz="900" b="0" dirty="0">
                          <a:solidFill>
                            <a:srgbClr val="000000"/>
                          </a:solidFill>
                          <a:latin typeface="Roboto Light"/>
                        </a:rPr>
                        <a:t>PRIO3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Oil &amp; Gas</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78.00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58.6%</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7.5x</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-21%</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0.9x</a:t>
                      </a:r>
                    </a:p>
                  </a:txBody>
                  <a:tcPr marL="36000" marR="36000" marT="4095" marB="0" anchor="ctr">
                    <a:lnL>
                      <a:noFill/>
                    </a:lnL>
                    <a:lnR>
                      <a:noFill/>
                    </a:lnR>
                    <a:lnT>
                      <a:noFill/>
                    </a:lnT>
                    <a:lnB>
                      <a:noFill/>
                    </a:lnB>
                    <a:solidFill>
                      <a:srgbClr val="F2F2F2"/>
                    </a:solidFill>
                  </a:tcPr>
                </a:tc>
                <a:extLst>
                  <a:ext uri="{0D108BD9-81ED-4DB2-BD59-A6C34878D82A}">
                    <a16:rowId xmlns:a16="http://schemas.microsoft.com/office/drawing/2014/main" val="10001"/>
                  </a:ext>
                </a:extLst>
              </a:tr>
              <a:tr h="180000">
                <a:tc>
                  <a:txBody>
                    <a:bodyPr/>
                    <a:lstStyle/>
                    <a:p>
                      <a:pPr algn="ctr"/>
                      <a:r>
                        <a:rPr sz="900" b="0">
                          <a:solidFill>
                            <a:srgbClr val="000000"/>
                          </a:solidFill>
                          <a:latin typeface="Roboto Light"/>
                        </a:rPr>
                        <a:t>GGBR4</a:t>
                      </a:r>
                    </a:p>
                  </a:txBody>
                  <a:tcPr marL="36000" marR="36000" marT="4095" marB="0" anchor="ctr">
                    <a:lnL>
                      <a:noFill/>
                    </a:lnL>
                    <a:lnR>
                      <a:noFill/>
                    </a:lnR>
                    <a:lnT>
                      <a:noFill/>
                    </a:lnT>
                    <a:lnB>
                      <a:noFill/>
                    </a:lnB>
                    <a:noFill/>
                  </a:tcPr>
                </a:tc>
                <a:tc>
                  <a:txBody>
                    <a:bodyPr/>
                    <a:lstStyle/>
                    <a:p>
                      <a:pPr algn="ctr"/>
                      <a:r>
                        <a:rPr sz="900" b="0" dirty="0">
                          <a:solidFill>
                            <a:srgbClr val="000000"/>
                          </a:solidFill>
                          <a:latin typeface="Roboto Light"/>
                        </a:rPr>
                        <a:t>Metals &amp; Mining</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30.00</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29.7%</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9.0x</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+10%</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0.6x</a:t>
                      </a:r>
                    </a:p>
                  </a:txBody>
                  <a:tcPr marL="36000" marR="36000" marT="4095" marB="0" anchor="ctr">
                    <a:lnL>
                      <a:noFill/>
                    </a:lnL>
                    <a:lnR>
                      <a:noFill/>
                    </a:lnR>
                    <a:lnT>
                      <a:noFill/>
                    </a:lnT>
                    <a:lnB>
                      <a:noFill/>
                    </a:lnB>
                    <a:noFill/>
                  </a:tcPr>
                </a:tc>
                <a:extLst>
                  <a:ext uri="{0D108BD9-81ED-4DB2-BD59-A6C34878D82A}">
                    <a16:rowId xmlns:a16="http://schemas.microsoft.com/office/drawing/2014/main" val="10002"/>
                  </a:ext>
                </a:extLst>
              </a:tr>
              <a:tr h="180000">
                <a:tc>
                  <a:txBody>
                    <a:bodyPr/>
                    <a:lstStyle/>
                    <a:p>
                      <a:pPr algn="ctr"/>
                      <a:r>
                        <a:rPr sz="900" b="0">
                          <a:solidFill>
                            <a:srgbClr val="000000"/>
                          </a:solidFill>
                          <a:latin typeface="Roboto Light"/>
                        </a:rPr>
                        <a:t>VALE3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Metals &amp; Mining</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Neutral</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85.00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6.6%</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7.9x</a:t>
                      </a:r>
                    </a:p>
                  </a:txBody>
                  <a:tcPr marL="36000" marR="36000" marT="4095" marB="0" anchor="ctr">
                    <a:lnL>
                      <a:noFill/>
                    </a:lnL>
                    <a:lnR>
                      <a:noFill/>
                    </a:lnR>
                    <a:lnT>
                      <a:noFill/>
                    </a:lnT>
                    <a:lnB>
                      <a:noFill/>
                    </a:lnB>
                    <a:solidFill>
                      <a:srgbClr val="F2F2F2"/>
                    </a:solidFill>
                  </a:tcPr>
                </a:tc>
                <a:tc>
                  <a:txBody>
                    <a:bodyPr/>
                    <a:lstStyle/>
                    <a:p>
                      <a:pPr algn="ctr"/>
                      <a:r>
                        <a:rPr lang="pt-BR" sz="900" b="0" dirty="0">
                          <a:solidFill>
                            <a:srgbClr val="000000"/>
                          </a:solidFill>
                          <a:latin typeface="Roboto Light"/>
                        </a:rPr>
                        <a:t>-1%</a:t>
                      </a:r>
                      <a:endParaRPr sz="900" b="0" dirty="0">
                        <a:solidFill>
                          <a:srgbClr val="000000"/>
                        </a:solidFill>
                        <a:latin typeface="Roboto Light"/>
                      </a:endParaRP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0.9x</a:t>
                      </a:r>
                    </a:p>
                  </a:txBody>
                  <a:tcPr marL="36000" marR="36000" marT="4095" marB="0" anchor="ctr">
                    <a:lnL>
                      <a:noFill/>
                    </a:lnL>
                    <a:lnR>
                      <a:noFill/>
                    </a:lnR>
                    <a:lnT>
                      <a:noFill/>
                    </a:lnT>
                    <a:lnB>
                      <a:noFill/>
                    </a:lnB>
                    <a:solidFill>
                      <a:srgbClr val="F2F2F2"/>
                    </a:solidFill>
                  </a:tcPr>
                </a:tc>
                <a:extLst>
                  <a:ext uri="{0D108BD9-81ED-4DB2-BD59-A6C34878D82A}">
                    <a16:rowId xmlns:a16="http://schemas.microsoft.com/office/drawing/2014/main" val="10003"/>
                  </a:ext>
                </a:extLst>
              </a:tr>
              <a:tr h="180000">
                <a:tc>
                  <a:txBody>
                    <a:bodyPr/>
                    <a:lstStyle/>
                    <a:p>
                      <a:pPr algn="ctr"/>
                      <a:r>
                        <a:rPr sz="900" b="0">
                          <a:solidFill>
                            <a:srgbClr val="000000"/>
                          </a:solidFill>
                          <a:latin typeface="Roboto Light"/>
                        </a:rPr>
                        <a:t>KLBN11</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Pulp &amp; Paper</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25.00</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3.5%</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17.2x</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-40%</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3.3x</a:t>
                      </a:r>
                    </a:p>
                  </a:txBody>
                  <a:tcPr marL="36000" marR="36000" marT="4095" marB="0" anchor="ctr">
                    <a:lnL>
                      <a:noFill/>
                    </a:lnL>
                    <a:lnR>
                      <a:noFill/>
                    </a:lnR>
                    <a:lnT>
                      <a:noFill/>
                    </a:lnT>
                    <a:lnB>
                      <a:noFill/>
                    </a:lnB>
                    <a:noFill/>
                  </a:tcPr>
                </a:tc>
                <a:extLst>
                  <a:ext uri="{0D108BD9-81ED-4DB2-BD59-A6C34878D82A}">
                    <a16:rowId xmlns:a16="http://schemas.microsoft.com/office/drawing/2014/main" val="10004"/>
                  </a:ext>
                </a:extLst>
              </a:tr>
              <a:tr h="180000">
                <a:tc>
                  <a:txBody>
                    <a:bodyPr/>
                    <a:lstStyle/>
                    <a:p>
                      <a:pPr algn="ctr"/>
                      <a:r>
                        <a:rPr sz="900" b="0">
                          <a:solidFill>
                            <a:srgbClr val="000000"/>
                          </a:solidFill>
                          <a:latin typeface="Roboto Light"/>
                        </a:rPr>
                        <a:t>SUZB3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Pulp &amp; Paper</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66.00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-7.6%</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7.5x</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3.2x</a:t>
                      </a:r>
                    </a:p>
                  </a:txBody>
                  <a:tcPr marL="36000" marR="36000" marT="4095" marB="0" anchor="ctr">
                    <a:lnL>
                      <a:noFill/>
                    </a:lnL>
                    <a:lnR>
                      <a:noFill/>
                    </a:lnR>
                    <a:lnT>
                      <a:noFill/>
                    </a:lnT>
                    <a:lnB>
                      <a:noFill/>
                    </a:lnB>
                    <a:solidFill>
                      <a:srgbClr val="F2F2F2"/>
                    </a:solidFill>
                  </a:tcPr>
                </a:tc>
                <a:extLst>
                  <a:ext uri="{0D108BD9-81ED-4DB2-BD59-A6C34878D82A}">
                    <a16:rowId xmlns:a16="http://schemas.microsoft.com/office/drawing/2014/main" val="10005"/>
                  </a:ext>
                </a:extLst>
              </a:tr>
              <a:tr h="180000">
                <a:tc>
                  <a:txBody>
                    <a:bodyPr/>
                    <a:lstStyle/>
                    <a:p>
                      <a:pPr algn="ctr"/>
                      <a:r>
                        <a:rPr sz="900" b="0">
                          <a:solidFill>
                            <a:srgbClr val="000000"/>
                          </a:solidFill>
                          <a:latin typeface="Roboto Light"/>
                        </a:rPr>
                        <a:t>MBRF3</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Food &amp; Beverages</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Neutral</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20.45</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-13.2%</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52.4x</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+17%</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3.9x</a:t>
                      </a:r>
                    </a:p>
                  </a:txBody>
                  <a:tcPr marL="36000" marR="36000" marT="4095" marB="0" anchor="ctr">
                    <a:lnL>
                      <a:noFill/>
                    </a:lnL>
                    <a:lnR>
                      <a:noFill/>
                    </a:lnR>
                    <a:lnT>
                      <a:noFill/>
                    </a:lnT>
                    <a:lnB>
                      <a:noFill/>
                    </a:lnB>
                    <a:noFill/>
                  </a:tcPr>
                </a:tc>
                <a:extLst>
                  <a:ext uri="{0D108BD9-81ED-4DB2-BD59-A6C34878D82A}">
                    <a16:rowId xmlns:a16="http://schemas.microsoft.com/office/drawing/2014/main" val="10006"/>
                  </a:ext>
                </a:extLst>
              </a:tr>
              <a:tr h="180000">
                <a:tc>
                  <a:txBody>
                    <a:bodyPr/>
                    <a:lstStyle/>
                    <a:p>
                      <a:pPr algn="ctr"/>
                      <a:r>
                        <a:rPr sz="900" b="0">
                          <a:solidFill>
                            <a:srgbClr val="000000"/>
                          </a:solidFill>
                          <a:latin typeface="Roboto Light"/>
                        </a:rPr>
                        <a:t>JBSS32</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Food &amp; Beverages</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89.00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-14.8%</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10.1x</a:t>
                      </a:r>
                    </a:p>
                  </a:txBody>
                  <a:tcPr marL="36000" marR="36000" marT="4095" marB="0" anchor="ctr">
                    <a:lnL>
                      <a:noFill/>
                    </a:lnL>
                    <a:lnR>
                      <a:noFill/>
                    </a:lnR>
                    <a:lnT>
                      <a:noFill/>
                    </a:lnT>
                    <a:lnB>
                      <a:noFill/>
                    </a:lnB>
                    <a:solidFill>
                      <a:srgbClr val="F2F2F2"/>
                    </a:solidFill>
                  </a:tcPr>
                </a:tc>
                <a:tc>
                  <a:txBody>
                    <a:bodyPr/>
                    <a:lstStyle/>
                    <a:p>
                      <a:pPr algn="ctr"/>
                      <a:r>
                        <a:rPr sz="900" b="0" dirty="0">
                          <a:solidFill>
                            <a:srgbClr val="000000"/>
                          </a:solidFill>
                          <a:latin typeface="Roboto Light"/>
                        </a:rPr>
                        <a:t>-16%</a:t>
                      </a:r>
                    </a:p>
                  </a:txBody>
                  <a:tcPr marL="36000" marR="36000" marT="4095" marB="0" anchor="ctr">
                    <a:lnL>
                      <a:noFill/>
                    </a:lnL>
                    <a:lnR>
                      <a:noFill/>
                    </a:lnR>
                    <a:lnT>
                      <a:noFill/>
                    </a:lnT>
                    <a:lnB>
                      <a:noFill/>
                    </a:lnB>
                    <a:solidFill>
                      <a:srgbClr val="F2F2F2"/>
                    </a:solidFill>
                  </a:tcPr>
                </a:tc>
                <a:tc>
                  <a:txBody>
                    <a:bodyPr/>
                    <a:lstStyle/>
                    <a:p>
                      <a:pPr algn="ctr"/>
                      <a:r>
                        <a:rPr sz="900" b="0" dirty="0">
                          <a:solidFill>
                            <a:srgbClr val="000000"/>
                          </a:solidFill>
                          <a:latin typeface="Roboto Light"/>
                        </a:rPr>
                        <a:t>3.3x</a:t>
                      </a:r>
                    </a:p>
                  </a:txBody>
                  <a:tcPr marL="36000" marR="36000" marT="4095" marB="0" anchor="ctr">
                    <a:lnL>
                      <a:noFill/>
                    </a:lnL>
                    <a:lnR>
                      <a:noFill/>
                    </a:lnR>
                    <a:lnT>
                      <a:noFill/>
                    </a:lnT>
                    <a:lnB>
                      <a:noFill/>
                    </a:lnB>
                    <a:solidFill>
                      <a:srgbClr val="F2F2F2"/>
                    </a:solidFill>
                  </a:tcPr>
                </a:tc>
                <a:extLst>
                  <a:ext uri="{0D108BD9-81ED-4DB2-BD59-A6C34878D82A}">
                    <a16:rowId xmlns:a16="http://schemas.microsoft.com/office/drawing/2014/main" val="10007"/>
                  </a:ext>
                </a:extLst>
              </a:tr>
            </a:tbl>
          </a:graphicData>
        </a:graphic>
      </p:graphicFrame>
      <p:graphicFrame>
        <p:nvGraphicFramePr>
          <p:cNvPr id="26" name="Chart 25"/>
          <p:cNvGraphicFramePr>
            <a:graphicFrameLocks noGrp="1"/>
          </p:cNvGraphicFramePr>
          <p:nvPr/>
        </p:nvGraphicFramePr>
        <p:xfrm>
          <a:off x="377825" y="5832000"/>
          <a:ext cx="2938221" cy="18576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7" name="Chart 26"/>
          <p:cNvGraphicFramePr>
            <a:graphicFrameLocks noGrp="1"/>
          </p:cNvGraphicFramePr>
          <p:nvPr/>
        </p:nvGraphicFramePr>
        <p:xfrm>
          <a:off x="3531947" y="5832000"/>
          <a:ext cx="2965558" cy="18576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8" name="Table 27"/>
          <p:cNvGraphicFramePr>
            <a:graphicFrameLocks noGrp="1"/>
          </p:cNvGraphicFramePr>
          <p:nvPr>
            <p:extLst>
              <p:ext uri="{D42A27DB-BD31-4B8C-83A1-F6EECF244321}">
                <p14:modId xmlns:p14="http://schemas.microsoft.com/office/powerpoint/2010/main" val="2883465426"/>
              </p:ext>
            </p:extLst>
          </p:nvPr>
        </p:nvGraphicFramePr>
        <p:xfrm>
          <a:off x="381600" y="8006399"/>
          <a:ext cx="6105601" cy="1429200"/>
        </p:xfrm>
        <a:graphic>
          <a:graphicData uri="http://schemas.openxmlformats.org/drawingml/2006/table">
            <a:tbl>
              <a:tblPr>
                <a:tableStyleId>{2D5ABB26-0587-4C30-8999-92F81FD0307C}</a:tableStyleId>
              </a:tblPr>
              <a:tblGrid>
                <a:gridCol w="1854866">
                  <a:extLst>
                    <a:ext uri="{9D8B030D-6E8A-4147-A177-3AD203B41FA5}">
                      <a16:colId xmlns:a16="http://schemas.microsoft.com/office/drawing/2014/main" val="20001"/>
                    </a:ext>
                  </a:extLst>
                </a:gridCol>
                <a:gridCol w="850147">
                  <a:extLst>
                    <a:ext uri="{9D8B030D-6E8A-4147-A177-3AD203B41FA5}">
                      <a16:colId xmlns:a16="http://schemas.microsoft.com/office/drawing/2014/main" val="20002"/>
                    </a:ext>
                  </a:extLst>
                </a:gridCol>
                <a:gridCol w="850147">
                  <a:extLst>
                    <a:ext uri="{9D8B030D-6E8A-4147-A177-3AD203B41FA5}">
                      <a16:colId xmlns:a16="http://schemas.microsoft.com/office/drawing/2014/main" val="20003"/>
                    </a:ext>
                  </a:extLst>
                </a:gridCol>
                <a:gridCol w="850147">
                  <a:extLst>
                    <a:ext uri="{9D8B030D-6E8A-4147-A177-3AD203B41FA5}">
                      <a16:colId xmlns:a16="http://schemas.microsoft.com/office/drawing/2014/main" val="20004"/>
                    </a:ext>
                  </a:extLst>
                </a:gridCol>
                <a:gridCol w="850147">
                  <a:extLst>
                    <a:ext uri="{9D8B030D-6E8A-4147-A177-3AD203B41FA5}">
                      <a16:colId xmlns:a16="http://schemas.microsoft.com/office/drawing/2014/main" val="20005"/>
                    </a:ext>
                  </a:extLst>
                </a:gridCol>
                <a:gridCol w="850147">
                  <a:extLst>
                    <a:ext uri="{9D8B030D-6E8A-4147-A177-3AD203B41FA5}">
                      <a16:colId xmlns:a16="http://schemas.microsoft.com/office/drawing/2014/main" val="20006"/>
                    </a:ext>
                  </a:extLst>
                </a:gridCol>
              </a:tblGrid>
              <a:tr h="291960">
                <a:tc>
                  <a:txBody>
                    <a:bodyPr/>
                    <a:lstStyle/>
                    <a:p>
                      <a:pPr algn="ctr"/>
                      <a:r>
                        <a:rPr sz="900" b="1">
                          <a:solidFill>
                            <a:srgbClr val="FFFFFF"/>
                          </a:solidFill>
                          <a:latin typeface="Roboto"/>
                        </a:rPr>
                        <a:t>Period</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USDBRL</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S&amp;P 500</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Ibovespa</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Basket</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Excess (p.p.)</a:t>
                      </a:r>
                    </a:p>
                  </a:txBody>
                  <a:tcPr marL="36000" marR="36000" marT="4095" marB="0" anchor="ctr">
                    <a:lnL>
                      <a:noFill/>
                    </a:lnL>
                    <a:lnR>
                      <a:noFill/>
                    </a:lnR>
                    <a:lnT>
                      <a:noFill/>
                    </a:lnT>
                    <a:lnB>
                      <a:noFill/>
                    </a:lnB>
                    <a:solidFill>
                      <a:srgbClr val="1F2F44"/>
                    </a:solidFill>
                  </a:tcPr>
                </a:tc>
                <a:extLst>
                  <a:ext uri="{0D108BD9-81ED-4DB2-BD59-A6C34878D82A}">
                    <a16:rowId xmlns:a16="http://schemas.microsoft.com/office/drawing/2014/main" val="10000"/>
                  </a:ext>
                </a:extLst>
              </a:tr>
              <a:tr h="189540">
                <a:tc>
                  <a:txBody>
                    <a:bodyPr/>
                    <a:lstStyle/>
                    <a:p>
                      <a:pPr algn="ctr"/>
                      <a:r>
                        <a:rPr sz="900" b="0">
                          <a:solidFill>
                            <a:srgbClr val="000000"/>
                          </a:solidFill>
                          <a:latin typeface="Roboto Light"/>
                        </a:rPr>
                        <a:t>09-Feb-21 to 09-Mar-21</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+7.7%</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-0.9%</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-6.8%</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+13.8%</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+20.6</a:t>
                      </a:r>
                    </a:p>
                  </a:txBody>
                  <a:tcPr marL="36000" marR="36000" marT="4095" marB="0" anchor="ctr">
                    <a:lnL>
                      <a:noFill/>
                    </a:lnL>
                    <a:lnR>
                      <a:noFill/>
                    </a:lnR>
                    <a:lnT>
                      <a:noFill/>
                    </a:lnT>
                    <a:lnB>
                      <a:noFill/>
                    </a:lnB>
                    <a:solidFill>
                      <a:srgbClr val="63BE7B"/>
                    </a:solidFill>
                  </a:tcPr>
                </a:tc>
                <a:extLst>
                  <a:ext uri="{0D108BD9-81ED-4DB2-BD59-A6C34878D82A}">
                    <a16:rowId xmlns:a16="http://schemas.microsoft.com/office/drawing/2014/main" val="10001"/>
                  </a:ext>
                </a:extLst>
              </a:tr>
              <a:tr h="189540">
                <a:tc>
                  <a:txBody>
                    <a:bodyPr/>
                    <a:lstStyle/>
                    <a:p>
                      <a:pPr algn="ctr"/>
                      <a:r>
                        <a:rPr sz="900" b="0">
                          <a:solidFill>
                            <a:srgbClr val="000000"/>
                          </a:solidFill>
                          <a:latin typeface="Roboto Light"/>
                        </a:rPr>
                        <a:t>24-Sep-21 to 22-Oct-21</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+6.9%</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+2.0%</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-6.2%</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+5.0%</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+11.1</a:t>
                      </a:r>
                    </a:p>
                  </a:txBody>
                  <a:tcPr marL="36000" marR="36000" marT="4095" marB="0" anchor="ctr">
                    <a:lnL>
                      <a:noFill/>
                    </a:lnL>
                    <a:lnR>
                      <a:noFill/>
                    </a:lnR>
                    <a:lnT>
                      <a:noFill/>
                    </a:lnT>
                    <a:lnB>
                      <a:noFill/>
                    </a:lnB>
                    <a:solidFill>
                      <a:srgbClr val="AADBB7"/>
                    </a:solidFill>
                  </a:tcPr>
                </a:tc>
                <a:extLst>
                  <a:ext uri="{0D108BD9-81ED-4DB2-BD59-A6C34878D82A}">
                    <a16:rowId xmlns:a16="http://schemas.microsoft.com/office/drawing/2014/main" val="10002"/>
                  </a:ext>
                </a:extLst>
              </a:tr>
              <a:tr h="189540">
                <a:tc>
                  <a:txBody>
                    <a:bodyPr/>
                    <a:lstStyle/>
                    <a:p>
                      <a:pPr algn="ctr"/>
                      <a:r>
                        <a:rPr sz="900" b="0">
                          <a:solidFill>
                            <a:srgbClr val="000000"/>
                          </a:solidFill>
                          <a:latin typeface="Roboto Light"/>
                        </a:rPr>
                        <a:t>12-Apr-22 to 10-May-22</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+10.6%</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-9.0%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-11.2%</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-10.3%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+0.9</a:t>
                      </a:r>
                    </a:p>
                  </a:txBody>
                  <a:tcPr marL="36000" marR="36000" marT="4095" marB="0" anchor="ctr">
                    <a:lnL>
                      <a:noFill/>
                    </a:lnL>
                    <a:lnR>
                      <a:noFill/>
                    </a:lnR>
                    <a:lnT>
                      <a:noFill/>
                    </a:lnT>
                    <a:lnB>
                      <a:noFill/>
                    </a:lnB>
                    <a:solidFill>
                      <a:srgbClr val="F8FCF9"/>
                    </a:solidFill>
                  </a:tcPr>
                </a:tc>
                <a:extLst>
                  <a:ext uri="{0D108BD9-81ED-4DB2-BD59-A6C34878D82A}">
                    <a16:rowId xmlns:a16="http://schemas.microsoft.com/office/drawing/2014/main" val="10003"/>
                  </a:ext>
                </a:extLst>
              </a:tr>
              <a:tr h="189540">
                <a:tc>
                  <a:txBody>
                    <a:bodyPr/>
                    <a:lstStyle/>
                    <a:p>
                      <a:pPr algn="ctr"/>
                      <a:r>
                        <a:rPr sz="900" b="0">
                          <a:solidFill>
                            <a:srgbClr val="000000"/>
                          </a:solidFill>
                          <a:latin typeface="Roboto Light"/>
                        </a:rPr>
                        <a:t>08-Jun-22 to 06-Jul-22</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+11.5%</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-6.6%</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-8.9%</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-13.8%</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-4.9</a:t>
                      </a:r>
                    </a:p>
                  </a:txBody>
                  <a:tcPr marL="36000" marR="36000" marT="4095" marB="0" anchor="ctr">
                    <a:lnL>
                      <a:noFill/>
                    </a:lnL>
                    <a:lnR>
                      <a:noFill/>
                    </a:lnR>
                    <a:lnT>
                      <a:noFill/>
                    </a:lnT>
                    <a:lnB>
                      <a:noFill/>
                    </a:lnB>
                    <a:solidFill>
                      <a:srgbClr val="FDDBDC"/>
                    </a:solidFill>
                  </a:tcPr>
                </a:tc>
                <a:extLst>
                  <a:ext uri="{0D108BD9-81ED-4DB2-BD59-A6C34878D82A}">
                    <a16:rowId xmlns:a16="http://schemas.microsoft.com/office/drawing/2014/main" val="10004"/>
                  </a:ext>
                </a:extLst>
              </a:tr>
              <a:tr h="189540">
                <a:tc>
                  <a:txBody>
                    <a:bodyPr/>
                    <a:lstStyle/>
                    <a:p>
                      <a:pPr algn="ctr"/>
                      <a:r>
                        <a:rPr sz="900" b="0">
                          <a:solidFill>
                            <a:srgbClr val="000000"/>
                          </a:solidFill>
                          <a:latin typeface="Roboto Light"/>
                        </a:rPr>
                        <a:t>04-Jun-24 to 02-Jul-24</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+7.6%</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+4.1%</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+2.5%</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+11.7%</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+9.3</a:t>
                      </a:r>
                    </a:p>
                  </a:txBody>
                  <a:tcPr marL="36000" marR="36000" marT="4095" marB="0" anchor="ctr">
                    <a:lnL>
                      <a:noFill/>
                    </a:lnL>
                    <a:lnR>
                      <a:noFill/>
                    </a:lnR>
                    <a:lnT>
                      <a:noFill/>
                    </a:lnT>
                    <a:lnB>
                      <a:noFill/>
                    </a:lnB>
                    <a:solidFill>
                      <a:srgbClr val="B8E1C3"/>
                    </a:solidFill>
                  </a:tcPr>
                </a:tc>
                <a:extLst>
                  <a:ext uri="{0D108BD9-81ED-4DB2-BD59-A6C34878D82A}">
                    <a16:rowId xmlns:a16="http://schemas.microsoft.com/office/drawing/2014/main" val="10005"/>
                  </a:ext>
                </a:extLst>
              </a:tr>
              <a:tr h="189540">
                <a:tc>
                  <a:txBody>
                    <a:bodyPr/>
                    <a:lstStyle/>
                    <a:p>
                      <a:pPr algn="ctr"/>
                      <a:r>
                        <a:rPr sz="900" b="0">
                          <a:solidFill>
                            <a:srgbClr val="000000"/>
                          </a:solidFill>
                          <a:latin typeface="Roboto Light"/>
                        </a:rPr>
                        <a:t>19-Nov-24 to 17-Dec-24</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+6.8%</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+2.3%</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-2.7%</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+8.2%</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+10.9</a:t>
                      </a:r>
                    </a:p>
                  </a:txBody>
                  <a:tcPr marL="36000" marR="36000" marT="4095" marB="0" anchor="ctr">
                    <a:lnL>
                      <a:noFill/>
                    </a:lnL>
                    <a:lnR>
                      <a:noFill/>
                    </a:lnR>
                    <a:lnT>
                      <a:noFill/>
                    </a:lnT>
                    <a:lnB>
                      <a:noFill/>
                    </a:lnB>
                    <a:solidFill>
                      <a:srgbClr val="ACDCB8"/>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20"/>
          </p:nvPr>
        </p:nvSpPr>
        <p:spPr>
          <a:noFill/>
        </p:spPr>
        <p:txBody>
          <a:bodyPr/>
          <a:lstStyle/>
          <a:p>
            <a:r>
              <a:rPr lang="en-US" dirty="0">
                <a:solidFill>
                  <a:srgbClr val="18191A"/>
                </a:solidFill>
              </a:rPr>
              <a:t>Our </a:t>
            </a:r>
            <a:r>
              <a:rPr lang="en-US" b="1" dirty="0">
                <a:solidFill>
                  <a:srgbClr val="18191A"/>
                </a:solidFill>
              </a:rPr>
              <a:t>Low USD Exposure basket</a:t>
            </a:r>
            <a:r>
              <a:rPr lang="en-US" dirty="0">
                <a:solidFill>
                  <a:srgbClr val="18191A"/>
                </a:solidFill>
              </a:rPr>
              <a:t> comprises names that could benefit from a stronger BRL. It includes </a:t>
            </a:r>
            <a:r>
              <a:rPr lang="en-US" b="1" dirty="0">
                <a:solidFill>
                  <a:srgbClr val="18191A"/>
                </a:solidFill>
              </a:rPr>
              <a:t>domestic companies tied to local activity</a:t>
            </a:r>
            <a:r>
              <a:rPr lang="en-US" dirty="0">
                <a:solidFill>
                  <a:srgbClr val="18191A"/>
                </a:solidFill>
              </a:rPr>
              <a:t>, such as Rede D'Or, Renner, C&amp;A, </a:t>
            </a:r>
            <a:r>
              <a:rPr lang="en-US" dirty="0" err="1">
                <a:solidFill>
                  <a:srgbClr val="18191A"/>
                </a:solidFill>
              </a:rPr>
              <a:t>Cyrela</a:t>
            </a:r>
            <a:r>
              <a:rPr lang="en-US" dirty="0">
                <a:solidFill>
                  <a:srgbClr val="18191A"/>
                </a:solidFill>
              </a:rPr>
              <a:t> and Allos, as well as </a:t>
            </a:r>
            <a:r>
              <a:rPr lang="en-US" b="1" dirty="0">
                <a:solidFill>
                  <a:srgbClr val="18191A"/>
                </a:solidFill>
              </a:rPr>
              <a:t>utilities and infrastructure names</a:t>
            </a:r>
            <a:r>
              <a:rPr lang="en-US" dirty="0">
                <a:solidFill>
                  <a:srgbClr val="18191A"/>
                </a:solidFill>
              </a:rPr>
              <a:t>, such as </a:t>
            </a:r>
            <a:r>
              <a:rPr lang="en-US" dirty="0" err="1">
                <a:solidFill>
                  <a:srgbClr val="18191A"/>
                </a:solidFill>
              </a:rPr>
              <a:t>Copasa</a:t>
            </a:r>
            <a:r>
              <a:rPr lang="en-US" dirty="0">
                <a:solidFill>
                  <a:srgbClr val="18191A"/>
                </a:solidFill>
              </a:rPr>
              <a:t>, Copel and Motiva. We selected them based on their negative sensitivity to USDBRL and limited USD revenues.</a:t>
            </a:r>
          </a:p>
          <a:p>
            <a:r>
              <a:rPr lang="en-US" dirty="0">
                <a:solidFill>
                  <a:srgbClr val="18191A"/>
                </a:solidFill>
              </a:rPr>
              <a:t>The basket is up 5.4% year-to-date and gained 6.6% in September, ahead of the </a:t>
            </a:r>
            <a:r>
              <a:rPr lang="en-US" dirty="0" err="1">
                <a:solidFill>
                  <a:srgbClr val="18191A"/>
                </a:solidFill>
              </a:rPr>
              <a:t>Ibovespa's</a:t>
            </a:r>
            <a:r>
              <a:rPr lang="en-US" dirty="0">
                <a:solidFill>
                  <a:srgbClr val="18191A"/>
                </a:solidFill>
              </a:rPr>
              <a:t> 5.1% (Chart X). Utilities and infrastructure names led the year, with </a:t>
            </a:r>
            <a:r>
              <a:rPr lang="en-US" dirty="0" err="1">
                <a:solidFill>
                  <a:srgbClr val="18191A"/>
                </a:solidFill>
              </a:rPr>
              <a:t>Copasa</a:t>
            </a:r>
            <a:r>
              <a:rPr lang="en-US" dirty="0">
                <a:solidFill>
                  <a:srgbClr val="18191A"/>
                </a:solidFill>
              </a:rPr>
              <a:t> and Copel up 32% each and Motiva up 14%. In September, all eight names rose. It trades at 13.2x, in line with its average since 2021 (Chart X).</a:t>
            </a:r>
          </a:p>
          <a:p>
            <a:r>
              <a:rPr lang="en-US" b="1" dirty="0">
                <a:solidFill>
                  <a:srgbClr val="18191A"/>
                </a:solidFill>
              </a:rPr>
              <a:t>A track record of benefiting from a stronger BRL.</a:t>
            </a:r>
            <a:r>
              <a:rPr lang="en-US" dirty="0">
                <a:solidFill>
                  <a:srgbClr val="18191A"/>
                </a:solidFill>
              </a:rPr>
              <a:t> We measured how the basket behaves in the periods of strongest BRL rallies over the last five years. The basket outperformed the Ibovespa in five of those six episodes and reached an average excess return of 3.9 p.p.</a:t>
            </a:r>
          </a:p>
        </p:txBody>
      </p:sp>
      <p:sp>
        <p:nvSpPr>
          <p:cNvPr id="5" name="Content Placeholder 4"/>
          <p:cNvSpPr>
            <a:spLocks noGrp="1"/>
          </p:cNvSpPr>
          <p:nvPr>
            <p:ph sz="quarter" idx="23"/>
          </p:nvPr>
        </p:nvSpPr>
        <p:spPr>
          <a:xfrm>
            <a:off x="382829" y="7729200"/>
            <a:ext cx="6098400" cy="246221"/>
          </a:xfrm>
        </p:spPr>
        <p:txBody>
          <a:bodyPr/>
          <a:lstStyle/>
          <a:p>
            <a:r>
              <a:rPr lang="en-US"/>
              <a:t>Table 8: Event study: the six strongest BRL rallies since 2021</a:t>
            </a:r>
          </a:p>
        </p:txBody>
      </p:sp>
      <p:sp>
        <p:nvSpPr>
          <p:cNvPr id="9" name="Content Placeholder 8"/>
          <p:cNvSpPr>
            <a:spLocks noGrp="1"/>
          </p:cNvSpPr>
          <p:nvPr>
            <p:ph sz="quarter" idx="27"/>
          </p:nvPr>
        </p:nvSpPr>
        <p:spPr>
          <a:xfrm>
            <a:off x="377825" y="5558400"/>
            <a:ext cx="2938221" cy="230400"/>
          </a:xfrm>
        </p:spPr>
        <p:txBody>
          <a:bodyPr/>
          <a:lstStyle/>
          <a:p>
            <a:r>
              <a:rPr lang="en-US"/>
              <a:t>Chart 7: YTD performance vs. Ibovespa</a:t>
            </a:r>
          </a:p>
        </p:txBody>
      </p:sp>
      <p:sp>
        <p:nvSpPr>
          <p:cNvPr id="10" name="Content Placeholder 9"/>
          <p:cNvSpPr>
            <a:spLocks noGrp="1"/>
          </p:cNvSpPr>
          <p:nvPr>
            <p:ph sz="quarter" idx="28"/>
          </p:nvPr>
        </p:nvSpPr>
        <p:spPr>
          <a:xfrm>
            <a:off x="3547746" y="5558400"/>
            <a:ext cx="2949758" cy="230400"/>
          </a:xfrm>
        </p:spPr>
        <p:txBody>
          <a:bodyPr/>
          <a:lstStyle/>
          <a:p>
            <a:r>
              <a:rPr lang="en-US"/>
              <a:t>Chart 8: Forward P/E since 2021</a:t>
            </a:r>
          </a:p>
        </p:txBody>
      </p:sp>
      <p:sp>
        <p:nvSpPr>
          <p:cNvPr id="12" name="Content Placeholder 11"/>
          <p:cNvSpPr>
            <a:spLocks noGrp="1"/>
          </p:cNvSpPr>
          <p:nvPr>
            <p:ph sz="quarter" idx="30"/>
          </p:nvPr>
        </p:nvSpPr>
        <p:spPr>
          <a:xfrm>
            <a:off x="382829" y="3639600"/>
            <a:ext cx="6099547" cy="246221"/>
          </a:xfrm>
        </p:spPr>
        <p:txBody>
          <a:bodyPr/>
          <a:lstStyle/>
          <a:p>
            <a:r>
              <a:rPr lang="en-US"/>
              <a:t>Table 7: Low USD Exposure basket: composition</a:t>
            </a:r>
          </a:p>
        </p:txBody>
      </p:sp>
      <p:sp>
        <p:nvSpPr>
          <p:cNvPr id="13" name="Text Placeholder 12"/>
          <p:cNvSpPr>
            <a:spLocks noGrp="1"/>
          </p:cNvSpPr>
          <p:nvPr>
            <p:ph type="body" sz="quarter" idx="16"/>
          </p:nvPr>
        </p:nvSpPr>
        <p:spPr/>
        <p:txBody>
          <a:bodyPr/>
          <a:lstStyle/>
          <a:p>
            <a:r>
              <a:rPr lang="en-US"/>
              <a:t>Thematic Baskets</a:t>
            </a:r>
          </a:p>
        </p:txBody>
      </p:sp>
      <p:sp>
        <p:nvSpPr>
          <p:cNvPr id="14" name="Text Placeholder 13"/>
          <p:cNvSpPr>
            <a:spLocks noGrp="1"/>
          </p:cNvSpPr>
          <p:nvPr>
            <p:ph type="body" sz="quarter" idx="17"/>
          </p:nvPr>
        </p:nvSpPr>
        <p:spPr/>
        <p:txBody>
          <a:bodyPr/>
          <a:lstStyle/>
          <a:p>
            <a:r>
              <a:rPr lang="en-US"/>
              <a:t>Low USD Exposure Basket</a:t>
            </a:r>
          </a:p>
        </p:txBody>
      </p:sp>
      <p:sp>
        <p:nvSpPr>
          <p:cNvPr id="15" name="Text Placeholder 14"/>
          <p:cNvSpPr>
            <a:spLocks noGrp="1"/>
          </p:cNvSpPr>
          <p:nvPr>
            <p:ph type="body" sz="quarter" idx="31"/>
          </p:nvPr>
        </p:nvSpPr>
        <p:spPr/>
        <p:txBody>
          <a:bodyPr/>
          <a:lstStyle/>
          <a:p>
            <a:r>
              <a:rPr lang="en-US"/>
              <a:t>Source: Economatica, B3, Bloomberg, XP Research. </a:t>
            </a:r>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September 24, 2026</a:t>
            </a:fld>
            <a:endParaRPr lang="en-US"/>
          </a:p>
        </p:txBody>
      </p:sp>
      <p:graphicFrame>
        <p:nvGraphicFramePr>
          <p:cNvPr id="25" name="Table 24"/>
          <p:cNvGraphicFramePr>
            <a:graphicFrameLocks noGrp="1"/>
          </p:cNvGraphicFramePr>
          <p:nvPr/>
        </p:nvGraphicFramePr>
        <p:xfrm>
          <a:off x="382829" y="3931200"/>
          <a:ext cx="6105595" cy="1541287"/>
        </p:xfrm>
        <a:graphic>
          <a:graphicData uri="http://schemas.openxmlformats.org/drawingml/2006/table">
            <a:tbl>
              <a:tblPr>
                <a:tableStyleId>{2D5ABB26-0587-4C30-8999-92F81FD0307C}</a:tableStyleId>
              </a:tblPr>
              <a:tblGrid>
                <a:gridCol w="546877">
                  <a:extLst>
                    <a:ext uri="{9D8B030D-6E8A-4147-A177-3AD203B41FA5}">
                      <a16:colId xmlns:a16="http://schemas.microsoft.com/office/drawing/2014/main" val="20000"/>
                    </a:ext>
                  </a:extLst>
                </a:gridCol>
                <a:gridCol w="1288040">
                  <a:extLst>
                    <a:ext uri="{9D8B030D-6E8A-4147-A177-3AD203B41FA5}">
                      <a16:colId xmlns:a16="http://schemas.microsoft.com/office/drawing/2014/main" val="20001"/>
                    </a:ext>
                  </a:extLst>
                </a:gridCol>
                <a:gridCol w="838305">
                  <a:extLst>
                    <a:ext uri="{9D8B030D-6E8A-4147-A177-3AD203B41FA5}">
                      <a16:colId xmlns:a16="http://schemas.microsoft.com/office/drawing/2014/main" val="20002"/>
                    </a:ext>
                  </a:extLst>
                </a:gridCol>
                <a:gridCol w="687194">
                  <a:extLst>
                    <a:ext uri="{9D8B030D-6E8A-4147-A177-3AD203B41FA5}">
                      <a16:colId xmlns:a16="http://schemas.microsoft.com/office/drawing/2014/main" val="20003"/>
                    </a:ext>
                  </a:extLst>
                </a:gridCol>
                <a:gridCol w="536083">
                  <a:extLst>
                    <a:ext uri="{9D8B030D-6E8A-4147-A177-3AD203B41FA5}">
                      <a16:colId xmlns:a16="http://schemas.microsoft.com/office/drawing/2014/main" val="20004"/>
                    </a:ext>
                  </a:extLst>
                </a:gridCol>
                <a:gridCol w="629628">
                  <a:extLst>
                    <a:ext uri="{9D8B030D-6E8A-4147-A177-3AD203B41FA5}">
                      <a16:colId xmlns:a16="http://schemas.microsoft.com/office/drawing/2014/main" val="20005"/>
                    </a:ext>
                  </a:extLst>
                </a:gridCol>
                <a:gridCol w="823914">
                  <a:extLst>
                    <a:ext uri="{9D8B030D-6E8A-4147-A177-3AD203B41FA5}">
                      <a16:colId xmlns:a16="http://schemas.microsoft.com/office/drawing/2014/main" val="20006"/>
                    </a:ext>
                  </a:extLst>
                </a:gridCol>
                <a:gridCol w="755554">
                  <a:extLst>
                    <a:ext uri="{9D8B030D-6E8A-4147-A177-3AD203B41FA5}">
                      <a16:colId xmlns:a16="http://schemas.microsoft.com/office/drawing/2014/main" val="20007"/>
                    </a:ext>
                  </a:extLst>
                </a:gridCol>
              </a:tblGrid>
              <a:tr h="274320">
                <a:tc>
                  <a:txBody>
                    <a:bodyPr/>
                    <a:lstStyle/>
                    <a:p>
                      <a:pPr algn="ctr"/>
                      <a:r>
                        <a:rPr sz="900" b="1">
                          <a:solidFill>
                            <a:srgbClr val="FFFFFF"/>
                          </a:solidFill>
                          <a:latin typeface="Roboto"/>
                        </a:rPr>
                        <a:t>Ticker</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Sector</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Rating</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Target price</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Return YTD</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P/E 12m fwd</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3M earnings momentum</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ND/EBITDA 2026E</a:t>
                      </a:r>
                    </a:p>
                  </a:txBody>
                  <a:tcPr marL="36000" marR="36000" marT="4095" marB="0" anchor="ctr">
                    <a:lnL>
                      <a:noFill/>
                    </a:lnL>
                    <a:lnR>
                      <a:noFill/>
                    </a:lnR>
                    <a:lnT>
                      <a:noFill/>
                    </a:lnT>
                    <a:lnB>
                      <a:noFill/>
                    </a:lnB>
                    <a:solidFill>
                      <a:srgbClr val="1F2F44"/>
                    </a:solidFill>
                  </a:tcPr>
                </a:tc>
                <a:extLst>
                  <a:ext uri="{0D108BD9-81ED-4DB2-BD59-A6C34878D82A}">
                    <a16:rowId xmlns:a16="http://schemas.microsoft.com/office/drawing/2014/main" val="10000"/>
                  </a:ext>
                </a:extLst>
              </a:tr>
              <a:tr h="157859">
                <a:tc>
                  <a:txBody>
                    <a:bodyPr/>
                    <a:lstStyle/>
                    <a:p>
                      <a:pPr algn="ctr"/>
                      <a:r>
                        <a:rPr sz="900" b="0">
                          <a:solidFill>
                            <a:srgbClr val="000000"/>
                          </a:solidFill>
                          <a:latin typeface="Roboto Light"/>
                        </a:rPr>
                        <a:t>CSMG3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Sanitation</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88.32</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32.3%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14.9x</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-4%</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2.5x</a:t>
                      </a:r>
                    </a:p>
                  </a:txBody>
                  <a:tcPr marL="36000" marR="36000" marT="4095" marB="0" anchor="ctr">
                    <a:lnL>
                      <a:noFill/>
                    </a:lnL>
                    <a:lnR>
                      <a:noFill/>
                    </a:lnR>
                    <a:lnT>
                      <a:noFill/>
                    </a:lnT>
                    <a:lnB>
                      <a:noFill/>
                    </a:lnB>
                    <a:solidFill>
                      <a:srgbClr val="F2F2F2"/>
                    </a:solidFill>
                  </a:tcPr>
                </a:tc>
                <a:extLst>
                  <a:ext uri="{0D108BD9-81ED-4DB2-BD59-A6C34878D82A}">
                    <a16:rowId xmlns:a16="http://schemas.microsoft.com/office/drawing/2014/main" val="10001"/>
                  </a:ext>
                </a:extLst>
              </a:tr>
              <a:tr h="157859">
                <a:tc>
                  <a:txBody>
                    <a:bodyPr/>
                    <a:lstStyle/>
                    <a:p>
                      <a:pPr algn="ctr"/>
                      <a:r>
                        <a:rPr sz="900" b="0">
                          <a:solidFill>
                            <a:srgbClr val="000000"/>
                          </a:solidFill>
                          <a:latin typeface="Roboto Light"/>
                        </a:rPr>
                        <a:t>CPLE3</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Utilities &amp; Energy</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19.87</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32.1%</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15.8x</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-2%</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2.5x</a:t>
                      </a:r>
                    </a:p>
                  </a:txBody>
                  <a:tcPr marL="36000" marR="36000" marT="4095" marB="0" anchor="ctr">
                    <a:lnL>
                      <a:noFill/>
                    </a:lnL>
                    <a:lnR>
                      <a:noFill/>
                    </a:lnR>
                    <a:lnT>
                      <a:noFill/>
                    </a:lnT>
                    <a:lnB>
                      <a:noFill/>
                    </a:lnB>
                    <a:noFill/>
                  </a:tcPr>
                </a:tc>
                <a:extLst>
                  <a:ext uri="{0D108BD9-81ED-4DB2-BD59-A6C34878D82A}">
                    <a16:rowId xmlns:a16="http://schemas.microsoft.com/office/drawing/2014/main" val="10002"/>
                  </a:ext>
                </a:extLst>
              </a:tr>
              <a:tr h="157859">
                <a:tc>
                  <a:txBody>
                    <a:bodyPr/>
                    <a:lstStyle/>
                    <a:p>
                      <a:pPr algn="ctr"/>
                      <a:r>
                        <a:rPr sz="900" b="0">
                          <a:solidFill>
                            <a:srgbClr val="000000"/>
                          </a:solidFill>
                          <a:latin typeface="Roboto Light"/>
                        </a:rPr>
                        <a:t>MOTV3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Transportation</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18.00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13.9%</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11.7x</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+5%</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3.3x</a:t>
                      </a:r>
                    </a:p>
                  </a:txBody>
                  <a:tcPr marL="36000" marR="36000" marT="4095" marB="0" anchor="ctr">
                    <a:lnL>
                      <a:noFill/>
                    </a:lnL>
                    <a:lnR>
                      <a:noFill/>
                    </a:lnR>
                    <a:lnT>
                      <a:noFill/>
                    </a:lnT>
                    <a:lnB>
                      <a:noFill/>
                    </a:lnB>
                    <a:solidFill>
                      <a:srgbClr val="F2F2F2"/>
                    </a:solidFill>
                  </a:tcPr>
                </a:tc>
                <a:extLst>
                  <a:ext uri="{0D108BD9-81ED-4DB2-BD59-A6C34878D82A}">
                    <a16:rowId xmlns:a16="http://schemas.microsoft.com/office/drawing/2014/main" val="10003"/>
                  </a:ext>
                </a:extLst>
              </a:tr>
              <a:tr h="157859">
                <a:tc>
                  <a:txBody>
                    <a:bodyPr/>
                    <a:lstStyle/>
                    <a:p>
                      <a:pPr algn="ctr"/>
                      <a:r>
                        <a:rPr sz="900" b="0">
                          <a:solidFill>
                            <a:srgbClr val="000000"/>
                          </a:solidFill>
                          <a:latin typeface="Roboto Light"/>
                        </a:rPr>
                        <a:t>ALOS3</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Income Properties</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38.00</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9.1%</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15.2x</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-11%</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1.9x</a:t>
                      </a:r>
                    </a:p>
                  </a:txBody>
                  <a:tcPr marL="36000" marR="36000" marT="4095" marB="0" anchor="ctr">
                    <a:lnL>
                      <a:noFill/>
                    </a:lnL>
                    <a:lnR>
                      <a:noFill/>
                    </a:lnR>
                    <a:lnT>
                      <a:noFill/>
                    </a:lnT>
                    <a:lnB>
                      <a:noFill/>
                    </a:lnB>
                    <a:noFill/>
                  </a:tcPr>
                </a:tc>
                <a:extLst>
                  <a:ext uri="{0D108BD9-81ED-4DB2-BD59-A6C34878D82A}">
                    <a16:rowId xmlns:a16="http://schemas.microsoft.com/office/drawing/2014/main" val="10004"/>
                  </a:ext>
                </a:extLst>
              </a:tr>
              <a:tr h="157859">
                <a:tc>
                  <a:txBody>
                    <a:bodyPr/>
                    <a:lstStyle/>
                    <a:p>
                      <a:pPr algn="ctr"/>
                      <a:r>
                        <a:rPr sz="900" b="0">
                          <a:solidFill>
                            <a:srgbClr val="000000"/>
                          </a:solidFill>
                          <a:latin typeface="Roboto Light"/>
                        </a:rPr>
                        <a:t>CYRE3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Homebuilders</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42.00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4.0%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5.2x</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+7%</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1.0x</a:t>
                      </a:r>
                    </a:p>
                  </a:txBody>
                  <a:tcPr marL="36000" marR="36000" marT="4095" marB="0" anchor="ctr">
                    <a:lnL>
                      <a:noFill/>
                    </a:lnL>
                    <a:lnR>
                      <a:noFill/>
                    </a:lnR>
                    <a:lnT>
                      <a:noFill/>
                    </a:lnT>
                    <a:lnB>
                      <a:noFill/>
                    </a:lnB>
                    <a:solidFill>
                      <a:srgbClr val="F2F2F2"/>
                    </a:solidFill>
                  </a:tcPr>
                </a:tc>
                <a:extLst>
                  <a:ext uri="{0D108BD9-81ED-4DB2-BD59-A6C34878D82A}">
                    <a16:rowId xmlns:a16="http://schemas.microsoft.com/office/drawing/2014/main" val="10005"/>
                  </a:ext>
                </a:extLst>
              </a:tr>
              <a:tr h="157859">
                <a:tc>
                  <a:txBody>
                    <a:bodyPr/>
                    <a:lstStyle/>
                    <a:p>
                      <a:pPr algn="ctr"/>
                      <a:r>
                        <a:rPr sz="900" b="0">
                          <a:solidFill>
                            <a:srgbClr val="000000"/>
                          </a:solidFill>
                          <a:latin typeface="Roboto Light"/>
                        </a:rPr>
                        <a:t>RDOR3</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Health Care</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45.00</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-8.2%</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14.6x</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+3%</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1.7x</a:t>
                      </a:r>
                    </a:p>
                  </a:txBody>
                  <a:tcPr marL="36000" marR="36000" marT="4095" marB="0" anchor="ctr">
                    <a:lnL>
                      <a:noFill/>
                    </a:lnL>
                    <a:lnR>
                      <a:noFill/>
                    </a:lnR>
                    <a:lnT>
                      <a:noFill/>
                    </a:lnT>
                    <a:lnB>
                      <a:noFill/>
                    </a:lnB>
                    <a:noFill/>
                  </a:tcPr>
                </a:tc>
                <a:extLst>
                  <a:ext uri="{0D108BD9-81ED-4DB2-BD59-A6C34878D82A}">
                    <a16:rowId xmlns:a16="http://schemas.microsoft.com/office/drawing/2014/main" val="10006"/>
                  </a:ext>
                </a:extLst>
              </a:tr>
              <a:tr h="157859">
                <a:tc>
                  <a:txBody>
                    <a:bodyPr/>
                    <a:lstStyle/>
                    <a:p>
                      <a:pPr algn="ctr"/>
                      <a:r>
                        <a:rPr sz="900" b="0">
                          <a:solidFill>
                            <a:srgbClr val="000000"/>
                          </a:solidFill>
                          <a:latin typeface="Roboto Light"/>
                        </a:rPr>
                        <a:t>LREN3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Retail</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22.00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-14.6%</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6.6x</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+2%</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-0.5x</a:t>
                      </a:r>
                    </a:p>
                  </a:txBody>
                  <a:tcPr marL="36000" marR="36000" marT="4095" marB="0" anchor="ctr">
                    <a:lnL>
                      <a:noFill/>
                    </a:lnL>
                    <a:lnR>
                      <a:noFill/>
                    </a:lnR>
                    <a:lnT>
                      <a:noFill/>
                    </a:lnT>
                    <a:lnB>
                      <a:noFill/>
                    </a:lnB>
                    <a:solidFill>
                      <a:srgbClr val="F2F2F2"/>
                    </a:solidFill>
                  </a:tcPr>
                </a:tc>
                <a:extLst>
                  <a:ext uri="{0D108BD9-81ED-4DB2-BD59-A6C34878D82A}">
                    <a16:rowId xmlns:a16="http://schemas.microsoft.com/office/drawing/2014/main" val="10007"/>
                  </a:ext>
                </a:extLst>
              </a:tr>
              <a:tr h="157859">
                <a:tc>
                  <a:txBody>
                    <a:bodyPr/>
                    <a:lstStyle/>
                    <a:p>
                      <a:pPr algn="ctr"/>
                      <a:r>
                        <a:rPr sz="900" b="0">
                          <a:solidFill>
                            <a:srgbClr val="000000"/>
                          </a:solidFill>
                          <a:latin typeface="Roboto Light"/>
                        </a:rPr>
                        <a:t>CEAB3</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Retail</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17.00</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-27.4%</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5.2x</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0.1x</a:t>
                      </a:r>
                    </a:p>
                  </a:txBody>
                  <a:tcPr marL="36000" marR="36000" marT="4095" marB="0" anchor="ctr">
                    <a:lnL>
                      <a:noFill/>
                    </a:lnL>
                    <a:lnR>
                      <a:noFill/>
                    </a:lnR>
                    <a:lnT>
                      <a:noFill/>
                    </a:lnT>
                    <a:lnB>
                      <a:noFill/>
                    </a:lnB>
                    <a:noFill/>
                  </a:tcPr>
                </a:tc>
                <a:extLst>
                  <a:ext uri="{0D108BD9-81ED-4DB2-BD59-A6C34878D82A}">
                    <a16:rowId xmlns:a16="http://schemas.microsoft.com/office/drawing/2014/main" val="10008"/>
                  </a:ext>
                </a:extLst>
              </a:tr>
            </a:tbl>
          </a:graphicData>
        </a:graphic>
      </p:graphicFrame>
      <p:graphicFrame>
        <p:nvGraphicFramePr>
          <p:cNvPr id="26" name="Chart 25"/>
          <p:cNvGraphicFramePr>
            <a:graphicFrameLocks noGrp="1"/>
          </p:cNvGraphicFramePr>
          <p:nvPr>
            <p:extLst>
              <p:ext uri="{D42A27DB-BD31-4B8C-83A1-F6EECF244321}">
                <p14:modId xmlns:p14="http://schemas.microsoft.com/office/powerpoint/2010/main" val="1727616661"/>
              </p:ext>
            </p:extLst>
          </p:nvPr>
        </p:nvGraphicFramePr>
        <p:xfrm>
          <a:off x="377825" y="5832000"/>
          <a:ext cx="2938221" cy="18576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7" name="Chart 26"/>
          <p:cNvGraphicFramePr>
            <a:graphicFrameLocks noGrp="1"/>
          </p:cNvGraphicFramePr>
          <p:nvPr/>
        </p:nvGraphicFramePr>
        <p:xfrm>
          <a:off x="3531947" y="5832000"/>
          <a:ext cx="2965558" cy="18576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8" name="Table 27"/>
          <p:cNvGraphicFramePr>
            <a:graphicFrameLocks noGrp="1"/>
          </p:cNvGraphicFramePr>
          <p:nvPr>
            <p:extLst>
              <p:ext uri="{D42A27DB-BD31-4B8C-83A1-F6EECF244321}">
                <p14:modId xmlns:p14="http://schemas.microsoft.com/office/powerpoint/2010/main" val="3604902976"/>
              </p:ext>
            </p:extLst>
          </p:nvPr>
        </p:nvGraphicFramePr>
        <p:xfrm>
          <a:off x="381600" y="8006399"/>
          <a:ext cx="6105601" cy="1429200"/>
        </p:xfrm>
        <a:graphic>
          <a:graphicData uri="http://schemas.openxmlformats.org/drawingml/2006/table">
            <a:tbl>
              <a:tblPr>
                <a:tableStyleId>{2D5ABB26-0587-4C30-8999-92F81FD0307C}</a:tableStyleId>
              </a:tblPr>
              <a:tblGrid>
                <a:gridCol w="1854866">
                  <a:extLst>
                    <a:ext uri="{9D8B030D-6E8A-4147-A177-3AD203B41FA5}">
                      <a16:colId xmlns:a16="http://schemas.microsoft.com/office/drawing/2014/main" val="20001"/>
                    </a:ext>
                  </a:extLst>
                </a:gridCol>
                <a:gridCol w="850147">
                  <a:extLst>
                    <a:ext uri="{9D8B030D-6E8A-4147-A177-3AD203B41FA5}">
                      <a16:colId xmlns:a16="http://schemas.microsoft.com/office/drawing/2014/main" val="20002"/>
                    </a:ext>
                  </a:extLst>
                </a:gridCol>
                <a:gridCol w="850147">
                  <a:extLst>
                    <a:ext uri="{9D8B030D-6E8A-4147-A177-3AD203B41FA5}">
                      <a16:colId xmlns:a16="http://schemas.microsoft.com/office/drawing/2014/main" val="20003"/>
                    </a:ext>
                  </a:extLst>
                </a:gridCol>
                <a:gridCol w="850147">
                  <a:extLst>
                    <a:ext uri="{9D8B030D-6E8A-4147-A177-3AD203B41FA5}">
                      <a16:colId xmlns:a16="http://schemas.microsoft.com/office/drawing/2014/main" val="20004"/>
                    </a:ext>
                  </a:extLst>
                </a:gridCol>
                <a:gridCol w="850147">
                  <a:extLst>
                    <a:ext uri="{9D8B030D-6E8A-4147-A177-3AD203B41FA5}">
                      <a16:colId xmlns:a16="http://schemas.microsoft.com/office/drawing/2014/main" val="20005"/>
                    </a:ext>
                  </a:extLst>
                </a:gridCol>
                <a:gridCol w="850147">
                  <a:extLst>
                    <a:ext uri="{9D8B030D-6E8A-4147-A177-3AD203B41FA5}">
                      <a16:colId xmlns:a16="http://schemas.microsoft.com/office/drawing/2014/main" val="20006"/>
                    </a:ext>
                  </a:extLst>
                </a:gridCol>
              </a:tblGrid>
              <a:tr h="291960">
                <a:tc>
                  <a:txBody>
                    <a:bodyPr/>
                    <a:lstStyle/>
                    <a:p>
                      <a:pPr algn="ctr"/>
                      <a:r>
                        <a:rPr sz="900" b="1">
                          <a:solidFill>
                            <a:srgbClr val="FFFFFF"/>
                          </a:solidFill>
                          <a:latin typeface="Roboto"/>
                        </a:rPr>
                        <a:t>Period</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USDBRL</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S&amp;P 500</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Ibovespa</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Basket</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Excess (p.p.)</a:t>
                      </a:r>
                    </a:p>
                  </a:txBody>
                  <a:tcPr marL="36000" marR="36000" marT="4095" marB="0" anchor="ctr">
                    <a:lnL>
                      <a:noFill/>
                    </a:lnL>
                    <a:lnR>
                      <a:noFill/>
                    </a:lnR>
                    <a:lnT>
                      <a:noFill/>
                    </a:lnT>
                    <a:lnB>
                      <a:noFill/>
                    </a:lnB>
                    <a:solidFill>
                      <a:srgbClr val="1F2F44"/>
                    </a:solidFill>
                  </a:tcPr>
                </a:tc>
                <a:extLst>
                  <a:ext uri="{0D108BD9-81ED-4DB2-BD59-A6C34878D82A}">
                    <a16:rowId xmlns:a16="http://schemas.microsoft.com/office/drawing/2014/main" val="10000"/>
                  </a:ext>
                </a:extLst>
              </a:tr>
              <a:tr h="189540">
                <a:tc>
                  <a:txBody>
                    <a:bodyPr/>
                    <a:lstStyle/>
                    <a:p>
                      <a:pPr algn="ctr"/>
                      <a:r>
                        <a:rPr sz="900" b="0">
                          <a:solidFill>
                            <a:srgbClr val="000000"/>
                          </a:solidFill>
                          <a:latin typeface="Roboto Light"/>
                        </a:rPr>
                        <a:t>13-Apr-21 to 11-May-21</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-8.2%</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+0.3%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+3.1%</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+3.3%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+0.2</a:t>
                      </a:r>
                    </a:p>
                  </a:txBody>
                  <a:tcPr marL="36000" marR="36000" marT="4095" marB="0" anchor="ctr">
                    <a:lnL>
                      <a:noFill/>
                    </a:lnL>
                    <a:lnR>
                      <a:noFill/>
                    </a:lnR>
                    <a:lnT>
                      <a:noFill/>
                    </a:lnT>
                    <a:lnB>
                      <a:noFill/>
                    </a:lnB>
                    <a:solidFill>
                      <a:srgbClr val="FBFDFC"/>
                    </a:solidFill>
                  </a:tcPr>
                </a:tc>
                <a:extLst>
                  <a:ext uri="{0D108BD9-81ED-4DB2-BD59-A6C34878D82A}">
                    <a16:rowId xmlns:a16="http://schemas.microsoft.com/office/drawing/2014/main" val="10001"/>
                  </a:ext>
                </a:extLst>
              </a:tr>
              <a:tr h="189540">
                <a:tc>
                  <a:txBody>
                    <a:bodyPr/>
                    <a:lstStyle/>
                    <a:p>
                      <a:pPr algn="ctr"/>
                      <a:r>
                        <a:rPr sz="900" b="0">
                          <a:solidFill>
                            <a:srgbClr val="000000"/>
                          </a:solidFill>
                          <a:latin typeface="Roboto Light"/>
                        </a:rPr>
                        <a:t>06-Jan-22 to 03-Feb-22</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-7.0%</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-4.7%</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+10.0%</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+16.9%</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+7.0</a:t>
                      </a:r>
                    </a:p>
                  </a:txBody>
                  <a:tcPr marL="36000" marR="36000" marT="4095" marB="0" anchor="ctr">
                    <a:lnL>
                      <a:noFill/>
                    </a:lnL>
                    <a:lnR>
                      <a:noFill/>
                    </a:lnR>
                    <a:lnT>
                      <a:noFill/>
                    </a:lnT>
                    <a:lnB>
                      <a:noFill/>
                    </a:lnB>
                    <a:solidFill>
                      <a:srgbClr val="95D2A5"/>
                    </a:solidFill>
                  </a:tcPr>
                </a:tc>
                <a:extLst>
                  <a:ext uri="{0D108BD9-81ED-4DB2-BD59-A6C34878D82A}">
                    <a16:rowId xmlns:a16="http://schemas.microsoft.com/office/drawing/2014/main" val="10002"/>
                  </a:ext>
                </a:extLst>
              </a:tr>
              <a:tr h="189540">
                <a:tc>
                  <a:txBody>
                    <a:bodyPr/>
                    <a:lstStyle/>
                    <a:p>
                      <a:pPr algn="ctr"/>
                      <a:r>
                        <a:rPr sz="900" b="0">
                          <a:solidFill>
                            <a:srgbClr val="000000"/>
                          </a:solidFill>
                          <a:latin typeface="Roboto Light"/>
                        </a:rPr>
                        <a:t>15-Mar-22 to 12-Apr-22</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-9.4%</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+3.2%</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+6.6%</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+5.6%</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-1.0</a:t>
                      </a:r>
                    </a:p>
                  </a:txBody>
                  <a:tcPr marL="36000" marR="36000" marT="4095" marB="0" anchor="ctr">
                    <a:lnL>
                      <a:noFill/>
                    </a:lnL>
                    <a:lnR>
                      <a:noFill/>
                    </a:lnR>
                    <a:lnT>
                      <a:noFill/>
                    </a:lnT>
                    <a:lnB>
                      <a:noFill/>
                    </a:lnB>
                    <a:solidFill>
                      <a:srgbClr val="FEF1F1"/>
                    </a:solidFill>
                  </a:tcPr>
                </a:tc>
                <a:extLst>
                  <a:ext uri="{0D108BD9-81ED-4DB2-BD59-A6C34878D82A}">
                    <a16:rowId xmlns:a16="http://schemas.microsoft.com/office/drawing/2014/main" val="10003"/>
                  </a:ext>
                </a:extLst>
              </a:tr>
              <a:tr h="189540">
                <a:tc>
                  <a:txBody>
                    <a:bodyPr/>
                    <a:lstStyle/>
                    <a:p>
                      <a:pPr algn="ctr"/>
                      <a:r>
                        <a:rPr sz="900" b="0">
                          <a:solidFill>
                            <a:srgbClr val="000000"/>
                          </a:solidFill>
                          <a:latin typeface="Roboto Light"/>
                        </a:rPr>
                        <a:t>13-Jul-22 to 10-Aug-22</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-6.5%</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+10.7%</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+12.6%</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+16.9%</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+4.3</a:t>
                      </a:r>
                    </a:p>
                  </a:txBody>
                  <a:tcPr marL="36000" marR="36000" marT="4095" marB="0" anchor="ctr">
                    <a:lnL>
                      <a:noFill/>
                    </a:lnL>
                    <a:lnR>
                      <a:noFill/>
                    </a:lnR>
                    <a:lnT>
                      <a:noFill/>
                    </a:lnT>
                    <a:lnB>
                      <a:noFill/>
                    </a:lnB>
                    <a:solidFill>
                      <a:srgbClr val="BDE3C7"/>
                    </a:solidFill>
                  </a:tcPr>
                </a:tc>
                <a:extLst>
                  <a:ext uri="{0D108BD9-81ED-4DB2-BD59-A6C34878D82A}">
                    <a16:rowId xmlns:a16="http://schemas.microsoft.com/office/drawing/2014/main" val="10004"/>
                  </a:ext>
                </a:extLst>
              </a:tr>
              <a:tr h="189540">
                <a:tc>
                  <a:txBody>
                    <a:bodyPr/>
                    <a:lstStyle/>
                    <a:p>
                      <a:pPr algn="ctr"/>
                      <a:r>
                        <a:rPr sz="900" b="0">
                          <a:solidFill>
                            <a:srgbClr val="000000"/>
                          </a:solidFill>
                          <a:latin typeface="Roboto Light"/>
                        </a:rPr>
                        <a:t>05-Jan-23 to 02-Feb-23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-7.6%</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+9.8%</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+2.3%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+12.6%</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+10.3</a:t>
                      </a:r>
                    </a:p>
                  </a:txBody>
                  <a:tcPr marL="36000" marR="36000" marT="4095" marB="0" anchor="ctr">
                    <a:lnL>
                      <a:noFill/>
                    </a:lnL>
                    <a:lnR>
                      <a:noFill/>
                    </a:lnR>
                    <a:lnT>
                      <a:noFill/>
                    </a:lnT>
                    <a:lnB>
                      <a:noFill/>
                    </a:lnB>
                    <a:solidFill>
                      <a:srgbClr val="63BE7B"/>
                    </a:solidFill>
                  </a:tcPr>
                </a:tc>
                <a:extLst>
                  <a:ext uri="{0D108BD9-81ED-4DB2-BD59-A6C34878D82A}">
                    <a16:rowId xmlns:a16="http://schemas.microsoft.com/office/drawing/2014/main" val="10005"/>
                  </a:ext>
                </a:extLst>
              </a:tr>
              <a:tr h="189540">
                <a:tc>
                  <a:txBody>
                    <a:bodyPr/>
                    <a:lstStyle/>
                    <a:p>
                      <a:pPr algn="ctr"/>
                      <a:r>
                        <a:rPr sz="900" b="0">
                          <a:solidFill>
                            <a:srgbClr val="000000"/>
                          </a:solidFill>
                          <a:latin typeface="Roboto Light"/>
                        </a:rPr>
                        <a:t>16-Mar-23 to 13-Apr-23</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-7.2%</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+4.7%</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+2.9%</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+5.4%</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+2.5</a:t>
                      </a:r>
                    </a:p>
                  </a:txBody>
                  <a:tcPr marL="36000" marR="36000" marT="4095" marB="0" anchor="ctr">
                    <a:lnL>
                      <a:noFill/>
                    </a:lnL>
                    <a:lnR>
                      <a:noFill/>
                    </a:lnR>
                    <a:lnT>
                      <a:noFill/>
                    </a:lnT>
                    <a:lnB>
                      <a:noFill/>
                    </a:lnB>
                    <a:solidFill>
                      <a:srgbClr val="D9EFDE"/>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20"/>
          </p:nvPr>
        </p:nvSpPr>
        <p:spPr>
          <a:noFill/>
        </p:spPr>
        <p:txBody>
          <a:bodyPr/>
          <a:lstStyle/>
          <a:p>
            <a:r>
              <a:rPr lang="en-US" dirty="0">
                <a:solidFill>
                  <a:srgbClr val="18191A"/>
                </a:solidFill>
              </a:rPr>
              <a:t>Our </a:t>
            </a:r>
            <a:r>
              <a:rPr lang="en-US" b="1" dirty="0">
                <a:solidFill>
                  <a:srgbClr val="18191A"/>
                </a:solidFill>
              </a:rPr>
              <a:t>Foreign Flows basket</a:t>
            </a:r>
            <a:r>
              <a:rPr lang="en-US" dirty="0">
                <a:solidFill>
                  <a:srgbClr val="18191A"/>
                </a:solidFill>
              </a:rPr>
              <a:t> comprises names with strong appeal to global investors, which tend to be the first stop for foreign money in Brazil. It includes </a:t>
            </a:r>
            <a:r>
              <a:rPr lang="en-US" b="1" dirty="0">
                <a:solidFill>
                  <a:srgbClr val="18191A"/>
                </a:solidFill>
              </a:rPr>
              <a:t>index heavyweights</a:t>
            </a:r>
            <a:r>
              <a:rPr lang="en-US" dirty="0">
                <a:solidFill>
                  <a:srgbClr val="18191A"/>
                </a:solidFill>
              </a:rPr>
              <a:t>, such as Petrobras and Itaú, as well as </a:t>
            </a:r>
            <a:r>
              <a:rPr lang="en-US" b="1" dirty="0">
                <a:solidFill>
                  <a:srgbClr val="18191A"/>
                </a:solidFill>
              </a:rPr>
              <a:t>global franchises</a:t>
            </a:r>
            <a:r>
              <a:rPr lang="en-US" dirty="0">
                <a:solidFill>
                  <a:srgbClr val="18191A"/>
                </a:solidFill>
              </a:rPr>
              <a:t>, such as Embraer, </a:t>
            </a:r>
            <a:r>
              <a:rPr lang="en-US" dirty="0" err="1">
                <a:solidFill>
                  <a:srgbClr val="18191A"/>
                </a:solidFill>
              </a:rPr>
              <a:t>MercadoLibre</a:t>
            </a:r>
            <a:r>
              <a:rPr lang="en-US" dirty="0">
                <a:solidFill>
                  <a:srgbClr val="18191A"/>
                </a:solidFill>
              </a:rPr>
              <a:t> and Nu.</a:t>
            </a:r>
          </a:p>
          <a:p>
            <a:r>
              <a:rPr lang="en-US" dirty="0">
                <a:solidFill>
                  <a:srgbClr val="18191A"/>
                </a:solidFill>
              </a:rPr>
              <a:t>The basket is up 10.2% year-to-date (Chart </a:t>
            </a:r>
            <a:r>
              <a:rPr lang="en-US" dirty="0">
                <a:solidFill>
                  <a:srgbClr val="18191A"/>
                </a:solidFill>
                <a:highlight>
                  <a:srgbClr val="FFFF00"/>
                </a:highlight>
              </a:rPr>
              <a:t>X</a:t>
            </a:r>
            <a:r>
              <a:rPr lang="en-US" dirty="0">
                <a:solidFill>
                  <a:srgbClr val="18191A"/>
                </a:solidFill>
              </a:rPr>
              <a:t>), led by Petrobras (+67%), while Itaú and Embraer (+8% each) also contributed positively. It trades at 13.6x currently, 0.4 standard deviations above its average since 2021 (Chart </a:t>
            </a:r>
            <a:r>
              <a:rPr lang="en-US" dirty="0">
                <a:solidFill>
                  <a:srgbClr val="18191A"/>
                </a:solidFill>
                <a:highlight>
                  <a:srgbClr val="FFFF00"/>
                </a:highlight>
              </a:rPr>
              <a:t>X</a:t>
            </a:r>
            <a:r>
              <a:rPr lang="en-US" dirty="0">
                <a:solidFill>
                  <a:srgbClr val="18191A"/>
                </a:solidFill>
              </a:rPr>
              <a:t>).</a:t>
            </a:r>
          </a:p>
          <a:p>
            <a:r>
              <a:rPr lang="en-US" b="1" dirty="0">
                <a:solidFill>
                  <a:srgbClr val="18191A"/>
                </a:solidFill>
              </a:rPr>
              <a:t>When foreigners come in, they buy large caps.</a:t>
            </a:r>
            <a:r>
              <a:rPr lang="en-US" dirty="0">
                <a:solidFill>
                  <a:srgbClr val="18191A"/>
                </a:solidFill>
              </a:rPr>
              <a:t> In the 13 months with the largest foreign inflows since 2022, 64% of the largest 20% of B3 stocks received net foreign buying, compared with only 26% of the smallest 20% (Chart X). With all basket names in the top size quintile, the basket should be among the first to benefit from a return of foreign flows.</a:t>
            </a:r>
          </a:p>
        </p:txBody>
      </p:sp>
      <p:sp>
        <p:nvSpPr>
          <p:cNvPr id="5" name="Content Placeholder 4"/>
          <p:cNvSpPr>
            <a:spLocks noGrp="1"/>
          </p:cNvSpPr>
          <p:nvPr>
            <p:ph sz="quarter" idx="23"/>
          </p:nvPr>
        </p:nvSpPr>
        <p:spPr>
          <a:xfrm>
            <a:off x="382829" y="7744589"/>
            <a:ext cx="6098400" cy="230832"/>
          </a:xfrm>
        </p:spPr>
        <p:txBody>
          <a:bodyPr/>
          <a:lstStyle/>
          <a:p>
            <a:r>
              <a:rPr lang="en-US" dirty="0"/>
              <a:t>Chart 11: % of stocks with net foreign inflows in the largest-inflow months, by market-cap quintile</a:t>
            </a:r>
          </a:p>
        </p:txBody>
      </p:sp>
      <p:sp>
        <p:nvSpPr>
          <p:cNvPr id="9" name="Content Placeholder 8"/>
          <p:cNvSpPr>
            <a:spLocks noGrp="1"/>
          </p:cNvSpPr>
          <p:nvPr>
            <p:ph sz="quarter" idx="27"/>
          </p:nvPr>
        </p:nvSpPr>
        <p:spPr>
          <a:xfrm>
            <a:off x="377825" y="5558400"/>
            <a:ext cx="2938221" cy="230400"/>
          </a:xfrm>
        </p:spPr>
        <p:txBody>
          <a:bodyPr/>
          <a:lstStyle/>
          <a:p>
            <a:r>
              <a:rPr lang="en-US"/>
              <a:t>Chart 9: YTD performance vs. Ibovespa</a:t>
            </a:r>
          </a:p>
        </p:txBody>
      </p:sp>
      <p:sp>
        <p:nvSpPr>
          <p:cNvPr id="10" name="Content Placeholder 9"/>
          <p:cNvSpPr>
            <a:spLocks noGrp="1"/>
          </p:cNvSpPr>
          <p:nvPr>
            <p:ph sz="quarter" idx="28"/>
          </p:nvPr>
        </p:nvSpPr>
        <p:spPr>
          <a:xfrm>
            <a:off x="3547746" y="5558400"/>
            <a:ext cx="2949758" cy="230400"/>
          </a:xfrm>
        </p:spPr>
        <p:txBody>
          <a:bodyPr/>
          <a:lstStyle/>
          <a:p>
            <a:r>
              <a:rPr lang="en-US"/>
              <a:t>Chart 10: Forward P/E since 2021</a:t>
            </a:r>
          </a:p>
        </p:txBody>
      </p:sp>
      <p:sp>
        <p:nvSpPr>
          <p:cNvPr id="12" name="Content Placeholder 11"/>
          <p:cNvSpPr>
            <a:spLocks noGrp="1"/>
          </p:cNvSpPr>
          <p:nvPr>
            <p:ph sz="quarter" idx="30"/>
          </p:nvPr>
        </p:nvSpPr>
        <p:spPr>
          <a:xfrm>
            <a:off x="382829" y="3639600"/>
            <a:ext cx="6099547" cy="246221"/>
          </a:xfrm>
        </p:spPr>
        <p:txBody>
          <a:bodyPr/>
          <a:lstStyle/>
          <a:p>
            <a:r>
              <a:rPr lang="en-US"/>
              <a:t>Table 9: Foreign Flows basket: composition</a:t>
            </a:r>
          </a:p>
        </p:txBody>
      </p:sp>
      <p:sp>
        <p:nvSpPr>
          <p:cNvPr id="13" name="Text Placeholder 12"/>
          <p:cNvSpPr>
            <a:spLocks noGrp="1"/>
          </p:cNvSpPr>
          <p:nvPr>
            <p:ph type="body" sz="quarter" idx="16"/>
          </p:nvPr>
        </p:nvSpPr>
        <p:spPr/>
        <p:txBody>
          <a:bodyPr/>
          <a:lstStyle/>
          <a:p>
            <a:r>
              <a:rPr lang="en-US"/>
              <a:t>Thematic Baskets</a:t>
            </a:r>
          </a:p>
        </p:txBody>
      </p:sp>
      <p:sp>
        <p:nvSpPr>
          <p:cNvPr id="14" name="Text Placeholder 13"/>
          <p:cNvSpPr>
            <a:spLocks noGrp="1"/>
          </p:cNvSpPr>
          <p:nvPr>
            <p:ph type="body" sz="quarter" idx="17"/>
          </p:nvPr>
        </p:nvSpPr>
        <p:spPr/>
        <p:txBody>
          <a:bodyPr/>
          <a:lstStyle/>
          <a:p>
            <a:r>
              <a:rPr lang="en-US"/>
              <a:t>Foreign Flows Basket</a:t>
            </a:r>
          </a:p>
        </p:txBody>
      </p:sp>
      <p:sp>
        <p:nvSpPr>
          <p:cNvPr id="15" name="Text Placeholder 14"/>
          <p:cNvSpPr>
            <a:spLocks noGrp="1"/>
          </p:cNvSpPr>
          <p:nvPr>
            <p:ph type="body" sz="quarter" idx="31"/>
          </p:nvPr>
        </p:nvSpPr>
        <p:spPr/>
        <p:txBody>
          <a:bodyPr/>
          <a:lstStyle/>
          <a:p>
            <a:r>
              <a:rPr lang="en-US"/>
              <a:t>Source: Economatica, B3, Bloomberg, XP Research. </a:t>
            </a:r>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September 24, 2026</a:t>
            </a:fld>
            <a:endParaRPr lang="en-US"/>
          </a:p>
        </p:txBody>
      </p:sp>
      <p:graphicFrame>
        <p:nvGraphicFramePr>
          <p:cNvPr id="25" name="Table 24"/>
          <p:cNvGraphicFramePr>
            <a:graphicFrameLocks noGrp="1"/>
          </p:cNvGraphicFramePr>
          <p:nvPr/>
        </p:nvGraphicFramePr>
        <p:xfrm>
          <a:off x="382829" y="3931200"/>
          <a:ext cx="6105595" cy="1538410"/>
        </p:xfrm>
        <a:graphic>
          <a:graphicData uri="http://schemas.openxmlformats.org/drawingml/2006/table">
            <a:tbl>
              <a:tblPr>
                <a:tableStyleId>{2D5ABB26-0587-4C30-8999-92F81FD0307C}</a:tableStyleId>
              </a:tblPr>
              <a:tblGrid>
                <a:gridCol w="546877">
                  <a:extLst>
                    <a:ext uri="{9D8B030D-6E8A-4147-A177-3AD203B41FA5}">
                      <a16:colId xmlns:a16="http://schemas.microsoft.com/office/drawing/2014/main" val="20000"/>
                    </a:ext>
                  </a:extLst>
                </a:gridCol>
                <a:gridCol w="1288040">
                  <a:extLst>
                    <a:ext uri="{9D8B030D-6E8A-4147-A177-3AD203B41FA5}">
                      <a16:colId xmlns:a16="http://schemas.microsoft.com/office/drawing/2014/main" val="20001"/>
                    </a:ext>
                  </a:extLst>
                </a:gridCol>
                <a:gridCol w="838305">
                  <a:extLst>
                    <a:ext uri="{9D8B030D-6E8A-4147-A177-3AD203B41FA5}">
                      <a16:colId xmlns:a16="http://schemas.microsoft.com/office/drawing/2014/main" val="20002"/>
                    </a:ext>
                  </a:extLst>
                </a:gridCol>
                <a:gridCol w="687194">
                  <a:extLst>
                    <a:ext uri="{9D8B030D-6E8A-4147-A177-3AD203B41FA5}">
                      <a16:colId xmlns:a16="http://schemas.microsoft.com/office/drawing/2014/main" val="20003"/>
                    </a:ext>
                  </a:extLst>
                </a:gridCol>
                <a:gridCol w="536083">
                  <a:extLst>
                    <a:ext uri="{9D8B030D-6E8A-4147-A177-3AD203B41FA5}">
                      <a16:colId xmlns:a16="http://schemas.microsoft.com/office/drawing/2014/main" val="20004"/>
                    </a:ext>
                  </a:extLst>
                </a:gridCol>
                <a:gridCol w="629628">
                  <a:extLst>
                    <a:ext uri="{9D8B030D-6E8A-4147-A177-3AD203B41FA5}">
                      <a16:colId xmlns:a16="http://schemas.microsoft.com/office/drawing/2014/main" val="20005"/>
                    </a:ext>
                  </a:extLst>
                </a:gridCol>
                <a:gridCol w="823914">
                  <a:extLst>
                    <a:ext uri="{9D8B030D-6E8A-4147-A177-3AD203B41FA5}">
                      <a16:colId xmlns:a16="http://schemas.microsoft.com/office/drawing/2014/main" val="20006"/>
                    </a:ext>
                  </a:extLst>
                </a:gridCol>
                <a:gridCol w="755554">
                  <a:extLst>
                    <a:ext uri="{9D8B030D-6E8A-4147-A177-3AD203B41FA5}">
                      <a16:colId xmlns:a16="http://schemas.microsoft.com/office/drawing/2014/main" val="20007"/>
                    </a:ext>
                  </a:extLst>
                </a:gridCol>
              </a:tblGrid>
              <a:tr h="274320">
                <a:tc>
                  <a:txBody>
                    <a:bodyPr/>
                    <a:lstStyle/>
                    <a:p>
                      <a:pPr algn="ctr"/>
                      <a:r>
                        <a:rPr sz="900" b="1">
                          <a:solidFill>
                            <a:srgbClr val="FFFFFF"/>
                          </a:solidFill>
                          <a:latin typeface="Roboto"/>
                        </a:rPr>
                        <a:t>Ticker</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Sector</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Rating</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Target price</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Return YTD</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P/E 12m fwd</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3M earnings momentum</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ND/EBITDA 2026E</a:t>
                      </a:r>
                    </a:p>
                  </a:txBody>
                  <a:tcPr marL="36000" marR="36000" marT="4095" marB="0" anchor="ctr">
                    <a:lnL>
                      <a:noFill/>
                    </a:lnL>
                    <a:lnR>
                      <a:noFill/>
                    </a:lnR>
                    <a:lnT>
                      <a:noFill/>
                    </a:lnT>
                    <a:lnB>
                      <a:noFill/>
                    </a:lnB>
                    <a:solidFill>
                      <a:srgbClr val="1F2F44"/>
                    </a:solidFill>
                  </a:tcPr>
                </a:tc>
                <a:extLst>
                  <a:ext uri="{0D108BD9-81ED-4DB2-BD59-A6C34878D82A}">
                    <a16:rowId xmlns:a16="http://schemas.microsoft.com/office/drawing/2014/main" val="10000"/>
                  </a:ext>
                </a:extLst>
              </a:tr>
              <a:tr h="251999">
                <a:tc>
                  <a:txBody>
                    <a:bodyPr/>
                    <a:lstStyle/>
                    <a:p>
                      <a:pPr algn="ctr"/>
                      <a:r>
                        <a:rPr sz="900" b="0">
                          <a:solidFill>
                            <a:srgbClr val="000000"/>
                          </a:solidFill>
                          <a:latin typeface="Roboto Light"/>
                        </a:rPr>
                        <a:t>PETR4</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Oil &amp; Gas</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63.00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67.0%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5.2x</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1.1x</a:t>
                      </a:r>
                    </a:p>
                  </a:txBody>
                  <a:tcPr marL="36000" marR="36000" marT="4095" marB="0" anchor="ctr">
                    <a:lnL>
                      <a:noFill/>
                    </a:lnL>
                    <a:lnR>
                      <a:noFill/>
                    </a:lnR>
                    <a:lnT>
                      <a:noFill/>
                    </a:lnT>
                    <a:lnB>
                      <a:noFill/>
                    </a:lnB>
                    <a:solidFill>
                      <a:srgbClr val="F2F2F2"/>
                    </a:solidFill>
                  </a:tcPr>
                </a:tc>
                <a:extLst>
                  <a:ext uri="{0D108BD9-81ED-4DB2-BD59-A6C34878D82A}">
                    <a16:rowId xmlns:a16="http://schemas.microsoft.com/office/drawing/2014/main" val="10001"/>
                  </a:ext>
                </a:extLst>
              </a:tr>
              <a:tr h="251999">
                <a:tc>
                  <a:txBody>
                    <a:bodyPr/>
                    <a:lstStyle/>
                    <a:p>
                      <a:pPr algn="ctr"/>
                      <a:r>
                        <a:rPr sz="900" b="0">
                          <a:solidFill>
                            <a:srgbClr val="000000"/>
                          </a:solidFill>
                          <a:latin typeface="Roboto Light"/>
                        </a:rPr>
                        <a:t>EMBJ3</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Capital Goods</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87.00</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7.9%</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16.8x</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-22%</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0.1x</a:t>
                      </a:r>
                    </a:p>
                  </a:txBody>
                  <a:tcPr marL="36000" marR="36000" marT="4095" marB="0" anchor="ctr">
                    <a:lnL>
                      <a:noFill/>
                    </a:lnL>
                    <a:lnR>
                      <a:noFill/>
                    </a:lnR>
                    <a:lnT>
                      <a:noFill/>
                    </a:lnT>
                    <a:lnB>
                      <a:noFill/>
                    </a:lnB>
                    <a:noFill/>
                  </a:tcPr>
                </a:tc>
                <a:extLst>
                  <a:ext uri="{0D108BD9-81ED-4DB2-BD59-A6C34878D82A}">
                    <a16:rowId xmlns:a16="http://schemas.microsoft.com/office/drawing/2014/main" val="10002"/>
                  </a:ext>
                </a:extLst>
              </a:tr>
              <a:tr h="251999">
                <a:tc>
                  <a:txBody>
                    <a:bodyPr/>
                    <a:lstStyle/>
                    <a:p>
                      <a:pPr algn="ctr"/>
                      <a:r>
                        <a:rPr sz="900" b="0">
                          <a:solidFill>
                            <a:srgbClr val="000000"/>
                          </a:solidFill>
                          <a:latin typeface="Roboto Light"/>
                        </a:rPr>
                        <a:t>ITUB4</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Banks</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50.00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8.3%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8.8x</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+2%</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n.m.</a:t>
                      </a:r>
                    </a:p>
                  </a:txBody>
                  <a:tcPr marL="36000" marR="36000" marT="4095" marB="0" anchor="ctr">
                    <a:lnL>
                      <a:noFill/>
                    </a:lnL>
                    <a:lnR>
                      <a:noFill/>
                    </a:lnR>
                    <a:lnT>
                      <a:noFill/>
                    </a:lnT>
                    <a:lnB>
                      <a:noFill/>
                    </a:lnB>
                    <a:solidFill>
                      <a:srgbClr val="F2F2F2"/>
                    </a:solidFill>
                  </a:tcPr>
                </a:tc>
                <a:extLst>
                  <a:ext uri="{0D108BD9-81ED-4DB2-BD59-A6C34878D82A}">
                    <a16:rowId xmlns:a16="http://schemas.microsoft.com/office/drawing/2014/main" val="10003"/>
                  </a:ext>
                </a:extLst>
              </a:tr>
              <a:tr h="251999">
                <a:tc>
                  <a:txBody>
                    <a:bodyPr/>
                    <a:lstStyle/>
                    <a:p>
                      <a:pPr algn="ctr"/>
                      <a:r>
                        <a:rPr sz="900" b="0">
                          <a:solidFill>
                            <a:srgbClr val="000000"/>
                          </a:solidFill>
                          <a:latin typeface="Roboto Light"/>
                        </a:rPr>
                        <a:t>MELI34</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Retail</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83.00</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-13.4%</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36.8x</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+2%</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1.1x</a:t>
                      </a:r>
                    </a:p>
                  </a:txBody>
                  <a:tcPr marL="36000" marR="36000" marT="4095" marB="0" anchor="ctr">
                    <a:lnL>
                      <a:noFill/>
                    </a:lnL>
                    <a:lnR>
                      <a:noFill/>
                    </a:lnR>
                    <a:lnT>
                      <a:noFill/>
                    </a:lnT>
                    <a:lnB>
                      <a:noFill/>
                    </a:lnB>
                    <a:noFill/>
                  </a:tcPr>
                </a:tc>
                <a:extLst>
                  <a:ext uri="{0D108BD9-81ED-4DB2-BD59-A6C34878D82A}">
                    <a16:rowId xmlns:a16="http://schemas.microsoft.com/office/drawing/2014/main" val="10004"/>
                  </a:ext>
                </a:extLst>
              </a:tr>
              <a:tr h="251999">
                <a:tc>
                  <a:txBody>
                    <a:bodyPr/>
                    <a:lstStyle/>
                    <a:p>
                      <a:pPr algn="ctr"/>
                      <a:r>
                        <a:rPr sz="900" b="0">
                          <a:solidFill>
                            <a:srgbClr val="000000"/>
                          </a:solidFill>
                          <a:latin typeface="Roboto Light"/>
                        </a:rPr>
                        <a:t>ROXO34</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Banks</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18.60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-17.6%</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13.6x</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+8%</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n.m.</a:t>
                      </a:r>
                    </a:p>
                  </a:txBody>
                  <a:tcPr marL="36000" marR="36000" marT="4095" marB="0" anchor="ctr">
                    <a:lnL>
                      <a:noFill/>
                    </a:lnL>
                    <a:lnR>
                      <a:noFill/>
                    </a:lnR>
                    <a:lnT>
                      <a:noFill/>
                    </a:lnT>
                    <a:lnB>
                      <a:noFill/>
                    </a:lnB>
                    <a:solidFill>
                      <a:srgbClr val="F2F2F2"/>
                    </a:solidFill>
                  </a:tcPr>
                </a:tc>
                <a:extLst>
                  <a:ext uri="{0D108BD9-81ED-4DB2-BD59-A6C34878D82A}">
                    <a16:rowId xmlns:a16="http://schemas.microsoft.com/office/drawing/2014/main" val="10005"/>
                  </a:ext>
                </a:extLst>
              </a:tr>
            </a:tbl>
          </a:graphicData>
        </a:graphic>
      </p:graphicFrame>
      <p:graphicFrame>
        <p:nvGraphicFramePr>
          <p:cNvPr id="26" name="Chart 25"/>
          <p:cNvGraphicFramePr>
            <a:graphicFrameLocks noGrp="1"/>
          </p:cNvGraphicFramePr>
          <p:nvPr/>
        </p:nvGraphicFramePr>
        <p:xfrm>
          <a:off x="377825" y="5832000"/>
          <a:ext cx="2938221" cy="18576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7" name="Chart 26"/>
          <p:cNvGraphicFramePr>
            <a:graphicFrameLocks noGrp="1"/>
          </p:cNvGraphicFramePr>
          <p:nvPr/>
        </p:nvGraphicFramePr>
        <p:xfrm>
          <a:off x="3531947" y="5832000"/>
          <a:ext cx="2965558" cy="18576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8" name="Chart 27"/>
          <p:cNvGraphicFramePr>
            <a:graphicFrameLocks noGrp="1"/>
          </p:cNvGraphicFramePr>
          <p:nvPr>
            <p:extLst>
              <p:ext uri="{D42A27DB-BD31-4B8C-83A1-F6EECF244321}">
                <p14:modId xmlns:p14="http://schemas.microsoft.com/office/powerpoint/2010/main" val="3728554259"/>
              </p:ext>
            </p:extLst>
          </p:nvPr>
        </p:nvGraphicFramePr>
        <p:xfrm>
          <a:off x="381600" y="8006399"/>
          <a:ext cx="6105600" cy="142920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20"/>
          </p:nvPr>
        </p:nvSpPr>
        <p:spPr>
          <a:noFill/>
        </p:spPr>
        <p:txBody>
          <a:bodyPr/>
          <a:lstStyle/>
          <a:p>
            <a:r>
              <a:rPr lang="en-US">
                <a:solidFill>
                  <a:srgbClr val="18191A"/>
                </a:solidFill>
              </a:rPr>
              <a:t>Our </a:t>
            </a:r>
            <a:r>
              <a:rPr lang="en-US" b="1">
                <a:solidFill>
                  <a:srgbClr val="18191A"/>
                </a:solidFill>
              </a:rPr>
              <a:t>2026 Outlook basket</a:t>
            </a:r>
            <a:r>
              <a:rPr lang="en-US">
                <a:solidFill>
                  <a:srgbClr val="18191A"/>
                </a:solidFill>
              </a:rPr>
              <a:t> comprises our top picks for the year, positioned for an easing cycle and a recovery in capital-markets activity. It includes </a:t>
            </a:r>
            <a:r>
              <a:rPr lang="en-US" b="1">
                <a:solidFill>
                  <a:srgbClr val="18191A"/>
                </a:solidFill>
              </a:rPr>
              <a:t>capital-markets names</a:t>
            </a:r>
            <a:r>
              <a:rPr lang="en-US">
                <a:solidFill>
                  <a:srgbClr val="18191A"/>
                </a:solidFill>
              </a:rPr>
              <a:t>, such as B3 and BTG Pactual, which could benefit from higher trading volumes and deal activity, as well as </a:t>
            </a:r>
            <a:r>
              <a:rPr lang="en-US" b="1">
                <a:solidFill>
                  <a:srgbClr val="18191A"/>
                </a:solidFill>
              </a:rPr>
              <a:t>rate-sensitive names</a:t>
            </a:r>
            <a:r>
              <a:rPr lang="en-US">
                <a:solidFill>
                  <a:srgbClr val="18191A"/>
                </a:solidFill>
              </a:rPr>
              <a:t>, such as Axia, Energisa and Iguatemi, which could benefit from lower interest rates.</a:t>
            </a:r>
          </a:p>
          <a:p>
            <a:r>
              <a:rPr lang="en-US" b="1">
                <a:solidFill>
                  <a:srgbClr val="18191A"/>
                </a:solidFill>
              </a:rPr>
              <a:t>Earnings ran ahead of prices.</a:t>
            </a:r>
            <a:r>
              <a:rPr lang="en-US">
                <a:solidFill>
                  <a:srgbClr val="18191A"/>
                </a:solidFill>
              </a:rPr>
              <a:t> The basket is up 14.4% year-to-date, 1.3 p.p. behind the Ibovespa, led by B3 (+31%) and BTG Pactual (+16%), and gained 6.7% in September. As earnings rose faster than prices, the basket de-rated to 11.0x, in line with its average since 2021 (Chart X).</a:t>
            </a:r>
          </a:p>
          <a:p>
            <a:r>
              <a:rPr lang="en-US" b="1">
                <a:solidFill>
                  <a:srgbClr val="18191A"/>
                </a:solidFill>
              </a:rPr>
              <a:t>A track record of benefiting from front-end rallies.</a:t>
            </a:r>
            <a:r>
              <a:rPr lang="en-US">
                <a:solidFill>
                  <a:srgbClr val="18191A"/>
                </a:solidFill>
              </a:rPr>
              <a:t> We measured how the basket behaves in the periods of strongest rallies in short-term fixed-rate bonds over the last five years. The basket outperformed the Ibovespa in five of those six episodes and reached an average excess return of 5.1 p.p.</a:t>
            </a:r>
          </a:p>
        </p:txBody>
      </p:sp>
      <p:sp>
        <p:nvSpPr>
          <p:cNvPr id="5" name="Content Placeholder 4"/>
          <p:cNvSpPr>
            <a:spLocks noGrp="1"/>
          </p:cNvSpPr>
          <p:nvPr>
            <p:ph sz="quarter" idx="23"/>
          </p:nvPr>
        </p:nvSpPr>
        <p:spPr>
          <a:xfrm>
            <a:off x="382829" y="7729200"/>
            <a:ext cx="6098400" cy="246221"/>
          </a:xfrm>
        </p:spPr>
        <p:txBody>
          <a:bodyPr/>
          <a:lstStyle/>
          <a:p>
            <a:r>
              <a:rPr lang="en-US"/>
              <a:t>Table 11: Event study: the six strongest front-end rallies since 2021</a:t>
            </a:r>
          </a:p>
        </p:txBody>
      </p:sp>
      <p:sp>
        <p:nvSpPr>
          <p:cNvPr id="9" name="Content Placeholder 8"/>
          <p:cNvSpPr>
            <a:spLocks noGrp="1"/>
          </p:cNvSpPr>
          <p:nvPr>
            <p:ph sz="quarter" idx="27"/>
          </p:nvPr>
        </p:nvSpPr>
        <p:spPr>
          <a:xfrm>
            <a:off x="377825" y="5558400"/>
            <a:ext cx="2938221" cy="230400"/>
          </a:xfrm>
        </p:spPr>
        <p:txBody>
          <a:bodyPr/>
          <a:lstStyle/>
          <a:p>
            <a:r>
              <a:rPr lang="en-US"/>
              <a:t>Chart 12: YTD performance vs. Ibovespa</a:t>
            </a:r>
          </a:p>
        </p:txBody>
      </p:sp>
      <p:sp>
        <p:nvSpPr>
          <p:cNvPr id="10" name="Content Placeholder 9"/>
          <p:cNvSpPr>
            <a:spLocks noGrp="1"/>
          </p:cNvSpPr>
          <p:nvPr>
            <p:ph sz="quarter" idx="28"/>
          </p:nvPr>
        </p:nvSpPr>
        <p:spPr>
          <a:xfrm>
            <a:off x="3547746" y="5558400"/>
            <a:ext cx="2949758" cy="230400"/>
          </a:xfrm>
        </p:spPr>
        <p:txBody>
          <a:bodyPr/>
          <a:lstStyle/>
          <a:p>
            <a:r>
              <a:rPr lang="en-US"/>
              <a:t>Chart 13: Forward P/E since 2021</a:t>
            </a:r>
          </a:p>
        </p:txBody>
      </p:sp>
      <p:sp>
        <p:nvSpPr>
          <p:cNvPr id="12" name="Content Placeholder 11"/>
          <p:cNvSpPr>
            <a:spLocks noGrp="1"/>
          </p:cNvSpPr>
          <p:nvPr>
            <p:ph sz="quarter" idx="30"/>
          </p:nvPr>
        </p:nvSpPr>
        <p:spPr>
          <a:xfrm>
            <a:off x="382829" y="3639600"/>
            <a:ext cx="6099547" cy="246221"/>
          </a:xfrm>
        </p:spPr>
        <p:txBody>
          <a:bodyPr/>
          <a:lstStyle/>
          <a:p>
            <a:r>
              <a:rPr lang="en-US"/>
              <a:t>Table 10: 2026 Outlook basket: composition</a:t>
            </a:r>
          </a:p>
        </p:txBody>
      </p:sp>
      <p:sp>
        <p:nvSpPr>
          <p:cNvPr id="13" name="Text Placeholder 12"/>
          <p:cNvSpPr>
            <a:spLocks noGrp="1"/>
          </p:cNvSpPr>
          <p:nvPr>
            <p:ph type="body" sz="quarter" idx="16"/>
          </p:nvPr>
        </p:nvSpPr>
        <p:spPr/>
        <p:txBody>
          <a:bodyPr/>
          <a:lstStyle/>
          <a:p>
            <a:r>
              <a:rPr lang="en-US"/>
              <a:t>Thematic Baskets</a:t>
            </a:r>
          </a:p>
        </p:txBody>
      </p:sp>
      <p:sp>
        <p:nvSpPr>
          <p:cNvPr id="14" name="Text Placeholder 13"/>
          <p:cNvSpPr>
            <a:spLocks noGrp="1"/>
          </p:cNvSpPr>
          <p:nvPr>
            <p:ph type="body" sz="quarter" idx="17"/>
          </p:nvPr>
        </p:nvSpPr>
        <p:spPr/>
        <p:txBody>
          <a:bodyPr/>
          <a:lstStyle/>
          <a:p>
            <a:r>
              <a:rPr lang="en-US"/>
              <a:t>2026 Outlook Basket</a:t>
            </a:r>
          </a:p>
        </p:txBody>
      </p:sp>
      <p:sp>
        <p:nvSpPr>
          <p:cNvPr id="15" name="Text Placeholder 14"/>
          <p:cNvSpPr>
            <a:spLocks noGrp="1"/>
          </p:cNvSpPr>
          <p:nvPr>
            <p:ph type="body" sz="quarter" idx="31"/>
          </p:nvPr>
        </p:nvSpPr>
        <p:spPr/>
        <p:txBody>
          <a:bodyPr/>
          <a:lstStyle/>
          <a:p>
            <a:r>
              <a:rPr lang="en-US"/>
              <a:t>Source: Economatica, B3, Bloomberg, XP Research. </a:t>
            </a:r>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September 24, 2026</a:t>
            </a:fld>
            <a:endParaRPr lang="en-US"/>
          </a:p>
        </p:txBody>
      </p:sp>
      <p:graphicFrame>
        <p:nvGraphicFramePr>
          <p:cNvPr id="25" name="Table 24"/>
          <p:cNvGraphicFramePr>
            <a:graphicFrameLocks noGrp="1"/>
          </p:cNvGraphicFramePr>
          <p:nvPr/>
        </p:nvGraphicFramePr>
        <p:xfrm>
          <a:off x="382829" y="3931200"/>
          <a:ext cx="6105595" cy="1538410"/>
        </p:xfrm>
        <a:graphic>
          <a:graphicData uri="http://schemas.openxmlformats.org/drawingml/2006/table">
            <a:tbl>
              <a:tblPr>
                <a:tableStyleId>{2D5ABB26-0587-4C30-8999-92F81FD0307C}</a:tableStyleId>
              </a:tblPr>
              <a:tblGrid>
                <a:gridCol w="546877">
                  <a:extLst>
                    <a:ext uri="{9D8B030D-6E8A-4147-A177-3AD203B41FA5}">
                      <a16:colId xmlns:a16="http://schemas.microsoft.com/office/drawing/2014/main" val="20000"/>
                    </a:ext>
                  </a:extLst>
                </a:gridCol>
                <a:gridCol w="1288040">
                  <a:extLst>
                    <a:ext uri="{9D8B030D-6E8A-4147-A177-3AD203B41FA5}">
                      <a16:colId xmlns:a16="http://schemas.microsoft.com/office/drawing/2014/main" val="20001"/>
                    </a:ext>
                  </a:extLst>
                </a:gridCol>
                <a:gridCol w="838305">
                  <a:extLst>
                    <a:ext uri="{9D8B030D-6E8A-4147-A177-3AD203B41FA5}">
                      <a16:colId xmlns:a16="http://schemas.microsoft.com/office/drawing/2014/main" val="20002"/>
                    </a:ext>
                  </a:extLst>
                </a:gridCol>
                <a:gridCol w="687194">
                  <a:extLst>
                    <a:ext uri="{9D8B030D-6E8A-4147-A177-3AD203B41FA5}">
                      <a16:colId xmlns:a16="http://schemas.microsoft.com/office/drawing/2014/main" val="20003"/>
                    </a:ext>
                  </a:extLst>
                </a:gridCol>
                <a:gridCol w="536083">
                  <a:extLst>
                    <a:ext uri="{9D8B030D-6E8A-4147-A177-3AD203B41FA5}">
                      <a16:colId xmlns:a16="http://schemas.microsoft.com/office/drawing/2014/main" val="20004"/>
                    </a:ext>
                  </a:extLst>
                </a:gridCol>
                <a:gridCol w="629628">
                  <a:extLst>
                    <a:ext uri="{9D8B030D-6E8A-4147-A177-3AD203B41FA5}">
                      <a16:colId xmlns:a16="http://schemas.microsoft.com/office/drawing/2014/main" val="20005"/>
                    </a:ext>
                  </a:extLst>
                </a:gridCol>
                <a:gridCol w="823914">
                  <a:extLst>
                    <a:ext uri="{9D8B030D-6E8A-4147-A177-3AD203B41FA5}">
                      <a16:colId xmlns:a16="http://schemas.microsoft.com/office/drawing/2014/main" val="20006"/>
                    </a:ext>
                  </a:extLst>
                </a:gridCol>
                <a:gridCol w="755554">
                  <a:extLst>
                    <a:ext uri="{9D8B030D-6E8A-4147-A177-3AD203B41FA5}">
                      <a16:colId xmlns:a16="http://schemas.microsoft.com/office/drawing/2014/main" val="20007"/>
                    </a:ext>
                  </a:extLst>
                </a:gridCol>
              </a:tblGrid>
              <a:tr h="274320">
                <a:tc>
                  <a:txBody>
                    <a:bodyPr/>
                    <a:lstStyle/>
                    <a:p>
                      <a:pPr algn="ctr"/>
                      <a:r>
                        <a:rPr sz="900" b="1">
                          <a:solidFill>
                            <a:srgbClr val="FFFFFF"/>
                          </a:solidFill>
                          <a:latin typeface="Roboto"/>
                        </a:rPr>
                        <a:t>Ticker</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Sector</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Rating</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Target price</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Return YTD</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P/E 12m fwd</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3M earnings momentum</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ND/EBITDA 2026E</a:t>
                      </a:r>
                    </a:p>
                  </a:txBody>
                  <a:tcPr marL="36000" marR="36000" marT="4095" marB="0" anchor="ctr">
                    <a:lnL>
                      <a:noFill/>
                    </a:lnL>
                    <a:lnR>
                      <a:noFill/>
                    </a:lnR>
                    <a:lnT>
                      <a:noFill/>
                    </a:lnT>
                    <a:lnB>
                      <a:noFill/>
                    </a:lnB>
                    <a:solidFill>
                      <a:srgbClr val="1F2F44"/>
                    </a:solidFill>
                  </a:tcPr>
                </a:tc>
                <a:extLst>
                  <a:ext uri="{0D108BD9-81ED-4DB2-BD59-A6C34878D82A}">
                    <a16:rowId xmlns:a16="http://schemas.microsoft.com/office/drawing/2014/main" val="10000"/>
                  </a:ext>
                </a:extLst>
              </a:tr>
              <a:tr h="251999">
                <a:tc>
                  <a:txBody>
                    <a:bodyPr/>
                    <a:lstStyle/>
                    <a:p>
                      <a:pPr algn="ctr"/>
                      <a:r>
                        <a:rPr sz="900" b="0">
                          <a:solidFill>
                            <a:srgbClr val="000000"/>
                          </a:solidFill>
                          <a:latin typeface="Roboto Light"/>
                        </a:rPr>
                        <a:t>B3SA3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Financials Non-Banks</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Neutral</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16.00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31.4%</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14.1x</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0.2x</a:t>
                      </a:r>
                    </a:p>
                  </a:txBody>
                  <a:tcPr marL="36000" marR="36000" marT="4095" marB="0" anchor="ctr">
                    <a:lnL>
                      <a:noFill/>
                    </a:lnL>
                    <a:lnR>
                      <a:noFill/>
                    </a:lnR>
                    <a:lnT>
                      <a:noFill/>
                    </a:lnT>
                    <a:lnB>
                      <a:noFill/>
                    </a:lnB>
                    <a:solidFill>
                      <a:srgbClr val="F2F2F2"/>
                    </a:solidFill>
                  </a:tcPr>
                </a:tc>
                <a:extLst>
                  <a:ext uri="{0D108BD9-81ED-4DB2-BD59-A6C34878D82A}">
                    <a16:rowId xmlns:a16="http://schemas.microsoft.com/office/drawing/2014/main" val="10001"/>
                  </a:ext>
                </a:extLst>
              </a:tr>
              <a:tr h="251999">
                <a:tc>
                  <a:txBody>
                    <a:bodyPr/>
                    <a:lstStyle/>
                    <a:p>
                      <a:pPr algn="ctr"/>
                      <a:r>
                        <a:rPr sz="900" b="0">
                          <a:solidFill>
                            <a:srgbClr val="000000"/>
                          </a:solidFill>
                          <a:latin typeface="Roboto Light"/>
                        </a:rPr>
                        <a:t>BPAC11</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Banks</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63.00</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16.2%</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10.4x</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+6%</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n.m.</a:t>
                      </a:r>
                    </a:p>
                  </a:txBody>
                  <a:tcPr marL="36000" marR="36000" marT="4095" marB="0" anchor="ctr">
                    <a:lnL>
                      <a:noFill/>
                    </a:lnL>
                    <a:lnR>
                      <a:noFill/>
                    </a:lnR>
                    <a:lnT>
                      <a:noFill/>
                    </a:lnT>
                    <a:lnB>
                      <a:noFill/>
                    </a:lnB>
                    <a:noFill/>
                  </a:tcPr>
                </a:tc>
                <a:extLst>
                  <a:ext uri="{0D108BD9-81ED-4DB2-BD59-A6C34878D82A}">
                    <a16:rowId xmlns:a16="http://schemas.microsoft.com/office/drawing/2014/main" val="10002"/>
                  </a:ext>
                </a:extLst>
              </a:tr>
              <a:tr h="251999">
                <a:tc>
                  <a:txBody>
                    <a:bodyPr/>
                    <a:lstStyle/>
                    <a:p>
                      <a:pPr algn="ctr"/>
                      <a:r>
                        <a:rPr sz="900" b="0">
                          <a:solidFill>
                            <a:srgbClr val="000000"/>
                          </a:solidFill>
                          <a:latin typeface="Roboto Light"/>
                        </a:rPr>
                        <a:t>ENGI11</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Utilities &amp; Energy</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88.27</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10.5%</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7.5x</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+100%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3.8x</a:t>
                      </a:r>
                    </a:p>
                  </a:txBody>
                  <a:tcPr marL="36000" marR="36000" marT="4095" marB="0" anchor="ctr">
                    <a:lnL>
                      <a:noFill/>
                    </a:lnL>
                    <a:lnR>
                      <a:noFill/>
                    </a:lnR>
                    <a:lnT>
                      <a:noFill/>
                    </a:lnT>
                    <a:lnB>
                      <a:noFill/>
                    </a:lnB>
                    <a:solidFill>
                      <a:srgbClr val="F2F2F2"/>
                    </a:solidFill>
                  </a:tcPr>
                </a:tc>
                <a:extLst>
                  <a:ext uri="{0D108BD9-81ED-4DB2-BD59-A6C34878D82A}">
                    <a16:rowId xmlns:a16="http://schemas.microsoft.com/office/drawing/2014/main" val="10003"/>
                  </a:ext>
                </a:extLst>
              </a:tr>
              <a:tr h="251999">
                <a:tc>
                  <a:txBody>
                    <a:bodyPr/>
                    <a:lstStyle/>
                    <a:p>
                      <a:pPr algn="ctr"/>
                      <a:r>
                        <a:rPr sz="900" b="0">
                          <a:solidFill>
                            <a:srgbClr val="000000"/>
                          </a:solidFill>
                          <a:latin typeface="Roboto Light"/>
                        </a:rPr>
                        <a:t>AXIA3</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Utilities &amp; Energy</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63.32</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8.6%</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11.0x</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-2%</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0.7x</a:t>
                      </a:r>
                    </a:p>
                  </a:txBody>
                  <a:tcPr marL="36000" marR="36000" marT="4095" marB="0" anchor="ctr">
                    <a:lnL>
                      <a:noFill/>
                    </a:lnL>
                    <a:lnR>
                      <a:noFill/>
                    </a:lnR>
                    <a:lnT>
                      <a:noFill/>
                    </a:lnT>
                    <a:lnB>
                      <a:noFill/>
                    </a:lnB>
                    <a:noFill/>
                  </a:tcPr>
                </a:tc>
                <a:extLst>
                  <a:ext uri="{0D108BD9-81ED-4DB2-BD59-A6C34878D82A}">
                    <a16:rowId xmlns:a16="http://schemas.microsoft.com/office/drawing/2014/main" val="10004"/>
                  </a:ext>
                </a:extLst>
              </a:tr>
              <a:tr h="251999">
                <a:tc>
                  <a:txBody>
                    <a:bodyPr/>
                    <a:lstStyle/>
                    <a:p>
                      <a:pPr algn="ctr"/>
                      <a:r>
                        <a:rPr sz="900" b="0">
                          <a:solidFill>
                            <a:srgbClr val="000000"/>
                          </a:solidFill>
                          <a:latin typeface="Roboto Light"/>
                        </a:rPr>
                        <a:t>IGTI11</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Income Properties</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Buy</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35.00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2.9%</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11.5x</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1.5x</a:t>
                      </a:r>
                    </a:p>
                  </a:txBody>
                  <a:tcPr marL="36000" marR="36000" marT="4095" marB="0" anchor="ctr">
                    <a:lnL>
                      <a:noFill/>
                    </a:lnL>
                    <a:lnR>
                      <a:noFill/>
                    </a:lnR>
                    <a:lnT>
                      <a:noFill/>
                    </a:lnT>
                    <a:lnB>
                      <a:noFill/>
                    </a:lnB>
                    <a:solidFill>
                      <a:srgbClr val="F2F2F2"/>
                    </a:solidFill>
                  </a:tcPr>
                </a:tc>
                <a:extLst>
                  <a:ext uri="{0D108BD9-81ED-4DB2-BD59-A6C34878D82A}">
                    <a16:rowId xmlns:a16="http://schemas.microsoft.com/office/drawing/2014/main" val="10005"/>
                  </a:ext>
                </a:extLst>
              </a:tr>
            </a:tbl>
          </a:graphicData>
        </a:graphic>
      </p:graphicFrame>
      <p:graphicFrame>
        <p:nvGraphicFramePr>
          <p:cNvPr id="26" name="Chart 25"/>
          <p:cNvGraphicFramePr>
            <a:graphicFrameLocks noGrp="1"/>
          </p:cNvGraphicFramePr>
          <p:nvPr/>
        </p:nvGraphicFramePr>
        <p:xfrm>
          <a:off x="377825" y="5832000"/>
          <a:ext cx="2938221" cy="18576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7" name="Chart 26"/>
          <p:cNvGraphicFramePr>
            <a:graphicFrameLocks noGrp="1"/>
          </p:cNvGraphicFramePr>
          <p:nvPr/>
        </p:nvGraphicFramePr>
        <p:xfrm>
          <a:off x="3531947" y="5832000"/>
          <a:ext cx="2965558" cy="18576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8" name="Table 27"/>
          <p:cNvGraphicFramePr>
            <a:graphicFrameLocks noGrp="1"/>
          </p:cNvGraphicFramePr>
          <p:nvPr>
            <p:extLst>
              <p:ext uri="{D42A27DB-BD31-4B8C-83A1-F6EECF244321}">
                <p14:modId xmlns:p14="http://schemas.microsoft.com/office/powerpoint/2010/main" val="2031739950"/>
              </p:ext>
            </p:extLst>
          </p:nvPr>
        </p:nvGraphicFramePr>
        <p:xfrm>
          <a:off x="381600" y="8006399"/>
          <a:ext cx="6105601" cy="1429200"/>
        </p:xfrm>
        <a:graphic>
          <a:graphicData uri="http://schemas.openxmlformats.org/drawingml/2006/table">
            <a:tbl>
              <a:tblPr>
                <a:tableStyleId>{2D5ABB26-0587-4C30-8999-92F81FD0307C}</a:tableStyleId>
              </a:tblPr>
              <a:tblGrid>
                <a:gridCol w="1854866">
                  <a:extLst>
                    <a:ext uri="{9D8B030D-6E8A-4147-A177-3AD203B41FA5}">
                      <a16:colId xmlns:a16="http://schemas.microsoft.com/office/drawing/2014/main" val="20001"/>
                    </a:ext>
                  </a:extLst>
                </a:gridCol>
                <a:gridCol w="850147">
                  <a:extLst>
                    <a:ext uri="{9D8B030D-6E8A-4147-A177-3AD203B41FA5}">
                      <a16:colId xmlns:a16="http://schemas.microsoft.com/office/drawing/2014/main" val="20002"/>
                    </a:ext>
                  </a:extLst>
                </a:gridCol>
                <a:gridCol w="850147">
                  <a:extLst>
                    <a:ext uri="{9D8B030D-6E8A-4147-A177-3AD203B41FA5}">
                      <a16:colId xmlns:a16="http://schemas.microsoft.com/office/drawing/2014/main" val="20003"/>
                    </a:ext>
                  </a:extLst>
                </a:gridCol>
                <a:gridCol w="850147">
                  <a:extLst>
                    <a:ext uri="{9D8B030D-6E8A-4147-A177-3AD203B41FA5}">
                      <a16:colId xmlns:a16="http://schemas.microsoft.com/office/drawing/2014/main" val="20004"/>
                    </a:ext>
                  </a:extLst>
                </a:gridCol>
                <a:gridCol w="850147">
                  <a:extLst>
                    <a:ext uri="{9D8B030D-6E8A-4147-A177-3AD203B41FA5}">
                      <a16:colId xmlns:a16="http://schemas.microsoft.com/office/drawing/2014/main" val="20005"/>
                    </a:ext>
                  </a:extLst>
                </a:gridCol>
                <a:gridCol w="850147">
                  <a:extLst>
                    <a:ext uri="{9D8B030D-6E8A-4147-A177-3AD203B41FA5}">
                      <a16:colId xmlns:a16="http://schemas.microsoft.com/office/drawing/2014/main" val="20006"/>
                    </a:ext>
                  </a:extLst>
                </a:gridCol>
              </a:tblGrid>
              <a:tr h="291960">
                <a:tc>
                  <a:txBody>
                    <a:bodyPr/>
                    <a:lstStyle/>
                    <a:p>
                      <a:pPr algn="ctr"/>
                      <a:r>
                        <a:rPr sz="900" b="1">
                          <a:solidFill>
                            <a:srgbClr val="FFFFFF"/>
                          </a:solidFill>
                          <a:latin typeface="Roboto"/>
                        </a:rPr>
                        <a:t>Period</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IDKA Pre 2Y</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IDKA Pre 5Y</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Ibovespa</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Basket</a:t>
                      </a:r>
                    </a:p>
                  </a:txBody>
                  <a:tcPr marL="36000" marR="36000" marT="4095" marB="0" anchor="ctr">
                    <a:lnL>
                      <a:noFill/>
                    </a:lnL>
                    <a:lnR>
                      <a:noFill/>
                    </a:lnR>
                    <a:lnT>
                      <a:noFill/>
                    </a:lnT>
                    <a:lnB>
                      <a:noFill/>
                    </a:lnB>
                    <a:solidFill>
                      <a:srgbClr val="1F2F44"/>
                    </a:solidFill>
                  </a:tcPr>
                </a:tc>
                <a:tc>
                  <a:txBody>
                    <a:bodyPr/>
                    <a:lstStyle/>
                    <a:p>
                      <a:pPr algn="ctr"/>
                      <a:r>
                        <a:rPr sz="900" b="1">
                          <a:solidFill>
                            <a:srgbClr val="FFFFFF"/>
                          </a:solidFill>
                          <a:latin typeface="Roboto"/>
                        </a:rPr>
                        <a:t>Excess (p.p.)</a:t>
                      </a:r>
                    </a:p>
                  </a:txBody>
                  <a:tcPr marL="36000" marR="36000" marT="4095" marB="0" anchor="ctr">
                    <a:lnL>
                      <a:noFill/>
                    </a:lnL>
                    <a:lnR>
                      <a:noFill/>
                    </a:lnR>
                    <a:lnT>
                      <a:noFill/>
                    </a:lnT>
                    <a:lnB>
                      <a:noFill/>
                    </a:lnB>
                    <a:solidFill>
                      <a:srgbClr val="1F2F44"/>
                    </a:solidFill>
                  </a:tcPr>
                </a:tc>
                <a:extLst>
                  <a:ext uri="{0D108BD9-81ED-4DB2-BD59-A6C34878D82A}">
                    <a16:rowId xmlns:a16="http://schemas.microsoft.com/office/drawing/2014/main" val="10000"/>
                  </a:ext>
                </a:extLst>
              </a:tr>
              <a:tr h="189540">
                <a:tc>
                  <a:txBody>
                    <a:bodyPr/>
                    <a:lstStyle/>
                    <a:p>
                      <a:pPr algn="ctr"/>
                      <a:r>
                        <a:rPr sz="900" b="0">
                          <a:solidFill>
                            <a:srgbClr val="000000"/>
                          </a:solidFill>
                          <a:latin typeface="Roboto Light"/>
                        </a:rPr>
                        <a:t>07-Mar-22 to 04-Apr-22</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+2.7%</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+5.7%</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+8.7%</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+19.1%</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+10.4</a:t>
                      </a:r>
                    </a:p>
                  </a:txBody>
                  <a:tcPr marL="36000" marR="36000" marT="4095" marB="0" anchor="ctr">
                    <a:lnL>
                      <a:noFill/>
                    </a:lnL>
                    <a:lnR>
                      <a:noFill/>
                    </a:lnR>
                    <a:lnT>
                      <a:noFill/>
                    </a:lnT>
                    <a:lnB>
                      <a:noFill/>
                    </a:lnB>
                    <a:solidFill>
                      <a:srgbClr val="63BE7B"/>
                    </a:solidFill>
                  </a:tcPr>
                </a:tc>
                <a:extLst>
                  <a:ext uri="{0D108BD9-81ED-4DB2-BD59-A6C34878D82A}">
                    <a16:rowId xmlns:a16="http://schemas.microsoft.com/office/drawing/2014/main" val="10001"/>
                  </a:ext>
                </a:extLst>
              </a:tr>
              <a:tr h="189540">
                <a:tc>
                  <a:txBody>
                    <a:bodyPr/>
                    <a:lstStyle/>
                    <a:p>
                      <a:pPr algn="ctr"/>
                      <a:r>
                        <a:rPr sz="900" b="0">
                          <a:solidFill>
                            <a:srgbClr val="000000"/>
                          </a:solidFill>
                          <a:latin typeface="Roboto Light"/>
                        </a:rPr>
                        <a:t>19-Jul-22 to 16-Aug-22</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+3.9%</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+10.0%</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+15.5%</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+16.7%</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+1.1</a:t>
                      </a:r>
                    </a:p>
                  </a:txBody>
                  <a:tcPr marL="36000" marR="36000" marT="4095" marB="0" anchor="ctr">
                    <a:lnL>
                      <a:noFill/>
                    </a:lnL>
                    <a:lnR>
                      <a:noFill/>
                    </a:lnR>
                    <a:lnT>
                      <a:noFill/>
                    </a:lnT>
                    <a:lnB>
                      <a:noFill/>
                    </a:lnB>
                    <a:solidFill>
                      <a:srgbClr val="EEF7F0"/>
                    </a:solidFill>
                  </a:tcPr>
                </a:tc>
                <a:extLst>
                  <a:ext uri="{0D108BD9-81ED-4DB2-BD59-A6C34878D82A}">
                    <a16:rowId xmlns:a16="http://schemas.microsoft.com/office/drawing/2014/main" val="10002"/>
                  </a:ext>
                </a:extLst>
              </a:tr>
              <a:tr h="189540">
                <a:tc>
                  <a:txBody>
                    <a:bodyPr/>
                    <a:lstStyle/>
                    <a:p>
                      <a:pPr algn="ctr"/>
                      <a:r>
                        <a:rPr sz="900" b="0">
                          <a:solidFill>
                            <a:srgbClr val="000000"/>
                          </a:solidFill>
                          <a:latin typeface="Roboto Light"/>
                        </a:rPr>
                        <a:t>16-Dec-22 to 13-Jan-23</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+3.4%</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+7.0%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+7.8%</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+7.0%</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-0.8</a:t>
                      </a:r>
                    </a:p>
                  </a:txBody>
                  <a:tcPr marL="36000" marR="36000" marT="4095" marB="0" anchor="ctr">
                    <a:lnL>
                      <a:noFill/>
                    </a:lnL>
                    <a:lnR>
                      <a:noFill/>
                    </a:lnR>
                    <a:lnT>
                      <a:noFill/>
                    </a:lnT>
                    <a:lnB>
                      <a:noFill/>
                    </a:lnB>
                    <a:solidFill>
                      <a:srgbClr val="FEF3F3"/>
                    </a:solidFill>
                  </a:tcPr>
                </a:tc>
                <a:extLst>
                  <a:ext uri="{0D108BD9-81ED-4DB2-BD59-A6C34878D82A}">
                    <a16:rowId xmlns:a16="http://schemas.microsoft.com/office/drawing/2014/main" val="10003"/>
                  </a:ext>
                </a:extLst>
              </a:tr>
              <a:tr h="189540">
                <a:tc>
                  <a:txBody>
                    <a:bodyPr/>
                    <a:lstStyle/>
                    <a:p>
                      <a:pPr algn="ctr"/>
                      <a:r>
                        <a:rPr sz="900" b="0">
                          <a:solidFill>
                            <a:srgbClr val="000000"/>
                          </a:solidFill>
                          <a:latin typeface="Roboto Light"/>
                        </a:rPr>
                        <a:t>24-Jan-25 to 21-Feb-25</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+2.9%</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+4.4%</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+3.8%</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+9.7%</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+5.9</a:t>
                      </a:r>
                    </a:p>
                  </a:txBody>
                  <a:tcPr marL="36000" marR="36000" marT="4095" marB="0" anchor="ctr">
                    <a:lnL>
                      <a:noFill/>
                    </a:lnL>
                    <a:lnR>
                      <a:noFill/>
                    </a:lnR>
                    <a:lnT>
                      <a:noFill/>
                    </a:lnT>
                    <a:lnB>
                      <a:noFill/>
                    </a:lnB>
                    <a:solidFill>
                      <a:srgbClr val="A6DAB4"/>
                    </a:solidFill>
                  </a:tcPr>
                </a:tc>
                <a:extLst>
                  <a:ext uri="{0D108BD9-81ED-4DB2-BD59-A6C34878D82A}">
                    <a16:rowId xmlns:a16="http://schemas.microsoft.com/office/drawing/2014/main" val="10004"/>
                  </a:ext>
                </a:extLst>
              </a:tr>
              <a:tr h="189540">
                <a:tc>
                  <a:txBody>
                    <a:bodyPr/>
                    <a:lstStyle/>
                    <a:p>
                      <a:pPr algn="ctr"/>
                      <a:r>
                        <a:rPr sz="900" b="0">
                          <a:solidFill>
                            <a:srgbClr val="000000"/>
                          </a:solidFill>
                          <a:latin typeface="Roboto Light"/>
                        </a:rPr>
                        <a:t>28-Mar-25 to 25-Apr-25</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+3.1%</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+5.4%</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+2.2%</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+8.9%</a:t>
                      </a:r>
                    </a:p>
                  </a:txBody>
                  <a:tcPr marL="36000" marR="36000" marT="4095" marB="0" anchor="ctr">
                    <a:lnL>
                      <a:noFill/>
                    </a:lnL>
                    <a:lnR>
                      <a:noFill/>
                    </a:lnR>
                    <a:lnT>
                      <a:noFill/>
                    </a:lnT>
                    <a:lnB>
                      <a:noFill/>
                    </a:lnB>
                    <a:solidFill>
                      <a:srgbClr val="F2F2F2"/>
                    </a:solidFill>
                  </a:tcPr>
                </a:tc>
                <a:tc>
                  <a:txBody>
                    <a:bodyPr/>
                    <a:lstStyle/>
                    <a:p>
                      <a:pPr algn="ctr"/>
                      <a:r>
                        <a:rPr sz="900" b="0">
                          <a:solidFill>
                            <a:srgbClr val="000000"/>
                          </a:solidFill>
                          <a:latin typeface="Roboto Light"/>
                        </a:rPr>
                        <a:t>+6.7</a:t>
                      </a:r>
                    </a:p>
                  </a:txBody>
                  <a:tcPr marL="36000" marR="36000" marT="4095" marB="0" anchor="ctr">
                    <a:lnL>
                      <a:noFill/>
                    </a:lnL>
                    <a:lnR>
                      <a:noFill/>
                    </a:lnR>
                    <a:lnT>
                      <a:noFill/>
                    </a:lnT>
                    <a:lnB>
                      <a:noFill/>
                    </a:lnB>
                    <a:solidFill>
                      <a:srgbClr val="9AD5A9"/>
                    </a:solidFill>
                  </a:tcPr>
                </a:tc>
                <a:extLst>
                  <a:ext uri="{0D108BD9-81ED-4DB2-BD59-A6C34878D82A}">
                    <a16:rowId xmlns:a16="http://schemas.microsoft.com/office/drawing/2014/main" val="10005"/>
                  </a:ext>
                </a:extLst>
              </a:tr>
              <a:tr h="189540">
                <a:tc>
                  <a:txBody>
                    <a:bodyPr/>
                    <a:lstStyle/>
                    <a:p>
                      <a:pPr algn="ctr"/>
                      <a:r>
                        <a:rPr sz="900" b="0">
                          <a:solidFill>
                            <a:srgbClr val="000000"/>
                          </a:solidFill>
                          <a:latin typeface="Roboto Light"/>
                        </a:rPr>
                        <a:t>20-Mar-26 to 17-Apr-26</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+2.6%</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+4.4%</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+11.1%</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+18.3%</a:t>
                      </a:r>
                    </a:p>
                  </a:txBody>
                  <a:tcPr marL="36000" marR="36000" marT="4095" marB="0" anchor="ctr">
                    <a:lnL>
                      <a:noFill/>
                    </a:lnL>
                    <a:lnR>
                      <a:noFill/>
                    </a:lnR>
                    <a:lnT>
                      <a:noFill/>
                    </a:lnT>
                    <a:lnB>
                      <a:noFill/>
                    </a:lnB>
                    <a:noFill/>
                  </a:tcPr>
                </a:tc>
                <a:tc>
                  <a:txBody>
                    <a:bodyPr/>
                    <a:lstStyle/>
                    <a:p>
                      <a:pPr algn="ctr"/>
                      <a:r>
                        <a:rPr sz="900" b="0">
                          <a:solidFill>
                            <a:srgbClr val="000000"/>
                          </a:solidFill>
                          <a:latin typeface="Roboto Light"/>
                        </a:rPr>
                        <a:t>+7.2</a:t>
                      </a:r>
                    </a:p>
                  </a:txBody>
                  <a:tcPr marL="36000" marR="36000" marT="4095" marB="0" anchor="ctr">
                    <a:lnL>
                      <a:noFill/>
                    </a:lnL>
                    <a:lnR>
                      <a:noFill/>
                    </a:lnR>
                    <a:lnT>
                      <a:noFill/>
                    </a:lnT>
                    <a:lnB>
                      <a:noFill/>
                    </a:lnB>
                    <a:solidFill>
                      <a:srgbClr val="92D1A3"/>
                    </a:solidFill>
                  </a:tcPr>
                </a:tc>
                <a:extLst>
                  <a:ext uri="{0D108BD9-81ED-4DB2-BD59-A6C34878D82A}">
                    <a16:rowId xmlns:a16="http://schemas.microsoft.com/office/drawing/2014/main" val="10006"/>
                  </a:ext>
                </a:extLst>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M_SLIDE_TYPE" val="6"/>
</p:tagLst>
</file>

<file path=ppt/tags/tag10.xml><?xml version="1.0" encoding="utf-8"?>
<p:tagLst xmlns:a="http://schemas.openxmlformats.org/drawingml/2006/main" xmlns:r="http://schemas.openxmlformats.org/officeDocument/2006/relationships" xmlns:p="http://schemas.openxmlformats.org/presentationml/2006/main">
  <p:tag name="MM_SLIDE_TYPE" val="6"/>
</p:tagLst>
</file>

<file path=ppt/tags/tag11.xml><?xml version="1.0" encoding="utf-8"?>
<p:tagLst xmlns:a="http://schemas.openxmlformats.org/drawingml/2006/main" xmlns:r="http://schemas.openxmlformats.org/officeDocument/2006/relationships" xmlns:p="http://schemas.openxmlformats.org/presentationml/2006/main">
  <p:tag name="MM_SLIDE_TYPE" val="6"/>
</p:tagLst>
</file>

<file path=ppt/tags/tag12.xml><?xml version="1.0" encoding="utf-8"?>
<p:tagLst xmlns:a="http://schemas.openxmlformats.org/drawingml/2006/main" xmlns:r="http://schemas.openxmlformats.org/officeDocument/2006/relationships" xmlns:p="http://schemas.openxmlformats.org/presentationml/2006/main">
  <p:tag name="MM_SLIDE_TYPE" val="6"/>
</p:tagLst>
</file>

<file path=ppt/tags/tag13.xml><?xml version="1.0" encoding="utf-8"?>
<p:tagLst xmlns:a="http://schemas.openxmlformats.org/drawingml/2006/main" xmlns:r="http://schemas.openxmlformats.org/officeDocument/2006/relationships" xmlns:p="http://schemas.openxmlformats.org/presentationml/2006/main">
  <p:tag name="MM_SLIDE_TYPE" val="6"/>
</p:tagLst>
</file>

<file path=ppt/tags/tag14.xml><?xml version="1.0" encoding="utf-8"?>
<p:tagLst xmlns:a="http://schemas.openxmlformats.org/drawingml/2006/main" xmlns:r="http://schemas.openxmlformats.org/officeDocument/2006/relationships" xmlns:p="http://schemas.openxmlformats.org/presentationml/2006/main">
  <p:tag name="MM_SLIDE_TYPE" val="6"/>
</p:tagLst>
</file>

<file path=ppt/tags/tag15.xml><?xml version="1.0" encoding="utf-8"?>
<p:tagLst xmlns:a="http://schemas.openxmlformats.org/drawingml/2006/main" xmlns:r="http://schemas.openxmlformats.org/officeDocument/2006/relationships" xmlns:p="http://schemas.openxmlformats.org/presentationml/2006/main">
  <p:tag name="MM_SLIDE_TYPE" val="6"/>
</p:tagLst>
</file>

<file path=ppt/tags/tag16.xml><?xml version="1.0" encoding="utf-8"?>
<p:tagLst xmlns:a="http://schemas.openxmlformats.org/drawingml/2006/main" xmlns:r="http://schemas.openxmlformats.org/officeDocument/2006/relationships" xmlns:p="http://schemas.openxmlformats.org/presentationml/2006/main">
  <p:tag name="MM_SLIDE_TYPE" val="6"/>
</p:tagLst>
</file>

<file path=ppt/tags/tag17.xml><?xml version="1.0" encoding="utf-8"?>
<p:tagLst xmlns:a="http://schemas.openxmlformats.org/drawingml/2006/main" xmlns:r="http://schemas.openxmlformats.org/officeDocument/2006/relationships" xmlns:p="http://schemas.openxmlformats.org/presentationml/2006/main">
  <p:tag name="MM_SLIDE_TYPE" val="6"/>
</p:tagLst>
</file>

<file path=ppt/tags/tag18.xml><?xml version="1.0" encoding="utf-8"?>
<p:tagLst xmlns:a="http://schemas.openxmlformats.org/drawingml/2006/main" xmlns:r="http://schemas.openxmlformats.org/officeDocument/2006/relationships" xmlns:p="http://schemas.openxmlformats.org/presentationml/2006/main">
  <p:tag name="MM_SLIDE_TYPE" val="6"/>
</p:tagLst>
</file>

<file path=ppt/tags/tag19.xml><?xml version="1.0" encoding="utf-8"?>
<p:tagLst xmlns:a="http://schemas.openxmlformats.org/drawingml/2006/main" xmlns:r="http://schemas.openxmlformats.org/officeDocument/2006/relationships" xmlns:p="http://schemas.openxmlformats.org/presentationml/2006/main">
  <p:tag name="MM_SLIDE_TYPE" val="6"/>
</p:tagLst>
</file>

<file path=ppt/tags/tag20.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7567</TotalTime>
  <Words>2586</Words>
  <Application>Microsoft Office PowerPoint</Application>
  <PresentationFormat>A4 Paper (210x297 mm)</PresentationFormat>
  <Paragraphs>607</Paragraphs>
  <Slides>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Aptos</vt:lpstr>
      <vt:lpstr>Arial</vt:lpstr>
      <vt:lpstr>Calibri</vt:lpstr>
      <vt:lpstr>Roboto</vt:lpstr>
      <vt:lpstr>Roboto Light</vt:lpstr>
      <vt:lpstr>XP</vt:lpstr>
      <vt:lpstr>XP Light Lighthouse</vt:lpstr>
      <vt:lpstr>Tema IB 2021</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Augusti</dc:creator>
  <cp:lastModifiedBy>Caio Lopes de Souza</cp:lastModifiedBy>
  <cp:revision>376</cp:revision>
  <dcterms:created xsi:type="dcterms:W3CDTF">2022-03-20T14:16:37Z</dcterms:created>
  <dcterms:modified xsi:type="dcterms:W3CDTF">2026-09-24T20:21:07Z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6a9157b-bcf3-4eac-b03e-7cf007ba9fdf_Enabled">
    <vt:lpwstr>true</vt:lpwstr>
  </property>
  <property fmtid="{D5CDD505-2E9C-101B-9397-08002B2CF9AE}" pid="3" name="MSIP_Label_e6a9157b-bcf3-4eac-b03e-7cf007ba9fdf_SetDate">
    <vt:lpwstr>2025-03-07T20:02:49Z</vt:lpwstr>
  </property>
  <property fmtid="{D5CDD505-2E9C-101B-9397-08002B2CF9AE}" pid="4" name="MSIP_Label_e6a9157b-bcf3-4eac-b03e-7cf007ba9fdf_Method">
    <vt:lpwstr>Standard</vt:lpwstr>
  </property>
  <property fmtid="{D5CDD505-2E9C-101B-9397-08002B2CF9AE}" pid="5" name="MSIP_Label_e6a9157b-bcf3-4eac-b03e-7cf007ba9fdf_Name">
    <vt:lpwstr>Publica</vt:lpwstr>
  </property>
  <property fmtid="{D5CDD505-2E9C-101B-9397-08002B2CF9AE}" pid="6" name="MSIP_Label_e6a9157b-bcf3-4eac-b03e-7cf007ba9fdf_SiteId">
    <vt:lpwstr>cf56e405-d2b0-4266-b210-aa04636b6161</vt:lpwstr>
  </property>
  <property fmtid="{D5CDD505-2E9C-101B-9397-08002B2CF9AE}" pid="7" name="MSIP_Label_e6a9157b-bcf3-4eac-b03e-7cf007ba9fdf_ActionId">
    <vt:lpwstr>baa5625b-963e-4a95-9d6d-d9fd1ed2ce52</vt:lpwstr>
  </property>
  <property fmtid="{D5CDD505-2E9C-101B-9397-08002B2CF9AE}" pid="8" name="MSIP_Label_e6a9157b-bcf3-4eac-b03e-7cf007ba9fdf_ContentBits">
    <vt:lpwstr>2</vt:lpwstr>
  </property>
  <property fmtid="{D5CDD505-2E9C-101B-9397-08002B2CF9AE}" pid="9" name="MSIP_Label_e6a9157b-bcf3-4eac-b03e-7cf007ba9fdf_Tag">
    <vt:lpwstr>10, 3, 0, 1</vt:lpwstr>
  </property>
  <property fmtid="{D5CDD505-2E9C-101B-9397-08002B2CF9AE}" pid="10" name="ClassificationContentMarkingFooterLocations">
    <vt:lpwstr>Tema IB 2021:5</vt:lpwstr>
  </property>
  <property fmtid="{D5CDD505-2E9C-101B-9397-08002B2CF9AE}" pid="11" name="ClassificationContentMarkingFooterText">
    <vt:lpwstr>[ CLASSIFICAÇÃO: PÚBLICA ]</vt:lpwstr>
  </property>
</Properties>
</file>