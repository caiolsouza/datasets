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8"/>
    <p:sldId id="257" r:id="rId9"/>
    <p:sldId id="258" r:id="rId10"/>
    <p:sldId id="259" r:id="rId11"/>
    <p:sldId id="260" r:id="rId12"/>
    <p:sldId id="261" r:id="rId13"/>
    <p:sldId id="262" r:id="rId14"/>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C1414"/>
    <a:srgbClr val="8EB3DF"/>
    <a:srgbClr val="4F95BB"/>
    <a:srgbClr val="E8E8E8"/>
    <a:srgbClr val="FCB105"/>
    <a:srgbClr val="2F476A"/>
    <a:srgbClr val="F9C113"/>
    <a:srgbClr val="36537B"/>
    <a:srgbClr val="2F48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70" autoAdjust="0"/>
    <p:restoredTop sz="96849"/>
  </p:normalViewPr>
  <p:slideViewPr>
    <p:cSldViewPr snapToGrid="0">
      <p:cViewPr>
        <p:scale>
          <a:sx n="77" d="100"/>
          <a:sy n="77" d="100"/>
        </p:scale>
        <p:origin x="3570" y="108"/>
      </p:cViewPr>
      <p:guideLst/>
    </p:cSldViewPr>
  </p:slideViewPr>
  <p:notesTextViewPr>
    <p:cViewPr>
      <p:scale>
        <a:sx n="3" d="2"/>
        <a:sy n="3" d="2"/>
      </p:scale>
      <p:origin x="0" y="0"/>
    </p:cViewPr>
  </p:notesTextViewPr>
  <p:sorterViewPr>
    <p:cViewPr>
      <p:scale>
        <a:sx n="100" d="100"/>
        <a:sy n="100" d="100"/>
      </p:scale>
      <p:origin x="0" y="-804"/>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Alternative Policy</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99.48424701135625</c:v>
                </c:pt>
                <c:pt idx="4">
                  <c:v>99.9745376670234</c:v>
                </c:pt>
                <c:pt idx="5">
                  <c:v>100.7577415469232</c:v>
                </c:pt>
                <c:pt idx="6">
                  <c:v>99.91594023254903</c:v>
                </c:pt>
                <c:pt idx="7">
                  <c:v>100.5065695176416</c:v>
                </c:pt>
                <c:pt idx="8">
                  <c:v>100.561836677246</c:v>
                </c:pt>
                <c:pt idx="9">
                  <c:v>99.85980910799393</c:v>
                </c:pt>
                <c:pt idx="10">
                  <c:v>98.59716969556226</c:v>
                </c:pt>
                <c:pt idx="11">
                  <c:v>100.0912522404554</c:v>
                </c:pt>
                <c:pt idx="12">
                  <c:v>100.3785798028247</c:v>
                </c:pt>
                <c:pt idx="13">
                  <c:v>99.90092613494038</c:v>
                </c:pt>
                <c:pt idx="14">
                  <c:v>99.85128694881018</c:v>
                </c:pt>
                <c:pt idx="15">
                  <c:v>100.1519163107672</c:v>
                </c:pt>
                <c:pt idx="16">
                  <c:v>104.188486191915</c:v>
                </c:pt>
                <c:pt idx="17">
                  <c:v>106.7130752256734</c:v>
                </c:pt>
                <c:pt idx="18">
                  <c:v>109.7375409265075</c:v>
                </c:pt>
                <c:pt idx="19">
                  <c:v>110.2738099878726</c:v>
                </c:pt>
                <c:pt idx="20">
                  <c:v>112.9156332177252</c:v>
                </c:pt>
                <c:pt idx="21">
                  <c:v>115.6190034143149</c:v>
                </c:pt>
                <c:pt idx="22">
                  <c:v>115.4223474223847</c:v>
                </c:pt>
                <c:pt idx="23">
                  <c:v>114.8596822539654</c:v>
                </c:pt>
                <c:pt idx="24">
                  <c:v>115.8382470431962</c:v>
                </c:pt>
                <c:pt idx="25">
                  <c:v>117.3745471212887</c:v>
                </c:pt>
                <c:pt idx="26">
                  <c:v>115.2314861559244</c:v>
                </c:pt>
                <c:pt idx="27">
                  <c:v>115.2628079373773</c:v>
                </c:pt>
                <c:pt idx="28">
                  <c:v>116.2921777482038</c:v>
                </c:pt>
                <c:pt idx="29">
                  <c:v>118.4940871078021</c:v>
                </c:pt>
                <c:pt idx="30">
                  <c:v>118.6596919461026</c:v>
                </c:pt>
                <c:pt idx="31">
                  <c:v>119.6374469456236</c:v>
                </c:pt>
                <c:pt idx="32">
                  <c:v>120.3580967981636</c:v>
                </c:pt>
                <c:pt idx="33">
                  <c:v>119.7040519494276</c:v>
                </c:pt>
                <c:pt idx="34">
                  <c:v>119.7040519494276</c:v>
                </c:pt>
                <c:pt idx="35">
                  <c:v>119.7040519494276</c:v>
                </c:pt>
                <c:pt idx="36">
                  <c:v>120.348340350295</c:v>
                </c:pt>
                <c:pt idx="37">
                  <c:v>122.2892728774587</c:v>
                </c:pt>
                <c:pt idx="38">
                  <c:v>123.4554706550388</c:v>
                </c:pt>
                <c:pt idx="39">
                  <c:v>122.55160596763</c:v>
                </c:pt>
                <c:pt idx="40">
                  <c:v>124.7865533045933</c:v>
                </c:pt>
                <c:pt idx="41">
                  <c:v>124.9628686794726</c:v>
                </c:pt>
                <c:pt idx="42">
                  <c:v>124.0641627087597</c:v>
                </c:pt>
                <c:pt idx="43">
                  <c:v>123.4182124848411</c:v>
                </c:pt>
                <c:pt idx="44">
                  <c:v>125.6759964896973</c:v>
                </c:pt>
                <c:pt idx="45">
                  <c:v>121.085805457826</c:v>
                </c:pt>
                <c:pt idx="46">
                  <c:v>123.0814529217184</c:v>
                </c:pt>
                <c:pt idx="47">
                  <c:v>118.9499133525503</c:v>
                </c:pt>
                <c:pt idx="48">
                  <c:v>118.3380761960452</c:v>
                </c:pt>
                <c:pt idx="49">
                  <c:v>119.1516548426223</c:v>
                </c:pt>
                <c:pt idx="50">
                  <c:v>121.6566307667158</c:v>
                </c:pt>
                <c:pt idx="51">
                  <c:v>122.4986727959023</c:v>
                </c:pt>
                <c:pt idx="52">
                  <c:v>118.9070067876206</c:v>
                </c:pt>
                <c:pt idx="53">
                  <c:v>117.2919732498691</c:v>
                </c:pt>
                <c:pt idx="54">
                  <c:v>119.2184904032308</c:v>
                </c:pt>
                <c:pt idx="55">
                  <c:v>120.2959048664866</c:v>
                </c:pt>
                <c:pt idx="56">
                  <c:v>119.060001965499</c:v>
                </c:pt>
                <c:pt idx="57">
                  <c:v>119.8401615507664</c:v>
                </c:pt>
                <c:pt idx="58">
                  <c:v>116.8276672556788</c:v>
                </c:pt>
                <c:pt idx="59">
                  <c:v>121.9556308938703</c:v>
                </c:pt>
                <c:pt idx="60">
                  <c:v>122.182775048895</c:v>
                </c:pt>
                <c:pt idx="61">
                  <c:v>124.5747849329396</c:v>
                </c:pt>
                <c:pt idx="62">
                  <c:v>122.4412936065748</c:v>
                </c:pt>
                <c:pt idx="63">
                  <c:v>121.0904727911724</c:v>
                </c:pt>
                <c:pt idx="64">
                  <c:v>121.391169097118</c:v>
                </c:pt>
                <c:pt idx="65">
                  <c:v>125.1996208977558</c:v>
                </c:pt>
                <c:pt idx="66">
                  <c:v>125.5587277057745</c:v>
                </c:pt>
                <c:pt idx="67">
                  <c:v>126.0064468508271</c:v>
                </c:pt>
                <c:pt idx="68">
                  <c:v>126.0064468508271</c:v>
                </c:pt>
                <c:pt idx="69">
                  <c:v>125.7132785297332</c:v>
                </c:pt>
                <c:pt idx="70">
                  <c:v>125.1076673560657</c:v>
                </c:pt>
                <c:pt idx="71">
                  <c:v>128.0273907480479</c:v>
                </c:pt>
                <c:pt idx="72">
                  <c:v>130.7908047887719</c:v>
                </c:pt>
                <c:pt idx="73">
                  <c:v>131.9971830236848</c:v>
                </c:pt>
                <c:pt idx="74">
                  <c:v>131.6689454044884</c:v>
                </c:pt>
                <c:pt idx="75">
                  <c:v>133.1611441929694</c:v>
                </c:pt>
                <c:pt idx="76">
                  <c:v>132.5344104080054</c:v>
                </c:pt>
                <c:pt idx="77">
                  <c:v>132.2845725775204</c:v>
                </c:pt>
                <c:pt idx="78">
                  <c:v>130.9723906708126</c:v>
                </c:pt>
                <c:pt idx="79">
                  <c:v>132.6274856286533</c:v>
                </c:pt>
                <c:pt idx="80">
                  <c:v>132.6274856286533</c:v>
                </c:pt>
                <c:pt idx="81">
                  <c:v>130.5533635861914</c:v>
                </c:pt>
                <c:pt idx="82">
                  <c:v>129.7769338502531</c:v>
                </c:pt>
                <c:pt idx="83">
                  <c:v>129.0193809906604</c:v>
                </c:pt>
                <c:pt idx="84">
                  <c:v>127.6901264152358</c:v>
                </c:pt>
                <c:pt idx="85">
                  <c:v>126.5820319105026</c:v>
                </c:pt>
                <c:pt idx="86">
                  <c:v>124.0890356075659</c:v>
                </c:pt>
                <c:pt idx="87">
                  <c:v>125.4398445940712</c:v>
                </c:pt>
                <c:pt idx="88">
                  <c:v>125.4398445940712</c:v>
                </c:pt>
                <c:pt idx="89">
                  <c:v>124.2684243086038</c:v>
                </c:pt>
                <c:pt idx="90">
                  <c:v>124.9808598287425</c:v>
                </c:pt>
                <c:pt idx="91">
                  <c:v>125.5612988644906</c:v>
                </c:pt>
                <c:pt idx="92">
                  <c:v>122.1682527286074</c:v>
                </c:pt>
                <c:pt idx="93">
                  <c:v>123.6593794090985</c:v>
                </c:pt>
                <c:pt idx="94">
                  <c:v>121.3248558255525</c:v>
                </c:pt>
                <c:pt idx="95">
                  <c:v>119.1059541774128</c:v>
                </c:pt>
                <c:pt idx="96">
                  <c:v>115.1048587356637</c:v>
                </c:pt>
                <c:pt idx="97">
                  <c:v>116.4927712673963</c:v>
                </c:pt>
                <c:pt idx="98">
                  <c:v>115.4564988497104</c:v>
                </c:pt>
                <c:pt idx="99">
                  <c:v>115.7624410529546</c:v>
                </c:pt>
                <c:pt idx="100">
                  <c:v>113.2567916092252</c:v>
                </c:pt>
                <c:pt idx="101">
                  <c:v>116.0987029023214</c:v>
                </c:pt>
                <c:pt idx="102">
                  <c:v>116.0869074352942</c:v>
                </c:pt>
                <c:pt idx="103">
                  <c:v>114.9933216128291</c:v>
                </c:pt>
                <c:pt idx="104">
                  <c:v>117.3825012915837</c:v>
                </c:pt>
                <c:pt idx="105">
                  <c:v>115.489665139374</c:v>
                </c:pt>
                <c:pt idx="106">
                  <c:v>113.8552870476962</c:v>
                </c:pt>
                <c:pt idx="107">
                  <c:v>112.9020084667743</c:v>
                </c:pt>
                <c:pt idx="108">
                  <c:v>111.7012128698502</c:v>
                </c:pt>
                <c:pt idx="109">
                  <c:v>110.4203668438998</c:v>
                </c:pt>
                <c:pt idx="110">
                  <c:v>110.9483416506245</c:v>
                </c:pt>
                <c:pt idx="111">
                  <c:v>108.2340417727518</c:v>
                </c:pt>
                <c:pt idx="112">
                  <c:v>108.2340417727518</c:v>
                </c:pt>
                <c:pt idx="113">
                  <c:v>107.6550654046965</c:v>
                </c:pt>
                <c:pt idx="114">
                  <c:v>107.2120731562754</c:v>
                </c:pt>
                <c:pt idx="115">
                  <c:v>108.1300157759273</c:v>
                </c:pt>
                <c:pt idx="116">
                  <c:v>106.8296335011294</c:v>
                </c:pt>
                <c:pt idx="117">
                  <c:v>108.9730651762941</c:v>
                </c:pt>
                <c:pt idx="118">
                  <c:v>108.1340603396281</c:v>
                </c:pt>
                <c:pt idx="119">
                  <c:v>107.047664605896</c:v>
                </c:pt>
                <c:pt idx="120">
                  <c:v>106.7417710419782</c:v>
                </c:pt>
                <c:pt idx="121">
                  <c:v>105.6790356310863</c:v>
                </c:pt>
                <c:pt idx="122">
                  <c:v>104.8924349819479</c:v>
                </c:pt>
                <c:pt idx="123">
                  <c:v>104.92688441398</c:v>
                </c:pt>
                <c:pt idx="124">
                  <c:v>106.8278441591456</c:v>
                </c:pt>
                <c:pt idx="125">
                  <c:v>107.943572446143</c:v>
                </c:pt>
                <c:pt idx="126">
                  <c:v>107.8253695017792</c:v>
                </c:pt>
                <c:pt idx="127">
                  <c:v>108.6926534125756</c:v>
                </c:pt>
                <c:pt idx="128">
                  <c:v>110.1593555015639</c:v>
                </c:pt>
                <c:pt idx="129">
                  <c:v>109.6831466076484</c:v>
                </c:pt>
                <c:pt idx="130">
                  <c:v>108.4641605692235</c:v>
                </c:pt>
                <c:pt idx="131">
                  <c:v>108.004648201113</c:v>
                </c:pt>
                <c:pt idx="132">
                  <c:v>108.8223043143128</c:v>
                </c:pt>
                <c:pt idx="133">
                  <c:v>109.630517071923</c:v>
                </c:pt>
                <c:pt idx="134">
                  <c:v>107.7832782573602</c:v>
                </c:pt>
                <c:pt idx="135">
                  <c:v>107.2163874236478</c:v>
                </c:pt>
                <c:pt idx="136">
                  <c:v>106.9488044294815</c:v>
                </c:pt>
                <c:pt idx="137">
                  <c:v>108.9092014121111</c:v>
                </c:pt>
                <c:pt idx="138">
                  <c:v>112.4588830239591</c:v>
                </c:pt>
                <c:pt idx="139">
                  <c:v>111.1951233293295</c:v>
                </c:pt>
                <c:pt idx="140">
                  <c:v>112.0546899540282</c:v>
                </c:pt>
                <c:pt idx="141">
                  <c:v>112.1279026426198</c:v>
                </c:pt>
                <c:pt idx="142">
                  <c:v>110.2047793734973</c:v>
                </c:pt>
                <c:pt idx="143">
                  <c:v>109.7865687872475</c:v>
                </c:pt>
                <c:pt idx="144">
                  <c:v>109.0591753478543</c:v>
                </c:pt>
                <c:pt idx="145">
                  <c:v>109.1357536183819</c:v>
                </c:pt>
                <c:pt idx="146">
                  <c:v>111.7665897348814</c:v>
                </c:pt>
                <c:pt idx="147">
                  <c:v>111.2184580162921</c:v>
                </c:pt>
                <c:pt idx="148">
                  <c:v>109.2950486016859</c:v>
                </c:pt>
                <c:pt idx="149">
                  <c:v>110.100366054329</c:v>
                </c:pt>
                <c:pt idx="150">
                  <c:v>110.8762552925144</c:v>
                </c:pt>
                <c:pt idx="151">
                  <c:v>108.4660836691473</c:v>
                </c:pt>
                <c:pt idx="152">
                  <c:v>110.8768467257539</c:v>
                </c:pt>
                <c:pt idx="153">
                  <c:v>111.3613759535573</c:v>
                </c:pt>
                <c:pt idx="154">
                  <c:v>111.118024860432</c:v>
                </c:pt>
                <c:pt idx="155">
                  <c:v>111.5875061636934</c:v>
                </c:pt>
                <c:pt idx="156">
                  <c:v>110.9625303757637</c:v>
                </c:pt>
                <c:pt idx="157">
                  <c:v>109.1403667904805</c:v>
                </c:pt>
                <c:pt idx="158">
                  <c:v>107.0751482741629</c:v>
                </c:pt>
                <c:pt idx="159">
                  <c:v>106.223197366171</c:v>
                </c:pt>
                <c:pt idx="160">
                  <c:v>103.2120143886919</c:v>
                </c:pt>
                <c:pt idx="161">
                  <c:v>102.4764256500489</c:v>
                </c:pt>
                <c:pt idx="162">
                  <c:v>101.1849403480903</c:v>
                </c:pt>
                <c:pt idx="163">
                  <c:v>100.5526793496192</c:v>
                </c:pt>
                <c:pt idx="164">
                  <c:v>99.86777545399976</c:v>
                </c:pt>
                <c:pt idx="165">
                  <c:v>98.91007560486422</c:v>
                </c:pt>
                <c:pt idx="166">
                  <c:v>99.84083606085005</c:v>
                </c:pt>
                <c:pt idx="167">
                  <c:v>99.47488863746817</c:v>
                </c:pt>
                <c:pt idx="168">
                  <c:v>102.4860296574645</c:v>
                </c:pt>
                <c:pt idx="169">
                  <c:v>102.7243436448832</c:v>
                </c:pt>
                <c:pt idx="170">
                  <c:v>105.7273829648852</c:v>
                </c:pt>
                <c:pt idx="171">
                  <c:v>105.8930926673588</c:v>
                </c:pt>
                <c:pt idx="172">
                  <c:v>106.8066073377917</c:v>
                </c:pt>
                <c:pt idx="173">
                  <c:v>107.8507030819637</c:v>
                </c:pt>
                <c:pt idx="174">
                  <c:v>109.6257087981036</c:v>
                </c:pt>
                <c:pt idx="175">
                  <c:v>111.1392854963634</c:v>
                </c:pt>
                <c:pt idx="176">
                  <c:v>115.9142420706596</c:v>
                </c:pt>
                <c:pt idx="177">
                  <c:v>116.262495149575</c:v>
                </c:pt>
                <c:pt idx="178">
                  <c:v>116.3202198197784</c:v>
                </c:pt>
                <c:pt idx="179">
                  <c:v>116.3202198197784</c:v>
                </c:pt>
                <c:pt idx="180">
                  <c:v>117.6448328646976</c:v>
                </c:pt>
                <c:pt idx="181">
                  <c:v>116.0666653824204</c:v>
                </c:pt>
                <c:pt idx="182">
                  <c:v>118.7692102688953</c:v>
                </c:pt>
                <c:pt idx="183">
                  <c:v>117.0077179182111</c:v>
                </c:pt>
                <c:pt idx="184">
                  <c:v>116.3960378985231</c:v>
                </c:pt>
                <c:pt idx="185">
                  <c:v>117.2343364858064</c:v>
                </c:pt>
              </c:numCache>
            </c:numRef>
          </c:val>
        </c:ser>
        <c:ser>
          <c:idx val="1"/>
          <c:order val="1"/>
          <c:tx>
            <c:v>Ibovespa</c:v>
          </c:tx>
          <c:spPr>
            <a:ln w="19050">
              <a:solidFill>
                <a:srgbClr val="8EB3DF"/>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99.63588601844639</c:v>
                </c:pt>
                <c:pt idx="4">
                  <c:v>100.4619942843266</c:v>
                </c:pt>
                <c:pt idx="5">
                  <c:v>101.5754874604788</c:v>
                </c:pt>
                <c:pt idx="6">
                  <c:v>100.5274588353156</c:v>
                </c:pt>
                <c:pt idx="7">
                  <c:v>101.1240377601615</c:v>
                </c:pt>
                <c:pt idx="8">
                  <c:v>101.3932877237148</c:v>
                </c:pt>
                <c:pt idx="9">
                  <c:v>101.2567729091949</c:v>
                </c:pt>
                <c:pt idx="10">
                  <c:v>100.5260996452638</c:v>
                </c:pt>
                <c:pt idx="11">
                  <c:v>102.4953301891564</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112.560734538577</c:v>
                </c:pt>
                <c:pt idx="24">
                  <c:v>113.4479318806219</c:v>
                </c:pt>
                <c:pt idx="25">
                  <c:v>115.2359991477444</c:v>
                </c:pt>
                <c:pt idx="26">
                  <c:v>112.7744376940764</c:v>
                </c:pt>
                <c:pt idx="27">
                  <c:v>113.0344960573248</c:v>
                </c:pt>
                <c:pt idx="28">
                  <c:v>113.5449867392081</c:v>
                </c:pt>
                <c:pt idx="29">
                  <c:v>115.5877252601499</c:v>
                </c:pt>
                <c:pt idx="30">
                  <c:v>115.3941989396207</c:v>
                </c:pt>
                <c:pt idx="31">
                  <c:v>117.7338615265864</c:v>
                </c:pt>
                <c:pt idx="32">
                  <c:v>116.5343607899861</c:v>
                </c:pt>
                <c:pt idx="33">
                  <c:v>115.7262198994485</c:v>
                </c:pt>
                <c:pt idx="34">
                  <c:v>115.7262198994485</c:v>
                </c:pt>
                <c:pt idx="35">
                  <c:v>115.7262198994485</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c:v>
                </c:pt>
                <c:pt idx="58">
                  <c:v>109.3678791862511</c:v>
                </c:pt>
                <c:pt idx="59">
                  <c:v>112.9132736824747</c:v>
                </c:pt>
                <c:pt idx="60">
                  <c:v>113.271510253165</c:v>
                </c:pt>
                <c:pt idx="61">
                  <c:v>115.0807473708206</c:v>
                </c:pt>
                <c:pt idx="62">
                  <c:v>113.4102407336598</c:v>
                </c:pt>
                <c:pt idx="63">
                  <c:v>112.680430151999</c:v>
                </c:pt>
                <c:pt idx="64">
                  <c:v>113.2746506648829</c:v>
                </c:pt>
                <c:pt idx="65">
                  <c:v>116.3453278648794</c:v>
                </c:pt>
                <c:pt idx="66">
                  <c:v>116.650102960198</c:v>
                </c:pt>
                <c:pt idx="67">
                  <c:v>116.711614067977</c:v>
                </c:pt>
                <c:pt idx="68">
                  <c:v>116.711614067977</c:v>
                </c:pt>
                <c:pt idx="69">
                  <c:v>116.7798528561951</c:v>
                </c:pt>
                <c:pt idx="70">
                  <c:v>116.8400171866168</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121.7263674863866</c:v>
                </c:pt>
                <c:pt idx="80">
                  <c:v>121.7263674863866</c:v>
                </c:pt>
                <c:pt idx="81">
                  <c:v>119.7135870037102</c:v>
                </c:pt>
                <c:pt idx="82">
                  <c:v>118.7760996297479</c:v>
                </c:pt>
                <c:pt idx="83">
                  <c:v>118.3829833874082</c:v>
                </c:pt>
                <c:pt idx="84">
                  <c:v>117.6591805499035</c:v>
                </c:pt>
                <c:pt idx="85">
                  <c:v>117.0633091486462</c:v>
                </c:pt>
                <c:pt idx="86">
                  <c:v>114.6625264537795</c:v>
                </c:pt>
                <c:pt idx="87">
                  <c:v>116.2558323372663</c:v>
                </c:pt>
                <c:pt idx="88">
                  <c:v>116.2558323372663</c:v>
                </c:pt>
                <c:pt idx="89">
                  <c:v>115.1898797811915</c:v>
                </c:pt>
                <c:pt idx="90">
                  <c:v>115.9059060655687</c:v>
                </c:pt>
                <c:pt idx="91">
                  <c:v>116.4874656300246</c:v>
                </c:pt>
                <c:pt idx="92">
                  <c:v>113.7116147506752</c:v>
                </c:pt>
                <c:pt idx="93">
                  <c:v>114.2639982766215</c:v>
                </c:pt>
                <c:pt idx="94">
                  <c:v>112.8989618456733</c:v>
                </c:pt>
                <c:pt idx="95">
                  <c:v>111.9267127206597</c:v>
                </c:pt>
                <c:pt idx="96">
                  <c:v>109.9133488413401</c:v>
                </c:pt>
                <c:pt idx="97">
                  <c:v>110.7000468020648</c:v>
                </c:pt>
                <c:pt idx="98">
                  <c:v>110.0285014085615</c:v>
                </c:pt>
                <c:pt idx="99">
                  <c:v>109.8373397063417</c:v>
                </c:pt>
                <c:pt idx="100">
                  <c:v>108.1635126733921</c:v>
                </c:pt>
                <c:pt idx="101">
                  <c:v>110.0731250454227</c:v>
                </c:pt>
                <c:pt idx="102">
                  <c:v>110.2556723376337</c:v>
                </c:pt>
                <c:pt idx="103">
                  <c:v>109.3618031722751</c:v>
                </c:pt>
                <c:pt idx="104">
                  <c:v>110.3586108134306</c:v>
                </c:pt>
                <c:pt idx="105">
                  <c:v>109.5972844003399</c:v>
                </c:pt>
                <c:pt idx="106">
                  <c:v>109.0730590719512</c:v>
                </c:pt>
                <c:pt idx="107">
                  <c:v>108.6504316483494</c:v>
                </c:pt>
                <c:pt idx="108">
                  <c:v>107.8585513876555</c:v>
                </c:pt>
                <c:pt idx="109">
                  <c:v>106.8717235529079</c:v>
                </c:pt>
                <c:pt idx="110">
                  <c:v>108.1131047208767</c:v>
                </c:pt>
                <c:pt idx="111">
                  <c:v>105.7131040257658</c:v>
                </c:pt>
                <c:pt idx="112">
                  <c:v>105.7131040257658</c:v>
                </c:pt>
                <c:pt idx="113">
                  <c:v>104.899135375143</c:v>
                </c:pt>
                <c:pt idx="114">
                  <c:v>104.6816649668516</c:v>
                </c:pt>
                <c:pt idx="115">
                  <c:v>105.3919379673108</c:v>
                </c:pt>
                <c:pt idx="116">
                  <c:v>104.6509683732612</c:v>
                </c:pt>
                <c:pt idx="117">
                  <c:v>106.4371427044667</c:v>
                </c:pt>
                <c:pt idx="118">
                  <c:v>106.2108716957485</c:v>
                </c:pt>
                <c:pt idx="119">
                  <c:v>105.7655476601853</c:v>
                </c:pt>
                <c:pt idx="120">
                  <c:v>105.2897318404917</c:v>
                </c:pt>
                <c:pt idx="121">
                  <c:v>104.5483588338695</c:v>
                </c:pt>
                <c:pt idx="122">
                  <c:v>104.4388912807462</c:v>
                </c:pt>
                <c:pt idx="123">
                  <c:v>104.4736840635339</c:v>
                </c:pt>
                <c:pt idx="124">
                  <c:v>105.7377742561584</c:v>
                </c:pt>
                <c:pt idx="125">
                  <c:v>106.2892020046254</c:v>
                </c:pt>
                <c:pt idx="126">
                  <c:v>105.8223543567348</c:v>
                </c:pt>
                <c:pt idx="127">
                  <c:v>106.7430907994191</c:v>
                </c:pt>
                <c:pt idx="128">
                  <c:v>107.5529818798865</c:v>
                </c:pt>
                <c:pt idx="129">
                  <c:v>107.4972550877618</c:v>
                </c:pt>
                <c:pt idx="130">
                  <c:v>106.7641427293542</c:v>
                </c:pt>
                <c:pt idx="131">
                  <c:v>106.5559135721457</c:v>
                </c:pt>
                <c:pt idx="132">
                  <c:v>107.237997343311</c:v>
                </c:pt>
                <c:pt idx="133">
                  <c:v>108.0340544757166</c:v>
                </c:pt>
                <c:pt idx="134">
                  <c:v>107.0269567107899</c:v>
                </c:pt>
                <c:pt idx="135">
                  <c:v>106.7620077458938</c:v>
                </c:pt>
                <c:pt idx="136">
                  <c:v>105.9134573282904</c:v>
                </c:pt>
                <c:pt idx="137">
                  <c:v>107.2097584632389</c:v>
                </c:pt>
                <c:pt idx="138">
                  <c:v>110.390045962346</c:v>
                </c:pt>
                <c:pt idx="139">
                  <c:v>109.0697759142462</c:v>
                </c:pt>
                <c:pt idx="140">
                  <c:v>109.6296008505675</c:v>
                </c:pt>
                <c:pt idx="141">
                  <c:v>109.238476845701</c:v>
                </c:pt>
                <c:pt idx="142">
                  <c:v>107.8819989676362</c:v>
                </c:pt>
                <c:pt idx="143">
                  <c:v>107.8129905923567</c:v>
                </c:pt>
                <c:pt idx="144">
                  <c:v>107.6002804524204</c:v>
                </c:pt>
                <c:pt idx="145">
                  <c:v>107.5719174454029</c:v>
                </c:pt>
                <c:pt idx="146">
                  <c:v>110.1921876114233</c:v>
                </c:pt>
                <c:pt idx="147">
                  <c:v>109.6808156282279</c:v>
                </c:pt>
                <c:pt idx="148">
                  <c:v>108.016478100252</c:v>
                </c:pt>
                <c:pt idx="149">
                  <c:v>108.8186546910645</c:v>
                </c:pt>
                <c:pt idx="150">
                  <c:v>109.5822153891718</c:v>
                </c:pt>
                <c:pt idx="151">
                  <c:v>107.9192804956786</c:v>
                </c:pt>
                <c:pt idx="152">
                  <c:v>109.950940686746</c:v>
                </c:pt>
                <c:pt idx="153">
                  <c:v>110.4723607461693</c:v>
                </c:pt>
                <c:pt idx="154">
                  <c:v>110.4731303332306</c:v>
                </c:pt>
                <c:pt idx="155">
                  <c:v>110.4077961155341</c:v>
                </c:pt>
                <c:pt idx="156">
                  <c:v>110.3030329736403</c:v>
                </c:pt>
                <c:pt idx="157">
                  <c:v>108.9501671896859</c:v>
                </c:pt>
                <c:pt idx="158">
                  <c:v>107.0678193012063</c:v>
                </c:pt>
                <c:pt idx="159">
                  <c:v>106.8608438261461</c:v>
                </c:pt>
                <c:pt idx="160">
                  <c:v>104.1888313429474</c:v>
                </c:pt>
                <c:pt idx="161">
                  <c:v>103.9507744807661</c:v>
                </c:pt>
                <c:pt idx="162">
                  <c:v>103.7086524611239</c:v>
                </c:pt>
                <c:pt idx="163">
                  <c:v>103.6051616204202</c:v>
                </c:pt>
                <c:pt idx="164">
                  <c:v>103.5116754115134</c:v>
                </c:pt>
                <c:pt idx="165">
                  <c:v>103.2331904032245</c:v>
                </c:pt>
                <c:pt idx="166">
                  <c:v>104.1612937801167</c:v>
                </c:pt>
                <c:pt idx="167">
                  <c:v>104.2214208724548</c:v>
                </c:pt>
                <c:pt idx="168">
                  <c:v>106.1482310327666</c:v>
                </c:pt>
                <c:pt idx="169">
                  <c:v>106.6912802124209</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114.9087508689662</c:v>
                </c:pt>
                <c:pt idx="179">
                  <c:v>114.9087508689662</c:v>
                </c:pt>
                <c:pt idx="180">
                  <c:v>116.2863675658278</c:v>
                </c:pt>
                <c:pt idx="181">
                  <c:v>115.2078285374923</c:v>
                </c:pt>
                <c:pt idx="182">
                  <c:v>116.8460249307729</c:v>
                </c:pt>
                <c:pt idx="183">
                  <c:v>116.1870970412667</c:v>
                </c:pt>
                <c:pt idx="184">
                  <c:v>115.128287990898</c:v>
                </c:pt>
                <c:pt idx="185">
                  <c:v>115.7500150348763</c:v>
                </c:pt>
              </c:numCache>
            </c:numRef>
          </c:val>
        </c:ser>
        <c:marker val="1"/>
        <c:axId val="50010001"/>
        <c:axId val="50010002"/>
      </c:lineChart>
      <c:dateAx>
        <c:axId val="50010001"/>
        <c:scaling>
          <c:orientation val="minMax"/>
          <c:max val="46280.0"/>
          <c:min val="46023.0"/>
        </c:scaling>
        <c:delete val="0"/>
        <c:axPos val="b"/>
        <c:numFmt formatCode="[$-409]mmm\-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months"/>
      </c:dateAx>
      <c:valAx>
        <c:axId val="50010002"/>
        <c:scaling>
          <c:orientation val="minMax"/>
          <c:min val="8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Forward P/E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dLbl>
              <c:idx val="185"/>
              <c:delete val="1"/>
            </c:dLbl>
            <c:dLbl>
              <c:idx val="186"/>
              <c:delete val="1"/>
            </c:dLbl>
            <c:dLbl>
              <c:idx val="187"/>
              <c:delete val="1"/>
            </c:dLbl>
            <c:dLbl>
              <c:idx val="188"/>
              <c:delete val="1"/>
            </c:dLbl>
            <c:dLbl>
              <c:idx val="189"/>
              <c:delete val="1"/>
            </c:dLbl>
            <c:dLbl>
              <c:idx val="190"/>
              <c:delete val="1"/>
            </c:dLbl>
            <c:dLbl>
              <c:idx val="191"/>
              <c:delete val="1"/>
            </c:dLbl>
            <c:dLbl>
              <c:idx val="192"/>
              <c:delete val="1"/>
            </c:dLbl>
            <c:dLbl>
              <c:idx val="193"/>
              <c:delete val="1"/>
            </c:dLbl>
            <c:dLbl>
              <c:idx val="194"/>
              <c:delete val="1"/>
            </c:dLbl>
            <c:dLbl>
              <c:idx val="195"/>
              <c:delete val="1"/>
            </c:dLbl>
            <c:dLbl>
              <c:idx val="196"/>
              <c:delete val="1"/>
            </c:dLbl>
            <c:dLbl>
              <c:idx val="197"/>
              <c:delete val="1"/>
            </c:dLbl>
            <c:dLbl>
              <c:idx val="198"/>
              <c:delete val="1"/>
            </c:dLbl>
            <c:dLbl>
              <c:idx val="199"/>
              <c:delete val="1"/>
            </c:dLbl>
            <c:dLbl>
              <c:idx val="200"/>
              <c:delete val="1"/>
            </c:dLbl>
            <c:dLbl>
              <c:idx val="201"/>
              <c:delete val="1"/>
            </c:dLbl>
            <c:dLbl>
              <c:idx val="202"/>
              <c:delete val="1"/>
            </c:dLbl>
            <c:dLbl>
              <c:idx val="203"/>
              <c:delete val="1"/>
            </c:dLbl>
            <c:dLbl>
              <c:idx val="204"/>
              <c:delete val="1"/>
            </c:dLbl>
            <c:dLbl>
              <c:idx val="205"/>
              <c:delete val="1"/>
            </c:dLbl>
            <c:dLbl>
              <c:idx val="206"/>
              <c:delete val="1"/>
            </c:dLbl>
            <c:dLbl>
              <c:idx val="207"/>
              <c:delete val="1"/>
            </c:dLbl>
            <c:dLbl>
              <c:idx val="208"/>
              <c:delete val="1"/>
            </c:dLbl>
            <c:dLbl>
              <c:idx val="209"/>
              <c:delete val="1"/>
            </c:dLbl>
            <c:dLbl>
              <c:idx val="210"/>
              <c:delete val="1"/>
            </c:dLbl>
            <c:dLbl>
              <c:idx val="211"/>
              <c:delete val="1"/>
            </c:dLbl>
            <c:dLbl>
              <c:idx val="212"/>
              <c:delete val="1"/>
            </c:dLbl>
            <c:dLbl>
              <c:idx val="213"/>
              <c:delete val="1"/>
            </c:dLbl>
            <c:dLbl>
              <c:idx val="214"/>
              <c:delete val="1"/>
            </c:dLbl>
            <c:dLbl>
              <c:idx val="215"/>
              <c:delete val="1"/>
            </c:dLbl>
            <c:dLbl>
              <c:idx val="216"/>
              <c:delete val="1"/>
            </c:dLbl>
            <c:dLbl>
              <c:idx val="217"/>
              <c:delete val="1"/>
            </c:dLbl>
            <c:dLbl>
              <c:idx val="218"/>
              <c:delete val="1"/>
            </c:dLbl>
            <c:dLbl>
              <c:idx val="219"/>
              <c:delete val="1"/>
            </c:dLbl>
            <c:dLbl>
              <c:idx val="220"/>
              <c:delete val="1"/>
            </c:dLbl>
            <c:dLbl>
              <c:idx val="221"/>
              <c:delete val="1"/>
            </c:dLbl>
            <c:dLbl>
              <c:idx val="222"/>
              <c:delete val="1"/>
            </c:dLbl>
            <c:dLbl>
              <c:idx val="223"/>
              <c:delete val="1"/>
            </c:dLbl>
            <c:dLbl>
              <c:idx val="224"/>
              <c:delete val="1"/>
            </c:dLbl>
            <c:dLbl>
              <c:idx val="225"/>
              <c:delete val="1"/>
            </c:dLbl>
            <c:dLbl>
              <c:idx val="226"/>
              <c:delete val="1"/>
            </c:dLbl>
            <c:dLbl>
              <c:idx val="227"/>
              <c:delete val="1"/>
            </c:dLbl>
            <c:dLbl>
              <c:idx val="228"/>
              <c:delete val="1"/>
            </c:dLbl>
            <c:dLbl>
              <c:idx val="229"/>
              <c:delete val="1"/>
            </c:dLbl>
            <c:dLbl>
              <c:idx val="230"/>
              <c:delete val="1"/>
            </c:dLbl>
            <c:dLbl>
              <c:idx val="231"/>
              <c:delete val="1"/>
            </c:dLbl>
            <c:dLbl>
              <c:idx val="232"/>
              <c:delete val="1"/>
            </c:dLbl>
            <c:dLbl>
              <c:idx val="233"/>
              <c:delete val="1"/>
            </c:dLbl>
            <c:dLbl>
              <c:idx val="234"/>
              <c:delete val="1"/>
            </c:dLbl>
            <c:dLbl>
              <c:idx val="235"/>
              <c:delete val="1"/>
            </c:dLbl>
            <c:dLbl>
              <c:idx val="236"/>
              <c:delete val="1"/>
            </c:dLbl>
            <c:dLbl>
              <c:idx val="237"/>
              <c:delete val="1"/>
            </c:dLbl>
            <c:dLbl>
              <c:idx val="238"/>
              <c:delete val="1"/>
            </c:dLbl>
            <c:dLbl>
              <c:idx val="239"/>
              <c:delete val="1"/>
            </c:dLbl>
            <c:dLbl>
              <c:idx val="240"/>
              <c:delete val="1"/>
            </c:dLbl>
            <c:dLbl>
              <c:idx val="241"/>
              <c:delete val="1"/>
            </c:dLbl>
            <c:dLbl>
              <c:idx val="242"/>
              <c:delete val="1"/>
            </c:dLbl>
            <c:dLbl>
              <c:idx val="243"/>
              <c:delete val="1"/>
            </c:dLbl>
            <c:dLbl>
              <c:idx val="244"/>
              <c:delete val="1"/>
            </c:dLbl>
            <c:dLbl>
              <c:idx val="245"/>
              <c:delete val="1"/>
            </c:dLbl>
            <c:dLbl>
              <c:idx val="246"/>
              <c:delete val="1"/>
            </c:dLbl>
            <c:dLbl>
              <c:idx val="247"/>
              <c:delete val="1"/>
            </c:dLbl>
            <c:dLbl>
              <c:idx val="248"/>
              <c:delete val="1"/>
            </c:dLbl>
            <c:dLbl>
              <c:idx val="249"/>
              <c:delete val="1"/>
            </c:dLbl>
            <c:dLbl>
              <c:idx val="250"/>
              <c:delete val="1"/>
            </c:dLbl>
            <c:dLbl>
              <c:idx val="251"/>
              <c:delete val="1"/>
            </c:dLbl>
            <c:dLbl>
              <c:idx val="252"/>
              <c:delete val="1"/>
            </c:dLbl>
            <c:dLbl>
              <c:idx val="253"/>
              <c:delete val="1"/>
            </c:dLbl>
            <c:dLbl>
              <c:idx val="254"/>
              <c:delete val="1"/>
            </c:dLbl>
            <c:dLbl>
              <c:idx val="255"/>
              <c:delete val="1"/>
            </c:dLbl>
            <c:dLbl>
              <c:idx val="256"/>
              <c:delete val="1"/>
            </c:dLbl>
            <c:dLbl>
              <c:idx val="257"/>
              <c:delete val="1"/>
            </c:dLbl>
            <c:dLbl>
              <c:idx val="258"/>
              <c:delete val="1"/>
            </c:dLbl>
            <c:dLbl>
              <c:idx val="259"/>
              <c:delete val="1"/>
            </c:dLbl>
            <c:dLbl>
              <c:idx val="260"/>
              <c:delete val="1"/>
            </c:dLbl>
            <c:dLbl>
              <c:idx val="261"/>
              <c:delete val="1"/>
            </c:dLbl>
            <c:dLbl>
              <c:idx val="262"/>
              <c:delete val="1"/>
            </c:dLbl>
            <c:dLbl>
              <c:idx val="263"/>
              <c:delete val="1"/>
            </c:dLbl>
            <c:dLbl>
              <c:idx val="264"/>
              <c:delete val="1"/>
            </c:dLbl>
            <c:dLbl>
              <c:idx val="265"/>
              <c:delete val="1"/>
            </c:dLbl>
            <c:dLbl>
              <c:idx val="266"/>
              <c:delete val="1"/>
            </c:dLbl>
            <c:dLbl>
              <c:idx val="267"/>
              <c:delete val="1"/>
            </c:dLbl>
            <c:dLbl>
              <c:idx val="268"/>
              <c:delete val="1"/>
            </c:dLbl>
            <c:dLbl>
              <c:idx val="269"/>
              <c:delete val="1"/>
            </c:dLbl>
            <c:dLbl>
              <c:idx val="270"/>
              <c:delete val="1"/>
            </c:dLbl>
            <c:dLbl>
              <c:idx val="271"/>
              <c:delete val="1"/>
            </c:dLbl>
            <c:dLbl>
              <c:idx val="272"/>
              <c:delete val="1"/>
            </c:dLbl>
            <c:dLbl>
              <c:idx val="273"/>
              <c:delete val="1"/>
            </c:dLbl>
            <c:dLbl>
              <c:idx val="274"/>
              <c:delete val="1"/>
            </c:dLbl>
            <c:dLbl>
              <c:idx val="275"/>
              <c:delete val="1"/>
            </c:dLbl>
            <c:dLbl>
              <c:idx val="276"/>
              <c:delete val="1"/>
            </c:dLbl>
            <c:dLbl>
              <c:idx val="277"/>
              <c:delete val="1"/>
            </c:dLbl>
            <c:dLbl>
              <c:idx val="278"/>
              <c:delete val="1"/>
            </c:dLbl>
            <c:dLbl>
              <c:idx val="279"/>
              <c:delete val="1"/>
            </c:dLbl>
            <c:dLbl>
              <c:idx val="280"/>
              <c:delete val="1"/>
            </c:dLbl>
            <c:dLbl>
              <c:idx val="281"/>
              <c:delete val="1"/>
            </c:dLbl>
            <c:dLbl>
              <c:idx val="282"/>
              <c:delete val="1"/>
            </c:dLbl>
            <c:dLbl>
              <c:idx val="283"/>
              <c:delete val="1"/>
            </c:dLbl>
            <c:dLbl>
              <c:idx val="284"/>
              <c:delete val="1"/>
            </c:dLbl>
            <c:dLbl>
              <c:idx val="285"/>
              <c:delete val="1"/>
            </c:dLbl>
            <c:dLbl>
              <c:idx val="286"/>
              <c:delete val="1"/>
            </c:dLbl>
            <c:dLbl>
              <c:idx val="287"/>
              <c:delete val="1"/>
            </c:dLbl>
            <c:dLbl>
              <c:idx val="288"/>
              <c:delete val="1"/>
            </c:dLbl>
            <c:dLbl>
              <c:idx val="289"/>
              <c:delete val="1"/>
            </c:dLbl>
            <c:dLbl>
              <c:idx val="290"/>
              <c:delete val="1"/>
            </c:dLbl>
            <c:dLbl>
              <c:idx val="291"/>
              <c:delete val="1"/>
            </c:dLbl>
            <c:dLbl>
              <c:idx val="292"/>
              <c:delete val="1"/>
            </c:dLbl>
            <c:dLbl>
              <c:idx val="293"/>
              <c:delete val="1"/>
            </c:dLbl>
            <c:dLbl>
              <c:idx val="294"/>
              <c:delete val="1"/>
            </c:dLbl>
            <c:dLbl>
              <c:idx val="295"/>
              <c:delete val="1"/>
            </c:dLbl>
            <c:dLbl>
              <c:idx val="296"/>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Sheet1!$B$2:$B$299</c:f>
              <c:numCache>
                <c:formatCode>General</c:formatCode>
                <c:ptCount val="298"/>
                <c:pt idx="0">
                  <c:v>11.66858541158822</c:v>
                </c:pt>
                <c:pt idx="1">
                  <c:v>10.29820578542658</c:v>
                </c:pt>
                <c:pt idx="2">
                  <c:v>9.847642246864208</c:v>
                </c:pt>
                <c:pt idx="3">
                  <c:v>9.652168535262206</c:v>
                </c:pt>
                <c:pt idx="4">
                  <c:v>10.44803168316832</c:v>
                </c:pt>
                <c:pt idx="5">
                  <c:v>9.968673794916739</c:v>
                </c:pt>
                <c:pt idx="6">
                  <c:v>9.293787791191972</c:v>
                </c:pt>
                <c:pt idx="7">
                  <c:v>8.376046920821114</c:v>
                </c:pt>
                <c:pt idx="8">
                  <c:v>8.493925233644861</c:v>
                </c:pt>
                <c:pt idx="9">
                  <c:v>8.571883361921097</c:v>
                </c:pt>
                <c:pt idx="10">
                  <c:v>9.483135196805476</c:v>
                </c:pt>
                <c:pt idx="11">
                  <c:v>9.008859579306424</c:v>
                </c:pt>
                <c:pt idx="12">
                  <c:v>9.010713881019829</c:v>
                </c:pt>
                <c:pt idx="13">
                  <c:v>9.429962648556877</c:v>
                </c:pt>
                <c:pt idx="14">
                  <c:v>9.422323346523459</c:v>
                </c:pt>
                <c:pt idx="15">
                  <c:v>9.335891647855529</c:v>
                </c:pt>
                <c:pt idx="16">
                  <c:v>9.213787895613548</c:v>
                </c:pt>
                <c:pt idx="17">
                  <c:v>8.872791916985255</c:v>
                </c:pt>
                <c:pt idx="18">
                  <c:v>8.928228882833787</c:v>
                </c:pt>
                <c:pt idx="19">
                  <c:v>8.76609461663948</c:v>
                </c:pt>
                <c:pt idx="20">
                  <c:v>7.759216216216216</c:v>
                </c:pt>
                <c:pt idx="21">
                  <c:v>7.571360360360361</c:v>
                </c:pt>
                <c:pt idx="22">
                  <c:v>7.762215885947048</c:v>
                </c:pt>
                <c:pt idx="23">
                  <c:v>8.101280788177339</c:v>
                </c:pt>
                <c:pt idx="24">
                  <c:v>8.025339901477832</c:v>
                </c:pt>
                <c:pt idx="25">
                  <c:v>7.742234844347351</c:v>
                </c:pt>
                <c:pt idx="26">
                  <c:v>7.484489929232445</c:v>
                </c:pt>
                <c:pt idx="27">
                  <c:v>7.8051444082519</c:v>
                </c:pt>
                <c:pt idx="28">
                  <c:v>7.506440714672443</c:v>
                </c:pt>
                <c:pt idx="29">
                  <c:v>7.443551705468328</c:v>
                </c:pt>
                <c:pt idx="30">
                  <c:v>7.470985365853657</c:v>
                </c:pt>
                <c:pt idx="31">
                  <c:v>7.09032879695155</c:v>
                </c:pt>
                <c:pt idx="32">
                  <c:v>7.733646481178394</c:v>
                </c:pt>
                <c:pt idx="33">
                  <c:v>8.203682467161622</c:v>
                </c:pt>
                <c:pt idx="34">
                  <c:v>7.896362700228834</c:v>
                </c:pt>
                <c:pt idx="35">
                  <c:v>7.556628440366973</c:v>
                </c:pt>
                <c:pt idx="36">
                  <c:v>7.905040462427745</c:v>
                </c:pt>
                <c:pt idx="37">
                  <c:v>8.535853573503777</c:v>
                </c:pt>
                <c:pt idx="38">
                  <c:v>8.616885150812065</c:v>
                </c:pt>
                <c:pt idx="39">
                  <c:v>8.518212173913042</c:v>
                </c:pt>
                <c:pt idx="40">
                  <c:v>8.755300578034682</c:v>
                </c:pt>
                <c:pt idx="41">
                  <c:v>7.982659746251442</c:v>
                </c:pt>
                <c:pt idx="42">
                  <c:v>7.855995397008055</c:v>
                </c:pt>
                <c:pt idx="43">
                  <c:v>8.052812858783009</c:v>
                </c:pt>
                <c:pt idx="44">
                  <c:v>8.012545246277204</c:v>
                </c:pt>
                <c:pt idx="45">
                  <c:v>7.748854368932039</c:v>
                </c:pt>
                <c:pt idx="46">
                  <c:v>7.560319634703196</c:v>
                </c:pt>
                <c:pt idx="47">
                  <c:v>8.264006849315068</c:v>
                </c:pt>
                <c:pt idx="48">
                  <c:v>8.609942561746122</c:v>
                </c:pt>
                <c:pt idx="49">
                  <c:v>8.919037974683544</c:v>
                </c:pt>
                <c:pt idx="50">
                  <c:v>8.904050603795284</c:v>
                </c:pt>
                <c:pt idx="51">
                  <c:v>8.950532721010333</c:v>
                </c:pt>
                <c:pt idx="52">
                  <c:v>7.788697621744054</c:v>
                </c:pt>
                <c:pt idx="53">
                  <c:v>7.71092865232163</c:v>
                </c:pt>
                <c:pt idx="54">
                  <c:v>8.151663747810858</c:v>
                </c:pt>
                <c:pt idx="55">
                  <c:v>8.345079552150853</c:v>
                </c:pt>
                <c:pt idx="56">
                  <c:v>8.199086623453152</c:v>
                </c:pt>
                <c:pt idx="57">
                  <c:v>8.224522352941177</c:v>
                </c:pt>
                <c:pt idx="58">
                  <c:v>8.616297122724603</c:v>
                </c:pt>
                <c:pt idx="59">
                  <c:v>9.394078408425978</c:v>
                </c:pt>
                <c:pt idx="60">
                  <c:v>9.592163265306123</c:v>
                </c:pt>
                <c:pt idx="61">
                  <c:v>9.425878048780488</c:v>
                </c:pt>
                <c:pt idx="62">
                  <c:v>10.13029381145171</c:v>
                </c:pt>
                <c:pt idx="63">
                  <c:v>9.777320966835301</c:v>
                </c:pt>
                <c:pt idx="64">
                  <c:v>11.15301402131239</c:v>
                </c:pt>
                <c:pt idx="65">
                  <c:v>11.19912192393736</c:v>
                </c:pt>
                <c:pt idx="66">
                  <c:v>10.83846136742635</c:v>
                </c:pt>
                <c:pt idx="67">
                  <c:v>9.960000000000001</c:v>
                </c:pt>
                <c:pt idx="68">
                  <c:v>9.548139303482587</c:v>
                </c:pt>
                <c:pt idx="69">
                  <c:v>9.449429834254143</c:v>
                </c:pt>
                <c:pt idx="70">
                  <c:v>9.698921546961325</c:v>
                </c:pt>
                <c:pt idx="71">
                  <c:v>9.80080043980209</c:v>
                </c:pt>
                <c:pt idx="72">
                  <c:v>10.04027732463295</c:v>
                </c:pt>
                <c:pt idx="73">
                  <c:v>9.679702541914548</c:v>
                </c:pt>
                <c:pt idx="74">
                  <c:v>8.950711682743837</c:v>
                </c:pt>
                <c:pt idx="75">
                  <c:v>8.544960342979635</c:v>
                </c:pt>
                <c:pt idx="76">
                  <c:v>8.697657725321889</c:v>
                </c:pt>
                <c:pt idx="77">
                  <c:v>8.962172932330827</c:v>
                </c:pt>
                <c:pt idx="78">
                  <c:v>8.891681034482756</c:v>
                </c:pt>
                <c:pt idx="79">
                  <c:v>9.112110929853182</c:v>
                </c:pt>
                <c:pt idx="80">
                  <c:v>9.202602396514161</c:v>
                </c:pt>
                <c:pt idx="81">
                  <c:v>9.447685932388223</c:v>
                </c:pt>
                <c:pt idx="82">
                  <c:v>9.832398037077425</c:v>
                </c:pt>
                <c:pt idx="83">
                  <c:v>9.276143947655397</c:v>
                </c:pt>
                <c:pt idx="84">
                  <c:v>9.859224890829694</c:v>
                </c:pt>
                <c:pt idx="85">
                  <c:v>10.09771163298744</c:v>
                </c:pt>
                <c:pt idx="86">
                  <c:v>10.49378301369863</c:v>
                </c:pt>
                <c:pt idx="87">
                  <c:v>11.5211287793953</c:v>
                </c:pt>
                <c:pt idx="88">
                  <c:v>10.28531232414181</c:v>
                </c:pt>
                <c:pt idx="89">
                  <c:v>10.19295356738392</c:v>
                </c:pt>
                <c:pt idx="90">
                  <c:v>10.94284186575654</c:v>
                </c:pt>
                <c:pt idx="91">
                  <c:v>12.67243686006826</c:v>
                </c:pt>
                <c:pt idx="92">
                  <c:v>11.96482525366404</c:v>
                </c:pt>
                <c:pt idx="93">
                  <c:v>12.712546875</c:v>
                </c:pt>
                <c:pt idx="94">
                  <c:v>12.83086777777778</c:v>
                </c:pt>
                <c:pt idx="95">
                  <c:v>12.85867555555556</c:v>
                </c:pt>
                <c:pt idx="96">
                  <c:v>12.19371904497501</c:v>
                </c:pt>
                <c:pt idx="97">
                  <c:v>11.87531929046563</c:v>
                </c:pt>
                <c:pt idx="98">
                  <c:v>12.83652202643172</c:v>
                </c:pt>
                <c:pt idx="99">
                  <c:v>12.8623231441048</c:v>
                </c:pt>
                <c:pt idx="100">
                  <c:v>11.68374838012959</c:v>
                </c:pt>
                <c:pt idx="101">
                  <c:v>11.22713839526117</c:v>
                </c:pt>
                <c:pt idx="102">
                  <c:v>12.04558845537146</c:v>
                </c:pt>
                <c:pt idx="103">
                  <c:v>11.77865108868826</c:v>
                </c:pt>
                <c:pt idx="104">
                  <c:v>11.16427358490566</c:v>
                </c:pt>
                <c:pt idx="105">
                  <c:v>11.08418390804598</c:v>
                </c:pt>
                <c:pt idx="106">
                  <c:v>10.58832399388691</c:v>
                </c:pt>
                <c:pt idx="107">
                  <c:v>10.55523209751143</c:v>
                </c:pt>
                <c:pt idx="108">
                  <c:v>10.51609929078014</c:v>
                </c:pt>
                <c:pt idx="109">
                  <c:v>10.27132867132867</c:v>
                </c:pt>
                <c:pt idx="110">
                  <c:v>10.50894488188976</c:v>
                </c:pt>
                <c:pt idx="111">
                  <c:v>10.00688932419197</c:v>
                </c:pt>
                <c:pt idx="112">
                  <c:v>9.640184719535785</c:v>
                </c:pt>
                <c:pt idx="113">
                  <c:v>9.486433108758419</c:v>
                </c:pt>
                <c:pt idx="114">
                  <c:v>9.608605074198183</c:v>
                </c:pt>
                <c:pt idx="115">
                  <c:v>8.737313333333333</c:v>
                </c:pt>
                <c:pt idx="116">
                  <c:v>9.31644212523719</c:v>
                </c:pt>
                <c:pt idx="117">
                  <c:v>9.219748225272125</c:v>
                </c:pt>
                <c:pt idx="118">
                  <c:v>9.086548630783758</c:v>
                </c:pt>
                <c:pt idx="119">
                  <c:v>8.898138875767597</c:v>
                </c:pt>
                <c:pt idx="120">
                  <c:v>8.453518186112422</c:v>
                </c:pt>
                <c:pt idx="121">
                  <c:v>8.59329468599034</c:v>
                </c:pt>
                <c:pt idx="122">
                  <c:v>9.740713043478262</c:v>
                </c:pt>
                <c:pt idx="123">
                  <c:v>9.544134040501447</c:v>
                </c:pt>
                <c:pt idx="124">
                  <c:v>9.935908045977012</c:v>
                </c:pt>
                <c:pt idx="125">
                  <c:v>9.789036121673002</c:v>
                </c:pt>
                <c:pt idx="126">
                  <c:v>9.993371807000948</c:v>
                </c:pt>
                <c:pt idx="127">
                  <c:v>9.815483050847458</c:v>
                </c:pt>
                <c:pt idx="128">
                  <c:v>10.1307366447985</c:v>
                </c:pt>
                <c:pt idx="129">
                  <c:v>10.23828264925373</c:v>
                </c:pt>
                <c:pt idx="130">
                  <c:v>10.05857222222222</c:v>
                </c:pt>
                <c:pt idx="131">
                  <c:v>9.736355432780845</c:v>
                </c:pt>
                <c:pt idx="132">
                  <c:v>9.839129076711069</c:v>
                </c:pt>
                <c:pt idx="133">
                  <c:v>10.04798720292505</c:v>
                </c:pt>
                <c:pt idx="134">
                  <c:v>9.396323930846222</c:v>
                </c:pt>
                <c:pt idx="135">
                  <c:v>9.868315217391304</c:v>
                </c:pt>
                <c:pt idx="136">
                  <c:v>10.46603606853021</c:v>
                </c:pt>
                <c:pt idx="137">
                  <c:v>10.23860098522167</c:v>
                </c:pt>
                <c:pt idx="138">
                  <c:v>10.09316312056738</c:v>
                </c:pt>
                <c:pt idx="139">
                  <c:v>9.837999999999999</c:v>
                </c:pt>
                <c:pt idx="140">
                  <c:v>10.20840859272249</c:v>
                </c:pt>
                <c:pt idx="141">
                  <c:v>10.43199298553266</c:v>
                </c:pt>
                <c:pt idx="142">
                  <c:v>10.4483178807947</c:v>
                </c:pt>
                <c:pt idx="143">
                  <c:v>10.3384995571302</c:v>
                </c:pt>
                <c:pt idx="144">
                  <c:v>10.52826395039858</c:v>
                </c:pt>
                <c:pt idx="145">
                  <c:v>10.17093074547861</c:v>
                </c:pt>
                <c:pt idx="146">
                  <c:v>10.14457707509881</c:v>
                </c:pt>
                <c:pt idx="147">
                  <c:v>10.26447979139505</c:v>
                </c:pt>
                <c:pt idx="148">
                  <c:v>10.27417771998266</c:v>
                </c:pt>
                <c:pt idx="149">
                  <c:v>10.82460422960725</c:v>
                </c:pt>
                <c:pt idx="150">
                  <c:v>11.40240963855422</c:v>
                </c:pt>
                <c:pt idx="151">
                  <c:v>11.30980042462845</c:v>
                </c:pt>
                <c:pt idx="152">
                  <c:v>11.08829742289818</c:v>
                </c:pt>
                <c:pt idx="153">
                  <c:v>11.59311213775724</c:v>
                </c:pt>
                <c:pt idx="154">
                  <c:v>12.17697904442582</c:v>
                </c:pt>
                <c:pt idx="155">
                  <c:v>12.02591122071517</c:v>
                </c:pt>
                <c:pt idx="156">
                  <c:v>11.47669856850716</c:v>
                </c:pt>
                <c:pt idx="157">
                  <c:v>12.17595763747454</c:v>
                </c:pt>
                <c:pt idx="158">
                  <c:v>12.00437052117264</c:v>
                </c:pt>
                <c:pt idx="159">
                  <c:v>12.16522801302932</c:v>
                </c:pt>
                <c:pt idx="160">
                  <c:v>12.43931514657981</c:v>
                </c:pt>
                <c:pt idx="161">
                  <c:v>12.57551219512195</c:v>
                </c:pt>
                <c:pt idx="162">
                  <c:v>12.8258221680877</c:v>
                </c:pt>
                <c:pt idx="163">
                  <c:v>12.47971910112359</c:v>
                </c:pt>
                <c:pt idx="164">
                  <c:v>12.35518465227818</c:v>
                </c:pt>
                <c:pt idx="165">
                  <c:v>12.40631751096929</c:v>
                </c:pt>
                <c:pt idx="166">
                  <c:v>11.82541513944223</c:v>
                </c:pt>
                <c:pt idx="167">
                  <c:v>12.39833439490446</c:v>
                </c:pt>
                <c:pt idx="168">
                  <c:v>13.01378605388273</c:v>
                </c:pt>
                <c:pt idx="169">
                  <c:v>12.86647123719464</c:v>
                </c:pt>
                <c:pt idx="170">
                  <c:v>12.3442676111767</c:v>
                </c:pt>
                <c:pt idx="171">
                  <c:v>12.73048291571754</c:v>
                </c:pt>
                <c:pt idx="172">
                  <c:v>12.52491173009023</c:v>
                </c:pt>
                <c:pt idx="173">
                  <c:v>12.28767385339083</c:v>
                </c:pt>
                <c:pt idx="174">
                  <c:v>11.92269698157585</c:v>
                </c:pt>
                <c:pt idx="175">
                  <c:v>11.77033075734158</c:v>
                </c:pt>
                <c:pt idx="176">
                  <c:v>11.33435239567233</c:v>
                </c:pt>
                <c:pt idx="177">
                  <c:v>11.12668220668221</c:v>
                </c:pt>
                <c:pt idx="178">
                  <c:v>11.19243779160186</c:v>
                </c:pt>
                <c:pt idx="179">
                  <c:v>10.87297720598518</c:v>
                </c:pt>
                <c:pt idx="180">
                  <c:v>11.21481968129718</c:v>
                </c:pt>
                <c:pt idx="181">
                  <c:v>11.32321353656831</c:v>
                </c:pt>
                <c:pt idx="182">
                  <c:v>11.73806458797328</c:v>
                </c:pt>
                <c:pt idx="183">
                  <c:v>12.46524508446414</c:v>
                </c:pt>
                <c:pt idx="184">
                  <c:v>11.56319425255596</c:v>
                </c:pt>
                <c:pt idx="185">
                  <c:v>11.69101270016565</c:v>
                </c:pt>
                <c:pt idx="186">
                  <c:v>12.01558545353982</c:v>
                </c:pt>
                <c:pt idx="187">
                  <c:v>13.21379205836958</c:v>
                </c:pt>
                <c:pt idx="188">
                  <c:v>11.5702601099056</c:v>
                </c:pt>
                <c:pt idx="189">
                  <c:v>11.59471083309639</c:v>
                </c:pt>
                <c:pt idx="190">
                  <c:v>12.211132618683</c:v>
                </c:pt>
                <c:pt idx="191">
                  <c:v>13.57203995560488</c:v>
                </c:pt>
                <c:pt idx="192">
                  <c:v>13.441</c:v>
                </c:pt>
                <c:pt idx="193">
                  <c:v>12.84721151716501</c:v>
                </c:pt>
                <c:pt idx="194">
                  <c:v>11.87120575221239</c:v>
                </c:pt>
                <c:pt idx="195">
                  <c:v>11.88631526548673</c:v>
                </c:pt>
                <c:pt idx="196">
                  <c:v>11.79894039735099</c:v>
                </c:pt>
                <c:pt idx="197">
                  <c:v>11.73250909090909</c:v>
                </c:pt>
                <c:pt idx="198">
                  <c:v>11.68131260229132</c:v>
                </c:pt>
                <c:pt idx="199">
                  <c:v>11.26851891891892</c:v>
                </c:pt>
                <c:pt idx="200">
                  <c:v>11.12118878101402</c:v>
                </c:pt>
                <c:pt idx="201">
                  <c:v>11.08876051779935</c:v>
                </c:pt>
                <c:pt idx="202">
                  <c:v>10.80088254310345</c:v>
                </c:pt>
                <c:pt idx="203">
                  <c:v>9.953298226759806</c:v>
                </c:pt>
                <c:pt idx="204">
                  <c:v>10.05430407429599</c:v>
                </c:pt>
                <c:pt idx="205">
                  <c:v>9.284546323968916</c:v>
                </c:pt>
                <c:pt idx="206">
                  <c:v>9.697161165048543</c:v>
                </c:pt>
                <c:pt idx="207">
                  <c:v>9.313321046373364</c:v>
                </c:pt>
                <c:pt idx="208">
                  <c:v>9.230475300400535</c:v>
                </c:pt>
                <c:pt idx="209">
                  <c:v>8.214212250922508</c:v>
                </c:pt>
                <c:pt idx="210">
                  <c:v>8.65</c:v>
                </c:pt>
                <c:pt idx="211">
                  <c:v>8.583376707299161</c:v>
                </c:pt>
                <c:pt idx="212">
                  <c:v>8.739705389925099</c:v>
                </c:pt>
                <c:pt idx="213">
                  <c:v>8.433121274108709</c:v>
                </c:pt>
                <c:pt idx="214">
                  <c:v>8.872744612696563</c:v>
                </c:pt>
                <c:pt idx="215">
                  <c:v>8.18967741935484</c:v>
                </c:pt>
                <c:pt idx="216">
                  <c:v>7.836366608796296</c:v>
                </c:pt>
                <c:pt idx="217">
                  <c:v>8.293940845476843</c:v>
                </c:pt>
                <c:pt idx="218">
                  <c:v>9.124345821325651</c:v>
                </c:pt>
                <c:pt idx="219">
                  <c:v>9.295063976945245</c:v>
                </c:pt>
                <c:pt idx="220">
                  <c:v>9.664468518249235</c:v>
                </c:pt>
                <c:pt idx="221">
                  <c:v>10.1888906455863</c:v>
                </c:pt>
                <c:pt idx="222">
                  <c:v>10.96623392330383</c:v>
                </c:pt>
                <c:pt idx="223">
                  <c:v>11.44781356932153</c:v>
                </c:pt>
                <c:pt idx="224">
                  <c:v>12.13580297015145</c:v>
                </c:pt>
                <c:pt idx="225">
                  <c:v>12.15008510016084</c:v>
                </c:pt>
                <c:pt idx="226">
                  <c:v>11.46829657573999</c:v>
                </c:pt>
                <c:pt idx="227">
                  <c:v>11.67075491898148</c:v>
                </c:pt>
                <c:pt idx="228">
                  <c:v>11.26622487762741</c:v>
                </c:pt>
                <c:pt idx="229">
                  <c:v>11.85064072113321</c:v>
                </c:pt>
                <c:pt idx="230">
                  <c:v>12.02899145299146</c:v>
                </c:pt>
                <c:pt idx="231">
                  <c:v>11.65876301689793</c:v>
                </c:pt>
                <c:pt idx="232">
                  <c:v>11.38091169646513</c:v>
                </c:pt>
                <c:pt idx="233">
                  <c:v>10.62512911117151</c:v>
                </c:pt>
                <c:pt idx="234">
                  <c:v>10.21660381441905</c:v>
                </c:pt>
                <c:pt idx="235">
                  <c:v>9.506658595641646</c:v>
                </c:pt>
                <c:pt idx="236">
                  <c:v>9.25027905106554</c:v>
                </c:pt>
                <c:pt idx="237">
                  <c:v>9.334983940042827</c:v>
                </c:pt>
                <c:pt idx="238">
                  <c:v>8.84358435664709</c:v>
                </c:pt>
                <c:pt idx="239">
                  <c:v>9.092633177881412</c:v>
                </c:pt>
                <c:pt idx="240">
                  <c:v>8.794547393680844</c:v>
                </c:pt>
                <c:pt idx="241">
                  <c:v>8.897807225703239</c:v>
                </c:pt>
                <c:pt idx="242">
                  <c:v>9.260954959785522</c:v>
                </c:pt>
                <c:pt idx="243">
                  <c:v>9.876830016137708</c:v>
                </c:pt>
                <c:pt idx="244">
                  <c:v>9.854995545957621</c:v>
                </c:pt>
                <c:pt idx="245">
                  <c:v>10.35300663686848</c:v>
                </c:pt>
                <c:pt idx="246">
                  <c:v>10.46094909287842</c:v>
                </c:pt>
                <c:pt idx="247">
                  <c:v>10.16952035709455</c:v>
                </c:pt>
                <c:pt idx="248">
                  <c:v>9.282594485541358</c:v>
                </c:pt>
                <c:pt idx="249">
                  <c:v>9.466695290487051</c:v>
                </c:pt>
                <c:pt idx="250">
                  <c:v>10.02398819267409</c:v>
                </c:pt>
                <c:pt idx="251">
                  <c:v>10.19132019836483</c:v>
                </c:pt>
                <c:pt idx="252">
                  <c:v>10.56559603270339</c:v>
                </c:pt>
                <c:pt idx="253">
                  <c:v>11.33856509547336</c:v>
                </c:pt>
                <c:pt idx="254">
                  <c:v>10.75251267082394</c:v>
                </c:pt>
                <c:pt idx="255">
                  <c:v>11.49408695652174</c:v>
                </c:pt>
                <c:pt idx="256">
                  <c:v>11.59557574963991</c:v>
                </c:pt>
                <c:pt idx="257">
                  <c:v>11.94947324458366</c:v>
                </c:pt>
                <c:pt idx="258">
                  <c:v>10.95171454521863</c:v>
                </c:pt>
                <c:pt idx="259">
                  <c:v>11.18864649599173</c:v>
                </c:pt>
                <c:pt idx="260">
                  <c:v>11.0527261162702</c:v>
                </c:pt>
                <c:pt idx="261">
                  <c:v>10.92728284233152</c:v>
                </c:pt>
                <c:pt idx="262">
                  <c:v>10.23853383647799</c:v>
                </c:pt>
                <c:pt idx="263">
                  <c:v>11.22411639282579</c:v>
                </c:pt>
                <c:pt idx="264">
                  <c:v>12.08274456928839</c:v>
                </c:pt>
                <c:pt idx="265">
                  <c:v>12.62968973628823</c:v>
                </c:pt>
                <c:pt idx="266">
                  <c:v>12.69540466493891</c:v>
                </c:pt>
                <c:pt idx="267">
                  <c:v>13.00771020558907</c:v>
                </c:pt>
                <c:pt idx="268">
                  <c:v>12.43869541778976</c:v>
                </c:pt>
                <c:pt idx="269">
                  <c:v>11.19057892809181</c:v>
                </c:pt>
                <c:pt idx="270">
                  <c:v>10.59774875470781</c:v>
                </c:pt>
                <c:pt idx="271">
                  <c:v>10.41584307581053</c:v>
                </c:pt>
                <c:pt idx="272">
                  <c:v>10.85650018035349</c:v>
                </c:pt>
                <c:pt idx="273">
                  <c:v>11.38299391190164</c:v>
                </c:pt>
                <c:pt idx="274">
                  <c:v>11.64620867498515</c:v>
                </c:pt>
                <c:pt idx="275">
                  <c:v>12.1034696485623</c:v>
                </c:pt>
                <c:pt idx="276">
                  <c:v>11.63732121355212</c:v>
                </c:pt>
                <c:pt idx="277">
                  <c:v>10.75892702354457</c:v>
                </c:pt>
                <c:pt idx="278">
                  <c:v>11.65814399251987</c:v>
                </c:pt>
                <c:pt idx="279">
                  <c:v>10.01592356094151</c:v>
                </c:pt>
                <c:pt idx="280">
                  <c:v>10.04026867400116</c:v>
                </c:pt>
                <c:pt idx="281">
                  <c:v>9.646777777777778</c:v>
                </c:pt>
                <c:pt idx="282">
                  <c:v>9.259914660581858</c:v>
                </c:pt>
                <c:pt idx="283">
                  <c:v>9.253649198590429</c:v>
                </c:pt>
                <c:pt idx="284">
                  <c:v>9.087659757616942</c:v>
                </c:pt>
                <c:pt idx="285">
                  <c:v>9.74517024643907</c:v>
                </c:pt>
                <c:pt idx="286">
                  <c:v>9.356653498871333</c:v>
                </c:pt>
                <c:pt idx="287">
                  <c:v>9.219224764468372</c:v>
                </c:pt>
                <c:pt idx="288">
                  <c:v>8.564493334826929</c:v>
                </c:pt>
                <c:pt idx="289">
                  <c:v>8.263950711325194</c:v>
                </c:pt>
                <c:pt idx="290">
                  <c:v>8.518636466591166</c:v>
                </c:pt>
                <c:pt idx="291">
                  <c:v>8.566904643261607</c:v>
                </c:pt>
                <c:pt idx="292">
                  <c:v>7.598191383219954</c:v>
                </c:pt>
                <c:pt idx="293">
                  <c:v>7.691990929705216</c:v>
                </c:pt>
                <c:pt idx="294">
                  <c:v>7.908489378620923</c:v>
                </c:pt>
                <c:pt idx="295">
                  <c:v>8.333281783033886</c:v>
                </c:pt>
                <c:pt idx="296">
                  <c:v>8.160121951219512</c:v>
                </c:pt>
                <c:pt idx="297">
                  <c:v>8.13565496009122</c:v>
                </c:pt>
              </c:numCache>
            </c:numRef>
          </c:val>
        </c:ser>
        <c:ser>
          <c:idx val="1"/>
          <c:order val="1"/>
          <c:tx>
            <c:v>Average</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Sheet1!$C$2:$C$299</c:f>
              <c:numCache>
                <c:formatCode>General</c:formatCode>
                <c:ptCount val="298"/>
                <c:pt idx="0">
                  <c:v>10.15593853999299</c:v>
                </c:pt>
                <c:pt idx="1">
                  <c:v>10.15593853999299</c:v>
                </c:pt>
                <c:pt idx="2">
                  <c:v>10.15593853999299</c:v>
                </c:pt>
                <c:pt idx="3">
                  <c:v>10.15593853999299</c:v>
                </c:pt>
                <c:pt idx="4">
                  <c:v>10.15593853999299</c:v>
                </c:pt>
                <c:pt idx="5">
                  <c:v>10.15593853999299</c:v>
                </c:pt>
                <c:pt idx="6">
                  <c:v>10.15593853999299</c:v>
                </c:pt>
                <c:pt idx="7">
                  <c:v>10.15593853999299</c:v>
                </c:pt>
                <c:pt idx="8">
                  <c:v>10.15593853999299</c:v>
                </c:pt>
                <c:pt idx="9">
                  <c:v>10.15593853999299</c:v>
                </c:pt>
                <c:pt idx="10">
                  <c:v>10.15593853999299</c:v>
                </c:pt>
                <c:pt idx="11">
                  <c:v>10.15593853999299</c:v>
                </c:pt>
                <c:pt idx="12">
                  <c:v>10.15593853999299</c:v>
                </c:pt>
                <c:pt idx="13">
                  <c:v>10.15593853999299</c:v>
                </c:pt>
                <c:pt idx="14">
                  <c:v>10.15593853999299</c:v>
                </c:pt>
                <c:pt idx="15">
                  <c:v>10.15593853999299</c:v>
                </c:pt>
                <c:pt idx="16">
                  <c:v>10.15593853999299</c:v>
                </c:pt>
                <c:pt idx="17">
                  <c:v>10.15593853999299</c:v>
                </c:pt>
                <c:pt idx="18">
                  <c:v>10.15593853999299</c:v>
                </c:pt>
                <c:pt idx="19">
                  <c:v>10.15593853999299</c:v>
                </c:pt>
                <c:pt idx="20">
                  <c:v>10.15593853999299</c:v>
                </c:pt>
                <c:pt idx="21">
                  <c:v>10.15593853999299</c:v>
                </c:pt>
                <c:pt idx="22">
                  <c:v>10.15593853999299</c:v>
                </c:pt>
                <c:pt idx="23">
                  <c:v>10.15593853999299</c:v>
                </c:pt>
                <c:pt idx="24">
                  <c:v>10.15593853999299</c:v>
                </c:pt>
                <c:pt idx="25">
                  <c:v>10.15593853999299</c:v>
                </c:pt>
                <c:pt idx="26">
                  <c:v>10.15593853999299</c:v>
                </c:pt>
                <c:pt idx="27">
                  <c:v>10.15593853999299</c:v>
                </c:pt>
                <c:pt idx="28">
                  <c:v>10.15593853999299</c:v>
                </c:pt>
                <c:pt idx="29">
                  <c:v>10.15593853999299</c:v>
                </c:pt>
                <c:pt idx="30">
                  <c:v>10.15593853999299</c:v>
                </c:pt>
                <c:pt idx="31">
                  <c:v>10.15593853999299</c:v>
                </c:pt>
                <c:pt idx="32">
                  <c:v>10.15593853999299</c:v>
                </c:pt>
                <c:pt idx="33">
                  <c:v>10.15593853999299</c:v>
                </c:pt>
                <c:pt idx="34">
                  <c:v>10.15593853999299</c:v>
                </c:pt>
                <c:pt idx="35">
                  <c:v>10.15593853999299</c:v>
                </c:pt>
                <c:pt idx="36">
                  <c:v>10.15593853999299</c:v>
                </c:pt>
                <c:pt idx="37">
                  <c:v>10.15593853999299</c:v>
                </c:pt>
                <c:pt idx="38">
                  <c:v>10.15593853999299</c:v>
                </c:pt>
                <c:pt idx="39">
                  <c:v>10.15593853999299</c:v>
                </c:pt>
                <c:pt idx="40">
                  <c:v>10.15593853999299</c:v>
                </c:pt>
                <c:pt idx="41">
                  <c:v>10.15593853999299</c:v>
                </c:pt>
                <c:pt idx="42">
                  <c:v>10.15593853999299</c:v>
                </c:pt>
                <c:pt idx="43">
                  <c:v>10.15593853999299</c:v>
                </c:pt>
                <c:pt idx="44">
                  <c:v>10.15593853999299</c:v>
                </c:pt>
                <c:pt idx="45">
                  <c:v>10.15593853999299</c:v>
                </c:pt>
                <c:pt idx="46">
                  <c:v>10.15593853999299</c:v>
                </c:pt>
                <c:pt idx="47">
                  <c:v>10.15593853999299</c:v>
                </c:pt>
                <c:pt idx="48">
                  <c:v>10.15593853999299</c:v>
                </c:pt>
                <c:pt idx="49">
                  <c:v>10.15593853999299</c:v>
                </c:pt>
                <c:pt idx="50">
                  <c:v>10.15593853999299</c:v>
                </c:pt>
                <c:pt idx="51">
                  <c:v>10.15593853999299</c:v>
                </c:pt>
                <c:pt idx="52">
                  <c:v>10.15593853999299</c:v>
                </c:pt>
                <c:pt idx="53">
                  <c:v>10.15593853999299</c:v>
                </c:pt>
                <c:pt idx="54">
                  <c:v>10.15593853999299</c:v>
                </c:pt>
                <c:pt idx="55">
                  <c:v>10.15593853999299</c:v>
                </c:pt>
                <c:pt idx="56">
                  <c:v>10.15593853999299</c:v>
                </c:pt>
                <c:pt idx="57">
                  <c:v>10.15593853999299</c:v>
                </c:pt>
                <c:pt idx="58">
                  <c:v>10.15593853999299</c:v>
                </c:pt>
                <c:pt idx="59">
                  <c:v>10.15593853999299</c:v>
                </c:pt>
                <c:pt idx="60">
                  <c:v>10.15593853999299</c:v>
                </c:pt>
                <c:pt idx="61">
                  <c:v>10.15593853999299</c:v>
                </c:pt>
                <c:pt idx="62">
                  <c:v>10.15593853999299</c:v>
                </c:pt>
                <c:pt idx="63">
                  <c:v>10.15593853999299</c:v>
                </c:pt>
                <c:pt idx="64">
                  <c:v>10.15593853999299</c:v>
                </c:pt>
                <c:pt idx="65">
                  <c:v>10.15593853999299</c:v>
                </c:pt>
                <c:pt idx="66">
                  <c:v>10.15593853999299</c:v>
                </c:pt>
                <c:pt idx="67">
                  <c:v>10.15593853999299</c:v>
                </c:pt>
                <c:pt idx="68">
                  <c:v>10.15593853999299</c:v>
                </c:pt>
                <c:pt idx="69">
                  <c:v>10.15593853999299</c:v>
                </c:pt>
                <c:pt idx="70">
                  <c:v>10.15593853999299</c:v>
                </c:pt>
                <c:pt idx="71">
                  <c:v>10.15593853999299</c:v>
                </c:pt>
                <c:pt idx="72">
                  <c:v>10.15593853999299</c:v>
                </c:pt>
                <c:pt idx="73">
                  <c:v>10.15593853999299</c:v>
                </c:pt>
                <c:pt idx="74">
                  <c:v>10.15593853999299</c:v>
                </c:pt>
                <c:pt idx="75">
                  <c:v>10.15593853999299</c:v>
                </c:pt>
                <c:pt idx="76">
                  <c:v>10.15593853999299</c:v>
                </c:pt>
                <c:pt idx="77">
                  <c:v>10.15593853999299</c:v>
                </c:pt>
                <c:pt idx="78">
                  <c:v>10.15593853999299</c:v>
                </c:pt>
                <c:pt idx="79">
                  <c:v>10.15593853999299</c:v>
                </c:pt>
                <c:pt idx="80">
                  <c:v>10.15593853999299</c:v>
                </c:pt>
                <c:pt idx="81">
                  <c:v>10.15593853999299</c:v>
                </c:pt>
                <c:pt idx="82">
                  <c:v>10.15593853999299</c:v>
                </c:pt>
                <c:pt idx="83">
                  <c:v>10.15593853999299</c:v>
                </c:pt>
                <c:pt idx="84">
                  <c:v>10.15593853999299</c:v>
                </c:pt>
                <c:pt idx="85">
                  <c:v>10.15593853999299</c:v>
                </c:pt>
                <c:pt idx="86">
                  <c:v>10.15593853999299</c:v>
                </c:pt>
                <c:pt idx="87">
                  <c:v>10.15593853999299</c:v>
                </c:pt>
                <c:pt idx="88">
                  <c:v>10.15593853999299</c:v>
                </c:pt>
                <c:pt idx="89">
                  <c:v>10.15593853999299</c:v>
                </c:pt>
                <c:pt idx="90">
                  <c:v>10.15593853999299</c:v>
                </c:pt>
                <c:pt idx="91">
                  <c:v>10.15593853999299</c:v>
                </c:pt>
                <c:pt idx="92">
                  <c:v>10.15593853999299</c:v>
                </c:pt>
                <c:pt idx="93">
                  <c:v>10.15593853999299</c:v>
                </c:pt>
                <c:pt idx="94">
                  <c:v>10.15593853999299</c:v>
                </c:pt>
                <c:pt idx="95">
                  <c:v>10.15593853999299</c:v>
                </c:pt>
                <c:pt idx="96">
                  <c:v>10.15593853999299</c:v>
                </c:pt>
                <c:pt idx="97">
                  <c:v>10.15593853999299</c:v>
                </c:pt>
                <c:pt idx="98">
                  <c:v>10.15593853999299</c:v>
                </c:pt>
                <c:pt idx="99">
                  <c:v>10.15593853999299</c:v>
                </c:pt>
                <c:pt idx="100">
                  <c:v>10.15593853999299</c:v>
                </c:pt>
                <c:pt idx="101">
                  <c:v>10.15593853999299</c:v>
                </c:pt>
                <c:pt idx="102">
                  <c:v>10.15593853999299</c:v>
                </c:pt>
                <c:pt idx="103">
                  <c:v>10.15593853999299</c:v>
                </c:pt>
                <c:pt idx="104">
                  <c:v>10.15593853999299</c:v>
                </c:pt>
                <c:pt idx="105">
                  <c:v>10.15593853999299</c:v>
                </c:pt>
                <c:pt idx="106">
                  <c:v>10.15593853999299</c:v>
                </c:pt>
                <c:pt idx="107">
                  <c:v>10.15593853999299</c:v>
                </c:pt>
                <c:pt idx="108">
                  <c:v>10.15593853999299</c:v>
                </c:pt>
                <c:pt idx="109">
                  <c:v>10.15593853999299</c:v>
                </c:pt>
                <c:pt idx="110">
                  <c:v>10.15593853999299</c:v>
                </c:pt>
                <c:pt idx="111">
                  <c:v>10.15593853999299</c:v>
                </c:pt>
                <c:pt idx="112">
                  <c:v>10.15593853999299</c:v>
                </c:pt>
                <c:pt idx="113">
                  <c:v>10.15593853999299</c:v>
                </c:pt>
                <c:pt idx="114">
                  <c:v>10.15593853999299</c:v>
                </c:pt>
                <c:pt idx="115">
                  <c:v>10.15593853999299</c:v>
                </c:pt>
                <c:pt idx="116">
                  <c:v>10.15593853999299</c:v>
                </c:pt>
                <c:pt idx="117">
                  <c:v>10.15593853999299</c:v>
                </c:pt>
                <c:pt idx="118">
                  <c:v>10.15593853999299</c:v>
                </c:pt>
                <c:pt idx="119">
                  <c:v>10.15593853999299</c:v>
                </c:pt>
                <c:pt idx="120">
                  <c:v>10.15593853999299</c:v>
                </c:pt>
                <c:pt idx="121">
                  <c:v>10.15593853999299</c:v>
                </c:pt>
                <c:pt idx="122">
                  <c:v>10.15593853999299</c:v>
                </c:pt>
                <c:pt idx="123">
                  <c:v>10.15593853999299</c:v>
                </c:pt>
                <c:pt idx="124">
                  <c:v>10.15593853999299</c:v>
                </c:pt>
                <c:pt idx="125">
                  <c:v>10.15593853999299</c:v>
                </c:pt>
                <c:pt idx="126">
                  <c:v>10.15593853999299</c:v>
                </c:pt>
                <c:pt idx="127">
                  <c:v>10.15593853999299</c:v>
                </c:pt>
                <c:pt idx="128">
                  <c:v>10.15593853999299</c:v>
                </c:pt>
                <c:pt idx="129">
                  <c:v>10.15593853999299</c:v>
                </c:pt>
                <c:pt idx="130">
                  <c:v>10.15593853999299</c:v>
                </c:pt>
                <c:pt idx="131">
                  <c:v>10.15593853999299</c:v>
                </c:pt>
                <c:pt idx="132">
                  <c:v>10.15593853999299</c:v>
                </c:pt>
                <c:pt idx="133">
                  <c:v>10.15593853999299</c:v>
                </c:pt>
                <c:pt idx="134">
                  <c:v>10.15593853999299</c:v>
                </c:pt>
                <c:pt idx="135">
                  <c:v>10.15593853999299</c:v>
                </c:pt>
                <c:pt idx="136">
                  <c:v>10.15593853999299</c:v>
                </c:pt>
                <c:pt idx="137">
                  <c:v>10.15593853999299</c:v>
                </c:pt>
                <c:pt idx="138">
                  <c:v>10.15593853999299</c:v>
                </c:pt>
                <c:pt idx="139">
                  <c:v>10.15593853999299</c:v>
                </c:pt>
                <c:pt idx="140">
                  <c:v>10.15593853999299</c:v>
                </c:pt>
                <c:pt idx="141">
                  <c:v>10.15593853999299</c:v>
                </c:pt>
                <c:pt idx="142">
                  <c:v>10.15593853999299</c:v>
                </c:pt>
                <c:pt idx="143">
                  <c:v>10.15593853999299</c:v>
                </c:pt>
                <c:pt idx="144">
                  <c:v>10.15593853999299</c:v>
                </c:pt>
                <c:pt idx="145">
                  <c:v>10.15593853999299</c:v>
                </c:pt>
                <c:pt idx="146">
                  <c:v>10.15593853999299</c:v>
                </c:pt>
                <c:pt idx="147">
                  <c:v>10.15593853999299</c:v>
                </c:pt>
                <c:pt idx="148">
                  <c:v>10.15593853999299</c:v>
                </c:pt>
                <c:pt idx="149">
                  <c:v>10.15593853999299</c:v>
                </c:pt>
                <c:pt idx="150">
                  <c:v>10.15593853999299</c:v>
                </c:pt>
                <c:pt idx="151">
                  <c:v>10.15593853999299</c:v>
                </c:pt>
                <c:pt idx="152">
                  <c:v>10.15593853999299</c:v>
                </c:pt>
                <c:pt idx="153">
                  <c:v>10.15593853999299</c:v>
                </c:pt>
                <c:pt idx="154">
                  <c:v>10.15593853999299</c:v>
                </c:pt>
                <c:pt idx="155">
                  <c:v>10.15593853999299</c:v>
                </c:pt>
                <c:pt idx="156">
                  <c:v>10.15593853999299</c:v>
                </c:pt>
                <c:pt idx="157">
                  <c:v>10.15593853999299</c:v>
                </c:pt>
                <c:pt idx="158">
                  <c:v>10.15593853999299</c:v>
                </c:pt>
                <c:pt idx="159">
                  <c:v>10.15593853999299</c:v>
                </c:pt>
                <c:pt idx="160">
                  <c:v>10.15593853999299</c:v>
                </c:pt>
                <c:pt idx="161">
                  <c:v>10.15593853999299</c:v>
                </c:pt>
                <c:pt idx="162">
                  <c:v>10.15593853999299</c:v>
                </c:pt>
                <c:pt idx="163">
                  <c:v>10.15593853999299</c:v>
                </c:pt>
                <c:pt idx="164">
                  <c:v>10.15593853999299</c:v>
                </c:pt>
                <c:pt idx="165">
                  <c:v>10.15593853999299</c:v>
                </c:pt>
                <c:pt idx="166">
                  <c:v>10.15593853999299</c:v>
                </c:pt>
                <c:pt idx="167">
                  <c:v>10.15593853999299</c:v>
                </c:pt>
                <c:pt idx="168">
                  <c:v>10.15593853999299</c:v>
                </c:pt>
                <c:pt idx="169">
                  <c:v>10.15593853999299</c:v>
                </c:pt>
                <c:pt idx="170">
                  <c:v>10.15593853999299</c:v>
                </c:pt>
                <c:pt idx="171">
                  <c:v>10.15593853999299</c:v>
                </c:pt>
                <c:pt idx="172">
                  <c:v>10.15593853999299</c:v>
                </c:pt>
                <c:pt idx="173">
                  <c:v>10.15593853999299</c:v>
                </c:pt>
                <c:pt idx="174">
                  <c:v>10.15593853999299</c:v>
                </c:pt>
                <c:pt idx="175">
                  <c:v>10.15593853999299</c:v>
                </c:pt>
                <c:pt idx="176">
                  <c:v>10.15593853999299</c:v>
                </c:pt>
                <c:pt idx="177">
                  <c:v>10.15593853999299</c:v>
                </c:pt>
                <c:pt idx="178">
                  <c:v>10.15593853999299</c:v>
                </c:pt>
                <c:pt idx="179">
                  <c:v>10.15593853999299</c:v>
                </c:pt>
                <c:pt idx="180">
                  <c:v>10.15593853999299</c:v>
                </c:pt>
                <c:pt idx="181">
                  <c:v>10.15593853999299</c:v>
                </c:pt>
                <c:pt idx="182">
                  <c:v>10.15593853999299</c:v>
                </c:pt>
                <c:pt idx="183">
                  <c:v>10.15593853999299</c:v>
                </c:pt>
                <c:pt idx="184">
                  <c:v>10.15593853999299</c:v>
                </c:pt>
                <c:pt idx="185">
                  <c:v>10.15593853999299</c:v>
                </c:pt>
                <c:pt idx="186">
                  <c:v>10.15593853999299</c:v>
                </c:pt>
                <c:pt idx="187">
                  <c:v>10.15593853999299</c:v>
                </c:pt>
                <c:pt idx="188">
                  <c:v>10.15593853999299</c:v>
                </c:pt>
                <c:pt idx="189">
                  <c:v>10.15593853999299</c:v>
                </c:pt>
                <c:pt idx="190">
                  <c:v>10.15593853999299</c:v>
                </c:pt>
                <c:pt idx="191">
                  <c:v>10.15593853999299</c:v>
                </c:pt>
                <c:pt idx="192">
                  <c:v>10.15593853999299</c:v>
                </c:pt>
                <c:pt idx="193">
                  <c:v>10.15593853999299</c:v>
                </c:pt>
                <c:pt idx="194">
                  <c:v>10.15593853999299</c:v>
                </c:pt>
                <c:pt idx="195">
                  <c:v>10.15593853999299</c:v>
                </c:pt>
                <c:pt idx="196">
                  <c:v>10.15593853999299</c:v>
                </c:pt>
                <c:pt idx="197">
                  <c:v>10.15593853999299</c:v>
                </c:pt>
                <c:pt idx="198">
                  <c:v>10.15593853999299</c:v>
                </c:pt>
                <c:pt idx="199">
                  <c:v>10.15593853999299</c:v>
                </c:pt>
                <c:pt idx="200">
                  <c:v>10.15593853999299</c:v>
                </c:pt>
                <c:pt idx="201">
                  <c:v>10.15593853999299</c:v>
                </c:pt>
                <c:pt idx="202">
                  <c:v>10.15593853999299</c:v>
                </c:pt>
                <c:pt idx="203">
                  <c:v>10.15593853999299</c:v>
                </c:pt>
                <c:pt idx="204">
                  <c:v>10.15593853999299</c:v>
                </c:pt>
                <c:pt idx="205">
                  <c:v>10.15593853999299</c:v>
                </c:pt>
                <c:pt idx="206">
                  <c:v>10.15593853999299</c:v>
                </c:pt>
                <c:pt idx="207">
                  <c:v>10.15593853999299</c:v>
                </c:pt>
                <c:pt idx="208">
                  <c:v>10.15593853999299</c:v>
                </c:pt>
                <c:pt idx="209">
                  <c:v>10.15593853999299</c:v>
                </c:pt>
                <c:pt idx="210">
                  <c:v>10.15593853999299</c:v>
                </c:pt>
                <c:pt idx="211">
                  <c:v>10.15593853999299</c:v>
                </c:pt>
                <c:pt idx="212">
                  <c:v>10.15593853999299</c:v>
                </c:pt>
                <c:pt idx="213">
                  <c:v>10.15593853999299</c:v>
                </c:pt>
                <c:pt idx="214">
                  <c:v>10.15593853999299</c:v>
                </c:pt>
                <c:pt idx="215">
                  <c:v>10.15593853999299</c:v>
                </c:pt>
                <c:pt idx="216">
                  <c:v>10.15593853999299</c:v>
                </c:pt>
                <c:pt idx="217">
                  <c:v>10.15593853999299</c:v>
                </c:pt>
                <c:pt idx="218">
                  <c:v>10.15593853999299</c:v>
                </c:pt>
                <c:pt idx="219">
                  <c:v>10.15593853999299</c:v>
                </c:pt>
                <c:pt idx="220">
                  <c:v>10.15593853999299</c:v>
                </c:pt>
                <c:pt idx="221">
                  <c:v>10.15593853999299</c:v>
                </c:pt>
                <c:pt idx="222">
                  <c:v>10.15593853999299</c:v>
                </c:pt>
                <c:pt idx="223">
                  <c:v>10.15593853999299</c:v>
                </c:pt>
                <c:pt idx="224">
                  <c:v>10.15593853999299</c:v>
                </c:pt>
                <c:pt idx="225">
                  <c:v>10.15593853999299</c:v>
                </c:pt>
                <c:pt idx="226">
                  <c:v>10.15593853999299</c:v>
                </c:pt>
                <c:pt idx="227">
                  <c:v>10.15593853999299</c:v>
                </c:pt>
                <c:pt idx="228">
                  <c:v>10.15593853999299</c:v>
                </c:pt>
                <c:pt idx="229">
                  <c:v>10.15593853999299</c:v>
                </c:pt>
                <c:pt idx="230">
                  <c:v>10.15593853999299</c:v>
                </c:pt>
                <c:pt idx="231">
                  <c:v>10.15593853999299</c:v>
                </c:pt>
                <c:pt idx="232">
                  <c:v>10.15593853999299</c:v>
                </c:pt>
                <c:pt idx="233">
                  <c:v>10.15593853999299</c:v>
                </c:pt>
                <c:pt idx="234">
                  <c:v>10.15593853999299</c:v>
                </c:pt>
                <c:pt idx="235">
                  <c:v>10.15593853999299</c:v>
                </c:pt>
                <c:pt idx="236">
                  <c:v>10.15593853999299</c:v>
                </c:pt>
                <c:pt idx="237">
                  <c:v>10.15593853999299</c:v>
                </c:pt>
                <c:pt idx="238">
                  <c:v>10.15593853999299</c:v>
                </c:pt>
                <c:pt idx="239">
                  <c:v>10.15593853999299</c:v>
                </c:pt>
                <c:pt idx="240">
                  <c:v>10.15593853999299</c:v>
                </c:pt>
                <c:pt idx="241">
                  <c:v>10.15593853999299</c:v>
                </c:pt>
                <c:pt idx="242">
                  <c:v>10.15593853999299</c:v>
                </c:pt>
                <c:pt idx="243">
                  <c:v>10.15593853999299</c:v>
                </c:pt>
                <c:pt idx="244">
                  <c:v>10.15593853999299</c:v>
                </c:pt>
                <c:pt idx="245">
                  <c:v>10.15593853999299</c:v>
                </c:pt>
                <c:pt idx="246">
                  <c:v>10.15593853999299</c:v>
                </c:pt>
                <c:pt idx="247">
                  <c:v>10.15593853999299</c:v>
                </c:pt>
                <c:pt idx="248">
                  <c:v>10.15593853999299</c:v>
                </c:pt>
                <c:pt idx="249">
                  <c:v>10.15593853999299</c:v>
                </c:pt>
                <c:pt idx="250">
                  <c:v>10.15593853999299</c:v>
                </c:pt>
                <c:pt idx="251">
                  <c:v>10.15593853999299</c:v>
                </c:pt>
                <c:pt idx="252">
                  <c:v>10.15593853999299</c:v>
                </c:pt>
                <c:pt idx="253">
                  <c:v>10.15593853999299</c:v>
                </c:pt>
                <c:pt idx="254">
                  <c:v>10.15593853999299</c:v>
                </c:pt>
                <c:pt idx="255">
                  <c:v>10.15593853999299</c:v>
                </c:pt>
                <c:pt idx="256">
                  <c:v>10.15593853999299</c:v>
                </c:pt>
                <c:pt idx="257">
                  <c:v>10.15593853999299</c:v>
                </c:pt>
                <c:pt idx="258">
                  <c:v>10.15593853999299</c:v>
                </c:pt>
                <c:pt idx="259">
                  <c:v>10.15593853999299</c:v>
                </c:pt>
                <c:pt idx="260">
                  <c:v>10.15593853999299</c:v>
                </c:pt>
                <c:pt idx="261">
                  <c:v>10.15593853999299</c:v>
                </c:pt>
                <c:pt idx="262">
                  <c:v>10.15593853999299</c:v>
                </c:pt>
                <c:pt idx="263">
                  <c:v>10.15593853999299</c:v>
                </c:pt>
                <c:pt idx="264">
                  <c:v>10.15593853999299</c:v>
                </c:pt>
                <c:pt idx="265">
                  <c:v>10.15593853999299</c:v>
                </c:pt>
                <c:pt idx="266">
                  <c:v>10.15593853999299</c:v>
                </c:pt>
                <c:pt idx="267">
                  <c:v>10.15593853999299</c:v>
                </c:pt>
                <c:pt idx="268">
                  <c:v>10.15593853999299</c:v>
                </c:pt>
                <c:pt idx="269">
                  <c:v>10.15593853999299</c:v>
                </c:pt>
                <c:pt idx="270">
                  <c:v>10.15593853999299</c:v>
                </c:pt>
                <c:pt idx="271">
                  <c:v>10.15593853999299</c:v>
                </c:pt>
                <c:pt idx="272">
                  <c:v>10.15593853999299</c:v>
                </c:pt>
                <c:pt idx="273">
                  <c:v>10.15593853999299</c:v>
                </c:pt>
                <c:pt idx="274">
                  <c:v>10.15593853999299</c:v>
                </c:pt>
                <c:pt idx="275">
                  <c:v>10.15593853999299</c:v>
                </c:pt>
                <c:pt idx="276">
                  <c:v>10.15593853999299</c:v>
                </c:pt>
                <c:pt idx="277">
                  <c:v>10.15593853999299</c:v>
                </c:pt>
                <c:pt idx="278">
                  <c:v>10.15593853999299</c:v>
                </c:pt>
                <c:pt idx="279">
                  <c:v>10.15593853999299</c:v>
                </c:pt>
                <c:pt idx="280">
                  <c:v>10.15593853999299</c:v>
                </c:pt>
                <c:pt idx="281">
                  <c:v>10.15593853999299</c:v>
                </c:pt>
                <c:pt idx="282">
                  <c:v>10.15593853999299</c:v>
                </c:pt>
                <c:pt idx="283">
                  <c:v>10.15593853999299</c:v>
                </c:pt>
                <c:pt idx="284">
                  <c:v>10.15593853999299</c:v>
                </c:pt>
                <c:pt idx="285">
                  <c:v>10.15593853999299</c:v>
                </c:pt>
                <c:pt idx="286">
                  <c:v>10.15593853999299</c:v>
                </c:pt>
                <c:pt idx="287">
                  <c:v>10.15593853999299</c:v>
                </c:pt>
                <c:pt idx="288">
                  <c:v>10.15593853999299</c:v>
                </c:pt>
                <c:pt idx="289">
                  <c:v>10.15593853999299</c:v>
                </c:pt>
                <c:pt idx="290">
                  <c:v>10.15593853999299</c:v>
                </c:pt>
                <c:pt idx="291">
                  <c:v>10.15593853999299</c:v>
                </c:pt>
                <c:pt idx="292">
                  <c:v>10.15593853999299</c:v>
                </c:pt>
                <c:pt idx="293">
                  <c:v>10.15593853999299</c:v>
                </c:pt>
                <c:pt idx="294">
                  <c:v>10.15593853999299</c:v>
                </c:pt>
                <c:pt idx="295">
                  <c:v>10.15593853999299</c:v>
                </c:pt>
                <c:pt idx="296">
                  <c:v>10.15593853999299</c:v>
                </c:pt>
                <c:pt idx="297">
                  <c:v>10.15593853999299</c:v>
                </c:pt>
              </c:numCache>
            </c:numRef>
          </c:val>
        </c:ser>
        <c:ser>
          <c:idx val="2"/>
          <c:order val="2"/>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Sheet1!$D$2:$D$299</c:f>
              <c:numCache>
                <c:formatCode>General</c:formatCode>
                <c:ptCount val="298"/>
                <c:pt idx="0">
                  <c:v>11.66374128618259</c:v>
                </c:pt>
                <c:pt idx="1">
                  <c:v>11.66374128618259</c:v>
                </c:pt>
                <c:pt idx="2">
                  <c:v>11.66374128618259</c:v>
                </c:pt>
                <c:pt idx="3">
                  <c:v>11.66374128618259</c:v>
                </c:pt>
                <c:pt idx="4">
                  <c:v>11.66374128618259</c:v>
                </c:pt>
                <c:pt idx="5">
                  <c:v>11.66374128618259</c:v>
                </c:pt>
                <c:pt idx="6">
                  <c:v>11.66374128618259</c:v>
                </c:pt>
                <c:pt idx="7">
                  <c:v>11.66374128618259</c:v>
                </c:pt>
                <c:pt idx="8">
                  <c:v>11.66374128618259</c:v>
                </c:pt>
                <c:pt idx="9">
                  <c:v>11.66374128618259</c:v>
                </c:pt>
                <c:pt idx="10">
                  <c:v>11.66374128618259</c:v>
                </c:pt>
                <c:pt idx="11">
                  <c:v>11.66374128618259</c:v>
                </c:pt>
                <c:pt idx="12">
                  <c:v>11.66374128618259</c:v>
                </c:pt>
                <c:pt idx="13">
                  <c:v>11.66374128618259</c:v>
                </c:pt>
                <c:pt idx="14">
                  <c:v>11.66374128618259</c:v>
                </c:pt>
                <c:pt idx="15">
                  <c:v>11.66374128618259</c:v>
                </c:pt>
                <c:pt idx="16">
                  <c:v>11.66374128618259</c:v>
                </c:pt>
                <c:pt idx="17">
                  <c:v>11.66374128618259</c:v>
                </c:pt>
                <c:pt idx="18">
                  <c:v>11.66374128618259</c:v>
                </c:pt>
                <c:pt idx="19">
                  <c:v>11.66374128618259</c:v>
                </c:pt>
                <c:pt idx="20">
                  <c:v>11.66374128618259</c:v>
                </c:pt>
                <c:pt idx="21">
                  <c:v>11.66374128618259</c:v>
                </c:pt>
                <c:pt idx="22">
                  <c:v>11.66374128618259</c:v>
                </c:pt>
                <c:pt idx="23">
                  <c:v>11.66374128618259</c:v>
                </c:pt>
                <c:pt idx="24">
                  <c:v>11.66374128618259</c:v>
                </c:pt>
                <c:pt idx="25">
                  <c:v>11.66374128618259</c:v>
                </c:pt>
                <c:pt idx="26">
                  <c:v>11.66374128618259</c:v>
                </c:pt>
                <c:pt idx="27">
                  <c:v>11.66374128618259</c:v>
                </c:pt>
                <c:pt idx="28">
                  <c:v>11.66374128618259</c:v>
                </c:pt>
                <c:pt idx="29">
                  <c:v>11.66374128618259</c:v>
                </c:pt>
                <c:pt idx="30">
                  <c:v>11.66374128618259</c:v>
                </c:pt>
                <c:pt idx="31">
                  <c:v>11.66374128618259</c:v>
                </c:pt>
                <c:pt idx="32">
                  <c:v>11.66374128618259</c:v>
                </c:pt>
                <c:pt idx="33">
                  <c:v>11.66374128618259</c:v>
                </c:pt>
                <c:pt idx="34">
                  <c:v>11.66374128618259</c:v>
                </c:pt>
                <c:pt idx="35">
                  <c:v>11.66374128618259</c:v>
                </c:pt>
                <c:pt idx="36">
                  <c:v>11.66374128618259</c:v>
                </c:pt>
                <c:pt idx="37">
                  <c:v>11.66374128618259</c:v>
                </c:pt>
                <c:pt idx="38">
                  <c:v>11.66374128618259</c:v>
                </c:pt>
                <c:pt idx="39">
                  <c:v>11.66374128618259</c:v>
                </c:pt>
                <c:pt idx="40">
                  <c:v>11.66374128618259</c:v>
                </c:pt>
                <c:pt idx="41">
                  <c:v>11.66374128618259</c:v>
                </c:pt>
                <c:pt idx="42">
                  <c:v>11.66374128618259</c:v>
                </c:pt>
                <c:pt idx="43">
                  <c:v>11.66374128618259</c:v>
                </c:pt>
                <c:pt idx="44">
                  <c:v>11.66374128618259</c:v>
                </c:pt>
                <c:pt idx="45">
                  <c:v>11.66374128618259</c:v>
                </c:pt>
                <c:pt idx="46">
                  <c:v>11.66374128618259</c:v>
                </c:pt>
                <c:pt idx="47">
                  <c:v>11.66374128618259</c:v>
                </c:pt>
                <c:pt idx="48">
                  <c:v>11.66374128618259</c:v>
                </c:pt>
                <c:pt idx="49">
                  <c:v>11.66374128618259</c:v>
                </c:pt>
                <c:pt idx="50">
                  <c:v>11.66374128618259</c:v>
                </c:pt>
                <c:pt idx="51">
                  <c:v>11.66374128618259</c:v>
                </c:pt>
                <c:pt idx="52">
                  <c:v>11.66374128618259</c:v>
                </c:pt>
                <c:pt idx="53">
                  <c:v>11.66374128618259</c:v>
                </c:pt>
                <c:pt idx="54">
                  <c:v>11.66374128618259</c:v>
                </c:pt>
                <c:pt idx="55">
                  <c:v>11.66374128618259</c:v>
                </c:pt>
                <c:pt idx="56">
                  <c:v>11.66374128618259</c:v>
                </c:pt>
                <c:pt idx="57">
                  <c:v>11.66374128618259</c:v>
                </c:pt>
                <c:pt idx="58">
                  <c:v>11.66374128618259</c:v>
                </c:pt>
                <c:pt idx="59">
                  <c:v>11.66374128618259</c:v>
                </c:pt>
                <c:pt idx="60">
                  <c:v>11.66374128618259</c:v>
                </c:pt>
                <c:pt idx="61">
                  <c:v>11.66374128618259</c:v>
                </c:pt>
                <c:pt idx="62">
                  <c:v>11.66374128618259</c:v>
                </c:pt>
                <c:pt idx="63">
                  <c:v>11.66374128618259</c:v>
                </c:pt>
                <c:pt idx="64">
                  <c:v>11.66374128618259</c:v>
                </c:pt>
                <c:pt idx="65">
                  <c:v>11.66374128618259</c:v>
                </c:pt>
                <c:pt idx="66">
                  <c:v>11.66374128618259</c:v>
                </c:pt>
                <c:pt idx="67">
                  <c:v>11.66374128618259</c:v>
                </c:pt>
                <c:pt idx="68">
                  <c:v>11.66374128618259</c:v>
                </c:pt>
                <c:pt idx="69">
                  <c:v>11.66374128618259</c:v>
                </c:pt>
                <c:pt idx="70">
                  <c:v>11.66374128618259</c:v>
                </c:pt>
                <c:pt idx="71">
                  <c:v>11.66374128618259</c:v>
                </c:pt>
                <c:pt idx="72">
                  <c:v>11.66374128618259</c:v>
                </c:pt>
                <c:pt idx="73">
                  <c:v>11.66374128618259</c:v>
                </c:pt>
                <c:pt idx="74">
                  <c:v>11.66374128618259</c:v>
                </c:pt>
                <c:pt idx="75">
                  <c:v>11.66374128618259</c:v>
                </c:pt>
                <c:pt idx="76">
                  <c:v>11.66374128618259</c:v>
                </c:pt>
                <c:pt idx="77">
                  <c:v>11.66374128618259</c:v>
                </c:pt>
                <c:pt idx="78">
                  <c:v>11.66374128618259</c:v>
                </c:pt>
                <c:pt idx="79">
                  <c:v>11.66374128618259</c:v>
                </c:pt>
                <c:pt idx="80">
                  <c:v>11.66374128618259</c:v>
                </c:pt>
                <c:pt idx="81">
                  <c:v>11.66374128618259</c:v>
                </c:pt>
                <c:pt idx="82">
                  <c:v>11.66374128618259</c:v>
                </c:pt>
                <c:pt idx="83">
                  <c:v>11.66374128618259</c:v>
                </c:pt>
                <c:pt idx="84">
                  <c:v>11.66374128618259</c:v>
                </c:pt>
                <c:pt idx="85">
                  <c:v>11.66374128618259</c:v>
                </c:pt>
                <c:pt idx="86">
                  <c:v>11.66374128618259</c:v>
                </c:pt>
                <c:pt idx="87">
                  <c:v>11.66374128618259</c:v>
                </c:pt>
                <c:pt idx="88">
                  <c:v>11.66374128618259</c:v>
                </c:pt>
                <c:pt idx="89">
                  <c:v>11.66374128618259</c:v>
                </c:pt>
                <c:pt idx="90">
                  <c:v>11.66374128618259</c:v>
                </c:pt>
                <c:pt idx="91">
                  <c:v>11.66374128618259</c:v>
                </c:pt>
                <c:pt idx="92">
                  <c:v>11.66374128618259</c:v>
                </c:pt>
                <c:pt idx="93">
                  <c:v>11.66374128618259</c:v>
                </c:pt>
                <c:pt idx="94">
                  <c:v>11.66374128618259</c:v>
                </c:pt>
                <c:pt idx="95">
                  <c:v>11.66374128618259</c:v>
                </c:pt>
                <c:pt idx="96">
                  <c:v>11.66374128618259</c:v>
                </c:pt>
                <c:pt idx="97">
                  <c:v>11.66374128618259</c:v>
                </c:pt>
                <c:pt idx="98">
                  <c:v>11.66374128618259</c:v>
                </c:pt>
                <c:pt idx="99">
                  <c:v>11.66374128618259</c:v>
                </c:pt>
                <c:pt idx="100">
                  <c:v>11.66374128618259</c:v>
                </c:pt>
                <c:pt idx="101">
                  <c:v>11.66374128618259</c:v>
                </c:pt>
                <c:pt idx="102">
                  <c:v>11.66374128618259</c:v>
                </c:pt>
                <c:pt idx="103">
                  <c:v>11.66374128618259</c:v>
                </c:pt>
                <c:pt idx="104">
                  <c:v>11.66374128618259</c:v>
                </c:pt>
                <c:pt idx="105">
                  <c:v>11.66374128618259</c:v>
                </c:pt>
                <c:pt idx="106">
                  <c:v>11.66374128618259</c:v>
                </c:pt>
                <c:pt idx="107">
                  <c:v>11.66374128618259</c:v>
                </c:pt>
                <c:pt idx="108">
                  <c:v>11.66374128618259</c:v>
                </c:pt>
                <c:pt idx="109">
                  <c:v>11.66374128618259</c:v>
                </c:pt>
                <c:pt idx="110">
                  <c:v>11.66374128618259</c:v>
                </c:pt>
                <c:pt idx="111">
                  <c:v>11.66374128618259</c:v>
                </c:pt>
                <c:pt idx="112">
                  <c:v>11.66374128618259</c:v>
                </c:pt>
                <c:pt idx="113">
                  <c:v>11.66374128618259</c:v>
                </c:pt>
                <c:pt idx="114">
                  <c:v>11.66374128618259</c:v>
                </c:pt>
                <c:pt idx="115">
                  <c:v>11.66374128618259</c:v>
                </c:pt>
                <c:pt idx="116">
                  <c:v>11.66374128618259</c:v>
                </c:pt>
                <c:pt idx="117">
                  <c:v>11.66374128618259</c:v>
                </c:pt>
                <c:pt idx="118">
                  <c:v>11.66374128618259</c:v>
                </c:pt>
                <c:pt idx="119">
                  <c:v>11.66374128618259</c:v>
                </c:pt>
                <c:pt idx="120">
                  <c:v>11.66374128618259</c:v>
                </c:pt>
                <c:pt idx="121">
                  <c:v>11.66374128618259</c:v>
                </c:pt>
                <c:pt idx="122">
                  <c:v>11.66374128618259</c:v>
                </c:pt>
                <c:pt idx="123">
                  <c:v>11.66374128618259</c:v>
                </c:pt>
                <c:pt idx="124">
                  <c:v>11.66374128618259</c:v>
                </c:pt>
                <c:pt idx="125">
                  <c:v>11.66374128618259</c:v>
                </c:pt>
                <c:pt idx="126">
                  <c:v>11.66374128618259</c:v>
                </c:pt>
                <c:pt idx="127">
                  <c:v>11.66374128618259</c:v>
                </c:pt>
                <c:pt idx="128">
                  <c:v>11.66374128618259</c:v>
                </c:pt>
                <c:pt idx="129">
                  <c:v>11.66374128618259</c:v>
                </c:pt>
                <c:pt idx="130">
                  <c:v>11.66374128618259</c:v>
                </c:pt>
                <c:pt idx="131">
                  <c:v>11.66374128618259</c:v>
                </c:pt>
                <c:pt idx="132">
                  <c:v>11.66374128618259</c:v>
                </c:pt>
                <c:pt idx="133">
                  <c:v>11.66374128618259</c:v>
                </c:pt>
                <c:pt idx="134">
                  <c:v>11.66374128618259</c:v>
                </c:pt>
                <c:pt idx="135">
                  <c:v>11.66374128618259</c:v>
                </c:pt>
                <c:pt idx="136">
                  <c:v>11.66374128618259</c:v>
                </c:pt>
                <c:pt idx="137">
                  <c:v>11.66374128618259</c:v>
                </c:pt>
                <c:pt idx="138">
                  <c:v>11.66374128618259</c:v>
                </c:pt>
                <c:pt idx="139">
                  <c:v>11.66374128618259</c:v>
                </c:pt>
                <c:pt idx="140">
                  <c:v>11.66374128618259</c:v>
                </c:pt>
                <c:pt idx="141">
                  <c:v>11.66374128618259</c:v>
                </c:pt>
                <c:pt idx="142">
                  <c:v>11.66374128618259</c:v>
                </c:pt>
                <c:pt idx="143">
                  <c:v>11.66374128618259</c:v>
                </c:pt>
                <c:pt idx="144">
                  <c:v>11.66374128618259</c:v>
                </c:pt>
                <c:pt idx="145">
                  <c:v>11.66374128618259</c:v>
                </c:pt>
                <c:pt idx="146">
                  <c:v>11.66374128618259</c:v>
                </c:pt>
                <c:pt idx="147">
                  <c:v>11.66374128618259</c:v>
                </c:pt>
                <c:pt idx="148">
                  <c:v>11.66374128618259</c:v>
                </c:pt>
                <c:pt idx="149">
                  <c:v>11.66374128618259</c:v>
                </c:pt>
                <c:pt idx="150">
                  <c:v>11.66374128618259</c:v>
                </c:pt>
                <c:pt idx="151">
                  <c:v>11.66374128618259</c:v>
                </c:pt>
                <c:pt idx="152">
                  <c:v>11.66374128618259</c:v>
                </c:pt>
                <c:pt idx="153">
                  <c:v>11.66374128618259</c:v>
                </c:pt>
                <c:pt idx="154">
                  <c:v>11.66374128618259</c:v>
                </c:pt>
                <c:pt idx="155">
                  <c:v>11.66374128618259</c:v>
                </c:pt>
                <c:pt idx="156">
                  <c:v>11.66374128618259</c:v>
                </c:pt>
                <c:pt idx="157">
                  <c:v>11.66374128618259</c:v>
                </c:pt>
                <c:pt idx="158">
                  <c:v>11.66374128618259</c:v>
                </c:pt>
                <c:pt idx="159">
                  <c:v>11.66374128618259</c:v>
                </c:pt>
                <c:pt idx="160">
                  <c:v>11.66374128618259</c:v>
                </c:pt>
                <c:pt idx="161">
                  <c:v>11.66374128618259</c:v>
                </c:pt>
                <c:pt idx="162">
                  <c:v>11.66374128618259</c:v>
                </c:pt>
                <c:pt idx="163">
                  <c:v>11.66374128618259</c:v>
                </c:pt>
                <c:pt idx="164">
                  <c:v>11.66374128618259</c:v>
                </c:pt>
                <c:pt idx="165">
                  <c:v>11.66374128618259</c:v>
                </c:pt>
                <c:pt idx="166">
                  <c:v>11.66374128618259</c:v>
                </c:pt>
                <c:pt idx="167">
                  <c:v>11.66374128618259</c:v>
                </c:pt>
                <c:pt idx="168">
                  <c:v>11.66374128618259</c:v>
                </c:pt>
                <c:pt idx="169">
                  <c:v>11.66374128618259</c:v>
                </c:pt>
                <c:pt idx="170">
                  <c:v>11.66374128618259</c:v>
                </c:pt>
                <c:pt idx="171">
                  <c:v>11.66374128618259</c:v>
                </c:pt>
                <c:pt idx="172">
                  <c:v>11.66374128618259</c:v>
                </c:pt>
                <c:pt idx="173">
                  <c:v>11.66374128618259</c:v>
                </c:pt>
                <c:pt idx="174">
                  <c:v>11.66374128618259</c:v>
                </c:pt>
                <c:pt idx="175">
                  <c:v>11.66374128618259</c:v>
                </c:pt>
                <c:pt idx="176">
                  <c:v>11.66374128618259</c:v>
                </c:pt>
                <c:pt idx="177">
                  <c:v>11.66374128618259</c:v>
                </c:pt>
                <c:pt idx="178">
                  <c:v>11.66374128618259</c:v>
                </c:pt>
                <c:pt idx="179">
                  <c:v>11.66374128618259</c:v>
                </c:pt>
                <c:pt idx="180">
                  <c:v>11.66374128618259</c:v>
                </c:pt>
                <c:pt idx="181">
                  <c:v>11.66374128618259</c:v>
                </c:pt>
                <c:pt idx="182">
                  <c:v>11.66374128618259</c:v>
                </c:pt>
                <c:pt idx="183">
                  <c:v>11.66374128618259</c:v>
                </c:pt>
                <c:pt idx="184">
                  <c:v>11.66374128618259</c:v>
                </c:pt>
                <c:pt idx="185">
                  <c:v>11.66374128618259</c:v>
                </c:pt>
                <c:pt idx="186">
                  <c:v>11.66374128618259</c:v>
                </c:pt>
                <c:pt idx="187">
                  <c:v>11.66374128618259</c:v>
                </c:pt>
                <c:pt idx="188">
                  <c:v>11.66374128618259</c:v>
                </c:pt>
                <c:pt idx="189">
                  <c:v>11.66374128618259</c:v>
                </c:pt>
                <c:pt idx="190">
                  <c:v>11.66374128618259</c:v>
                </c:pt>
                <c:pt idx="191">
                  <c:v>11.66374128618259</c:v>
                </c:pt>
                <c:pt idx="192">
                  <c:v>11.66374128618259</c:v>
                </c:pt>
                <c:pt idx="193">
                  <c:v>11.66374128618259</c:v>
                </c:pt>
                <c:pt idx="194">
                  <c:v>11.66374128618259</c:v>
                </c:pt>
                <c:pt idx="195">
                  <c:v>11.66374128618259</c:v>
                </c:pt>
                <c:pt idx="196">
                  <c:v>11.66374128618259</c:v>
                </c:pt>
                <c:pt idx="197">
                  <c:v>11.66374128618259</c:v>
                </c:pt>
                <c:pt idx="198">
                  <c:v>11.66374128618259</c:v>
                </c:pt>
                <c:pt idx="199">
                  <c:v>11.66374128618259</c:v>
                </c:pt>
                <c:pt idx="200">
                  <c:v>11.66374128618259</c:v>
                </c:pt>
                <c:pt idx="201">
                  <c:v>11.66374128618259</c:v>
                </c:pt>
                <c:pt idx="202">
                  <c:v>11.66374128618259</c:v>
                </c:pt>
                <c:pt idx="203">
                  <c:v>11.66374128618259</c:v>
                </c:pt>
                <c:pt idx="204">
                  <c:v>11.66374128618259</c:v>
                </c:pt>
                <c:pt idx="205">
                  <c:v>11.66374128618259</c:v>
                </c:pt>
                <c:pt idx="206">
                  <c:v>11.66374128618259</c:v>
                </c:pt>
                <c:pt idx="207">
                  <c:v>11.66374128618259</c:v>
                </c:pt>
                <c:pt idx="208">
                  <c:v>11.66374128618259</c:v>
                </c:pt>
                <c:pt idx="209">
                  <c:v>11.66374128618259</c:v>
                </c:pt>
                <c:pt idx="210">
                  <c:v>11.66374128618259</c:v>
                </c:pt>
                <c:pt idx="211">
                  <c:v>11.66374128618259</c:v>
                </c:pt>
                <c:pt idx="212">
                  <c:v>11.66374128618259</c:v>
                </c:pt>
                <c:pt idx="213">
                  <c:v>11.66374128618259</c:v>
                </c:pt>
                <c:pt idx="214">
                  <c:v>11.66374128618259</c:v>
                </c:pt>
                <c:pt idx="215">
                  <c:v>11.66374128618259</c:v>
                </c:pt>
                <c:pt idx="216">
                  <c:v>11.66374128618259</c:v>
                </c:pt>
                <c:pt idx="217">
                  <c:v>11.66374128618259</c:v>
                </c:pt>
                <c:pt idx="218">
                  <c:v>11.66374128618259</c:v>
                </c:pt>
                <c:pt idx="219">
                  <c:v>11.66374128618259</c:v>
                </c:pt>
                <c:pt idx="220">
                  <c:v>11.66374128618259</c:v>
                </c:pt>
                <c:pt idx="221">
                  <c:v>11.66374128618259</c:v>
                </c:pt>
                <c:pt idx="222">
                  <c:v>11.66374128618259</c:v>
                </c:pt>
                <c:pt idx="223">
                  <c:v>11.66374128618259</c:v>
                </c:pt>
                <c:pt idx="224">
                  <c:v>11.66374128618259</c:v>
                </c:pt>
                <c:pt idx="225">
                  <c:v>11.66374128618259</c:v>
                </c:pt>
                <c:pt idx="226">
                  <c:v>11.66374128618259</c:v>
                </c:pt>
                <c:pt idx="227">
                  <c:v>11.66374128618259</c:v>
                </c:pt>
                <c:pt idx="228">
                  <c:v>11.66374128618259</c:v>
                </c:pt>
                <c:pt idx="229">
                  <c:v>11.66374128618259</c:v>
                </c:pt>
                <c:pt idx="230">
                  <c:v>11.66374128618259</c:v>
                </c:pt>
                <c:pt idx="231">
                  <c:v>11.66374128618259</c:v>
                </c:pt>
                <c:pt idx="232">
                  <c:v>11.66374128618259</c:v>
                </c:pt>
                <c:pt idx="233">
                  <c:v>11.66374128618259</c:v>
                </c:pt>
                <c:pt idx="234">
                  <c:v>11.66374128618259</c:v>
                </c:pt>
                <c:pt idx="235">
                  <c:v>11.66374128618259</c:v>
                </c:pt>
                <c:pt idx="236">
                  <c:v>11.66374128618259</c:v>
                </c:pt>
                <c:pt idx="237">
                  <c:v>11.66374128618259</c:v>
                </c:pt>
                <c:pt idx="238">
                  <c:v>11.66374128618259</c:v>
                </c:pt>
                <c:pt idx="239">
                  <c:v>11.66374128618259</c:v>
                </c:pt>
                <c:pt idx="240">
                  <c:v>11.66374128618259</c:v>
                </c:pt>
                <c:pt idx="241">
                  <c:v>11.66374128618259</c:v>
                </c:pt>
                <c:pt idx="242">
                  <c:v>11.66374128618259</c:v>
                </c:pt>
                <c:pt idx="243">
                  <c:v>11.66374128618259</c:v>
                </c:pt>
                <c:pt idx="244">
                  <c:v>11.66374128618259</c:v>
                </c:pt>
                <c:pt idx="245">
                  <c:v>11.66374128618259</c:v>
                </c:pt>
                <c:pt idx="246">
                  <c:v>11.66374128618259</c:v>
                </c:pt>
                <c:pt idx="247">
                  <c:v>11.66374128618259</c:v>
                </c:pt>
                <c:pt idx="248">
                  <c:v>11.66374128618259</c:v>
                </c:pt>
                <c:pt idx="249">
                  <c:v>11.66374128618259</c:v>
                </c:pt>
                <c:pt idx="250">
                  <c:v>11.66374128618259</c:v>
                </c:pt>
                <c:pt idx="251">
                  <c:v>11.66374128618259</c:v>
                </c:pt>
                <c:pt idx="252">
                  <c:v>11.66374128618259</c:v>
                </c:pt>
                <c:pt idx="253">
                  <c:v>11.66374128618259</c:v>
                </c:pt>
                <c:pt idx="254">
                  <c:v>11.66374128618259</c:v>
                </c:pt>
                <c:pt idx="255">
                  <c:v>11.66374128618259</c:v>
                </c:pt>
                <c:pt idx="256">
                  <c:v>11.66374128618259</c:v>
                </c:pt>
                <c:pt idx="257">
                  <c:v>11.66374128618259</c:v>
                </c:pt>
                <c:pt idx="258">
                  <c:v>11.66374128618259</c:v>
                </c:pt>
                <c:pt idx="259">
                  <c:v>11.66374128618259</c:v>
                </c:pt>
                <c:pt idx="260">
                  <c:v>11.66374128618259</c:v>
                </c:pt>
                <c:pt idx="261">
                  <c:v>11.66374128618259</c:v>
                </c:pt>
                <c:pt idx="262">
                  <c:v>11.66374128618259</c:v>
                </c:pt>
                <c:pt idx="263">
                  <c:v>11.66374128618259</c:v>
                </c:pt>
                <c:pt idx="264">
                  <c:v>11.66374128618259</c:v>
                </c:pt>
                <c:pt idx="265">
                  <c:v>11.66374128618259</c:v>
                </c:pt>
                <c:pt idx="266">
                  <c:v>11.66374128618259</c:v>
                </c:pt>
                <c:pt idx="267">
                  <c:v>11.66374128618259</c:v>
                </c:pt>
                <c:pt idx="268">
                  <c:v>11.66374128618259</c:v>
                </c:pt>
                <c:pt idx="269">
                  <c:v>11.66374128618259</c:v>
                </c:pt>
                <c:pt idx="270">
                  <c:v>11.66374128618259</c:v>
                </c:pt>
                <c:pt idx="271">
                  <c:v>11.66374128618259</c:v>
                </c:pt>
                <c:pt idx="272">
                  <c:v>11.66374128618259</c:v>
                </c:pt>
                <c:pt idx="273">
                  <c:v>11.66374128618259</c:v>
                </c:pt>
                <c:pt idx="274">
                  <c:v>11.66374128618259</c:v>
                </c:pt>
                <c:pt idx="275">
                  <c:v>11.66374128618259</c:v>
                </c:pt>
                <c:pt idx="276">
                  <c:v>11.66374128618259</c:v>
                </c:pt>
                <c:pt idx="277">
                  <c:v>11.66374128618259</c:v>
                </c:pt>
                <c:pt idx="278">
                  <c:v>11.66374128618259</c:v>
                </c:pt>
                <c:pt idx="279">
                  <c:v>11.66374128618259</c:v>
                </c:pt>
                <c:pt idx="280">
                  <c:v>11.66374128618259</c:v>
                </c:pt>
                <c:pt idx="281">
                  <c:v>11.66374128618259</c:v>
                </c:pt>
                <c:pt idx="282">
                  <c:v>11.66374128618259</c:v>
                </c:pt>
                <c:pt idx="283">
                  <c:v>11.66374128618259</c:v>
                </c:pt>
                <c:pt idx="284">
                  <c:v>11.66374128618259</c:v>
                </c:pt>
                <c:pt idx="285">
                  <c:v>11.66374128618259</c:v>
                </c:pt>
                <c:pt idx="286">
                  <c:v>11.66374128618259</c:v>
                </c:pt>
                <c:pt idx="287">
                  <c:v>11.66374128618259</c:v>
                </c:pt>
                <c:pt idx="288">
                  <c:v>11.66374128618259</c:v>
                </c:pt>
                <c:pt idx="289">
                  <c:v>11.66374128618259</c:v>
                </c:pt>
                <c:pt idx="290">
                  <c:v>11.66374128618259</c:v>
                </c:pt>
                <c:pt idx="291">
                  <c:v>11.66374128618259</c:v>
                </c:pt>
                <c:pt idx="292">
                  <c:v>11.66374128618259</c:v>
                </c:pt>
                <c:pt idx="293">
                  <c:v>11.66374128618259</c:v>
                </c:pt>
                <c:pt idx="294">
                  <c:v>11.66374128618259</c:v>
                </c:pt>
                <c:pt idx="295">
                  <c:v>11.66374128618259</c:v>
                </c:pt>
                <c:pt idx="296">
                  <c:v>11.66374128618259</c:v>
                </c:pt>
                <c:pt idx="297">
                  <c:v>11.66374128618259</c:v>
                </c:pt>
              </c:numCache>
            </c:numRef>
          </c:val>
        </c:ser>
        <c:ser>
          <c:idx val="3"/>
          <c:order val="3"/>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Sheet1!$E$2:$E$299</c:f>
              <c:numCache>
                <c:formatCode>General</c:formatCode>
                <c:ptCount val="298"/>
                <c:pt idx="0">
                  <c:v>8.648135793803394</c:v>
                </c:pt>
                <c:pt idx="1">
                  <c:v>8.648135793803394</c:v>
                </c:pt>
                <c:pt idx="2">
                  <c:v>8.648135793803394</c:v>
                </c:pt>
                <c:pt idx="3">
                  <c:v>8.648135793803394</c:v>
                </c:pt>
                <c:pt idx="4">
                  <c:v>8.648135793803394</c:v>
                </c:pt>
                <c:pt idx="5">
                  <c:v>8.648135793803394</c:v>
                </c:pt>
                <c:pt idx="6">
                  <c:v>8.648135793803394</c:v>
                </c:pt>
                <c:pt idx="7">
                  <c:v>8.648135793803394</c:v>
                </c:pt>
                <c:pt idx="8">
                  <c:v>8.648135793803394</c:v>
                </c:pt>
                <c:pt idx="9">
                  <c:v>8.648135793803394</c:v>
                </c:pt>
                <c:pt idx="10">
                  <c:v>8.648135793803394</c:v>
                </c:pt>
                <c:pt idx="11">
                  <c:v>8.648135793803394</c:v>
                </c:pt>
                <c:pt idx="12">
                  <c:v>8.648135793803394</c:v>
                </c:pt>
                <c:pt idx="13">
                  <c:v>8.648135793803394</c:v>
                </c:pt>
                <c:pt idx="14">
                  <c:v>8.648135793803394</c:v>
                </c:pt>
                <c:pt idx="15">
                  <c:v>8.648135793803394</c:v>
                </c:pt>
                <c:pt idx="16">
                  <c:v>8.648135793803394</c:v>
                </c:pt>
                <c:pt idx="17">
                  <c:v>8.648135793803394</c:v>
                </c:pt>
                <c:pt idx="18">
                  <c:v>8.648135793803394</c:v>
                </c:pt>
                <c:pt idx="19">
                  <c:v>8.648135793803394</c:v>
                </c:pt>
                <c:pt idx="20">
                  <c:v>8.648135793803394</c:v>
                </c:pt>
                <c:pt idx="21">
                  <c:v>8.648135793803394</c:v>
                </c:pt>
                <c:pt idx="22">
                  <c:v>8.648135793803394</c:v>
                </c:pt>
                <c:pt idx="23">
                  <c:v>8.648135793803394</c:v>
                </c:pt>
                <c:pt idx="24">
                  <c:v>8.648135793803394</c:v>
                </c:pt>
                <c:pt idx="25">
                  <c:v>8.648135793803394</c:v>
                </c:pt>
                <c:pt idx="26">
                  <c:v>8.648135793803394</c:v>
                </c:pt>
                <c:pt idx="27">
                  <c:v>8.648135793803394</c:v>
                </c:pt>
                <c:pt idx="28">
                  <c:v>8.648135793803394</c:v>
                </c:pt>
                <c:pt idx="29">
                  <c:v>8.648135793803394</c:v>
                </c:pt>
                <c:pt idx="30">
                  <c:v>8.648135793803394</c:v>
                </c:pt>
                <c:pt idx="31">
                  <c:v>8.648135793803394</c:v>
                </c:pt>
                <c:pt idx="32">
                  <c:v>8.648135793803394</c:v>
                </c:pt>
                <c:pt idx="33">
                  <c:v>8.648135793803394</c:v>
                </c:pt>
                <c:pt idx="34">
                  <c:v>8.648135793803394</c:v>
                </c:pt>
                <c:pt idx="35">
                  <c:v>8.648135793803394</c:v>
                </c:pt>
                <c:pt idx="36">
                  <c:v>8.648135793803394</c:v>
                </c:pt>
                <c:pt idx="37">
                  <c:v>8.648135793803394</c:v>
                </c:pt>
                <c:pt idx="38">
                  <c:v>8.648135793803394</c:v>
                </c:pt>
                <c:pt idx="39">
                  <c:v>8.648135793803394</c:v>
                </c:pt>
                <c:pt idx="40">
                  <c:v>8.648135793803394</c:v>
                </c:pt>
                <c:pt idx="41">
                  <c:v>8.648135793803394</c:v>
                </c:pt>
                <c:pt idx="42">
                  <c:v>8.648135793803394</c:v>
                </c:pt>
                <c:pt idx="43">
                  <c:v>8.648135793803394</c:v>
                </c:pt>
                <c:pt idx="44">
                  <c:v>8.648135793803394</c:v>
                </c:pt>
                <c:pt idx="45">
                  <c:v>8.648135793803394</c:v>
                </c:pt>
                <c:pt idx="46">
                  <c:v>8.648135793803394</c:v>
                </c:pt>
                <c:pt idx="47">
                  <c:v>8.648135793803394</c:v>
                </c:pt>
                <c:pt idx="48">
                  <c:v>8.648135793803394</c:v>
                </c:pt>
                <c:pt idx="49">
                  <c:v>8.648135793803394</c:v>
                </c:pt>
                <c:pt idx="50">
                  <c:v>8.648135793803394</c:v>
                </c:pt>
                <c:pt idx="51">
                  <c:v>8.648135793803394</c:v>
                </c:pt>
                <c:pt idx="52">
                  <c:v>8.648135793803394</c:v>
                </c:pt>
                <c:pt idx="53">
                  <c:v>8.648135793803394</c:v>
                </c:pt>
                <c:pt idx="54">
                  <c:v>8.648135793803394</c:v>
                </c:pt>
                <c:pt idx="55">
                  <c:v>8.648135793803394</c:v>
                </c:pt>
                <c:pt idx="56">
                  <c:v>8.648135793803394</c:v>
                </c:pt>
                <c:pt idx="57">
                  <c:v>8.648135793803394</c:v>
                </c:pt>
                <c:pt idx="58">
                  <c:v>8.648135793803394</c:v>
                </c:pt>
                <c:pt idx="59">
                  <c:v>8.648135793803394</c:v>
                </c:pt>
                <c:pt idx="60">
                  <c:v>8.648135793803394</c:v>
                </c:pt>
                <c:pt idx="61">
                  <c:v>8.648135793803394</c:v>
                </c:pt>
                <c:pt idx="62">
                  <c:v>8.648135793803394</c:v>
                </c:pt>
                <c:pt idx="63">
                  <c:v>8.648135793803394</c:v>
                </c:pt>
                <c:pt idx="64">
                  <c:v>8.648135793803394</c:v>
                </c:pt>
                <c:pt idx="65">
                  <c:v>8.648135793803394</c:v>
                </c:pt>
                <c:pt idx="66">
                  <c:v>8.648135793803394</c:v>
                </c:pt>
                <c:pt idx="67">
                  <c:v>8.648135793803394</c:v>
                </c:pt>
                <c:pt idx="68">
                  <c:v>8.648135793803394</c:v>
                </c:pt>
                <c:pt idx="69">
                  <c:v>8.648135793803394</c:v>
                </c:pt>
                <c:pt idx="70">
                  <c:v>8.648135793803394</c:v>
                </c:pt>
                <c:pt idx="71">
                  <c:v>8.648135793803394</c:v>
                </c:pt>
                <c:pt idx="72">
                  <c:v>8.648135793803394</c:v>
                </c:pt>
                <c:pt idx="73">
                  <c:v>8.648135793803394</c:v>
                </c:pt>
                <c:pt idx="74">
                  <c:v>8.648135793803394</c:v>
                </c:pt>
                <c:pt idx="75">
                  <c:v>8.648135793803394</c:v>
                </c:pt>
                <c:pt idx="76">
                  <c:v>8.648135793803394</c:v>
                </c:pt>
                <c:pt idx="77">
                  <c:v>8.648135793803394</c:v>
                </c:pt>
                <c:pt idx="78">
                  <c:v>8.648135793803394</c:v>
                </c:pt>
                <c:pt idx="79">
                  <c:v>8.648135793803394</c:v>
                </c:pt>
                <c:pt idx="80">
                  <c:v>8.648135793803394</c:v>
                </c:pt>
                <c:pt idx="81">
                  <c:v>8.648135793803394</c:v>
                </c:pt>
                <c:pt idx="82">
                  <c:v>8.648135793803394</c:v>
                </c:pt>
                <c:pt idx="83">
                  <c:v>8.648135793803394</c:v>
                </c:pt>
                <c:pt idx="84">
                  <c:v>8.648135793803394</c:v>
                </c:pt>
                <c:pt idx="85">
                  <c:v>8.648135793803394</c:v>
                </c:pt>
                <c:pt idx="86">
                  <c:v>8.648135793803394</c:v>
                </c:pt>
                <c:pt idx="87">
                  <c:v>8.648135793803394</c:v>
                </c:pt>
                <c:pt idx="88">
                  <c:v>8.648135793803394</c:v>
                </c:pt>
                <c:pt idx="89">
                  <c:v>8.648135793803394</c:v>
                </c:pt>
                <c:pt idx="90">
                  <c:v>8.648135793803394</c:v>
                </c:pt>
                <c:pt idx="91">
                  <c:v>8.648135793803394</c:v>
                </c:pt>
                <c:pt idx="92">
                  <c:v>8.648135793803394</c:v>
                </c:pt>
                <c:pt idx="93">
                  <c:v>8.648135793803394</c:v>
                </c:pt>
                <c:pt idx="94">
                  <c:v>8.648135793803394</c:v>
                </c:pt>
                <c:pt idx="95">
                  <c:v>8.648135793803394</c:v>
                </c:pt>
                <c:pt idx="96">
                  <c:v>8.648135793803394</c:v>
                </c:pt>
                <c:pt idx="97">
                  <c:v>8.648135793803394</c:v>
                </c:pt>
                <c:pt idx="98">
                  <c:v>8.648135793803394</c:v>
                </c:pt>
                <c:pt idx="99">
                  <c:v>8.648135793803394</c:v>
                </c:pt>
                <c:pt idx="100">
                  <c:v>8.648135793803394</c:v>
                </c:pt>
                <c:pt idx="101">
                  <c:v>8.648135793803394</c:v>
                </c:pt>
                <c:pt idx="102">
                  <c:v>8.648135793803394</c:v>
                </c:pt>
                <c:pt idx="103">
                  <c:v>8.648135793803394</c:v>
                </c:pt>
                <c:pt idx="104">
                  <c:v>8.648135793803394</c:v>
                </c:pt>
                <c:pt idx="105">
                  <c:v>8.648135793803394</c:v>
                </c:pt>
                <c:pt idx="106">
                  <c:v>8.648135793803394</c:v>
                </c:pt>
                <c:pt idx="107">
                  <c:v>8.648135793803394</c:v>
                </c:pt>
                <c:pt idx="108">
                  <c:v>8.648135793803394</c:v>
                </c:pt>
                <c:pt idx="109">
                  <c:v>8.648135793803394</c:v>
                </c:pt>
                <c:pt idx="110">
                  <c:v>8.648135793803394</c:v>
                </c:pt>
                <c:pt idx="111">
                  <c:v>8.648135793803394</c:v>
                </c:pt>
                <c:pt idx="112">
                  <c:v>8.648135793803394</c:v>
                </c:pt>
                <c:pt idx="113">
                  <c:v>8.648135793803394</c:v>
                </c:pt>
                <c:pt idx="114">
                  <c:v>8.648135793803394</c:v>
                </c:pt>
                <c:pt idx="115">
                  <c:v>8.648135793803394</c:v>
                </c:pt>
                <c:pt idx="116">
                  <c:v>8.648135793803394</c:v>
                </c:pt>
                <c:pt idx="117">
                  <c:v>8.648135793803394</c:v>
                </c:pt>
                <c:pt idx="118">
                  <c:v>8.648135793803394</c:v>
                </c:pt>
                <c:pt idx="119">
                  <c:v>8.648135793803394</c:v>
                </c:pt>
                <c:pt idx="120">
                  <c:v>8.648135793803394</c:v>
                </c:pt>
                <c:pt idx="121">
                  <c:v>8.648135793803394</c:v>
                </c:pt>
                <c:pt idx="122">
                  <c:v>8.648135793803394</c:v>
                </c:pt>
                <c:pt idx="123">
                  <c:v>8.648135793803394</c:v>
                </c:pt>
                <c:pt idx="124">
                  <c:v>8.648135793803394</c:v>
                </c:pt>
                <c:pt idx="125">
                  <c:v>8.648135793803394</c:v>
                </c:pt>
                <c:pt idx="126">
                  <c:v>8.648135793803394</c:v>
                </c:pt>
                <c:pt idx="127">
                  <c:v>8.648135793803394</c:v>
                </c:pt>
                <c:pt idx="128">
                  <c:v>8.648135793803394</c:v>
                </c:pt>
                <c:pt idx="129">
                  <c:v>8.648135793803394</c:v>
                </c:pt>
                <c:pt idx="130">
                  <c:v>8.648135793803394</c:v>
                </c:pt>
                <c:pt idx="131">
                  <c:v>8.648135793803394</c:v>
                </c:pt>
                <c:pt idx="132">
                  <c:v>8.648135793803394</c:v>
                </c:pt>
                <c:pt idx="133">
                  <c:v>8.648135793803394</c:v>
                </c:pt>
                <c:pt idx="134">
                  <c:v>8.648135793803394</c:v>
                </c:pt>
                <c:pt idx="135">
                  <c:v>8.648135793803394</c:v>
                </c:pt>
                <c:pt idx="136">
                  <c:v>8.648135793803394</c:v>
                </c:pt>
                <c:pt idx="137">
                  <c:v>8.648135793803394</c:v>
                </c:pt>
                <c:pt idx="138">
                  <c:v>8.648135793803394</c:v>
                </c:pt>
                <c:pt idx="139">
                  <c:v>8.648135793803394</c:v>
                </c:pt>
                <c:pt idx="140">
                  <c:v>8.648135793803394</c:v>
                </c:pt>
                <c:pt idx="141">
                  <c:v>8.648135793803394</c:v>
                </c:pt>
                <c:pt idx="142">
                  <c:v>8.648135793803394</c:v>
                </c:pt>
                <c:pt idx="143">
                  <c:v>8.648135793803394</c:v>
                </c:pt>
                <c:pt idx="144">
                  <c:v>8.648135793803394</c:v>
                </c:pt>
                <c:pt idx="145">
                  <c:v>8.648135793803394</c:v>
                </c:pt>
                <c:pt idx="146">
                  <c:v>8.648135793803394</c:v>
                </c:pt>
                <c:pt idx="147">
                  <c:v>8.648135793803394</c:v>
                </c:pt>
                <c:pt idx="148">
                  <c:v>8.648135793803394</c:v>
                </c:pt>
                <c:pt idx="149">
                  <c:v>8.648135793803394</c:v>
                </c:pt>
                <c:pt idx="150">
                  <c:v>8.648135793803394</c:v>
                </c:pt>
                <c:pt idx="151">
                  <c:v>8.648135793803394</c:v>
                </c:pt>
                <c:pt idx="152">
                  <c:v>8.648135793803394</c:v>
                </c:pt>
                <c:pt idx="153">
                  <c:v>8.648135793803394</c:v>
                </c:pt>
                <c:pt idx="154">
                  <c:v>8.648135793803394</c:v>
                </c:pt>
                <c:pt idx="155">
                  <c:v>8.648135793803394</c:v>
                </c:pt>
                <c:pt idx="156">
                  <c:v>8.648135793803394</c:v>
                </c:pt>
                <c:pt idx="157">
                  <c:v>8.648135793803394</c:v>
                </c:pt>
                <c:pt idx="158">
                  <c:v>8.648135793803394</c:v>
                </c:pt>
                <c:pt idx="159">
                  <c:v>8.648135793803394</c:v>
                </c:pt>
                <c:pt idx="160">
                  <c:v>8.648135793803394</c:v>
                </c:pt>
                <c:pt idx="161">
                  <c:v>8.648135793803394</c:v>
                </c:pt>
                <c:pt idx="162">
                  <c:v>8.648135793803394</c:v>
                </c:pt>
                <c:pt idx="163">
                  <c:v>8.648135793803394</c:v>
                </c:pt>
                <c:pt idx="164">
                  <c:v>8.648135793803394</c:v>
                </c:pt>
                <c:pt idx="165">
                  <c:v>8.648135793803394</c:v>
                </c:pt>
                <c:pt idx="166">
                  <c:v>8.648135793803394</c:v>
                </c:pt>
                <c:pt idx="167">
                  <c:v>8.648135793803394</c:v>
                </c:pt>
                <c:pt idx="168">
                  <c:v>8.648135793803394</c:v>
                </c:pt>
                <c:pt idx="169">
                  <c:v>8.648135793803394</c:v>
                </c:pt>
                <c:pt idx="170">
                  <c:v>8.648135793803394</c:v>
                </c:pt>
                <c:pt idx="171">
                  <c:v>8.648135793803394</c:v>
                </c:pt>
                <c:pt idx="172">
                  <c:v>8.648135793803394</c:v>
                </c:pt>
                <c:pt idx="173">
                  <c:v>8.648135793803394</c:v>
                </c:pt>
                <c:pt idx="174">
                  <c:v>8.648135793803394</c:v>
                </c:pt>
                <c:pt idx="175">
                  <c:v>8.648135793803394</c:v>
                </c:pt>
                <c:pt idx="176">
                  <c:v>8.648135793803394</c:v>
                </c:pt>
                <c:pt idx="177">
                  <c:v>8.648135793803394</c:v>
                </c:pt>
                <c:pt idx="178">
                  <c:v>8.648135793803394</c:v>
                </c:pt>
                <c:pt idx="179">
                  <c:v>8.648135793803394</c:v>
                </c:pt>
                <c:pt idx="180">
                  <c:v>8.648135793803394</c:v>
                </c:pt>
                <c:pt idx="181">
                  <c:v>8.648135793803394</c:v>
                </c:pt>
                <c:pt idx="182">
                  <c:v>8.648135793803394</c:v>
                </c:pt>
                <c:pt idx="183">
                  <c:v>8.648135793803394</c:v>
                </c:pt>
                <c:pt idx="184">
                  <c:v>8.648135793803394</c:v>
                </c:pt>
                <c:pt idx="185">
                  <c:v>8.648135793803394</c:v>
                </c:pt>
                <c:pt idx="186">
                  <c:v>8.648135793803394</c:v>
                </c:pt>
                <c:pt idx="187">
                  <c:v>8.648135793803394</c:v>
                </c:pt>
                <c:pt idx="188">
                  <c:v>8.648135793803394</c:v>
                </c:pt>
                <c:pt idx="189">
                  <c:v>8.648135793803394</c:v>
                </c:pt>
                <c:pt idx="190">
                  <c:v>8.648135793803394</c:v>
                </c:pt>
                <c:pt idx="191">
                  <c:v>8.648135793803394</c:v>
                </c:pt>
                <c:pt idx="192">
                  <c:v>8.648135793803394</c:v>
                </c:pt>
                <c:pt idx="193">
                  <c:v>8.648135793803394</c:v>
                </c:pt>
                <c:pt idx="194">
                  <c:v>8.648135793803394</c:v>
                </c:pt>
                <c:pt idx="195">
                  <c:v>8.648135793803394</c:v>
                </c:pt>
                <c:pt idx="196">
                  <c:v>8.648135793803394</c:v>
                </c:pt>
                <c:pt idx="197">
                  <c:v>8.648135793803394</c:v>
                </c:pt>
                <c:pt idx="198">
                  <c:v>8.648135793803394</c:v>
                </c:pt>
                <c:pt idx="199">
                  <c:v>8.648135793803394</c:v>
                </c:pt>
                <c:pt idx="200">
                  <c:v>8.648135793803394</c:v>
                </c:pt>
                <c:pt idx="201">
                  <c:v>8.648135793803394</c:v>
                </c:pt>
                <c:pt idx="202">
                  <c:v>8.648135793803394</c:v>
                </c:pt>
                <c:pt idx="203">
                  <c:v>8.648135793803394</c:v>
                </c:pt>
                <c:pt idx="204">
                  <c:v>8.648135793803394</c:v>
                </c:pt>
                <c:pt idx="205">
                  <c:v>8.648135793803394</c:v>
                </c:pt>
                <c:pt idx="206">
                  <c:v>8.648135793803394</c:v>
                </c:pt>
                <c:pt idx="207">
                  <c:v>8.648135793803394</c:v>
                </c:pt>
                <c:pt idx="208">
                  <c:v>8.648135793803394</c:v>
                </c:pt>
                <c:pt idx="209">
                  <c:v>8.648135793803394</c:v>
                </c:pt>
                <c:pt idx="210">
                  <c:v>8.648135793803394</c:v>
                </c:pt>
                <c:pt idx="211">
                  <c:v>8.648135793803394</c:v>
                </c:pt>
                <c:pt idx="212">
                  <c:v>8.648135793803394</c:v>
                </c:pt>
                <c:pt idx="213">
                  <c:v>8.648135793803394</c:v>
                </c:pt>
                <c:pt idx="214">
                  <c:v>8.648135793803394</c:v>
                </c:pt>
                <c:pt idx="215">
                  <c:v>8.648135793803394</c:v>
                </c:pt>
                <c:pt idx="216">
                  <c:v>8.648135793803394</c:v>
                </c:pt>
                <c:pt idx="217">
                  <c:v>8.648135793803394</c:v>
                </c:pt>
                <c:pt idx="218">
                  <c:v>8.648135793803394</c:v>
                </c:pt>
                <c:pt idx="219">
                  <c:v>8.648135793803394</c:v>
                </c:pt>
                <c:pt idx="220">
                  <c:v>8.648135793803394</c:v>
                </c:pt>
                <c:pt idx="221">
                  <c:v>8.648135793803394</c:v>
                </c:pt>
                <c:pt idx="222">
                  <c:v>8.648135793803394</c:v>
                </c:pt>
                <c:pt idx="223">
                  <c:v>8.648135793803394</c:v>
                </c:pt>
                <c:pt idx="224">
                  <c:v>8.648135793803394</c:v>
                </c:pt>
                <c:pt idx="225">
                  <c:v>8.648135793803394</c:v>
                </c:pt>
                <c:pt idx="226">
                  <c:v>8.648135793803394</c:v>
                </c:pt>
                <c:pt idx="227">
                  <c:v>8.648135793803394</c:v>
                </c:pt>
                <c:pt idx="228">
                  <c:v>8.648135793803394</c:v>
                </c:pt>
                <c:pt idx="229">
                  <c:v>8.648135793803394</c:v>
                </c:pt>
                <c:pt idx="230">
                  <c:v>8.648135793803394</c:v>
                </c:pt>
                <c:pt idx="231">
                  <c:v>8.648135793803394</c:v>
                </c:pt>
                <c:pt idx="232">
                  <c:v>8.648135793803394</c:v>
                </c:pt>
                <c:pt idx="233">
                  <c:v>8.648135793803394</c:v>
                </c:pt>
                <c:pt idx="234">
                  <c:v>8.648135793803394</c:v>
                </c:pt>
                <c:pt idx="235">
                  <c:v>8.648135793803394</c:v>
                </c:pt>
                <c:pt idx="236">
                  <c:v>8.648135793803394</c:v>
                </c:pt>
                <c:pt idx="237">
                  <c:v>8.648135793803394</c:v>
                </c:pt>
                <c:pt idx="238">
                  <c:v>8.648135793803394</c:v>
                </c:pt>
                <c:pt idx="239">
                  <c:v>8.648135793803394</c:v>
                </c:pt>
                <c:pt idx="240">
                  <c:v>8.648135793803394</c:v>
                </c:pt>
                <c:pt idx="241">
                  <c:v>8.648135793803394</c:v>
                </c:pt>
                <c:pt idx="242">
                  <c:v>8.648135793803394</c:v>
                </c:pt>
                <c:pt idx="243">
                  <c:v>8.648135793803394</c:v>
                </c:pt>
                <c:pt idx="244">
                  <c:v>8.648135793803394</c:v>
                </c:pt>
                <c:pt idx="245">
                  <c:v>8.648135793803394</c:v>
                </c:pt>
                <c:pt idx="246">
                  <c:v>8.648135793803394</c:v>
                </c:pt>
                <c:pt idx="247">
                  <c:v>8.648135793803394</c:v>
                </c:pt>
                <c:pt idx="248">
                  <c:v>8.648135793803394</c:v>
                </c:pt>
                <c:pt idx="249">
                  <c:v>8.648135793803394</c:v>
                </c:pt>
                <c:pt idx="250">
                  <c:v>8.648135793803394</c:v>
                </c:pt>
                <c:pt idx="251">
                  <c:v>8.648135793803394</c:v>
                </c:pt>
                <c:pt idx="252">
                  <c:v>8.648135793803394</c:v>
                </c:pt>
                <c:pt idx="253">
                  <c:v>8.648135793803394</c:v>
                </c:pt>
                <c:pt idx="254">
                  <c:v>8.648135793803394</c:v>
                </c:pt>
                <c:pt idx="255">
                  <c:v>8.648135793803394</c:v>
                </c:pt>
                <c:pt idx="256">
                  <c:v>8.648135793803394</c:v>
                </c:pt>
                <c:pt idx="257">
                  <c:v>8.648135793803394</c:v>
                </c:pt>
                <c:pt idx="258">
                  <c:v>8.648135793803394</c:v>
                </c:pt>
                <c:pt idx="259">
                  <c:v>8.648135793803394</c:v>
                </c:pt>
                <c:pt idx="260">
                  <c:v>8.648135793803394</c:v>
                </c:pt>
                <c:pt idx="261">
                  <c:v>8.648135793803394</c:v>
                </c:pt>
                <c:pt idx="262">
                  <c:v>8.648135793803394</c:v>
                </c:pt>
                <c:pt idx="263">
                  <c:v>8.648135793803394</c:v>
                </c:pt>
                <c:pt idx="264">
                  <c:v>8.648135793803394</c:v>
                </c:pt>
                <c:pt idx="265">
                  <c:v>8.648135793803394</c:v>
                </c:pt>
                <c:pt idx="266">
                  <c:v>8.648135793803394</c:v>
                </c:pt>
                <c:pt idx="267">
                  <c:v>8.648135793803394</c:v>
                </c:pt>
                <c:pt idx="268">
                  <c:v>8.648135793803394</c:v>
                </c:pt>
                <c:pt idx="269">
                  <c:v>8.648135793803394</c:v>
                </c:pt>
                <c:pt idx="270">
                  <c:v>8.648135793803394</c:v>
                </c:pt>
                <c:pt idx="271">
                  <c:v>8.648135793803394</c:v>
                </c:pt>
                <c:pt idx="272">
                  <c:v>8.648135793803394</c:v>
                </c:pt>
                <c:pt idx="273">
                  <c:v>8.648135793803394</c:v>
                </c:pt>
                <c:pt idx="274">
                  <c:v>8.648135793803394</c:v>
                </c:pt>
                <c:pt idx="275">
                  <c:v>8.648135793803394</c:v>
                </c:pt>
                <c:pt idx="276">
                  <c:v>8.648135793803394</c:v>
                </c:pt>
                <c:pt idx="277">
                  <c:v>8.648135793803394</c:v>
                </c:pt>
                <c:pt idx="278">
                  <c:v>8.648135793803394</c:v>
                </c:pt>
                <c:pt idx="279">
                  <c:v>8.648135793803394</c:v>
                </c:pt>
                <c:pt idx="280">
                  <c:v>8.648135793803394</c:v>
                </c:pt>
                <c:pt idx="281">
                  <c:v>8.648135793803394</c:v>
                </c:pt>
                <c:pt idx="282">
                  <c:v>8.648135793803394</c:v>
                </c:pt>
                <c:pt idx="283">
                  <c:v>8.648135793803394</c:v>
                </c:pt>
                <c:pt idx="284">
                  <c:v>8.648135793803394</c:v>
                </c:pt>
                <c:pt idx="285">
                  <c:v>8.648135793803394</c:v>
                </c:pt>
                <c:pt idx="286">
                  <c:v>8.648135793803394</c:v>
                </c:pt>
                <c:pt idx="287">
                  <c:v>8.648135793803394</c:v>
                </c:pt>
                <c:pt idx="288">
                  <c:v>8.648135793803394</c:v>
                </c:pt>
                <c:pt idx="289">
                  <c:v>8.648135793803394</c:v>
                </c:pt>
                <c:pt idx="290">
                  <c:v>8.648135793803394</c:v>
                </c:pt>
                <c:pt idx="291">
                  <c:v>8.648135793803394</c:v>
                </c:pt>
                <c:pt idx="292">
                  <c:v>8.648135793803394</c:v>
                </c:pt>
                <c:pt idx="293">
                  <c:v>8.648135793803394</c:v>
                </c:pt>
                <c:pt idx="294">
                  <c:v>8.648135793803394</c:v>
                </c:pt>
                <c:pt idx="295">
                  <c:v>8.648135793803394</c:v>
                </c:pt>
                <c:pt idx="296">
                  <c:v>8.648135793803394</c:v>
                </c:pt>
                <c:pt idx="297">
                  <c:v>8.648135793803394</c:v>
                </c:pt>
              </c:numCache>
            </c:numRef>
          </c:val>
        </c:ser>
        <c:marker val="1"/>
        <c:axId val="50010001"/>
        <c:axId val="50010002"/>
      </c:lineChart>
      <c:dateAx>
        <c:axId val="50010001"/>
        <c:scaling>
          <c:orientation val="minMax"/>
        </c:scaling>
        <c:delete val="0"/>
        <c:axPos val="b"/>
        <c:numFmt formatCode="yy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years"/>
      </c:dateAx>
      <c:valAx>
        <c:axId val="50010002"/>
        <c:scaling>
          <c:orientation val="minMax"/>
          <c:min val="5.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egendEntry>
        <c:idx val="3"/>
        <c:delete val="1"/>
      </c:legendEntry>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Fiscal Deterioration</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99.82336455955893</c:v>
                </c:pt>
                <c:pt idx="4">
                  <c:v>100.2273944558649</c:v>
                </c:pt>
                <c:pt idx="5">
                  <c:v>100.501513716236</c:v>
                </c:pt>
                <c:pt idx="6">
                  <c:v>99.65524497309524</c:v>
                </c:pt>
                <c:pt idx="7">
                  <c:v>99.09471459438403</c:v>
                </c:pt>
                <c:pt idx="8">
                  <c:v>99.83952754888783</c:v>
                </c:pt>
                <c:pt idx="9">
                  <c:v>102.2888034941542</c:v>
                </c:pt>
                <c:pt idx="10">
                  <c:v>103.2556715753802</c:v>
                </c:pt>
                <c:pt idx="11">
                  <c:v>105.3180805074728</c:v>
                </c:pt>
                <c:pt idx="12">
                  <c:v>105.9314673183185</c:v>
                </c:pt>
                <c:pt idx="13">
                  <c:v>105.1832665622771</c:v>
                </c:pt>
                <c:pt idx="14">
                  <c:v>105.9977146189061</c:v>
                </c:pt>
                <c:pt idx="15">
                  <c:v>106.6740751480815</c:v>
                </c:pt>
                <c:pt idx="16">
                  <c:v>108.8628205692445</c:v>
                </c:pt>
                <c:pt idx="17">
                  <c:v>111.5626815647057</c:v>
                </c:pt>
                <c:pt idx="18">
                  <c:v>112.8982200673055</c:v>
                </c:pt>
                <c:pt idx="19">
                  <c:v>113.3142853135729</c:v>
                </c:pt>
                <c:pt idx="20">
                  <c:v>114.2453314577198</c:v>
                </c:pt>
                <c:pt idx="21">
                  <c:v>116.0499983121177</c:v>
                </c:pt>
                <c:pt idx="22">
                  <c:v>115.1457792698567</c:v>
                </c:pt>
                <c:pt idx="23">
                  <c:v>111.9906585940195</c:v>
                </c:pt>
                <c:pt idx="24">
                  <c:v>110.0846530654049</c:v>
                </c:pt>
                <c:pt idx="25">
                  <c:v>112.8305060464113</c:v>
                </c:pt>
                <c:pt idx="26">
                  <c:v>111.0367461029106</c:v>
                </c:pt>
                <c:pt idx="27">
                  <c:v>111.082148567277</c:v>
                </c:pt>
                <c:pt idx="28">
                  <c:v>111.5318453002262</c:v>
                </c:pt>
                <c:pt idx="29">
                  <c:v>115.7509952977126</c:v>
                </c:pt>
                <c:pt idx="30">
                  <c:v>115.0383617215159</c:v>
                </c:pt>
                <c:pt idx="31">
                  <c:v>120.1084513387593</c:v>
                </c:pt>
                <c:pt idx="32">
                  <c:v>117.7987680108727</c:v>
                </c:pt>
                <c:pt idx="33">
                  <c:v>117.9294485709739</c:v>
                </c:pt>
                <c:pt idx="34">
                  <c:v>117.9294485709739</c:v>
                </c:pt>
                <c:pt idx="35">
                  <c:v>117.9294485709739</c:v>
                </c:pt>
                <c:pt idx="36">
                  <c:v>116.1714537430088</c:v>
                </c:pt>
                <c:pt idx="37">
                  <c:v>116.2075557310176</c:v>
                </c:pt>
                <c:pt idx="38">
                  <c:v>117.8455938739822</c:v>
                </c:pt>
                <c:pt idx="39">
                  <c:v>119.7176234902122</c:v>
                </c:pt>
                <c:pt idx="40">
                  <c:v>120.7902576476478</c:v>
                </c:pt>
                <c:pt idx="41">
                  <c:v>121.6236620938282</c:v>
                </c:pt>
                <c:pt idx="42">
                  <c:v>122.488462810276</c:v>
                </c:pt>
                <c:pt idx="43">
                  <c:v>120.5666142960788</c:v>
                </c:pt>
                <c:pt idx="44">
                  <c:v>121.8725702468331</c:v>
                </c:pt>
                <c:pt idx="45">
                  <c:v>118.9284772134195</c:v>
                </c:pt>
                <c:pt idx="46">
                  <c:v>119.4764429042293</c:v>
                </c:pt>
                <c:pt idx="47">
                  <c:v>116.4857200598306</c:v>
                </c:pt>
                <c:pt idx="48">
                  <c:v>115.8848966929311</c:v>
                </c:pt>
                <c:pt idx="49">
                  <c:v>115.9291354071331</c:v>
                </c:pt>
                <c:pt idx="50">
                  <c:v>117.9899928566261</c:v>
                </c:pt>
                <c:pt idx="51">
                  <c:v>118.3498246361215</c:v>
                </c:pt>
                <c:pt idx="52">
                  <c:v>115.9152904649473</c:v>
                </c:pt>
                <c:pt idx="53">
                  <c:v>114.3839205577313</c:v>
                </c:pt>
                <c:pt idx="54">
                  <c:v>114.5252975462425</c:v>
                </c:pt>
                <c:pt idx="55">
                  <c:v>115.6253811535062</c:v>
                </c:pt>
                <c:pt idx="56">
                  <c:v>113.3308368721146</c:v>
                </c:pt>
                <c:pt idx="57">
                  <c:v>111.1773640346049</c:v>
                </c:pt>
                <c:pt idx="58">
                  <c:v>108.468475046166</c:v>
                </c:pt>
                <c:pt idx="59">
                  <c:v>111.7377087420659</c:v>
                </c:pt>
                <c:pt idx="60">
                  <c:v>113.0660813735163</c:v>
                </c:pt>
                <c:pt idx="61">
                  <c:v>115.6492715638126</c:v>
                </c:pt>
                <c:pt idx="62">
                  <c:v>113.4344710989032</c:v>
                </c:pt>
                <c:pt idx="63">
                  <c:v>114.6981723537048</c:v>
                </c:pt>
                <c:pt idx="64">
                  <c:v>116.3313854795668</c:v>
                </c:pt>
                <c:pt idx="65">
                  <c:v>121.4132911806356</c:v>
                </c:pt>
                <c:pt idx="66">
                  <c:v>123.1833726586635</c:v>
                </c:pt>
                <c:pt idx="67">
                  <c:v>123.5027063221163</c:v>
                </c:pt>
                <c:pt idx="68">
                  <c:v>123.5027063221163</c:v>
                </c:pt>
                <c:pt idx="69">
                  <c:v>123.2711929661002</c:v>
                </c:pt>
                <c:pt idx="70">
                  <c:v>121.4099691767203</c:v>
                </c:pt>
                <c:pt idx="71">
                  <c:v>124.193057920267</c:v>
                </c:pt>
                <c:pt idx="72">
                  <c:v>126.9253744165039</c:v>
                </c:pt>
                <c:pt idx="73">
                  <c:v>127.9441182321711</c:v>
                </c:pt>
                <c:pt idx="74">
                  <c:v>128.7533017295005</c:v>
                </c:pt>
                <c:pt idx="75">
                  <c:v>129.5736607851657</c:v>
                </c:pt>
                <c:pt idx="76">
                  <c:v>127.0187136815575</c:v>
                </c:pt>
                <c:pt idx="77">
                  <c:v>127.2393761570312</c:v>
                </c:pt>
                <c:pt idx="78">
                  <c:v>126.9799758701096</c:v>
                </c:pt>
                <c:pt idx="79">
                  <c:v>126.1102974400631</c:v>
                </c:pt>
                <c:pt idx="80">
                  <c:v>126.1102974400631</c:v>
                </c:pt>
                <c:pt idx="81">
                  <c:v>123.9064782556874</c:v>
                </c:pt>
                <c:pt idx="82">
                  <c:v>122.110833361112</c:v>
                </c:pt>
                <c:pt idx="83">
                  <c:v>121.8389775092948</c:v>
                </c:pt>
                <c:pt idx="84">
                  <c:v>121.0687104901477</c:v>
                </c:pt>
                <c:pt idx="85">
                  <c:v>120.5103222024234</c:v>
                </c:pt>
                <c:pt idx="86">
                  <c:v>118.9195803732913</c:v>
                </c:pt>
                <c:pt idx="87">
                  <c:v>119.3875591897284</c:v>
                </c:pt>
                <c:pt idx="88">
                  <c:v>119.3875591897284</c:v>
                </c:pt>
                <c:pt idx="89">
                  <c:v>117.9550523734029</c:v>
                </c:pt>
                <c:pt idx="90">
                  <c:v>117.8444333006996</c:v>
                </c:pt>
                <c:pt idx="91">
                  <c:v>121.4285274459645</c:v>
                </c:pt>
                <c:pt idx="92">
                  <c:v>118.1522307380232</c:v>
                </c:pt>
                <c:pt idx="93">
                  <c:v>118.6277653202547</c:v>
                </c:pt>
                <c:pt idx="94">
                  <c:v>117.4620734250378</c:v>
                </c:pt>
                <c:pt idx="95">
                  <c:v>117.2154606427586</c:v>
                </c:pt>
                <c:pt idx="96">
                  <c:v>115.9598220108166</c:v>
                </c:pt>
                <c:pt idx="97">
                  <c:v>116.6424993025976</c:v>
                </c:pt>
                <c:pt idx="98">
                  <c:v>115.0936339315969</c:v>
                </c:pt>
                <c:pt idx="99">
                  <c:v>114.7417311481134</c:v>
                </c:pt>
                <c:pt idx="100">
                  <c:v>112.4001538315733</c:v>
                </c:pt>
                <c:pt idx="101">
                  <c:v>114.5003353040443</c:v>
                </c:pt>
                <c:pt idx="102">
                  <c:v>114.5769502213571</c:v>
                </c:pt>
                <c:pt idx="103">
                  <c:v>113.9013296449152</c:v>
                </c:pt>
                <c:pt idx="104">
                  <c:v>114.2354550328338</c:v>
                </c:pt>
                <c:pt idx="105">
                  <c:v>114.5719130871906</c:v>
                </c:pt>
                <c:pt idx="106">
                  <c:v>114.344312069353</c:v>
                </c:pt>
                <c:pt idx="107">
                  <c:v>114.1593967429437</c:v>
                </c:pt>
                <c:pt idx="108">
                  <c:v>114.2726493002509</c:v>
                </c:pt>
                <c:pt idx="109">
                  <c:v>111.7187571185427</c:v>
                </c:pt>
                <c:pt idx="110">
                  <c:v>110.8398196495458</c:v>
                </c:pt>
                <c:pt idx="111">
                  <c:v>109.8996685060512</c:v>
                </c:pt>
                <c:pt idx="112">
                  <c:v>109.8996685060512</c:v>
                </c:pt>
                <c:pt idx="113">
                  <c:v>108.8371367558223</c:v>
                </c:pt>
                <c:pt idx="114">
                  <c:v>109.2427972157333</c:v>
                </c:pt>
                <c:pt idx="115">
                  <c:v>108.3982054670399</c:v>
                </c:pt>
                <c:pt idx="116">
                  <c:v>106.4515345045623</c:v>
                </c:pt>
                <c:pt idx="117">
                  <c:v>107.5588087863936</c:v>
                </c:pt>
                <c:pt idx="118">
                  <c:v>109.216382256689</c:v>
                </c:pt>
                <c:pt idx="119">
                  <c:v>110.0234661076464</c:v>
                </c:pt>
                <c:pt idx="120">
                  <c:v>110.2740811435631</c:v>
                </c:pt>
                <c:pt idx="121">
                  <c:v>109.6506454402827</c:v>
                </c:pt>
                <c:pt idx="122">
                  <c:v>109.8537808559023</c:v>
                </c:pt>
                <c:pt idx="123">
                  <c:v>109.3776365643174</c:v>
                </c:pt>
                <c:pt idx="124">
                  <c:v>109.6509408102489</c:v>
                </c:pt>
                <c:pt idx="125">
                  <c:v>108.5723067868666</c:v>
                </c:pt>
                <c:pt idx="126">
                  <c:v>107.0253952972481</c:v>
                </c:pt>
                <c:pt idx="127">
                  <c:v>108.3479727081306</c:v>
                </c:pt>
                <c:pt idx="128">
                  <c:v>108.3667711691385</c:v>
                </c:pt>
                <c:pt idx="129">
                  <c:v>107.5488550088063</c:v>
                </c:pt>
                <c:pt idx="130">
                  <c:v>106.6489756352455</c:v>
                </c:pt>
                <c:pt idx="131">
                  <c:v>106.5807369022318</c:v>
                </c:pt>
                <c:pt idx="132">
                  <c:v>108.4996418089584</c:v>
                </c:pt>
                <c:pt idx="133">
                  <c:v>109.4822285326806</c:v>
                </c:pt>
                <c:pt idx="134">
                  <c:v>109.84994882596</c:v>
                </c:pt>
                <c:pt idx="135">
                  <c:v>108.5712077852419</c:v>
                </c:pt>
                <c:pt idx="136">
                  <c:v>107.8818061677398</c:v>
                </c:pt>
                <c:pt idx="137">
                  <c:v>109.6507896293599</c:v>
                </c:pt>
                <c:pt idx="138">
                  <c:v>110.1141867247802</c:v>
                </c:pt>
                <c:pt idx="139">
                  <c:v>107.1389294756831</c:v>
                </c:pt>
                <c:pt idx="140">
                  <c:v>108.3105029373277</c:v>
                </c:pt>
                <c:pt idx="141">
                  <c:v>108.5627048776994</c:v>
                </c:pt>
                <c:pt idx="142">
                  <c:v>105.7509783252698</c:v>
                </c:pt>
                <c:pt idx="143">
                  <c:v>106.7132798704193</c:v>
                </c:pt>
                <c:pt idx="144">
                  <c:v>106.0284958054532</c:v>
                </c:pt>
                <c:pt idx="145">
                  <c:v>107.6713075596124</c:v>
                </c:pt>
                <c:pt idx="146">
                  <c:v>111.8515167903695</c:v>
                </c:pt>
                <c:pt idx="147">
                  <c:v>110.9685185995643</c:v>
                </c:pt>
                <c:pt idx="148">
                  <c:v>110.4499295784371</c:v>
                </c:pt>
                <c:pt idx="149">
                  <c:v>110.7752634623666</c:v>
                </c:pt>
                <c:pt idx="150">
                  <c:v>111.9808794705304</c:v>
                </c:pt>
                <c:pt idx="151">
                  <c:v>111.1141550329474</c:v>
                </c:pt>
                <c:pt idx="152">
                  <c:v>113.3799795839912</c:v>
                </c:pt>
                <c:pt idx="153">
                  <c:v>113.2540124912254</c:v>
                </c:pt>
                <c:pt idx="154">
                  <c:v>114.7265327115681</c:v>
                </c:pt>
                <c:pt idx="155">
                  <c:v>115.6455695108871</c:v>
                </c:pt>
                <c:pt idx="156">
                  <c:v>118.6199756037875</c:v>
                </c:pt>
                <c:pt idx="157">
                  <c:v>117.628467243552</c:v>
                </c:pt>
                <c:pt idx="158">
                  <c:v>118.915761324152</c:v>
                </c:pt>
                <c:pt idx="159">
                  <c:v>120.1579726999274</c:v>
                </c:pt>
                <c:pt idx="160">
                  <c:v>118.2271331860764</c:v>
                </c:pt>
                <c:pt idx="161">
                  <c:v>120.2685164747053</c:v>
                </c:pt>
                <c:pt idx="162">
                  <c:v>119.4344963055062</c:v>
                </c:pt>
                <c:pt idx="163">
                  <c:v>120.6009923601929</c:v>
                </c:pt>
                <c:pt idx="164">
                  <c:v>120.9257009343236</c:v>
                </c:pt>
                <c:pt idx="165">
                  <c:v>120.288022017924</c:v>
                </c:pt>
                <c:pt idx="166">
                  <c:v>123.1218480024752</c:v>
                </c:pt>
                <c:pt idx="167">
                  <c:v>124.3776684224539</c:v>
                </c:pt>
                <c:pt idx="168">
                  <c:v>125.3418588585213</c:v>
                </c:pt>
                <c:pt idx="169">
                  <c:v>125.6245896219616</c:v>
                </c:pt>
                <c:pt idx="170">
                  <c:v>126.569790370353</c:v>
                </c:pt>
                <c:pt idx="171">
                  <c:v>127.290136081687</c:v>
                </c:pt>
                <c:pt idx="172">
                  <c:v>129.3227588379118</c:v>
                </c:pt>
                <c:pt idx="173">
                  <c:v>127.6589746604615</c:v>
                </c:pt>
                <c:pt idx="174">
                  <c:v>127.9400977558517</c:v>
                </c:pt>
                <c:pt idx="175">
                  <c:v>128.3996552393494</c:v>
                </c:pt>
                <c:pt idx="176">
                  <c:v>133.1961271248217</c:v>
                </c:pt>
                <c:pt idx="177">
                  <c:v>133.8281569694625</c:v>
                </c:pt>
                <c:pt idx="178">
                  <c:v>133.0853297383672</c:v>
                </c:pt>
                <c:pt idx="179">
                  <c:v>133.0853297383672</c:v>
                </c:pt>
                <c:pt idx="180">
                  <c:v>134.7023608150093</c:v>
                </c:pt>
                <c:pt idx="181">
                  <c:v>133.8870228282426</c:v>
                </c:pt>
                <c:pt idx="182">
                  <c:v>135.9028841770749</c:v>
                </c:pt>
                <c:pt idx="183">
                  <c:v>135.6496404652516</c:v>
                </c:pt>
                <c:pt idx="184">
                  <c:v>133.9210716439756</c:v>
                </c:pt>
                <c:pt idx="185">
                  <c:v>135.8606066045229</c:v>
                </c:pt>
              </c:numCache>
            </c:numRef>
          </c:val>
        </c:ser>
        <c:ser>
          <c:idx val="1"/>
          <c:order val="1"/>
          <c:tx>
            <c:v>Ibovespa</c:v>
          </c:tx>
          <c:spPr>
            <a:ln w="19050">
              <a:solidFill>
                <a:srgbClr val="8EB3DF"/>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99.63588601844639</c:v>
                </c:pt>
                <c:pt idx="4">
                  <c:v>100.4619942843266</c:v>
                </c:pt>
                <c:pt idx="5">
                  <c:v>101.5754874604788</c:v>
                </c:pt>
                <c:pt idx="6">
                  <c:v>100.5274588353156</c:v>
                </c:pt>
                <c:pt idx="7">
                  <c:v>101.1240377601615</c:v>
                </c:pt>
                <c:pt idx="8">
                  <c:v>101.3932877237148</c:v>
                </c:pt>
                <c:pt idx="9">
                  <c:v>101.2567729091949</c:v>
                </c:pt>
                <c:pt idx="10">
                  <c:v>100.5260996452638</c:v>
                </c:pt>
                <c:pt idx="11">
                  <c:v>102.4953301891564</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112.560734538577</c:v>
                </c:pt>
                <c:pt idx="24">
                  <c:v>113.4479318806219</c:v>
                </c:pt>
                <c:pt idx="25">
                  <c:v>115.2359991477444</c:v>
                </c:pt>
                <c:pt idx="26">
                  <c:v>112.7744376940764</c:v>
                </c:pt>
                <c:pt idx="27">
                  <c:v>113.0344960573248</c:v>
                </c:pt>
                <c:pt idx="28">
                  <c:v>113.5449867392081</c:v>
                </c:pt>
                <c:pt idx="29">
                  <c:v>115.5877252601499</c:v>
                </c:pt>
                <c:pt idx="30">
                  <c:v>115.3941989396207</c:v>
                </c:pt>
                <c:pt idx="31">
                  <c:v>117.7338615265864</c:v>
                </c:pt>
                <c:pt idx="32">
                  <c:v>116.5343607899861</c:v>
                </c:pt>
                <c:pt idx="33">
                  <c:v>115.7262198994485</c:v>
                </c:pt>
                <c:pt idx="34">
                  <c:v>115.7262198994485</c:v>
                </c:pt>
                <c:pt idx="35">
                  <c:v>115.7262198994485</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c:v>
                </c:pt>
                <c:pt idx="58">
                  <c:v>109.3678791862511</c:v>
                </c:pt>
                <c:pt idx="59">
                  <c:v>112.9132736824747</c:v>
                </c:pt>
                <c:pt idx="60">
                  <c:v>113.271510253165</c:v>
                </c:pt>
                <c:pt idx="61">
                  <c:v>115.0807473708206</c:v>
                </c:pt>
                <c:pt idx="62">
                  <c:v>113.4102407336598</c:v>
                </c:pt>
                <c:pt idx="63">
                  <c:v>112.680430151999</c:v>
                </c:pt>
                <c:pt idx="64">
                  <c:v>113.2746506648829</c:v>
                </c:pt>
                <c:pt idx="65">
                  <c:v>116.3453278648794</c:v>
                </c:pt>
                <c:pt idx="66">
                  <c:v>116.650102960198</c:v>
                </c:pt>
                <c:pt idx="67">
                  <c:v>116.711614067977</c:v>
                </c:pt>
                <c:pt idx="68">
                  <c:v>116.711614067977</c:v>
                </c:pt>
                <c:pt idx="69">
                  <c:v>116.7798528561951</c:v>
                </c:pt>
                <c:pt idx="70">
                  <c:v>116.8400171866168</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121.7263674863866</c:v>
                </c:pt>
                <c:pt idx="80">
                  <c:v>121.7263674863866</c:v>
                </c:pt>
                <c:pt idx="81">
                  <c:v>119.7135870037102</c:v>
                </c:pt>
                <c:pt idx="82">
                  <c:v>118.7760996297479</c:v>
                </c:pt>
                <c:pt idx="83">
                  <c:v>118.3829833874082</c:v>
                </c:pt>
                <c:pt idx="84">
                  <c:v>117.6591805499035</c:v>
                </c:pt>
                <c:pt idx="85">
                  <c:v>117.0633091486462</c:v>
                </c:pt>
                <c:pt idx="86">
                  <c:v>114.6625264537795</c:v>
                </c:pt>
                <c:pt idx="87">
                  <c:v>116.2558323372663</c:v>
                </c:pt>
                <c:pt idx="88">
                  <c:v>116.2558323372663</c:v>
                </c:pt>
                <c:pt idx="89">
                  <c:v>115.1898797811915</c:v>
                </c:pt>
                <c:pt idx="90">
                  <c:v>115.9059060655687</c:v>
                </c:pt>
                <c:pt idx="91">
                  <c:v>116.4874656300246</c:v>
                </c:pt>
                <c:pt idx="92">
                  <c:v>113.7116147506752</c:v>
                </c:pt>
                <c:pt idx="93">
                  <c:v>114.2639982766215</c:v>
                </c:pt>
                <c:pt idx="94">
                  <c:v>112.8989618456733</c:v>
                </c:pt>
                <c:pt idx="95">
                  <c:v>111.9267127206597</c:v>
                </c:pt>
                <c:pt idx="96">
                  <c:v>109.9133488413401</c:v>
                </c:pt>
                <c:pt idx="97">
                  <c:v>110.7000468020648</c:v>
                </c:pt>
                <c:pt idx="98">
                  <c:v>110.0285014085615</c:v>
                </c:pt>
                <c:pt idx="99">
                  <c:v>109.8373397063417</c:v>
                </c:pt>
                <c:pt idx="100">
                  <c:v>108.1635126733921</c:v>
                </c:pt>
                <c:pt idx="101">
                  <c:v>110.0731250454227</c:v>
                </c:pt>
                <c:pt idx="102">
                  <c:v>110.2556723376337</c:v>
                </c:pt>
                <c:pt idx="103">
                  <c:v>109.3618031722751</c:v>
                </c:pt>
                <c:pt idx="104">
                  <c:v>110.3586108134306</c:v>
                </c:pt>
                <c:pt idx="105">
                  <c:v>109.5972844003399</c:v>
                </c:pt>
                <c:pt idx="106">
                  <c:v>109.0730590719512</c:v>
                </c:pt>
                <c:pt idx="107">
                  <c:v>108.6504316483494</c:v>
                </c:pt>
                <c:pt idx="108">
                  <c:v>107.8585513876555</c:v>
                </c:pt>
                <c:pt idx="109">
                  <c:v>106.8717235529079</c:v>
                </c:pt>
                <c:pt idx="110">
                  <c:v>108.1131047208767</c:v>
                </c:pt>
                <c:pt idx="111">
                  <c:v>105.7131040257658</c:v>
                </c:pt>
                <c:pt idx="112">
                  <c:v>105.7131040257658</c:v>
                </c:pt>
                <c:pt idx="113">
                  <c:v>104.899135375143</c:v>
                </c:pt>
                <c:pt idx="114">
                  <c:v>104.6816649668516</c:v>
                </c:pt>
                <c:pt idx="115">
                  <c:v>105.3919379673108</c:v>
                </c:pt>
                <c:pt idx="116">
                  <c:v>104.6509683732612</c:v>
                </c:pt>
                <c:pt idx="117">
                  <c:v>106.4371427044667</c:v>
                </c:pt>
                <c:pt idx="118">
                  <c:v>106.2108716957485</c:v>
                </c:pt>
                <c:pt idx="119">
                  <c:v>105.7655476601853</c:v>
                </c:pt>
                <c:pt idx="120">
                  <c:v>105.2897318404917</c:v>
                </c:pt>
                <c:pt idx="121">
                  <c:v>104.5483588338695</c:v>
                </c:pt>
                <c:pt idx="122">
                  <c:v>104.4388912807462</c:v>
                </c:pt>
                <c:pt idx="123">
                  <c:v>104.4736840635339</c:v>
                </c:pt>
                <c:pt idx="124">
                  <c:v>105.7377742561584</c:v>
                </c:pt>
                <c:pt idx="125">
                  <c:v>106.2892020046254</c:v>
                </c:pt>
                <c:pt idx="126">
                  <c:v>105.8223543567348</c:v>
                </c:pt>
                <c:pt idx="127">
                  <c:v>106.7430907994191</c:v>
                </c:pt>
                <c:pt idx="128">
                  <c:v>107.5529818798865</c:v>
                </c:pt>
                <c:pt idx="129">
                  <c:v>107.4972550877618</c:v>
                </c:pt>
                <c:pt idx="130">
                  <c:v>106.7641427293542</c:v>
                </c:pt>
                <c:pt idx="131">
                  <c:v>106.5559135721457</c:v>
                </c:pt>
                <c:pt idx="132">
                  <c:v>107.237997343311</c:v>
                </c:pt>
                <c:pt idx="133">
                  <c:v>108.0340544757166</c:v>
                </c:pt>
                <c:pt idx="134">
                  <c:v>107.0269567107899</c:v>
                </c:pt>
                <c:pt idx="135">
                  <c:v>106.7620077458938</c:v>
                </c:pt>
                <c:pt idx="136">
                  <c:v>105.9134573282904</c:v>
                </c:pt>
                <c:pt idx="137">
                  <c:v>107.2097584632389</c:v>
                </c:pt>
                <c:pt idx="138">
                  <c:v>110.390045962346</c:v>
                </c:pt>
                <c:pt idx="139">
                  <c:v>109.0697759142462</c:v>
                </c:pt>
                <c:pt idx="140">
                  <c:v>109.6296008505675</c:v>
                </c:pt>
                <c:pt idx="141">
                  <c:v>109.238476845701</c:v>
                </c:pt>
                <c:pt idx="142">
                  <c:v>107.8819989676362</c:v>
                </c:pt>
                <c:pt idx="143">
                  <c:v>107.8129905923567</c:v>
                </c:pt>
                <c:pt idx="144">
                  <c:v>107.6002804524204</c:v>
                </c:pt>
                <c:pt idx="145">
                  <c:v>107.5719174454029</c:v>
                </c:pt>
                <c:pt idx="146">
                  <c:v>110.1921876114233</c:v>
                </c:pt>
                <c:pt idx="147">
                  <c:v>109.6808156282279</c:v>
                </c:pt>
                <c:pt idx="148">
                  <c:v>108.016478100252</c:v>
                </c:pt>
                <c:pt idx="149">
                  <c:v>108.8186546910645</c:v>
                </c:pt>
                <c:pt idx="150">
                  <c:v>109.5822153891718</c:v>
                </c:pt>
                <c:pt idx="151">
                  <c:v>107.9192804956786</c:v>
                </c:pt>
                <c:pt idx="152">
                  <c:v>109.950940686746</c:v>
                </c:pt>
                <c:pt idx="153">
                  <c:v>110.4723607461693</c:v>
                </c:pt>
                <c:pt idx="154">
                  <c:v>110.4731303332306</c:v>
                </c:pt>
                <c:pt idx="155">
                  <c:v>110.4077961155341</c:v>
                </c:pt>
                <c:pt idx="156">
                  <c:v>110.3030329736403</c:v>
                </c:pt>
                <c:pt idx="157">
                  <c:v>108.9501671896859</c:v>
                </c:pt>
                <c:pt idx="158">
                  <c:v>107.0678193012063</c:v>
                </c:pt>
                <c:pt idx="159">
                  <c:v>106.8608438261461</c:v>
                </c:pt>
                <c:pt idx="160">
                  <c:v>104.1888313429474</c:v>
                </c:pt>
                <c:pt idx="161">
                  <c:v>103.9507744807661</c:v>
                </c:pt>
                <c:pt idx="162">
                  <c:v>103.7086524611239</c:v>
                </c:pt>
                <c:pt idx="163">
                  <c:v>103.6051616204202</c:v>
                </c:pt>
                <c:pt idx="164">
                  <c:v>103.5116754115134</c:v>
                </c:pt>
                <c:pt idx="165">
                  <c:v>103.2331904032245</c:v>
                </c:pt>
                <c:pt idx="166">
                  <c:v>104.1612937801167</c:v>
                </c:pt>
                <c:pt idx="167">
                  <c:v>104.2214208724548</c:v>
                </c:pt>
                <c:pt idx="168">
                  <c:v>106.1482310327666</c:v>
                </c:pt>
                <c:pt idx="169">
                  <c:v>106.6912802124209</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114.9087508689662</c:v>
                </c:pt>
                <c:pt idx="179">
                  <c:v>114.9087508689662</c:v>
                </c:pt>
                <c:pt idx="180">
                  <c:v>116.2863675658278</c:v>
                </c:pt>
                <c:pt idx="181">
                  <c:v>115.2078285374923</c:v>
                </c:pt>
                <c:pt idx="182">
                  <c:v>116.8460249307729</c:v>
                </c:pt>
                <c:pt idx="183">
                  <c:v>116.1870970412667</c:v>
                </c:pt>
                <c:pt idx="184">
                  <c:v>115.128287990898</c:v>
                </c:pt>
                <c:pt idx="185">
                  <c:v>115.7500150348763</c:v>
                </c:pt>
              </c:numCache>
            </c:numRef>
          </c:val>
        </c:ser>
        <c:marker val="1"/>
        <c:axId val="50010001"/>
        <c:axId val="50010002"/>
      </c:lineChart>
      <c:dateAx>
        <c:axId val="50010001"/>
        <c:scaling>
          <c:orientation val="minMax"/>
          <c:max val="46280.0"/>
          <c:min val="46023.0"/>
        </c:scaling>
        <c:delete val="0"/>
        <c:axPos val="b"/>
        <c:numFmt formatCode="[$-409]mmm\-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months"/>
      </c:dateAx>
      <c:valAx>
        <c:axId val="50010002"/>
        <c:scaling>
          <c:orientation val="minMax"/>
          <c:min val="8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Forward P/E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dLbl>
              <c:idx val="185"/>
              <c:delete val="1"/>
            </c:dLbl>
            <c:dLbl>
              <c:idx val="186"/>
              <c:delete val="1"/>
            </c:dLbl>
            <c:dLbl>
              <c:idx val="187"/>
              <c:delete val="1"/>
            </c:dLbl>
            <c:dLbl>
              <c:idx val="188"/>
              <c:delete val="1"/>
            </c:dLbl>
            <c:dLbl>
              <c:idx val="189"/>
              <c:delete val="1"/>
            </c:dLbl>
            <c:dLbl>
              <c:idx val="190"/>
              <c:delete val="1"/>
            </c:dLbl>
            <c:dLbl>
              <c:idx val="191"/>
              <c:delete val="1"/>
            </c:dLbl>
            <c:dLbl>
              <c:idx val="192"/>
              <c:delete val="1"/>
            </c:dLbl>
            <c:dLbl>
              <c:idx val="193"/>
              <c:delete val="1"/>
            </c:dLbl>
            <c:dLbl>
              <c:idx val="194"/>
              <c:delete val="1"/>
            </c:dLbl>
            <c:dLbl>
              <c:idx val="195"/>
              <c:delete val="1"/>
            </c:dLbl>
            <c:dLbl>
              <c:idx val="196"/>
              <c:delete val="1"/>
            </c:dLbl>
            <c:dLbl>
              <c:idx val="197"/>
              <c:delete val="1"/>
            </c:dLbl>
            <c:dLbl>
              <c:idx val="198"/>
              <c:delete val="1"/>
            </c:dLbl>
            <c:dLbl>
              <c:idx val="199"/>
              <c:delete val="1"/>
            </c:dLbl>
            <c:dLbl>
              <c:idx val="200"/>
              <c:delete val="1"/>
            </c:dLbl>
            <c:dLbl>
              <c:idx val="201"/>
              <c:delete val="1"/>
            </c:dLbl>
            <c:dLbl>
              <c:idx val="202"/>
              <c:delete val="1"/>
            </c:dLbl>
            <c:dLbl>
              <c:idx val="203"/>
              <c:delete val="1"/>
            </c:dLbl>
            <c:dLbl>
              <c:idx val="204"/>
              <c:delete val="1"/>
            </c:dLbl>
            <c:dLbl>
              <c:idx val="205"/>
              <c:delete val="1"/>
            </c:dLbl>
            <c:dLbl>
              <c:idx val="206"/>
              <c:delete val="1"/>
            </c:dLbl>
            <c:dLbl>
              <c:idx val="207"/>
              <c:delete val="1"/>
            </c:dLbl>
            <c:dLbl>
              <c:idx val="208"/>
              <c:delete val="1"/>
            </c:dLbl>
            <c:dLbl>
              <c:idx val="209"/>
              <c:delete val="1"/>
            </c:dLbl>
            <c:dLbl>
              <c:idx val="210"/>
              <c:delete val="1"/>
            </c:dLbl>
            <c:dLbl>
              <c:idx val="211"/>
              <c:delete val="1"/>
            </c:dLbl>
            <c:dLbl>
              <c:idx val="212"/>
              <c:delete val="1"/>
            </c:dLbl>
            <c:dLbl>
              <c:idx val="213"/>
              <c:delete val="1"/>
            </c:dLbl>
            <c:dLbl>
              <c:idx val="214"/>
              <c:delete val="1"/>
            </c:dLbl>
            <c:dLbl>
              <c:idx val="215"/>
              <c:delete val="1"/>
            </c:dLbl>
            <c:dLbl>
              <c:idx val="216"/>
              <c:delete val="1"/>
            </c:dLbl>
            <c:dLbl>
              <c:idx val="217"/>
              <c:delete val="1"/>
            </c:dLbl>
            <c:dLbl>
              <c:idx val="218"/>
              <c:delete val="1"/>
            </c:dLbl>
            <c:dLbl>
              <c:idx val="219"/>
              <c:delete val="1"/>
            </c:dLbl>
            <c:dLbl>
              <c:idx val="220"/>
              <c:delete val="1"/>
            </c:dLbl>
            <c:dLbl>
              <c:idx val="221"/>
              <c:delete val="1"/>
            </c:dLbl>
            <c:dLbl>
              <c:idx val="222"/>
              <c:delete val="1"/>
            </c:dLbl>
            <c:dLbl>
              <c:idx val="223"/>
              <c:delete val="1"/>
            </c:dLbl>
            <c:dLbl>
              <c:idx val="224"/>
              <c:delete val="1"/>
            </c:dLbl>
            <c:dLbl>
              <c:idx val="225"/>
              <c:delete val="1"/>
            </c:dLbl>
            <c:dLbl>
              <c:idx val="226"/>
              <c:delete val="1"/>
            </c:dLbl>
            <c:dLbl>
              <c:idx val="227"/>
              <c:delete val="1"/>
            </c:dLbl>
            <c:dLbl>
              <c:idx val="228"/>
              <c:delete val="1"/>
            </c:dLbl>
            <c:dLbl>
              <c:idx val="229"/>
              <c:delete val="1"/>
            </c:dLbl>
            <c:dLbl>
              <c:idx val="230"/>
              <c:delete val="1"/>
            </c:dLbl>
            <c:dLbl>
              <c:idx val="231"/>
              <c:delete val="1"/>
            </c:dLbl>
            <c:dLbl>
              <c:idx val="232"/>
              <c:delete val="1"/>
            </c:dLbl>
            <c:dLbl>
              <c:idx val="233"/>
              <c:delete val="1"/>
            </c:dLbl>
            <c:dLbl>
              <c:idx val="234"/>
              <c:delete val="1"/>
            </c:dLbl>
            <c:dLbl>
              <c:idx val="235"/>
              <c:delete val="1"/>
            </c:dLbl>
            <c:dLbl>
              <c:idx val="236"/>
              <c:delete val="1"/>
            </c:dLbl>
            <c:dLbl>
              <c:idx val="237"/>
              <c:delete val="1"/>
            </c:dLbl>
            <c:dLbl>
              <c:idx val="238"/>
              <c:delete val="1"/>
            </c:dLbl>
            <c:dLbl>
              <c:idx val="239"/>
              <c:delete val="1"/>
            </c:dLbl>
            <c:dLbl>
              <c:idx val="240"/>
              <c:delete val="1"/>
            </c:dLbl>
            <c:dLbl>
              <c:idx val="241"/>
              <c:delete val="1"/>
            </c:dLbl>
            <c:dLbl>
              <c:idx val="242"/>
              <c:delete val="1"/>
            </c:dLbl>
            <c:dLbl>
              <c:idx val="243"/>
              <c:delete val="1"/>
            </c:dLbl>
            <c:dLbl>
              <c:idx val="244"/>
              <c:delete val="1"/>
            </c:dLbl>
            <c:dLbl>
              <c:idx val="245"/>
              <c:delete val="1"/>
            </c:dLbl>
            <c:dLbl>
              <c:idx val="246"/>
              <c:delete val="1"/>
            </c:dLbl>
            <c:dLbl>
              <c:idx val="247"/>
              <c:delete val="1"/>
            </c:dLbl>
            <c:dLbl>
              <c:idx val="248"/>
              <c:delete val="1"/>
            </c:dLbl>
            <c:dLbl>
              <c:idx val="249"/>
              <c:delete val="1"/>
            </c:dLbl>
            <c:dLbl>
              <c:idx val="250"/>
              <c:delete val="1"/>
            </c:dLbl>
            <c:dLbl>
              <c:idx val="251"/>
              <c:delete val="1"/>
            </c:dLbl>
            <c:dLbl>
              <c:idx val="252"/>
              <c:delete val="1"/>
            </c:dLbl>
            <c:dLbl>
              <c:idx val="253"/>
              <c:delete val="1"/>
            </c:dLbl>
            <c:dLbl>
              <c:idx val="254"/>
              <c:delete val="1"/>
            </c:dLbl>
            <c:dLbl>
              <c:idx val="255"/>
              <c:delete val="1"/>
            </c:dLbl>
            <c:dLbl>
              <c:idx val="256"/>
              <c:delete val="1"/>
            </c:dLbl>
            <c:dLbl>
              <c:idx val="257"/>
              <c:delete val="1"/>
            </c:dLbl>
            <c:dLbl>
              <c:idx val="258"/>
              <c:delete val="1"/>
            </c:dLbl>
            <c:dLbl>
              <c:idx val="259"/>
              <c:delete val="1"/>
            </c:dLbl>
            <c:dLbl>
              <c:idx val="260"/>
              <c:delete val="1"/>
            </c:dLbl>
            <c:dLbl>
              <c:idx val="261"/>
              <c:delete val="1"/>
            </c:dLbl>
            <c:dLbl>
              <c:idx val="262"/>
              <c:delete val="1"/>
            </c:dLbl>
            <c:dLbl>
              <c:idx val="263"/>
              <c:delete val="1"/>
            </c:dLbl>
            <c:dLbl>
              <c:idx val="264"/>
              <c:delete val="1"/>
            </c:dLbl>
            <c:dLbl>
              <c:idx val="265"/>
              <c:delete val="1"/>
            </c:dLbl>
            <c:dLbl>
              <c:idx val="266"/>
              <c:delete val="1"/>
            </c:dLbl>
            <c:dLbl>
              <c:idx val="267"/>
              <c:delete val="1"/>
            </c:dLbl>
            <c:dLbl>
              <c:idx val="268"/>
              <c:delete val="1"/>
            </c:dLbl>
            <c:dLbl>
              <c:idx val="269"/>
              <c:delete val="1"/>
            </c:dLbl>
            <c:dLbl>
              <c:idx val="270"/>
              <c:delete val="1"/>
            </c:dLbl>
            <c:dLbl>
              <c:idx val="271"/>
              <c:delete val="1"/>
            </c:dLbl>
            <c:dLbl>
              <c:idx val="272"/>
              <c:delete val="1"/>
            </c:dLbl>
            <c:dLbl>
              <c:idx val="273"/>
              <c:delete val="1"/>
            </c:dLbl>
            <c:dLbl>
              <c:idx val="274"/>
              <c:delete val="1"/>
            </c:dLbl>
            <c:dLbl>
              <c:idx val="275"/>
              <c:delete val="1"/>
            </c:dLbl>
            <c:dLbl>
              <c:idx val="276"/>
              <c:delete val="1"/>
            </c:dLbl>
            <c:dLbl>
              <c:idx val="277"/>
              <c:delete val="1"/>
            </c:dLbl>
            <c:dLbl>
              <c:idx val="278"/>
              <c:delete val="1"/>
            </c:dLbl>
            <c:dLbl>
              <c:idx val="279"/>
              <c:delete val="1"/>
            </c:dLbl>
            <c:dLbl>
              <c:idx val="280"/>
              <c:delete val="1"/>
            </c:dLbl>
            <c:dLbl>
              <c:idx val="281"/>
              <c:delete val="1"/>
            </c:dLbl>
            <c:dLbl>
              <c:idx val="282"/>
              <c:delete val="1"/>
            </c:dLbl>
            <c:dLbl>
              <c:idx val="283"/>
              <c:delete val="1"/>
            </c:dLbl>
            <c:dLbl>
              <c:idx val="284"/>
              <c:delete val="1"/>
            </c:dLbl>
            <c:dLbl>
              <c:idx val="285"/>
              <c:delete val="1"/>
            </c:dLbl>
            <c:dLbl>
              <c:idx val="286"/>
              <c:delete val="1"/>
            </c:dLbl>
            <c:dLbl>
              <c:idx val="287"/>
              <c:delete val="1"/>
            </c:dLbl>
            <c:dLbl>
              <c:idx val="288"/>
              <c:delete val="1"/>
            </c:dLbl>
            <c:dLbl>
              <c:idx val="289"/>
              <c:delete val="1"/>
            </c:dLbl>
            <c:dLbl>
              <c:idx val="290"/>
              <c:delete val="1"/>
            </c:dLbl>
            <c:dLbl>
              <c:idx val="291"/>
              <c:delete val="1"/>
            </c:dLbl>
            <c:dLbl>
              <c:idx val="292"/>
              <c:delete val="1"/>
            </c:dLbl>
            <c:dLbl>
              <c:idx val="293"/>
              <c:delete val="1"/>
            </c:dLbl>
            <c:dLbl>
              <c:idx val="294"/>
              <c:delete val="1"/>
            </c:dLbl>
            <c:dLbl>
              <c:idx val="295"/>
              <c:delete val="1"/>
            </c:dLbl>
            <c:dLbl>
              <c:idx val="296"/>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Sheet1!$B$2:$B$299</c:f>
              <c:numCache>
                <c:formatCode>General</c:formatCode>
                <c:ptCount val="298"/>
                <c:pt idx="0">
                  <c:v>11.66858541158822</c:v>
                </c:pt>
                <c:pt idx="1">
                  <c:v>11.18880457456542</c:v>
                </c:pt>
                <c:pt idx="2">
                  <c:v>11.77673559011894</c:v>
                </c:pt>
                <c:pt idx="3">
                  <c:v>11.09152209197475</c:v>
                </c:pt>
                <c:pt idx="4">
                  <c:v>11.37832563312799</c:v>
                </c:pt>
                <c:pt idx="5">
                  <c:v>11.23774155653451</c:v>
                </c:pt>
                <c:pt idx="6">
                  <c:v>11.58222209200117</c:v>
                </c:pt>
                <c:pt idx="7">
                  <c:v>12.14123714088097</c:v>
                </c:pt>
                <c:pt idx="8">
                  <c:v>12.77137094097815</c:v>
                </c:pt>
                <c:pt idx="9">
                  <c:v>11.7382472260932</c:v>
                </c:pt>
                <c:pt idx="10">
                  <c:v>11.8154066636194</c:v>
                </c:pt>
                <c:pt idx="11">
                  <c:v>11.31483319077927</c:v>
                </c:pt>
                <c:pt idx="12">
                  <c:v>9.890471913449799</c:v>
                </c:pt>
                <c:pt idx="13">
                  <c:v>9.95565084677181</c:v>
                </c:pt>
                <c:pt idx="14">
                  <c:v>10.15027139153922</c:v>
                </c:pt>
                <c:pt idx="15">
                  <c:v>9.738866859806659</c:v>
                </c:pt>
                <c:pt idx="16">
                  <c:v>9.487819701801335</c:v>
                </c:pt>
                <c:pt idx="17">
                  <c:v>9.418166768786561</c:v>
                </c:pt>
                <c:pt idx="18">
                  <c:v>9.011033942884826</c:v>
                </c:pt>
                <c:pt idx="19">
                  <c:v>7.695632970403974</c:v>
                </c:pt>
                <c:pt idx="20">
                  <c:v>7.392499712120406</c:v>
                </c:pt>
                <c:pt idx="21">
                  <c:v>7.131028578747975</c:v>
                </c:pt>
                <c:pt idx="22">
                  <c:v>7.175086580935092</c:v>
                </c:pt>
                <c:pt idx="23">
                  <c:v>6.842351685122502</c:v>
                </c:pt>
                <c:pt idx="24">
                  <c:v>6.917020468494575</c:v>
                </c:pt>
                <c:pt idx="25">
                  <c:v>6.835799675897118</c:v>
                </c:pt>
                <c:pt idx="26">
                  <c:v>6.835628094023161</c:v>
                </c:pt>
                <c:pt idx="27">
                  <c:v>6.620076804355378</c:v>
                </c:pt>
                <c:pt idx="28">
                  <c:v>6.84207727046133</c:v>
                </c:pt>
                <c:pt idx="29">
                  <c:v>6.66260855116743</c:v>
                </c:pt>
                <c:pt idx="30">
                  <c:v>6.660578872740584</c:v>
                </c:pt>
                <c:pt idx="31">
                  <c:v>6.728727709279688</c:v>
                </c:pt>
                <c:pt idx="32">
                  <c:v>6.350692805026874</c:v>
                </c:pt>
                <c:pt idx="33">
                  <c:v>6.805823310675471</c:v>
                </c:pt>
                <c:pt idx="34">
                  <c:v>6.704505560937346</c:v>
                </c:pt>
                <c:pt idx="35">
                  <c:v>6.744378668123444</c:v>
                </c:pt>
                <c:pt idx="36">
                  <c:v>5.99054078993148</c:v>
                </c:pt>
                <c:pt idx="37">
                  <c:v>6.352846981649559</c:v>
                </c:pt>
                <c:pt idx="38">
                  <c:v>6.507531422756789</c:v>
                </c:pt>
                <c:pt idx="39">
                  <c:v>6.283219246625404</c:v>
                </c:pt>
                <c:pt idx="40">
                  <c:v>6.544087639671462</c:v>
                </c:pt>
                <c:pt idx="41">
                  <c:v>6.576337866342005</c:v>
                </c:pt>
                <c:pt idx="42">
                  <c:v>6.366453470447426</c:v>
                </c:pt>
                <c:pt idx="43">
                  <c:v>6.759971971149371</c:v>
                </c:pt>
                <c:pt idx="44">
                  <c:v>7.582106853802271</c:v>
                </c:pt>
                <c:pt idx="45">
                  <c:v>7.785316133630969</c:v>
                </c:pt>
                <c:pt idx="46">
                  <c:v>7.991913456171513</c:v>
                </c:pt>
                <c:pt idx="47">
                  <c:v>8.470568494596627</c:v>
                </c:pt>
                <c:pt idx="48">
                  <c:v>8.82255568702363</c:v>
                </c:pt>
                <c:pt idx="49">
                  <c:v>9.169591812624933</c:v>
                </c:pt>
                <c:pt idx="50">
                  <c:v>8.862417109380919</c:v>
                </c:pt>
                <c:pt idx="51">
                  <c:v>8.914306861878019</c:v>
                </c:pt>
                <c:pt idx="52">
                  <c:v>8.887897347727765</c:v>
                </c:pt>
                <c:pt idx="53">
                  <c:v>9.375219804629282</c:v>
                </c:pt>
                <c:pt idx="54">
                  <c:v>5.628563976759199</c:v>
                </c:pt>
                <c:pt idx="55">
                  <c:v>5.707720983858571</c:v>
                </c:pt>
                <c:pt idx="56">
                  <c:v>5.671623541097591</c:v>
                </c:pt>
                <c:pt idx="57">
                  <c:v>5.515666749134092</c:v>
                </c:pt>
                <c:pt idx="58">
                  <c:v>4.987609942168082</c:v>
                </c:pt>
                <c:pt idx="59">
                  <c:v>4.973162052417866</c:v>
                </c:pt>
                <c:pt idx="60">
                  <c:v>5.766699530516432</c:v>
                </c:pt>
                <c:pt idx="61">
                  <c:v>5.985611977542109</c:v>
                </c:pt>
                <c:pt idx="62">
                  <c:v>6.070988332706059</c:v>
                </c:pt>
                <c:pt idx="63">
                  <c:v>6.113427024304244</c:v>
                </c:pt>
                <c:pt idx="64">
                  <c:v>6.1613265771472</c:v>
                </c:pt>
                <c:pt idx="65">
                  <c:v>5.909928553331643</c:v>
                </c:pt>
                <c:pt idx="66">
                  <c:v>5.817921216654201</c:v>
                </c:pt>
                <c:pt idx="67">
                  <c:v>5.465157715260019</c:v>
                </c:pt>
                <c:pt idx="68">
                  <c:v>5.299343440372449</c:v>
                </c:pt>
                <c:pt idx="69">
                  <c:v>5.230194437952792</c:v>
                </c:pt>
                <c:pt idx="70">
                  <c:v>5.122971906199211</c:v>
                </c:pt>
                <c:pt idx="71">
                  <c:v>5.088817796124297</c:v>
                </c:pt>
                <c:pt idx="72">
                  <c:v>5.295527062294338</c:v>
                </c:pt>
                <c:pt idx="73">
                  <c:v>5.403230142566191</c:v>
                </c:pt>
                <c:pt idx="74">
                  <c:v>4.912766369886171</c:v>
                </c:pt>
                <c:pt idx="75">
                  <c:v>4.097498673740054</c:v>
                </c:pt>
                <c:pt idx="76">
                  <c:v>4.009704932343955</c:v>
                </c:pt>
                <c:pt idx="77">
                  <c:v>3.833494038586603</c:v>
                </c:pt>
                <c:pt idx="78">
                  <c:v>4.021969650986343</c:v>
                </c:pt>
                <c:pt idx="79">
                  <c:v>4.068612804878048</c:v>
                </c:pt>
                <c:pt idx="80">
                  <c:v>4.180411413404115</c:v>
                </c:pt>
                <c:pt idx="81">
                  <c:v>4.311408394403732</c:v>
                </c:pt>
                <c:pt idx="82">
                  <c:v>4.373239436619718</c:v>
                </c:pt>
                <c:pt idx="83">
                  <c:v>4.652590679393598</c:v>
                </c:pt>
                <c:pt idx="84">
                  <c:v>4.338616447823082</c:v>
                </c:pt>
                <c:pt idx="85">
                  <c:v>4.432726407428905</c:v>
                </c:pt>
                <c:pt idx="86">
                  <c:v>4.477887938108077</c:v>
                </c:pt>
                <c:pt idx="87">
                  <c:v>4.689641223212135</c:v>
                </c:pt>
                <c:pt idx="88">
                  <c:v>4.523744359037937</c:v>
                </c:pt>
                <c:pt idx="89">
                  <c:v>4.841138017565872</c:v>
                </c:pt>
                <c:pt idx="90">
                  <c:v>4.926739649479298</c:v>
                </c:pt>
                <c:pt idx="91">
                  <c:v>5.220328104911288</c:v>
                </c:pt>
                <c:pt idx="92">
                  <c:v>5.227571726112991</c:v>
                </c:pt>
                <c:pt idx="93">
                  <c:v>5.644725978647687</c:v>
                </c:pt>
                <c:pt idx="94">
                  <c:v>5.413773635153129</c:v>
                </c:pt>
                <c:pt idx="95">
                  <c:v>5.83615111838516</c:v>
                </c:pt>
                <c:pt idx="96">
                  <c:v>6.858214940294362</c:v>
                </c:pt>
                <c:pt idx="97">
                  <c:v>6.574283810052764</c:v>
                </c:pt>
                <c:pt idx="98">
                  <c:v>6.409371271477664</c:v>
                </c:pt>
                <c:pt idx="99">
                  <c:v>6.741626058453974</c:v>
                </c:pt>
                <c:pt idx="100">
                  <c:v>6.840249726177437</c:v>
                </c:pt>
                <c:pt idx="101">
                  <c:v>6.525769723395557</c:v>
                </c:pt>
                <c:pt idx="102">
                  <c:v>6.249365706447189</c:v>
                </c:pt>
                <c:pt idx="103">
                  <c:v>6.427806415929204</c:v>
                </c:pt>
                <c:pt idx="104">
                  <c:v>6.704032028965326</c:v>
                </c:pt>
                <c:pt idx="105">
                  <c:v>7.260604316546761</c:v>
                </c:pt>
                <c:pt idx="106">
                  <c:v>6.959797741197312</c:v>
                </c:pt>
                <c:pt idx="107">
                  <c:v>7.012856942823803</c:v>
                </c:pt>
                <c:pt idx="108">
                  <c:v>6.880530783191399</c:v>
                </c:pt>
                <c:pt idx="109">
                  <c:v>6.239329447682487</c:v>
                </c:pt>
                <c:pt idx="110">
                  <c:v>6.296782681099084</c:v>
                </c:pt>
                <c:pt idx="111">
                  <c:v>6.193826679649464</c:v>
                </c:pt>
                <c:pt idx="112">
                  <c:v>6.580256446385797</c:v>
                </c:pt>
                <c:pt idx="113">
                  <c:v>6.040703792471451</c:v>
                </c:pt>
                <c:pt idx="114">
                  <c:v>5.73326968838527</c:v>
                </c:pt>
                <c:pt idx="115">
                  <c:v>5.820142573132634</c:v>
                </c:pt>
                <c:pt idx="116">
                  <c:v>5.945161235717308</c:v>
                </c:pt>
                <c:pt idx="117">
                  <c:v>5.631070016939583</c:v>
                </c:pt>
                <c:pt idx="118">
                  <c:v>6.128838138095906</c:v>
                </c:pt>
                <c:pt idx="119">
                  <c:v>5.996050041701418</c:v>
                </c:pt>
                <c:pt idx="120">
                  <c:v>5.772071241919956</c:v>
                </c:pt>
                <c:pt idx="121">
                  <c:v>5.639577395577396</c:v>
                </c:pt>
                <c:pt idx="122">
                  <c:v>5.512457049359149</c:v>
                </c:pt>
                <c:pt idx="123">
                  <c:v>5.482125392705914</c:v>
                </c:pt>
                <c:pt idx="124">
                  <c:v>5.699130136986301</c:v>
                </c:pt>
                <c:pt idx="125">
                  <c:v>5.709117181098061</c:v>
                </c:pt>
                <c:pt idx="126">
                  <c:v>5.764004373974849</c:v>
                </c:pt>
                <c:pt idx="127">
                  <c:v>5.875551358695652</c:v>
                </c:pt>
                <c:pt idx="128">
                  <c:v>5.420284752782812</c:v>
                </c:pt>
                <c:pt idx="129">
                  <c:v>5.407988609888688</c:v>
                </c:pt>
                <c:pt idx="130">
                  <c:v>5.66763236633277</c:v>
                </c:pt>
                <c:pt idx="131">
                  <c:v>6.113812559081701</c:v>
                </c:pt>
                <c:pt idx="132">
                  <c:v>6.153854856212696</c:v>
                </c:pt>
                <c:pt idx="133">
                  <c:v>6.44687365408205</c:v>
                </c:pt>
                <c:pt idx="134">
                  <c:v>6.406775951794029</c:v>
                </c:pt>
                <c:pt idx="135">
                  <c:v>5.877954920285871</c:v>
                </c:pt>
                <c:pt idx="136">
                  <c:v>5.881842491349481</c:v>
                </c:pt>
                <c:pt idx="137">
                  <c:v>5.803711235955057</c:v>
                </c:pt>
                <c:pt idx="138">
                  <c:v>6.119975423728813</c:v>
                </c:pt>
                <c:pt idx="139">
                  <c:v>5.973981022518058</c:v>
                </c:pt>
                <c:pt idx="140">
                  <c:v>6.095576677542915</c:v>
                </c:pt>
                <c:pt idx="141">
                  <c:v>5.75405636208369</c:v>
                </c:pt>
                <c:pt idx="142">
                  <c:v>5.839634146341464</c:v>
                </c:pt>
                <c:pt idx="143">
                  <c:v>5.617760333035979</c:v>
                </c:pt>
                <c:pt idx="144">
                  <c:v>5.660343170063889</c:v>
                </c:pt>
                <c:pt idx="145">
                  <c:v>5.476485906862745</c:v>
                </c:pt>
                <c:pt idx="146">
                  <c:v>5.644340517909753</c:v>
                </c:pt>
                <c:pt idx="147">
                  <c:v>6.004457899716178</c:v>
                </c:pt>
                <c:pt idx="148">
                  <c:v>6.244089246294545</c:v>
                </c:pt>
                <c:pt idx="149">
                  <c:v>6.398725877192982</c:v>
                </c:pt>
                <c:pt idx="150">
                  <c:v>5.797627805486283</c:v>
                </c:pt>
                <c:pt idx="151">
                  <c:v>5.725082958598232</c:v>
                </c:pt>
                <c:pt idx="152">
                  <c:v>5.840173073929961</c:v>
                </c:pt>
                <c:pt idx="153">
                  <c:v>6.055463162834351</c:v>
                </c:pt>
                <c:pt idx="154">
                  <c:v>6.174516058279806</c:v>
                </c:pt>
                <c:pt idx="155">
                  <c:v>6.634431398859443</c:v>
                </c:pt>
                <c:pt idx="156">
                  <c:v>6.608164355418592</c:v>
                </c:pt>
                <c:pt idx="157">
                  <c:v>6.114258220003443</c:v>
                </c:pt>
                <c:pt idx="158">
                  <c:v>6.050406616126809</c:v>
                </c:pt>
                <c:pt idx="159">
                  <c:v>6.430681505034447</c:v>
                </c:pt>
                <c:pt idx="160">
                  <c:v>6.58337417218543</c:v>
                </c:pt>
                <c:pt idx="161">
                  <c:v>6.792582750582751</c:v>
                </c:pt>
                <c:pt idx="162">
                  <c:v>7.276003293536434</c:v>
                </c:pt>
                <c:pt idx="163">
                  <c:v>7.365877651905252</c:v>
                </c:pt>
                <c:pt idx="164">
                  <c:v>7.704558944765044</c:v>
                </c:pt>
                <c:pt idx="165">
                  <c:v>7.547217057569296</c:v>
                </c:pt>
                <c:pt idx="166">
                  <c:v>7.39734244819483</c:v>
                </c:pt>
                <c:pt idx="167">
                  <c:v>7.731429920583814</c:v>
                </c:pt>
                <c:pt idx="168">
                  <c:v>8.040492829204695</c:v>
                </c:pt>
                <c:pt idx="169">
                  <c:v>8.247562132752991</c:v>
                </c:pt>
                <c:pt idx="170">
                  <c:v>8.108053217011996</c:v>
                </c:pt>
                <c:pt idx="171">
                  <c:v>8.379837401918047</c:v>
                </c:pt>
                <c:pt idx="172">
                  <c:v>8.10457068290561</c:v>
                </c:pt>
                <c:pt idx="173">
                  <c:v>8.504056228373702</c:v>
                </c:pt>
                <c:pt idx="174">
                  <c:v>8.234278339427833</c:v>
                </c:pt>
                <c:pt idx="175">
                  <c:v>7.801979249800479</c:v>
                </c:pt>
                <c:pt idx="176">
                  <c:v>6.930309201999631</c:v>
                </c:pt>
                <c:pt idx="177">
                  <c:v>6.694979667282809</c:v>
                </c:pt>
                <c:pt idx="178">
                  <c:v>6.192592592592593</c:v>
                </c:pt>
                <c:pt idx="179">
                  <c:v>6.172147395171536</c:v>
                </c:pt>
                <c:pt idx="180">
                  <c:v>6.441413323652205</c:v>
                </c:pt>
                <c:pt idx="181">
                  <c:v>6.683725140883475</c:v>
                </c:pt>
                <c:pt idx="182">
                  <c:v>6.555407137654772</c:v>
                </c:pt>
                <c:pt idx="183">
                  <c:v>6.974080661840746</c:v>
                </c:pt>
                <c:pt idx="184">
                  <c:v>6.976989858012171</c:v>
                </c:pt>
                <c:pt idx="185">
                  <c:v>6.717606599450046</c:v>
                </c:pt>
                <c:pt idx="186">
                  <c:v>6.475446233097232</c:v>
                </c:pt>
                <c:pt idx="187">
                  <c:v>6.431215794306703</c:v>
                </c:pt>
                <c:pt idx="188">
                  <c:v>6.42062888248479</c:v>
                </c:pt>
                <c:pt idx="189">
                  <c:v>8.361803497085761</c:v>
                </c:pt>
                <c:pt idx="190">
                  <c:v>8.603424638247947</c:v>
                </c:pt>
                <c:pt idx="191">
                  <c:v>8.497571618348051</c:v>
                </c:pt>
                <c:pt idx="192">
                  <c:v>8.447437018594881</c:v>
                </c:pt>
                <c:pt idx="193">
                  <c:v>8.012116494450822</c:v>
                </c:pt>
                <c:pt idx="194">
                  <c:v>8.324358515116726</c:v>
                </c:pt>
                <c:pt idx="195">
                  <c:v>8.542988583250326</c:v>
                </c:pt>
                <c:pt idx="196">
                  <c:v>8.383440723841931</c:v>
                </c:pt>
                <c:pt idx="197">
                  <c:v>8.675592719352831</c:v>
                </c:pt>
                <c:pt idx="198">
                  <c:v>9.177710018668327</c:v>
                </c:pt>
                <c:pt idx="199">
                  <c:v>9.031759409816321</c:v>
                </c:pt>
                <c:pt idx="200">
                  <c:v>8.56734702559965</c:v>
                </c:pt>
                <c:pt idx="201">
                  <c:v>8.62872439041729</c:v>
                </c:pt>
                <c:pt idx="202">
                  <c:v>8.510909702748178</c:v>
                </c:pt>
                <c:pt idx="203">
                  <c:v>8.630447548578935</c:v>
                </c:pt>
                <c:pt idx="204">
                  <c:v>8.841802580906695</c:v>
                </c:pt>
                <c:pt idx="205">
                  <c:v>8.305824218230205</c:v>
                </c:pt>
                <c:pt idx="206">
                  <c:v>7.521054689964044</c:v>
                </c:pt>
                <c:pt idx="207">
                  <c:v>7.609658141833457</c:v>
                </c:pt>
                <c:pt idx="208">
                  <c:v>7.684209881083731</c:v>
                </c:pt>
                <c:pt idx="209">
                  <c:v>7.450045473837385</c:v>
                </c:pt>
                <c:pt idx="210">
                  <c:v>6.070643830828382</c:v>
                </c:pt>
                <c:pt idx="211">
                  <c:v>6.420379594075699</c:v>
                </c:pt>
                <c:pt idx="212">
                  <c:v>6.361349833764315</c:v>
                </c:pt>
                <c:pt idx="213">
                  <c:v>6.881483639727136</c:v>
                </c:pt>
                <c:pt idx="214">
                  <c:v>6.765395921508272</c:v>
                </c:pt>
                <c:pt idx="215">
                  <c:v>6.424799150790546</c:v>
                </c:pt>
                <c:pt idx="216">
                  <c:v>6.396561336148973</c:v>
                </c:pt>
                <c:pt idx="217">
                  <c:v>6.417570942111237</c:v>
                </c:pt>
                <c:pt idx="218">
                  <c:v>6.398583806280743</c:v>
                </c:pt>
                <c:pt idx="219">
                  <c:v>6.525482581382067</c:v>
                </c:pt>
                <c:pt idx="220">
                  <c:v>6.52317467670334</c:v>
                </c:pt>
                <c:pt idx="221">
                  <c:v>5.852556306741357</c:v>
                </c:pt>
                <c:pt idx="222">
                  <c:v>5.676663058186739</c:v>
                </c:pt>
                <c:pt idx="223">
                  <c:v>6.017311191626409</c:v>
                </c:pt>
                <c:pt idx="224">
                  <c:v>6.253483173567203</c:v>
                </c:pt>
                <c:pt idx="225">
                  <c:v>6.176636213311286</c:v>
                </c:pt>
                <c:pt idx="226">
                  <c:v>6.150036697247705</c:v>
                </c:pt>
                <c:pt idx="227">
                  <c:v>6.659062697910069</c:v>
                </c:pt>
                <c:pt idx="228">
                  <c:v>6.767170571491132</c:v>
                </c:pt>
                <c:pt idx="229">
                  <c:v>6.975827996340348</c:v>
                </c:pt>
                <c:pt idx="230">
                  <c:v>7.63389569990851</c:v>
                </c:pt>
                <c:pt idx="231">
                  <c:v>7.66656175663312</c:v>
                </c:pt>
                <c:pt idx="232">
                  <c:v>7.153063449508489</c:v>
                </c:pt>
                <c:pt idx="233">
                  <c:v>6.97099846524885</c:v>
                </c:pt>
                <c:pt idx="234">
                  <c:v>7.357453190089891</c:v>
                </c:pt>
                <c:pt idx="235">
                  <c:v>7.33534945054945</c:v>
                </c:pt>
                <c:pt idx="236">
                  <c:v>7.125276144152112</c:v>
                </c:pt>
                <c:pt idx="237">
                  <c:v>7.651397906924962</c:v>
                </c:pt>
                <c:pt idx="238">
                  <c:v>7.300226466575716</c:v>
                </c:pt>
                <c:pt idx="239">
                  <c:v>7.471518121723272</c:v>
                </c:pt>
                <c:pt idx="240">
                  <c:v>7.455398575694923</c:v>
                </c:pt>
                <c:pt idx="241">
                  <c:v>7.545896678966789</c:v>
                </c:pt>
                <c:pt idx="242">
                  <c:v>7.683754151291512</c:v>
                </c:pt>
                <c:pt idx="243">
                  <c:v>8.013339457969682</c:v>
                </c:pt>
                <c:pt idx="244">
                  <c:v>7.485592558566835</c:v>
                </c:pt>
                <c:pt idx="245">
                  <c:v>7.722089799677643</c:v>
                </c:pt>
                <c:pt idx="246">
                  <c:v>7.684789644012944</c:v>
                </c:pt>
                <c:pt idx="247">
                  <c:v>8.110935125115848</c:v>
                </c:pt>
                <c:pt idx="248">
                  <c:v>8.040407784986098</c:v>
                </c:pt>
                <c:pt idx="249">
                  <c:v>8.467027522935782</c:v>
                </c:pt>
                <c:pt idx="250">
                  <c:v>7.876439306358381</c:v>
                </c:pt>
                <c:pt idx="251">
                  <c:v>6.78180302076778</c:v>
                </c:pt>
                <c:pt idx="252">
                  <c:v>7.084055985951863</c:v>
                </c:pt>
                <c:pt idx="253">
                  <c:v>7.183040700040699</c:v>
                </c:pt>
                <c:pt idx="254">
                  <c:v>7.052267320902845</c:v>
                </c:pt>
                <c:pt idx="255">
                  <c:v>7.48325195968645</c:v>
                </c:pt>
                <c:pt idx="256">
                  <c:v>7.609587371919137</c:v>
                </c:pt>
                <c:pt idx="257">
                  <c:v>8.295799875367221</c:v>
                </c:pt>
                <c:pt idx="258">
                  <c:v>8.667897973324095</c:v>
                </c:pt>
                <c:pt idx="259">
                  <c:v>9.053148886283704</c:v>
                </c:pt>
                <c:pt idx="260">
                  <c:v>8.771946224740001</c:v>
                </c:pt>
                <c:pt idx="261">
                  <c:v>8.685784175112852</c:v>
                </c:pt>
                <c:pt idx="262">
                  <c:v>9.670451952610795</c:v>
                </c:pt>
                <c:pt idx="263">
                  <c:v>10.1791657543245</c:v>
                </c:pt>
                <c:pt idx="264">
                  <c:v>9.758689880304678</c:v>
                </c:pt>
                <c:pt idx="265">
                  <c:v>9.240119848612277</c:v>
                </c:pt>
                <c:pt idx="266">
                  <c:v>10.59536463536464</c:v>
                </c:pt>
                <c:pt idx="267">
                  <c:v>10.32800563073291</c:v>
                </c:pt>
                <c:pt idx="268">
                  <c:v>10.36163322912014</c:v>
                </c:pt>
                <c:pt idx="269">
                  <c:v>9.769714133238459</c:v>
                </c:pt>
                <c:pt idx="270">
                  <c:v>8.859290916632103</c:v>
                </c:pt>
                <c:pt idx="271">
                  <c:v>7.877771453212591</c:v>
                </c:pt>
                <c:pt idx="272">
                  <c:v>8.155555463849455</c:v>
                </c:pt>
                <c:pt idx="273">
                  <c:v>8.284957558017982</c:v>
                </c:pt>
                <c:pt idx="274">
                  <c:v>8.912306404353284</c:v>
                </c:pt>
                <c:pt idx="275">
                  <c:v>9.005208777429468</c:v>
                </c:pt>
                <c:pt idx="276">
                  <c:v>8.926948749487494</c:v>
                </c:pt>
                <c:pt idx="277">
                  <c:v>9.187759041040229</c:v>
                </c:pt>
                <c:pt idx="278">
                  <c:v>9.695113456464382</c:v>
                </c:pt>
                <c:pt idx="279">
                  <c:v>9.062284604931083</c:v>
                </c:pt>
                <c:pt idx="280">
                  <c:v>9.195164829595845</c:v>
                </c:pt>
                <c:pt idx="281">
                  <c:v>8.801053526570046</c:v>
                </c:pt>
                <c:pt idx="282">
                  <c:v>7.647977715877436</c:v>
                </c:pt>
                <c:pt idx="283">
                  <c:v>6.87589295392954</c:v>
                </c:pt>
                <c:pt idx="284">
                  <c:v>6.949670767043902</c:v>
                </c:pt>
                <c:pt idx="285">
                  <c:v>6.982395466681196</c:v>
                </c:pt>
                <c:pt idx="286">
                  <c:v>7.11656826327794</c:v>
                </c:pt>
                <c:pt idx="287">
                  <c:v>6.044302569454799</c:v>
                </c:pt>
                <c:pt idx="288">
                  <c:v>5.814185246810871</c:v>
                </c:pt>
                <c:pt idx="289">
                  <c:v>5.938376902659662</c:v>
                </c:pt>
                <c:pt idx="290">
                  <c:v>7.211792005285762</c:v>
                </c:pt>
                <c:pt idx="291">
                  <c:v>9.011797085806801</c:v>
                </c:pt>
                <c:pt idx="292">
                  <c:v>8.851657029987431</c:v>
                </c:pt>
                <c:pt idx="293">
                  <c:v>7.931126589077889</c:v>
                </c:pt>
                <c:pt idx="294">
                  <c:v>8.37521801865212</c:v>
                </c:pt>
                <c:pt idx="295">
                  <c:v>8.861236363636364</c:v>
                </c:pt>
                <c:pt idx="296">
                  <c:v>9.06670835504603</c:v>
                </c:pt>
                <c:pt idx="297">
                  <c:v>8.966022892819979</c:v>
                </c:pt>
              </c:numCache>
            </c:numRef>
          </c:val>
        </c:ser>
        <c:ser>
          <c:idx val="1"/>
          <c:order val="1"/>
          <c:tx>
            <c:v>Average</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Sheet1!$C$2:$C$299</c:f>
              <c:numCache>
                <c:formatCode>General</c:formatCode>
                <c:ptCount val="298"/>
                <c:pt idx="0">
                  <c:v>7.15664270798093</c:v>
                </c:pt>
                <c:pt idx="1">
                  <c:v>7.15664270798093</c:v>
                </c:pt>
                <c:pt idx="2">
                  <c:v>7.15664270798093</c:v>
                </c:pt>
                <c:pt idx="3">
                  <c:v>7.15664270798093</c:v>
                </c:pt>
                <c:pt idx="4">
                  <c:v>7.15664270798093</c:v>
                </c:pt>
                <c:pt idx="5">
                  <c:v>7.15664270798093</c:v>
                </c:pt>
                <c:pt idx="6">
                  <c:v>7.15664270798093</c:v>
                </c:pt>
                <c:pt idx="7">
                  <c:v>7.15664270798093</c:v>
                </c:pt>
                <c:pt idx="8">
                  <c:v>7.15664270798093</c:v>
                </c:pt>
                <c:pt idx="9">
                  <c:v>7.15664270798093</c:v>
                </c:pt>
                <c:pt idx="10">
                  <c:v>7.15664270798093</c:v>
                </c:pt>
                <c:pt idx="11">
                  <c:v>7.15664270798093</c:v>
                </c:pt>
                <c:pt idx="12">
                  <c:v>7.15664270798093</c:v>
                </c:pt>
                <c:pt idx="13">
                  <c:v>7.15664270798093</c:v>
                </c:pt>
                <c:pt idx="14">
                  <c:v>7.15664270798093</c:v>
                </c:pt>
                <c:pt idx="15">
                  <c:v>7.15664270798093</c:v>
                </c:pt>
                <c:pt idx="16">
                  <c:v>7.15664270798093</c:v>
                </c:pt>
                <c:pt idx="17">
                  <c:v>7.15664270798093</c:v>
                </c:pt>
                <c:pt idx="18">
                  <c:v>7.15664270798093</c:v>
                </c:pt>
                <c:pt idx="19">
                  <c:v>7.15664270798093</c:v>
                </c:pt>
                <c:pt idx="20">
                  <c:v>7.15664270798093</c:v>
                </c:pt>
                <c:pt idx="21">
                  <c:v>7.15664270798093</c:v>
                </c:pt>
                <c:pt idx="22">
                  <c:v>7.15664270798093</c:v>
                </c:pt>
                <c:pt idx="23">
                  <c:v>7.15664270798093</c:v>
                </c:pt>
                <c:pt idx="24">
                  <c:v>7.15664270798093</c:v>
                </c:pt>
                <c:pt idx="25">
                  <c:v>7.15664270798093</c:v>
                </c:pt>
                <c:pt idx="26">
                  <c:v>7.15664270798093</c:v>
                </c:pt>
                <c:pt idx="27">
                  <c:v>7.15664270798093</c:v>
                </c:pt>
                <c:pt idx="28">
                  <c:v>7.15664270798093</c:v>
                </c:pt>
                <c:pt idx="29">
                  <c:v>7.15664270798093</c:v>
                </c:pt>
                <c:pt idx="30">
                  <c:v>7.15664270798093</c:v>
                </c:pt>
                <c:pt idx="31">
                  <c:v>7.15664270798093</c:v>
                </c:pt>
                <c:pt idx="32">
                  <c:v>7.15664270798093</c:v>
                </c:pt>
                <c:pt idx="33">
                  <c:v>7.15664270798093</c:v>
                </c:pt>
                <c:pt idx="34">
                  <c:v>7.15664270798093</c:v>
                </c:pt>
                <c:pt idx="35">
                  <c:v>7.15664270798093</c:v>
                </c:pt>
                <c:pt idx="36">
                  <c:v>7.15664270798093</c:v>
                </c:pt>
                <c:pt idx="37">
                  <c:v>7.15664270798093</c:v>
                </c:pt>
                <c:pt idx="38">
                  <c:v>7.15664270798093</c:v>
                </c:pt>
                <c:pt idx="39">
                  <c:v>7.15664270798093</c:v>
                </c:pt>
                <c:pt idx="40">
                  <c:v>7.15664270798093</c:v>
                </c:pt>
                <c:pt idx="41">
                  <c:v>7.15664270798093</c:v>
                </c:pt>
                <c:pt idx="42">
                  <c:v>7.15664270798093</c:v>
                </c:pt>
                <c:pt idx="43">
                  <c:v>7.15664270798093</c:v>
                </c:pt>
                <c:pt idx="44">
                  <c:v>7.15664270798093</c:v>
                </c:pt>
                <c:pt idx="45">
                  <c:v>7.15664270798093</c:v>
                </c:pt>
                <c:pt idx="46">
                  <c:v>7.15664270798093</c:v>
                </c:pt>
                <c:pt idx="47">
                  <c:v>7.15664270798093</c:v>
                </c:pt>
                <c:pt idx="48">
                  <c:v>7.15664270798093</c:v>
                </c:pt>
                <c:pt idx="49">
                  <c:v>7.15664270798093</c:v>
                </c:pt>
                <c:pt idx="50">
                  <c:v>7.15664270798093</c:v>
                </c:pt>
                <c:pt idx="51">
                  <c:v>7.15664270798093</c:v>
                </c:pt>
                <c:pt idx="52">
                  <c:v>7.15664270798093</c:v>
                </c:pt>
                <c:pt idx="53">
                  <c:v>7.15664270798093</c:v>
                </c:pt>
                <c:pt idx="54">
                  <c:v>7.15664270798093</c:v>
                </c:pt>
                <c:pt idx="55">
                  <c:v>7.15664270798093</c:v>
                </c:pt>
                <c:pt idx="56">
                  <c:v>7.15664270798093</c:v>
                </c:pt>
                <c:pt idx="57">
                  <c:v>7.15664270798093</c:v>
                </c:pt>
                <c:pt idx="58">
                  <c:v>7.15664270798093</c:v>
                </c:pt>
                <c:pt idx="59">
                  <c:v>7.15664270798093</c:v>
                </c:pt>
                <c:pt idx="60">
                  <c:v>7.15664270798093</c:v>
                </c:pt>
                <c:pt idx="61">
                  <c:v>7.15664270798093</c:v>
                </c:pt>
                <c:pt idx="62">
                  <c:v>7.15664270798093</c:v>
                </c:pt>
                <c:pt idx="63">
                  <c:v>7.15664270798093</c:v>
                </c:pt>
                <c:pt idx="64">
                  <c:v>7.15664270798093</c:v>
                </c:pt>
                <c:pt idx="65">
                  <c:v>7.15664270798093</c:v>
                </c:pt>
                <c:pt idx="66">
                  <c:v>7.15664270798093</c:v>
                </c:pt>
                <c:pt idx="67">
                  <c:v>7.15664270798093</c:v>
                </c:pt>
                <c:pt idx="68">
                  <c:v>7.15664270798093</c:v>
                </c:pt>
                <c:pt idx="69">
                  <c:v>7.15664270798093</c:v>
                </c:pt>
                <c:pt idx="70">
                  <c:v>7.15664270798093</c:v>
                </c:pt>
                <c:pt idx="71">
                  <c:v>7.15664270798093</c:v>
                </c:pt>
                <c:pt idx="72">
                  <c:v>7.15664270798093</c:v>
                </c:pt>
                <c:pt idx="73">
                  <c:v>7.15664270798093</c:v>
                </c:pt>
                <c:pt idx="74">
                  <c:v>7.15664270798093</c:v>
                </c:pt>
                <c:pt idx="75">
                  <c:v>7.15664270798093</c:v>
                </c:pt>
                <c:pt idx="76">
                  <c:v>7.15664270798093</c:v>
                </c:pt>
                <c:pt idx="77">
                  <c:v>7.15664270798093</c:v>
                </c:pt>
                <c:pt idx="78">
                  <c:v>7.15664270798093</c:v>
                </c:pt>
                <c:pt idx="79">
                  <c:v>7.15664270798093</c:v>
                </c:pt>
                <c:pt idx="80">
                  <c:v>7.15664270798093</c:v>
                </c:pt>
                <c:pt idx="81">
                  <c:v>7.15664270798093</c:v>
                </c:pt>
                <c:pt idx="82">
                  <c:v>7.15664270798093</c:v>
                </c:pt>
                <c:pt idx="83">
                  <c:v>7.15664270798093</c:v>
                </c:pt>
                <c:pt idx="84">
                  <c:v>7.15664270798093</c:v>
                </c:pt>
                <c:pt idx="85">
                  <c:v>7.15664270798093</c:v>
                </c:pt>
                <c:pt idx="86">
                  <c:v>7.15664270798093</c:v>
                </c:pt>
                <c:pt idx="87">
                  <c:v>7.15664270798093</c:v>
                </c:pt>
                <c:pt idx="88">
                  <c:v>7.15664270798093</c:v>
                </c:pt>
                <c:pt idx="89">
                  <c:v>7.15664270798093</c:v>
                </c:pt>
                <c:pt idx="90">
                  <c:v>7.15664270798093</c:v>
                </c:pt>
                <c:pt idx="91">
                  <c:v>7.15664270798093</c:v>
                </c:pt>
                <c:pt idx="92">
                  <c:v>7.15664270798093</c:v>
                </c:pt>
                <c:pt idx="93">
                  <c:v>7.15664270798093</c:v>
                </c:pt>
                <c:pt idx="94">
                  <c:v>7.15664270798093</c:v>
                </c:pt>
                <c:pt idx="95">
                  <c:v>7.15664270798093</c:v>
                </c:pt>
                <c:pt idx="96">
                  <c:v>7.15664270798093</c:v>
                </c:pt>
                <c:pt idx="97">
                  <c:v>7.15664270798093</c:v>
                </c:pt>
                <c:pt idx="98">
                  <c:v>7.15664270798093</c:v>
                </c:pt>
                <c:pt idx="99">
                  <c:v>7.15664270798093</c:v>
                </c:pt>
                <c:pt idx="100">
                  <c:v>7.15664270798093</c:v>
                </c:pt>
                <c:pt idx="101">
                  <c:v>7.15664270798093</c:v>
                </c:pt>
                <c:pt idx="102">
                  <c:v>7.15664270798093</c:v>
                </c:pt>
                <c:pt idx="103">
                  <c:v>7.15664270798093</c:v>
                </c:pt>
                <c:pt idx="104">
                  <c:v>7.15664270798093</c:v>
                </c:pt>
                <c:pt idx="105">
                  <c:v>7.15664270798093</c:v>
                </c:pt>
                <c:pt idx="106">
                  <c:v>7.15664270798093</c:v>
                </c:pt>
                <c:pt idx="107">
                  <c:v>7.15664270798093</c:v>
                </c:pt>
                <c:pt idx="108">
                  <c:v>7.15664270798093</c:v>
                </c:pt>
                <c:pt idx="109">
                  <c:v>7.15664270798093</c:v>
                </c:pt>
                <c:pt idx="110">
                  <c:v>7.15664270798093</c:v>
                </c:pt>
                <c:pt idx="111">
                  <c:v>7.15664270798093</c:v>
                </c:pt>
                <c:pt idx="112">
                  <c:v>7.15664270798093</c:v>
                </c:pt>
                <c:pt idx="113">
                  <c:v>7.15664270798093</c:v>
                </c:pt>
                <c:pt idx="114">
                  <c:v>7.15664270798093</c:v>
                </c:pt>
                <c:pt idx="115">
                  <c:v>7.15664270798093</c:v>
                </c:pt>
                <c:pt idx="116">
                  <c:v>7.15664270798093</c:v>
                </c:pt>
                <c:pt idx="117">
                  <c:v>7.15664270798093</c:v>
                </c:pt>
                <c:pt idx="118">
                  <c:v>7.15664270798093</c:v>
                </c:pt>
                <c:pt idx="119">
                  <c:v>7.15664270798093</c:v>
                </c:pt>
                <c:pt idx="120">
                  <c:v>7.15664270798093</c:v>
                </c:pt>
                <c:pt idx="121">
                  <c:v>7.15664270798093</c:v>
                </c:pt>
                <c:pt idx="122">
                  <c:v>7.15664270798093</c:v>
                </c:pt>
                <c:pt idx="123">
                  <c:v>7.15664270798093</c:v>
                </c:pt>
                <c:pt idx="124">
                  <c:v>7.15664270798093</c:v>
                </c:pt>
                <c:pt idx="125">
                  <c:v>7.15664270798093</c:v>
                </c:pt>
                <c:pt idx="126">
                  <c:v>7.15664270798093</c:v>
                </c:pt>
                <c:pt idx="127">
                  <c:v>7.15664270798093</c:v>
                </c:pt>
                <c:pt idx="128">
                  <c:v>7.15664270798093</c:v>
                </c:pt>
                <c:pt idx="129">
                  <c:v>7.15664270798093</c:v>
                </c:pt>
                <c:pt idx="130">
                  <c:v>7.15664270798093</c:v>
                </c:pt>
                <c:pt idx="131">
                  <c:v>7.15664270798093</c:v>
                </c:pt>
                <c:pt idx="132">
                  <c:v>7.15664270798093</c:v>
                </c:pt>
                <c:pt idx="133">
                  <c:v>7.15664270798093</c:v>
                </c:pt>
                <c:pt idx="134">
                  <c:v>7.15664270798093</c:v>
                </c:pt>
                <c:pt idx="135">
                  <c:v>7.15664270798093</c:v>
                </c:pt>
                <c:pt idx="136">
                  <c:v>7.15664270798093</c:v>
                </c:pt>
                <c:pt idx="137">
                  <c:v>7.15664270798093</c:v>
                </c:pt>
                <c:pt idx="138">
                  <c:v>7.15664270798093</c:v>
                </c:pt>
                <c:pt idx="139">
                  <c:v>7.15664270798093</c:v>
                </c:pt>
                <c:pt idx="140">
                  <c:v>7.15664270798093</c:v>
                </c:pt>
                <c:pt idx="141">
                  <c:v>7.15664270798093</c:v>
                </c:pt>
                <c:pt idx="142">
                  <c:v>7.15664270798093</c:v>
                </c:pt>
                <c:pt idx="143">
                  <c:v>7.15664270798093</c:v>
                </c:pt>
                <c:pt idx="144">
                  <c:v>7.15664270798093</c:v>
                </c:pt>
                <c:pt idx="145">
                  <c:v>7.15664270798093</c:v>
                </c:pt>
                <c:pt idx="146">
                  <c:v>7.15664270798093</c:v>
                </c:pt>
                <c:pt idx="147">
                  <c:v>7.15664270798093</c:v>
                </c:pt>
                <c:pt idx="148">
                  <c:v>7.15664270798093</c:v>
                </c:pt>
                <c:pt idx="149">
                  <c:v>7.15664270798093</c:v>
                </c:pt>
                <c:pt idx="150">
                  <c:v>7.15664270798093</c:v>
                </c:pt>
                <c:pt idx="151">
                  <c:v>7.15664270798093</c:v>
                </c:pt>
                <c:pt idx="152">
                  <c:v>7.15664270798093</c:v>
                </c:pt>
                <c:pt idx="153">
                  <c:v>7.15664270798093</c:v>
                </c:pt>
                <c:pt idx="154">
                  <c:v>7.15664270798093</c:v>
                </c:pt>
                <c:pt idx="155">
                  <c:v>7.15664270798093</c:v>
                </c:pt>
                <c:pt idx="156">
                  <c:v>7.15664270798093</c:v>
                </c:pt>
                <c:pt idx="157">
                  <c:v>7.15664270798093</c:v>
                </c:pt>
                <c:pt idx="158">
                  <c:v>7.15664270798093</c:v>
                </c:pt>
                <c:pt idx="159">
                  <c:v>7.15664270798093</c:v>
                </c:pt>
                <c:pt idx="160">
                  <c:v>7.15664270798093</c:v>
                </c:pt>
                <c:pt idx="161">
                  <c:v>7.15664270798093</c:v>
                </c:pt>
                <c:pt idx="162">
                  <c:v>7.15664270798093</c:v>
                </c:pt>
                <c:pt idx="163">
                  <c:v>7.15664270798093</c:v>
                </c:pt>
                <c:pt idx="164">
                  <c:v>7.15664270798093</c:v>
                </c:pt>
                <c:pt idx="165">
                  <c:v>7.15664270798093</c:v>
                </c:pt>
                <c:pt idx="166">
                  <c:v>7.15664270798093</c:v>
                </c:pt>
                <c:pt idx="167">
                  <c:v>7.15664270798093</c:v>
                </c:pt>
                <c:pt idx="168">
                  <c:v>7.15664270798093</c:v>
                </c:pt>
                <c:pt idx="169">
                  <c:v>7.15664270798093</c:v>
                </c:pt>
                <c:pt idx="170">
                  <c:v>7.15664270798093</c:v>
                </c:pt>
                <c:pt idx="171">
                  <c:v>7.15664270798093</c:v>
                </c:pt>
                <c:pt idx="172">
                  <c:v>7.15664270798093</c:v>
                </c:pt>
                <c:pt idx="173">
                  <c:v>7.15664270798093</c:v>
                </c:pt>
                <c:pt idx="174">
                  <c:v>7.15664270798093</c:v>
                </c:pt>
                <c:pt idx="175">
                  <c:v>7.15664270798093</c:v>
                </c:pt>
                <c:pt idx="176">
                  <c:v>7.15664270798093</c:v>
                </c:pt>
                <c:pt idx="177">
                  <c:v>7.15664270798093</c:v>
                </c:pt>
                <c:pt idx="178">
                  <c:v>7.15664270798093</c:v>
                </c:pt>
                <c:pt idx="179">
                  <c:v>7.15664270798093</c:v>
                </c:pt>
                <c:pt idx="180">
                  <c:v>7.15664270798093</c:v>
                </c:pt>
                <c:pt idx="181">
                  <c:v>7.15664270798093</c:v>
                </c:pt>
                <c:pt idx="182">
                  <c:v>7.15664270798093</c:v>
                </c:pt>
                <c:pt idx="183">
                  <c:v>7.15664270798093</c:v>
                </c:pt>
                <c:pt idx="184">
                  <c:v>7.15664270798093</c:v>
                </c:pt>
                <c:pt idx="185">
                  <c:v>7.15664270798093</c:v>
                </c:pt>
                <c:pt idx="186">
                  <c:v>7.15664270798093</c:v>
                </c:pt>
                <c:pt idx="187">
                  <c:v>7.15664270798093</c:v>
                </c:pt>
                <c:pt idx="188">
                  <c:v>7.15664270798093</c:v>
                </c:pt>
                <c:pt idx="189">
                  <c:v>7.15664270798093</c:v>
                </c:pt>
                <c:pt idx="190">
                  <c:v>7.15664270798093</c:v>
                </c:pt>
                <c:pt idx="191">
                  <c:v>7.15664270798093</c:v>
                </c:pt>
                <c:pt idx="192">
                  <c:v>7.15664270798093</c:v>
                </c:pt>
                <c:pt idx="193">
                  <c:v>7.15664270798093</c:v>
                </c:pt>
                <c:pt idx="194">
                  <c:v>7.15664270798093</c:v>
                </c:pt>
                <c:pt idx="195">
                  <c:v>7.15664270798093</c:v>
                </c:pt>
                <c:pt idx="196">
                  <c:v>7.15664270798093</c:v>
                </c:pt>
                <c:pt idx="197">
                  <c:v>7.15664270798093</c:v>
                </c:pt>
                <c:pt idx="198">
                  <c:v>7.15664270798093</c:v>
                </c:pt>
                <c:pt idx="199">
                  <c:v>7.15664270798093</c:v>
                </c:pt>
                <c:pt idx="200">
                  <c:v>7.15664270798093</c:v>
                </c:pt>
                <c:pt idx="201">
                  <c:v>7.15664270798093</c:v>
                </c:pt>
                <c:pt idx="202">
                  <c:v>7.15664270798093</c:v>
                </c:pt>
                <c:pt idx="203">
                  <c:v>7.15664270798093</c:v>
                </c:pt>
                <c:pt idx="204">
                  <c:v>7.15664270798093</c:v>
                </c:pt>
                <c:pt idx="205">
                  <c:v>7.15664270798093</c:v>
                </c:pt>
                <c:pt idx="206">
                  <c:v>7.15664270798093</c:v>
                </c:pt>
                <c:pt idx="207">
                  <c:v>7.15664270798093</c:v>
                </c:pt>
                <c:pt idx="208">
                  <c:v>7.15664270798093</c:v>
                </c:pt>
                <c:pt idx="209">
                  <c:v>7.15664270798093</c:v>
                </c:pt>
                <c:pt idx="210">
                  <c:v>7.15664270798093</c:v>
                </c:pt>
                <c:pt idx="211">
                  <c:v>7.15664270798093</c:v>
                </c:pt>
                <c:pt idx="212">
                  <c:v>7.15664270798093</c:v>
                </c:pt>
                <c:pt idx="213">
                  <c:v>7.15664270798093</c:v>
                </c:pt>
                <c:pt idx="214">
                  <c:v>7.15664270798093</c:v>
                </c:pt>
                <c:pt idx="215">
                  <c:v>7.15664270798093</c:v>
                </c:pt>
                <c:pt idx="216">
                  <c:v>7.15664270798093</c:v>
                </c:pt>
                <c:pt idx="217">
                  <c:v>7.15664270798093</c:v>
                </c:pt>
                <c:pt idx="218">
                  <c:v>7.15664270798093</c:v>
                </c:pt>
                <c:pt idx="219">
                  <c:v>7.15664270798093</c:v>
                </c:pt>
                <c:pt idx="220">
                  <c:v>7.15664270798093</c:v>
                </c:pt>
                <c:pt idx="221">
                  <c:v>7.15664270798093</c:v>
                </c:pt>
                <c:pt idx="222">
                  <c:v>7.15664270798093</c:v>
                </c:pt>
                <c:pt idx="223">
                  <c:v>7.15664270798093</c:v>
                </c:pt>
                <c:pt idx="224">
                  <c:v>7.15664270798093</c:v>
                </c:pt>
                <c:pt idx="225">
                  <c:v>7.15664270798093</c:v>
                </c:pt>
                <c:pt idx="226">
                  <c:v>7.15664270798093</c:v>
                </c:pt>
                <c:pt idx="227">
                  <c:v>7.15664270798093</c:v>
                </c:pt>
                <c:pt idx="228">
                  <c:v>7.15664270798093</c:v>
                </c:pt>
                <c:pt idx="229">
                  <c:v>7.15664270798093</c:v>
                </c:pt>
                <c:pt idx="230">
                  <c:v>7.15664270798093</c:v>
                </c:pt>
                <c:pt idx="231">
                  <c:v>7.15664270798093</c:v>
                </c:pt>
                <c:pt idx="232">
                  <c:v>7.15664270798093</c:v>
                </c:pt>
                <c:pt idx="233">
                  <c:v>7.15664270798093</c:v>
                </c:pt>
                <c:pt idx="234">
                  <c:v>7.15664270798093</c:v>
                </c:pt>
                <c:pt idx="235">
                  <c:v>7.15664270798093</c:v>
                </c:pt>
                <c:pt idx="236">
                  <c:v>7.15664270798093</c:v>
                </c:pt>
                <c:pt idx="237">
                  <c:v>7.15664270798093</c:v>
                </c:pt>
                <c:pt idx="238">
                  <c:v>7.15664270798093</c:v>
                </c:pt>
                <c:pt idx="239">
                  <c:v>7.15664270798093</c:v>
                </c:pt>
                <c:pt idx="240">
                  <c:v>7.15664270798093</c:v>
                </c:pt>
                <c:pt idx="241">
                  <c:v>7.15664270798093</c:v>
                </c:pt>
                <c:pt idx="242">
                  <c:v>7.15664270798093</c:v>
                </c:pt>
                <c:pt idx="243">
                  <c:v>7.15664270798093</c:v>
                </c:pt>
                <c:pt idx="244">
                  <c:v>7.15664270798093</c:v>
                </c:pt>
                <c:pt idx="245">
                  <c:v>7.15664270798093</c:v>
                </c:pt>
                <c:pt idx="246">
                  <c:v>7.15664270798093</c:v>
                </c:pt>
                <c:pt idx="247">
                  <c:v>7.15664270798093</c:v>
                </c:pt>
                <c:pt idx="248">
                  <c:v>7.15664270798093</c:v>
                </c:pt>
                <c:pt idx="249">
                  <c:v>7.15664270798093</c:v>
                </c:pt>
                <c:pt idx="250">
                  <c:v>7.15664270798093</c:v>
                </c:pt>
                <c:pt idx="251">
                  <c:v>7.15664270798093</c:v>
                </c:pt>
                <c:pt idx="252">
                  <c:v>7.15664270798093</c:v>
                </c:pt>
                <c:pt idx="253">
                  <c:v>7.15664270798093</c:v>
                </c:pt>
                <c:pt idx="254">
                  <c:v>7.15664270798093</c:v>
                </c:pt>
                <c:pt idx="255">
                  <c:v>7.15664270798093</c:v>
                </c:pt>
                <c:pt idx="256">
                  <c:v>7.15664270798093</c:v>
                </c:pt>
                <c:pt idx="257">
                  <c:v>7.15664270798093</c:v>
                </c:pt>
                <c:pt idx="258">
                  <c:v>7.15664270798093</c:v>
                </c:pt>
                <c:pt idx="259">
                  <c:v>7.15664270798093</c:v>
                </c:pt>
                <c:pt idx="260">
                  <c:v>7.15664270798093</c:v>
                </c:pt>
                <c:pt idx="261">
                  <c:v>7.15664270798093</c:v>
                </c:pt>
                <c:pt idx="262">
                  <c:v>7.15664270798093</c:v>
                </c:pt>
                <c:pt idx="263">
                  <c:v>7.15664270798093</c:v>
                </c:pt>
                <c:pt idx="264">
                  <c:v>7.15664270798093</c:v>
                </c:pt>
                <c:pt idx="265">
                  <c:v>7.15664270798093</c:v>
                </c:pt>
                <c:pt idx="266">
                  <c:v>7.15664270798093</c:v>
                </c:pt>
                <c:pt idx="267">
                  <c:v>7.15664270798093</c:v>
                </c:pt>
                <c:pt idx="268">
                  <c:v>7.15664270798093</c:v>
                </c:pt>
                <c:pt idx="269">
                  <c:v>7.15664270798093</c:v>
                </c:pt>
                <c:pt idx="270">
                  <c:v>7.15664270798093</c:v>
                </c:pt>
                <c:pt idx="271">
                  <c:v>7.15664270798093</c:v>
                </c:pt>
                <c:pt idx="272">
                  <c:v>7.15664270798093</c:v>
                </c:pt>
                <c:pt idx="273">
                  <c:v>7.15664270798093</c:v>
                </c:pt>
                <c:pt idx="274">
                  <c:v>7.15664270798093</c:v>
                </c:pt>
                <c:pt idx="275">
                  <c:v>7.15664270798093</c:v>
                </c:pt>
                <c:pt idx="276">
                  <c:v>7.15664270798093</c:v>
                </c:pt>
                <c:pt idx="277">
                  <c:v>7.15664270798093</c:v>
                </c:pt>
                <c:pt idx="278">
                  <c:v>7.15664270798093</c:v>
                </c:pt>
                <c:pt idx="279">
                  <c:v>7.15664270798093</c:v>
                </c:pt>
                <c:pt idx="280">
                  <c:v>7.15664270798093</c:v>
                </c:pt>
                <c:pt idx="281">
                  <c:v>7.15664270798093</c:v>
                </c:pt>
                <c:pt idx="282">
                  <c:v>7.15664270798093</c:v>
                </c:pt>
                <c:pt idx="283">
                  <c:v>7.15664270798093</c:v>
                </c:pt>
                <c:pt idx="284">
                  <c:v>7.15664270798093</c:v>
                </c:pt>
                <c:pt idx="285">
                  <c:v>7.15664270798093</c:v>
                </c:pt>
                <c:pt idx="286">
                  <c:v>7.15664270798093</c:v>
                </c:pt>
                <c:pt idx="287">
                  <c:v>7.15664270798093</c:v>
                </c:pt>
                <c:pt idx="288">
                  <c:v>7.15664270798093</c:v>
                </c:pt>
                <c:pt idx="289">
                  <c:v>7.15664270798093</c:v>
                </c:pt>
                <c:pt idx="290">
                  <c:v>7.15664270798093</c:v>
                </c:pt>
                <c:pt idx="291">
                  <c:v>7.15664270798093</c:v>
                </c:pt>
                <c:pt idx="292">
                  <c:v>7.15664270798093</c:v>
                </c:pt>
                <c:pt idx="293">
                  <c:v>7.15664270798093</c:v>
                </c:pt>
                <c:pt idx="294">
                  <c:v>7.15664270798093</c:v>
                </c:pt>
                <c:pt idx="295">
                  <c:v>7.15664270798093</c:v>
                </c:pt>
                <c:pt idx="296">
                  <c:v>7.15664270798093</c:v>
                </c:pt>
                <c:pt idx="297">
                  <c:v>7.15664270798093</c:v>
                </c:pt>
              </c:numCache>
            </c:numRef>
          </c:val>
        </c:ser>
        <c:ser>
          <c:idx val="2"/>
          <c:order val="2"/>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Sheet1!$D$2:$D$299</c:f>
              <c:numCache>
                <c:formatCode>General</c:formatCode>
                <c:ptCount val="298"/>
                <c:pt idx="0">
                  <c:v>8.809623526458861</c:v>
                </c:pt>
                <c:pt idx="1">
                  <c:v>8.809623526458861</c:v>
                </c:pt>
                <c:pt idx="2">
                  <c:v>8.809623526458861</c:v>
                </c:pt>
                <c:pt idx="3">
                  <c:v>8.809623526458861</c:v>
                </c:pt>
                <c:pt idx="4">
                  <c:v>8.809623526458861</c:v>
                </c:pt>
                <c:pt idx="5">
                  <c:v>8.809623526458861</c:v>
                </c:pt>
                <c:pt idx="6">
                  <c:v>8.809623526458861</c:v>
                </c:pt>
                <c:pt idx="7">
                  <c:v>8.809623526458861</c:v>
                </c:pt>
                <c:pt idx="8">
                  <c:v>8.809623526458861</c:v>
                </c:pt>
                <c:pt idx="9">
                  <c:v>8.809623526458861</c:v>
                </c:pt>
                <c:pt idx="10">
                  <c:v>8.809623526458861</c:v>
                </c:pt>
                <c:pt idx="11">
                  <c:v>8.809623526458861</c:v>
                </c:pt>
                <c:pt idx="12">
                  <c:v>8.809623526458861</c:v>
                </c:pt>
                <c:pt idx="13">
                  <c:v>8.809623526458861</c:v>
                </c:pt>
                <c:pt idx="14">
                  <c:v>8.809623526458861</c:v>
                </c:pt>
                <c:pt idx="15">
                  <c:v>8.809623526458861</c:v>
                </c:pt>
                <c:pt idx="16">
                  <c:v>8.809623526458861</c:v>
                </c:pt>
                <c:pt idx="17">
                  <c:v>8.809623526458861</c:v>
                </c:pt>
                <c:pt idx="18">
                  <c:v>8.809623526458861</c:v>
                </c:pt>
                <c:pt idx="19">
                  <c:v>8.809623526458861</c:v>
                </c:pt>
                <c:pt idx="20">
                  <c:v>8.809623526458861</c:v>
                </c:pt>
                <c:pt idx="21">
                  <c:v>8.809623526458861</c:v>
                </c:pt>
                <c:pt idx="22">
                  <c:v>8.809623526458861</c:v>
                </c:pt>
                <c:pt idx="23">
                  <c:v>8.809623526458861</c:v>
                </c:pt>
                <c:pt idx="24">
                  <c:v>8.809623526458861</c:v>
                </c:pt>
                <c:pt idx="25">
                  <c:v>8.809623526458861</c:v>
                </c:pt>
                <c:pt idx="26">
                  <c:v>8.809623526458861</c:v>
                </c:pt>
                <c:pt idx="27">
                  <c:v>8.809623526458861</c:v>
                </c:pt>
                <c:pt idx="28">
                  <c:v>8.809623526458861</c:v>
                </c:pt>
                <c:pt idx="29">
                  <c:v>8.809623526458861</c:v>
                </c:pt>
                <c:pt idx="30">
                  <c:v>8.809623526458861</c:v>
                </c:pt>
                <c:pt idx="31">
                  <c:v>8.809623526458861</c:v>
                </c:pt>
                <c:pt idx="32">
                  <c:v>8.809623526458861</c:v>
                </c:pt>
                <c:pt idx="33">
                  <c:v>8.809623526458861</c:v>
                </c:pt>
                <c:pt idx="34">
                  <c:v>8.809623526458861</c:v>
                </c:pt>
                <c:pt idx="35">
                  <c:v>8.809623526458861</c:v>
                </c:pt>
                <c:pt idx="36">
                  <c:v>8.809623526458861</c:v>
                </c:pt>
                <c:pt idx="37">
                  <c:v>8.809623526458861</c:v>
                </c:pt>
                <c:pt idx="38">
                  <c:v>8.809623526458861</c:v>
                </c:pt>
                <c:pt idx="39">
                  <c:v>8.809623526458861</c:v>
                </c:pt>
                <c:pt idx="40">
                  <c:v>8.809623526458861</c:v>
                </c:pt>
                <c:pt idx="41">
                  <c:v>8.809623526458861</c:v>
                </c:pt>
                <c:pt idx="42">
                  <c:v>8.809623526458861</c:v>
                </c:pt>
                <c:pt idx="43">
                  <c:v>8.809623526458861</c:v>
                </c:pt>
                <c:pt idx="44">
                  <c:v>8.809623526458861</c:v>
                </c:pt>
                <c:pt idx="45">
                  <c:v>8.809623526458861</c:v>
                </c:pt>
                <c:pt idx="46">
                  <c:v>8.809623526458861</c:v>
                </c:pt>
                <c:pt idx="47">
                  <c:v>8.809623526458861</c:v>
                </c:pt>
                <c:pt idx="48">
                  <c:v>8.809623526458861</c:v>
                </c:pt>
                <c:pt idx="49">
                  <c:v>8.809623526458861</c:v>
                </c:pt>
                <c:pt idx="50">
                  <c:v>8.809623526458861</c:v>
                </c:pt>
                <c:pt idx="51">
                  <c:v>8.809623526458861</c:v>
                </c:pt>
                <c:pt idx="52">
                  <c:v>8.809623526458861</c:v>
                </c:pt>
                <c:pt idx="53">
                  <c:v>8.809623526458861</c:v>
                </c:pt>
                <c:pt idx="54">
                  <c:v>8.809623526458861</c:v>
                </c:pt>
                <c:pt idx="55">
                  <c:v>8.809623526458861</c:v>
                </c:pt>
                <c:pt idx="56">
                  <c:v>8.809623526458861</c:v>
                </c:pt>
                <c:pt idx="57">
                  <c:v>8.809623526458861</c:v>
                </c:pt>
                <c:pt idx="58">
                  <c:v>8.809623526458861</c:v>
                </c:pt>
                <c:pt idx="59">
                  <c:v>8.809623526458861</c:v>
                </c:pt>
                <c:pt idx="60">
                  <c:v>8.809623526458861</c:v>
                </c:pt>
                <c:pt idx="61">
                  <c:v>8.809623526458861</c:v>
                </c:pt>
                <c:pt idx="62">
                  <c:v>8.809623526458861</c:v>
                </c:pt>
                <c:pt idx="63">
                  <c:v>8.809623526458861</c:v>
                </c:pt>
                <c:pt idx="64">
                  <c:v>8.809623526458861</c:v>
                </c:pt>
                <c:pt idx="65">
                  <c:v>8.809623526458861</c:v>
                </c:pt>
                <c:pt idx="66">
                  <c:v>8.809623526458861</c:v>
                </c:pt>
                <c:pt idx="67">
                  <c:v>8.809623526458861</c:v>
                </c:pt>
                <c:pt idx="68">
                  <c:v>8.809623526458861</c:v>
                </c:pt>
                <c:pt idx="69">
                  <c:v>8.809623526458861</c:v>
                </c:pt>
                <c:pt idx="70">
                  <c:v>8.809623526458861</c:v>
                </c:pt>
                <c:pt idx="71">
                  <c:v>8.809623526458861</c:v>
                </c:pt>
                <c:pt idx="72">
                  <c:v>8.809623526458861</c:v>
                </c:pt>
                <c:pt idx="73">
                  <c:v>8.809623526458861</c:v>
                </c:pt>
                <c:pt idx="74">
                  <c:v>8.809623526458861</c:v>
                </c:pt>
                <c:pt idx="75">
                  <c:v>8.809623526458861</c:v>
                </c:pt>
                <c:pt idx="76">
                  <c:v>8.809623526458861</c:v>
                </c:pt>
                <c:pt idx="77">
                  <c:v>8.809623526458861</c:v>
                </c:pt>
                <c:pt idx="78">
                  <c:v>8.809623526458861</c:v>
                </c:pt>
                <c:pt idx="79">
                  <c:v>8.809623526458861</c:v>
                </c:pt>
                <c:pt idx="80">
                  <c:v>8.809623526458861</c:v>
                </c:pt>
                <c:pt idx="81">
                  <c:v>8.809623526458861</c:v>
                </c:pt>
                <c:pt idx="82">
                  <c:v>8.809623526458861</c:v>
                </c:pt>
                <c:pt idx="83">
                  <c:v>8.809623526458861</c:v>
                </c:pt>
                <c:pt idx="84">
                  <c:v>8.809623526458861</c:v>
                </c:pt>
                <c:pt idx="85">
                  <c:v>8.809623526458861</c:v>
                </c:pt>
                <c:pt idx="86">
                  <c:v>8.809623526458861</c:v>
                </c:pt>
                <c:pt idx="87">
                  <c:v>8.809623526458861</c:v>
                </c:pt>
                <c:pt idx="88">
                  <c:v>8.809623526458861</c:v>
                </c:pt>
                <c:pt idx="89">
                  <c:v>8.809623526458861</c:v>
                </c:pt>
                <c:pt idx="90">
                  <c:v>8.809623526458861</c:v>
                </c:pt>
                <c:pt idx="91">
                  <c:v>8.809623526458861</c:v>
                </c:pt>
                <c:pt idx="92">
                  <c:v>8.809623526458861</c:v>
                </c:pt>
                <c:pt idx="93">
                  <c:v>8.809623526458861</c:v>
                </c:pt>
                <c:pt idx="94">
                  <c:v>8.809623526458861</c:v>
                </c:pt>
                <c:pt idx="95">
                  <c:v>8.809623526458861</c:v>
                </c:pt>
                <c:pt idx="96">
                  <c:v>8.809623526458861</c:v>
                </c:pt>
                <c:pt idx="97">
                  <c:v>8.809623526458861</c:v>
                </c:pt>
                <c:pt idx="98">
                  <c:v>8.809623526458861</c:v>
                </c:pt>
                <c:pt idx="99">
                  <c:v>8.809623526458861</c:v>
                </c:pt>
                <c:pt idx="100">
                  <c:v>8.809623526458861</c:v>
                </c:pt>
                <c:pt idx="101">
                  <c:v>8.809623526458861</c:v>
                </c:pt>
                <c:pt idx="102">
                  <c:v>8.809623526458861</c:v>
                </c:pt>
                <c:pt idx="103">
                  <c:v>8.809623526458861</c:v>
                </c:pt>
                <c:pt idx="104">
                  <c:v>8.809623526458861</c:v>
                </c:pt>
                <c:pt idx="105">
                  <c:v>8.809623526458861</c:v>
                </c:pt>
                <c:pt idx="106">
                  <c:v>8.809623526458861</c:v>
                </c:pt>
                <c:pt idx="107">
                  <c:v>8.809623526458861</c:v>
                </c:pt>
                <c:pt idx="108">
                  <c:v>8.809623526458861</c:v>
                </c:pt>
                <c:pt idx="109">
                  <c:v>8.809623526458861</c:v>
                </c:pt>
                <c:pt idx="110">
                  <c:v>8.809623526458861</c:v>
                </c:pt>
                <c:pt idx="111">
                  <c:v>8.809623526458861</c:v>
                </c:pt>
                <c:pt idx="112">
                  <c:v>8.809623526458861</c:v>
                </c:pt>
                <c:pt idx="113">
                  <c:v>8.809623526458861</c:v>
                </c:pt>
                <c:pt idx="114">
                  <c:v>8.809623526458861</c:v>
                </c:pt>
                <c:pt idx="115">
                  <c:v>8.809623526458861</c:v>
                </c:pt>
                <c:pt idx="116">
                  <c:v>8.809623526458861</c:v>
                </c:pt>
                <c:pt idx="117">
                  <c:v>8.809623526458861</c:v>
                </c:pt>
                <c:pt idx="118">
                  <c:v>8.809623526458861</c:v>
                </c:pt>
                <c:pt idx="119">
                  <c:v>8.809623526458861</c:v>
                </c:pt>
                <c:pt idx="120">
                  <c:v>8.809623526458861</c:v>
                </c:pt>
                <c:pt idx="121">
                  <c:v>8.809623526458861</c:v>
                </c:pt>
                <c:pt idx="122">
                  <c:v>8.809623526458861</c:v>
                </c:pt>
                <c:pt idx="123">
                  <c:v>8.809623526458861</c:v>
                </c:pt>
                <c:pt idx="124">
                  <c:v>8.809623526458861</c:v>
                </c:pt>
                <c:pt idx="125">
                  <c:v>8.809623526458861</c:v>
                </c:pt>
                <c:pt idx="126">
                  <c:v>8.809623526458861</c:v>
                </c:pt>
                <c:pt idx="127">
                  <c:v>8.809623526458861</c:v>
                </c:pt>
                <c:pt idx="128">
                  <c:v>8.809623526458861</c:v>
                </c:pt>
                <c:pt idx="129">
                  <c:v>8.809623526458861</c:v>
                </c:pt>
                <c:pt idx="130">
                  <c:v>8.809623526458861</c:v>
                </c:pt>
                <c:pt idx="131">
                  <c:v>8.809623526458861</c:v>
                </c:pt>
                <c:pt idx="132">
                  <c:v>8.809623526458861</c:v>
                </c:pt>
                <c:pt idx="133">
                  <c:v>8.809623526458861</c:v>
                </c:pt>
                <c:pt idx="134">
                  <c:v>8.809623526458861</c:v>
                </c:pt>
                <c:pt idx="135">
                  <c:v>8.809623526458861</c:v>
                </c:pt>
                <c:pt idx="136">
                  <c:v>8.809623526458861</c:v>
                </c:pt>
                <c:pt idx="137">
                  <c:v>8.809623526458861</c:v>
                </c:pt>
                <c:pt idx="138">
                  <c:v>8.809623526458861</c:v>
                </c:pt>
                <c:pt idx="139">
                  <c:v>8.809623526458861</c:v>
                </c:pt>
                <c:pt idx="140">
                  <c:v>8.809623526458861</c:v>
                </c:pt>
                <c:pt idx="141">
                  <c:v>8.809623526458861</c:v>
                </c:pt>
                <c:pt idx="142">
                  <c:v>8.809623526458861</c:v>
                </c:pt>
                <c:pt idx="143">
                  <c:v>8.809623526458861</c:v>
                </c:pt>
                <c:pt idx="144">
                  <c:v>8.809623526458861</c:v>
                </c:pt>
                <c:pt idx="145">
                  <c:v>8.809623526458861</c:v>
                </c:pt>
                <c:pt idx="146">
                  <c:v>8.809623526458861</c:v>
                </c:pt>
                <c:pt idx="147">
                  <c:v>8.809623526458861</c:v>
                </c:pt>
                <c:pt idx="148">
                  <c:v>8.809623526458861</c:v>
                </c:pt>
                <c:pt idx="149">
                  <c:v>8.809623526458861</c:v>
                </c:pt>
                <c:pt idx="150">
                  <c:v>8.809623526458861</c:v>
                </c:pt>
                <c:pt idx="151">
                  <c:v>8.809623526458861</c:v>
                </c:pt>
                <c:pt idx="152">
                  <c:v>8.809623526458861</c:v>
                </c:pt>
                <c:pt idx="153">
                  <c:v>8.809623526458861</c:v>
                </c:pt>
                <c:pt idx="154">
                  <c:v>8.809623526458861</c:v>
                </c:pt>
                <c:pt idx="155">
                  <c:v>8.809623526458861</c:v>
                </c:pt>
                <c:pt idx="156">
                  <c:v>8.809623526458861</c:v>
                </c:pt>
                <c:pt idx="157">
                  <c:v>8.809623526458861</c:v>
                </c:pt>
                <c:pt idx="158">
                  <c:v>8.809623526458861</c:v>
                </c:pt>
                <c:pt idx="159">
                  <c:v>8.809623526458861</c:v>
                </c:pt>
                <c:pt idx="160">
                  <c:v>8.809623526458861</c:v>
                </c:pt>
                <c:pt idx="161">
                  <c:v>8.809623526458861</c:v>
                </c:pt>
                <c:pt idx="162">
                  <c:v>8.809623526458861</c:v>
                </c:pt>
                <c:pt idx="163">
                  <c:v>8.809623526458861</c:v>
                </c:pt>
                <c:pt idx="164">
                  <c:v>8.809623526458861</c:v>
                </c:pt>
                <c:pt idx="165">
                  <c:v>8.809623526458861</c:v>
                </c:pt>
                <c:pt idx="166">
                  <c:v>8.809623526458861</c:v>
                </c:pt>
                <c:pt idx="167">
                  <c:v>8.809623526458861</c:v>
                </c:pt>
                <c:pt idx="168">
                  <c:v>8.809623526458861</c:v>
                </c:pt>
                <c:pt idx="169">
                  <c:v>8.809623526458861</c:v>
                </c:pt>
                <c:pt idx="170">
                  <c:v>8.809623526458861</c:v>
                </c:pt>
                <c:pt idx="171">
                  <c:v>8.809623526458861</c:v>
                </c:pt>
                <c:pt idx="172">
                  <c:v>8.809623526458861</c:v>
                </c:pt>
                <c:pt idx="173">
                  <c:v>8.809623526458861</c:v>
                </c:pt>
                <c:pt idx="174">
                  <c:v>8.809623526458861</c:v>
                </c:pt>
                <c:pt idx="175">
                  <c:v>8.809623526458861</c:v>
                </c:pt>
                <c:pt idx="176">
                  <c:v>8.809623526458861</c:v>
                </c:pt>
                <c:pt idx="177">
                  <c:v>8.809623526458861</c:v>
                </c:pt>
                <c:pt idx="178">
                  <c:v>8.809623526458861</c:v>
                </c:pt>
                <c:pt idx="179">
                  <c:v>8.809623526458861</c:v>
                </c:pt>
                <c:pt idx="180">
                  <c:v>8.809623526458861</c:v>
                </c:pt>
                <c:pt idx="181">
                  <c:v>8.809623526458861</c:v>
                </c:pt>
                <c:pt idx="182">
                  <c:v>8.809623526458861</c:v>
                </c:pt>
                <c:pt idx="183">
                  <c:v>8.809623526458861</c:v>
                </c:pt>
                <c:pt idx="184">
                  <c:v>8.809623526458861</c:v>
                </c:pt>
                <c:pt idx="185">
                  <c:v>8.809623526458861</c:v>
                </c:pt>
                <c:pt idx="186">
                  <c:v>8.809623526458861</c:v>
                </c:pt>
                <c:pt idx="187">
                  <c:v>8.809623526458861</c:v>
                </c:pt>
                <c:pt idx="188">
                  <c:v>8.809623526458861</c:v>
                </c:pt>
                <c:pt idx="189">
                  <c:v>8.809623526458861</c:v>
                </c:pt>
                <c:pt idx="190">
                  <c:v>8.809623526458861</c:v>
                </c:pt>
                <c:pt idx="191">
                  <c:v>8.809623526458861</c:v>
                </c:pt>
                <c:pt idx="192">
                  <c:v>8.809623526458861</c:v>
                </c:pt>
                <c:pt idx="193">
                  <c:v>8.809623526458861</c:v>
                </c:pt>
                <c:pt idx="194">
                  <c:v>8.809623526458861</c:v>
                </c:pt>
                <c:pt idx="195">
                  <c:v>8.809623526458861</c:v>
                </c:pt>
                <c:pt idx="196">
                  <c:v>8.809623526458861</c:v>
                </c:pt>
                <c:pt idx="197">
                  <c:v>8.809623526458861</c:v>
                </c:pt>
                <c:pt idx="198">
                  <c:v>8.809623526458861</c:v>
                </c:pt>
                <c:pt idx="199">
                  <c:v>8.809623526458861</c:v>
                </c:pt>
                <c:pt idx="200">
                  <c:v>8.809623526458861</c:v>
                </c:pt>
                <c:pt idx="201">
                  <c:v>8.809623526458861</c:v>
                </c:pt>
                <c:pt idx="202">
                  <c:v>8.809623526458861</c:v>
                </c:pt>
                <c:pt idx="203">
                  <c:v>8.809623526458861</c:v>
                </c:pt>
                <c:pt idx="204">
                  <c:v>8.809623526458861</c:v>
                </c:pt>
                <c:pt idx="205">
                  <c:v>8.809623526458861</c:v>
                </c:pt>
                <c:pt idx="206">
                  <c:v>8.809623526458861</c:v>
                </c:pt>
                <c:pt idx="207">
                  <c:v>8.809623526458861</c:v>
                </c:pt>
                <c:pt idx="208">
                  <c:v>8.809623526458861</c:v>
                </c:pt>
                <c:pt idx="209">
                  <c:v>8.809623526458861</c:v>
                </c:pt>
                <c:pt idx="210">
                  <c:v>8.809623526458861</c:v>
                </c:pt>
                <c:pt idx="211">
                  <c:v>8.809623526458861</c:v>
                </c:pt>
                <c:pt idx="212">
                  <c:v>8.809623526458861</c:v>
                </c:pt>
                <c:pt idx="213">
                  <c:v>8.809623526458861</c:v>
                </c:pt>
                <c:pt idx="214">
                  <c:v>8.809623526458861</c:v>
                </c:pt>
                <c:pt idx="215">
                  <c:v>8.809623526458861</c:v>
                </c:pt>
                <c:pt idx="216">
                  <c:v>8.809623526458861</c:v>
                </c:pt>
                <c:pt idx="217">
                  <c:v>8.809623526458861</c:v>
                </c:pt>
                <c:pt idx="218">
                  <c:v>8.809623526458861</c:v>
                </c:pt>
                <c:pt idx="219">
                  <c:v>8.809623526458861</c:v>
                </c:pt>
                <c:pt idx="220">
                  <c:v>8.809623526458861</c:v>
                </c:pt>
                <c:pt idx="221">
                  <c:v>8.809623526458861</c:v>
                </c:pt>
                <c:pt idx="222">
                  <c:v>8.809623526458861</c:v>
                </c:pt>
                <c:pt idx="223">
                  <c:v>8.809623526458861</c:v>
                </c:pt>
                <c:pt idx="224">
                  <c:v>8.809623526458861</c:v>
                </c:pt>
                <c:pt idx="225">
                  <c:v>8.809623526458861</c:v>
                </c:pt>
                <c:pt idx="226">
                  <c:v>8.809623526458861</c:v>
                </c:pt>
                <c:pt idx="227">
                  <c:v>8.809623526458861</c:v>
                </c:pt>
                <c:pt idx="228">
                  <c:v>8.809623526458861</c:v>
                </c:pt>
                <c:pt idx="229">
                  <c:v>8.809623526458861</c:v>
                </c:pt>
                <c:pt idx="230">
                  <c:v>8.809623526458861</c:v>
                </c:pt>
                <c:pt idx="231">
                  <c:v>8.809623526458861</c:v>
                </c:pt>
                <c:pt idx="232">
                  <c:v>8.809623526458861</c:v>
                </c:pt>
                <c:pt idx="233">
                  <c:v>8.809623526458861</c:v>
                </c:pt>
                <c:pt idx="234">
                  <c:v>8.809623526458861</c:v>
                </c:pt>
                <c:pt idx="235">
                  <c:v>8.809623526458861</c:v>
                </c:pt>
                <c:pt idx="236">
                  <c:v>8.809623526458861</c:v>
                </c:pt>
                <c:pt idx="237">
                  <c:v>8.809623526458861</c:v>
                </c:pt>
                <c:pt idx="238">
                  <c:v>8.809623526458861</c:v>
                </c:pt>
                <c:pt idx="239">
                  <c:v>8.809623526458861</c:v>
                </c:pt>
                <c:pt idx="240">
                  <c:v>8.809623526458861</c:v>
                </c:pt>
                <c:pt idx="241">
                  <c:v>8.809623526458861</c:v>
                </c:pt>
                <c:pt idx="242">
                  <c:v>8.809623526458861</c:v>
                </c:pt>
                <c:pt idx="243">
                  <c:v>8.809623526458861</c:v>
                </c:pt>
                <c:pt idx="244">
                  <c:v>8.809623526458861</c:v>
                </c:pt>
                <c:pt idx="245">
                  <c:v>8.809623526458861</c:v>
                </c:pt>
                <c:pt idx="246">
                  <c:v>8.809623526458861</c:v>
                </c:pt>
                <c:pt idx="247">
                  <c:v>8.809623526458861</c:v>
                </c:pt>
                <c:pt idx="248">
                  <c:v>8.809623526458861</c:v>
                </c:pt>
                <c:pt idx="249">
                  <c:v>8.809623526458861</c:v>
                </c:pt>
                <c:pt idx="250">
                  <c:v>8.809623526458861</c:v>
                </c:pt>
                <c:pt idx="251">
                  <c:v>8.809623526458861</c:v>
                </c:pt>
                <c:pt idx="252">
                  <c:v>8.809623526458861</c:v>
                </c:pt>
                <c:pt idx="253">
                  <c:v>8.809623526458861</c:v>
                </c:pt>
                <c:pt idx="254">
                  <c:v>8.809623526458861</c:v>
                </c:pt>
                <c:pt idx="255">
                  <c:v>8.809623526458861</c:v>
                </c:pt>
                <c:pt idx="256">
                  <c:v>8.809623526458861</c:v>
                </c:pt>
                <c:pt idx="257">
                  <c:v>8.809623526458861</c:v>
                </c:pt>
                <c:pt idx="258">
                  <c:v>8.809623526458861</c:v>
                </c:pt>
                <c:pt idx="259">
                  <c:v>8.809623526458861</c:v>
                </c:pt>
                <c:pt idx="260">
                  <c:v>8.809623526458861</c:v>
                </c:pt>
                <c:pt idx="261">
                  <c:v>8.809623526458861</c:v>
                </c:pt>
                <c:pt idx="262">
                  <c:v>8.809623526458861</c:v>
                </c:pt>
                <c:pt idx="263">
                  <c:v>8.809623526458861</c:v>
                </c:pt>
                <c:pt idx="264">
                  <c:v>8.809623526458861</c:v>
                </c:pt>
                <c:pt idx="265">
                  <c:v>8.809623526458861</c:v>
                </c:pt>
                <c:pt idx="266">
                  <c:v>8.809623526458861</c:v>
                </c:pt>
                <c:pt idx="267">
                  <c:v>8.809623526458861</c:v>
                </c:pt>
                <c:pt idx="268">
                  <c:v>8.809623526458861</c:v>
                </c:pt>
                <c:pt idx="269">
                  <c:v>8.809623526458861</c:v>
                </c:pt>
                <c:pt idx="270">
                  <c:v>8.809623526458861</c:v>
                </c:pt>
                <c:pt idx="271">
                  <c:v>8.809623526458861</c:v>
                </c:pt>
                <c:pt idx="272">
                  <c:v>8.809623526458861</c:v>
                </c:pt>
                <c:pt idx="273">
                  <c:v>8.809623526458861</c:v>
                </c:pt>
                <c:pt idx="274">
                  <c:v>8.809623526458861</c:v>
                </c:pt>
                <c:pt idx="275">
                  <c:v>8.809623526458861</c:v>
                </c:pt>
                <c:pt idx="276">
                  <c:v>8.809623526458861</c:v>
                </c:pt>
                <c:pt idx="277">
                  <c:v>8.809623526458861</c:v>
                </c:pt>
                <c:pt idx="278">
                  <c:v>8.809623526458861</c:v>
                </c:pt>
                <c:pt idx="279">
                  <c:v>8.809623526458861</c:v>
                </c:pt>
                <c:pt idx="280">
                  <c:v>8.809623526458861</c:v>
                </c:pt>
                <c:pt idx="281">
                  <c:v>8.809623526458861</c:v>
                </c:pt>
                <c:pt idx="282">
                  <c:v>8.809623526458861</c:v>
                </c:pt>
                <c:pt idx="283">
                  <c:v>8.809623526458861</c:v>
                </c:pt>
                <c:pt idx="284">
                  <c:v>8.809623526458861</c:v>
                </c:pt>
                <c:pt idx="285">
                  <c:v>8.809623526458861</c:v>
                </c:pt>
                <c:pt idx="286">
                  <c:v>8.809623526458861</c:v>
                </c:pt>
                <c:pt idx="287">
                  <c:v>8.809623526458861</c:v>
                </c:pt>
                <c:pt idx="288">
                  <c:v>8.809623526458861</c:v>
                </c:pt>
                <c:pt idx="289">
                  <c:v>8.809623526458861</c:v>
                </c:pt>
                <c:pt idx="290">
                  <c:v>8.809623526458861</c:v>
                </c:pt>
                <c:pt idx="291">
                  <c:v>8.809623526458861</c:v>
                </c:pt>
                <c:pt idx="292">
                  <c:v>8.809623526458861</c:v>
                </c:pt>
                <c:pt idx="293">
                  <c:v>8.809623526458861</c:v>
                </c:pt>
                <c:pt idx="294">
                  <c:v>8.809623526458861</c:v>
                </c:pt>
                <c:pt idx="295">
                  <c:v>8.809623526458861</c:v>
                </c:pt>
                <c:pt idx="296">
                  <c:v>8.809623526458861</c:v>
                </c:pt>
                <c:pt idx="297">
                  <c:v>8.809623526458861</c:v>
                </c:pt>
              </c:numCache>
            </c:numRef>
          </c:val>
        </c:ser>
        <c:ser>
          <c:idx val="3"/>
          <c:order val="3"/>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Sheet1!$E$2:$E$299</c:f>
              <c:numCache>
                <c:formatCode>General</c:formatCode>
                <c:ptCount val="298"/>
                <c:pt idx="0">
                  <c:v>5.503661889502999</c:v>
                </c:pt>
                <c:pt idx="1">
                  <c:v>5.503661889502999</c:v>
                </c:pt>
                <c:pt idx="2">
                  <c:v>5.503661889502999</c:v>
                </c:pt>
                <c:pt idx="3">
                  <c:v>5.503661889502999</c:v>
                </c:pt>
                <c:pt idx="4">
                  <c:v>5.503661889502999</c:v>
                </c:pt>
                <c:pt idx="5">
                  <c:v>5.503661889502999</c:v>
                </c:pt>
                <c:pt idx="6">
                  <c:v>5.503661889502999</c:v>
                </c:pt>
                <c:pt idx="7">
                  <c:v>5.503661889502999</c:v>
                </c:pt>
                <c:pt idx="8">
                  <c:v>5.503661889502999</c:v>
                </c:pt>
                <c:pt idx="9">
                  <c:v>5.503661889502999</c:v>
                </c:pt>
                <c:pt idx="10">
                  <c:v>5.503661889502999</c:v>
                </c:pt>
                <c:pt idx="11">
                  <c:v>5.503661889502999</c:v>
                </c:pt>
                <c:pt idx="12">
                  <c:v>5.503661889502999</c:v>
                </c:pt>
                <c:pt idx="13">
                  <c:v>5.503661889502999</c:v>
                </c:pt>
                <c:pt idx="14">
                  <c:v>5.503661889502999</c:v>
                </c:pt>
                <c:pt idx="15">
                  <c:v>5.503661889502999</c:v>
                </c:pt>
                <c:pt idx="16">
                  <c:v>5.503661889502999</c:v>
                </c:pt>
                <c:pt idx="17">
                  <c:v>5.503661889502999</c:v>
                </c:pt>
                <c:pt idx="18">
                  <c:v>5.503661889502999</c:v>
                </c:pt>
                <c:pt idx="19">
                  <c:v>5.503661889502999</c:v>
                </c:pt>
                <c:pt idx="20">
                  <c:v>5.503661889502999</c:v>
                </c:pt>
                <c:pt idx="21">
                  <c:v>5.503661889502999</c:v>
                </c:pt>
                <c:pt idx="22">
                  <c:v>5.503661889502999</c:v>
                </c:pt>
                <c:pt idx="23">
                  <c:v>5.503661889502999</c:v>
                </c:pt>
                <c:pt idx="24">
                  <c:v>5.503661889502999</c:v>
                </c:pt>
                <c:pt idx="25">
                  <c:v>5.503661889502999</c:v>
                </c:pt>
                <c:pt idx="26">
                  <c:v>5.503661889502999</c:v>
                </c:pt>
                <c:pt idx="27">
                  <c:v>5.503661889502999</c:v>
                </c:pt>
                <c:pt idx="28">
                  <c:v>5.503661889502999</c:v>
                </c:pt>
                <c:pt idx="29">
                  <c:v>5.503661889502999</c:v>
                </c:pt>
                <c:pt idx="30">
                  <c:v>5.503661889502999</c:v>
                </c:pt>
                <c:pt idx="31">
                  <c:v>5.503661889502999</c:v>
                </c:pt>
                <c:pt idx="32">
                  <c:v>5.503661889502999</c:v>
                </c:pt>
                <c:pt idx="33">
                  <c:v>5.503661889502999</c:v>
                </c:pt>
                <c:pt idx="34">
                  <c:v>5.503661889502999</c:v>
                </c:pt>
                <c:pt idx="35">
                  <c:v>5.503661889502999</c:v>
                </c:pt>
                <c:pt idx="36">
                  <c:v>5.503661889502999</c:v>
                </c:pt>
                <c:pt idx="37">
                  <c:v>5.503661889502999</c:v>
                </c:pt>
                <c:pt idx="38">
                  <c:v>5.503661889502999</c:v>
                </c:pt>
                <c:pt idx="39">
                  <c:v>5.503661889502999</c:v>
                </c:pt>
                <c:pt idx="40">
                  <c:v>5.503661889502999</c:v>
                </c:pt>
                <c:pt idx="41">
                  <c:v>5.503661889502999</c:v>
                </c:pt>
                <c:pt idx="42">
                  <c:v>5.503661889502999</c:v>
                </c:pt>
                <c:pt idx="43">
                  <c:v>5.503661889502999</c:v>
                </c:pt>
                <c:pt idx="44">
                  <c:v>5.503661889502999</c:v>
                </c:pt>
                <c:pt idx="45">
                  <c:v>5.503661889502999</c:v>
                </c:pt>
                <c:pt idx="46">
                  <c:v>5.503661889502999</c:v>
                </c:pt>
                <c:pt idx="47">
                  <c:v>5.503661889502999</c:v>
                </c:pt>
                <c:pt idx="48">
                  <c:v>5.503661889502999</c:v>
                </c:pt>
                <c:pt idx="49">
                  <c:v>5.503661889502999</c:v>
                </c:pt>
                <c:pt idx="50">
                  <c:v>5.503661889502999</c:v>
                </c:pt>
                <c:pt idx="51">
                  <c:v>5.503661889502999</c:v>
                </c:pt>
                <c:pt idx="52">
                  <c:v>5.503661889502999</c:v>
                </c:pt>
                <c:pt idx="53">
                  <c:v>5.503661889502999</c:v>
                </c:pt>
                <c:pt idx="54">
                  <c:v>5.503661889502999</c:v>
                </c:pt>
                <c:pt idx="55">
                  <c:v>5.503661889502999</c:v>
                </c:pt>
                <c:pt idx="56">
                  <c:v>5.503661889502999</c:v>
                </c:pt>
                <c:pt idx="57">
                  <c:v>5.503661889502999</c:v>
                </c:pt>
                <c:pt idx="58">
                  <c:v>5.503661889502999</c:v>
                </c:pt>
                <c:pt idx="59">
                  <c:v>5.503661889502999</c:v>
                </c:pt>
                <c:pt idx="60">
                  <c:v>5.503661889502999</c:v>
                </c:pt>
                <c:pt idx="61">
                  <c:v>5.503661889502999</c:v>
                </c:pt>
                <c:pt idx="62">
                  <c:v>5.503661889502999</c:v>
                </c:pt>
                <c:pt idx="63">
                  <c:v>5.503661889502999</c:v>
                </c:pt>
                <c:pt idx="64">
                  <c:v>5.503661889502999</c:v>
                </c:pt>
                <c:pt idx="65">
                  <c:v>5.503661889502999</c:v>
                </c:pt>
                <c:pt idx="66">
                  <c:v>5.503661889502999</c:v>
                </c:pt>
                <c:pt idx="67">
                  <c:v>5.503661889502999</c:v>
                </c:pt>
                <c:pt idx="68">
                  <c:v>5.503661889502999</c:v>
                </c:pt>
                <c:pt idx="69">
                  <c:v>5.503661889502999</c:v>
                </c:pt>
                <c:pt idx="70">
                  <c:v>5.503661889502999</c:v>
                </c:pt>
                <c:pt idx="71">
                  <c:v>5.503661889502999</c:v>
                </c:pt>
                <c:pt idx="72">
                  <c:v>5.503661889502999</c:v>
                </c:pt>
                <c:pt idx="73">
                  <c:v>5.503661889502999</c:v>
                </c:pt>
                <c:pt idx="74">
                  <c:v>5.503661889502999</c:v>
                </c:pt>
                <c:pt idx="75">
                  <c:v>5.503661889502999</c:v>
                </c:pt>
                <c:pt idx="76">
                  <c:v>5.503661889502999</c:v>
                </c:pt>
                <c:pt idx="77">
                  <c:v>5.503661889502999</c:v>
                </c:pt>
                <c:pt idx="78">
                  <c:v>5.503661889502999</c:v>
                </c:pt>
                <c:pt idx="79">
                  <c:v>5.503661889502999</c:v>
                </c:pt>
                <c:pt idx="80">
                  <c:v>5.503661889502999</c:v>
                </c:pt>
                <c:pt idx="81">
                  <c:v>5.503661889502999</c:v>
                </c:pt>
                <c:pt idx="82">
                  <c:v>5.503661889502999</c:v>
                </c:pt>
                <c:pt idx="83">
                  <c:v>5.503661889502999</c:v>
                </c:pt>
                <c:pt idx="84">
                  <c:v>5.503661889502999</c:v>
                </c:pt>
                <c:pt idx="85">
                  <c:v>5.503661889502999</c:v>
                </c:pt>
                <c:pt idx="86">
                  <c:v>5.503661889502999</c:v>
                </c:pt>
                <c:pt idx="87">
                  <c:v>5.503661889502999</c:v>
                </c:pt>
                <c:pt idx="88">
                  <c:v>5.503661889502999</c:v>
                </c:pt>
                <c:pt idx="89">
                  <c:v>5.503661889502999</c:v>
                </c:pt>
                <c:pt idx="90">
                  <c:v>5.503661889502999</c:v>
                </c:pt>
                <c:pt idx="91">
                  <c:v>5.503661889502999</c:v>
                </c:pt>
                <c:pt idx="92">
                  <c:v>5.503661889502999</c:v>
                </c:pt>
                <c:pt idx="93">
                  <c:v>5.503661889502999</c:v>
                </c:pt>
                <c:pt idx="94">
                  <c:v>5.503661889502999</c:v>
                </c:pt>
                <c:pt idx="95">
                  <c:v>5.503661889502999</c:v>
                </c:pt>
                <c:pt idx="96">
                  <c:v>5.503661889502999</c:v>
                </c:pt>
                <c:pt idx="97">
                  <c:v>5.503661889502999</c:v>
                </c:pt>
                <c:pt idx="98">
                  <c:v>5.503661889502999</c:v>
                </c:pt>
                <c:pt idx="99">
                  <c:v>5.503661889502999</c:v>
                </c:pt>
                <c:pt idx="100">
                  <c:v>5.503661889502999</c:v>
                </c:pt>
                <c:pt idx="101">
                  <c:v>5.503661889502999</c:v>
                </c:pt>
                <c:pt idx="102">
                  <c:v>5.503661889502999</c:v>
                </c:pt>
                <c:pt idx="103">
                  <c:v>5.503661889502999</c:v>
                </c:pt>
                <c:pt idx="104">
                  <c:v>5.503661889502999</c:v>
                </c:pt>
                <c:pt idx="105">
                  <c:v>5.503661889502999</c:v>
                </c:pt>
                <c:pt idx="106">
                  <c:v>5.503661889502999</c:v>
                </c:pt>
                <c:pt idx="107">
                  <c:v>5.503661889502999</c:v>
                </c:pt>
                <c:pt idx="108">
                  <c:v>5.503661889502999</c:v>
                </c:pt>
                <c:pt idx="109">
                  <c:v>5.503661889502999</c:v>
                </c:pt>
                <c:pt idx="110">
                  <c:v>5.503661889502999</c:v>
                </c:pt>
                <c:pt idx="111">
                  <c:v>5.503661889502999</c:v>
                </c:pt>
                <c:pt idx="112">
                  <c:v>5.503661889502999</c:v>
                </c:pt>
                <c:pt idx="113">
                  <c:v>5.503661889502999</c:v>
                </c:pt>
                <c:pt idx="114">
                  <c:v>5.503661889502999</c:v>
                </c:pt>
                <c:pt idx="115">
                  <c:v>5.503661889502999</c:v>
                </c:pt>
                <c:pt idx="116">
                  <c:v>5.503661889502999</c:v>
                </c:pt>
                <c:pt idx="117">
                  <c:v>5.503661889502999</c:v>
                </c:pt>
                <c:pt idx="118">
                  <c:v>5.503661889502999</c:v>
                </c:pt>
                <c:pt idx="119">
                  <c:v>5.503661889502999</c:v>
                </c:pt>
                <c:pt idx="120">
                  <c:v>5.503661889502999</c:v>
                </c:pt>
                <c:pt idx="121">
                  <c:v>5.503661889502999</c:v>
                </c:pt>
                <c:pt idx="122">
                  <c:v>5.503661889502999</c:v>
                </c:pt>
                <c:pt idx="123">
                  <c:v>5.503661889502999</c:v>
                </c:pt>
                <c:pt idx="124">
                  <c:v>5.503661889502999</c:v>
                </c:pt>
                <c:pt idx="125">
                  <c:v>5.503661889502999</c:v>
                </c:pt>
                <c:pt idx="126">
                  <c:v>5.503661889502999</c:v>
                </c:pt>
                <c:pt idx="127">
                  <c:v>5.503661889502999</c:v>
                </c:pt>
                <c:pt idx="128">
                  <c:v>5.503661889502999</c:v>
                </c:pt>
                <c:pt idx="129">
                  <c:v>5.503661889502999</c:v>
                </c:pt>
                <c:pt idx="130">
                  <c:v>5.503661889502999</c:v>
                </c:pt>
                <c:pt idx="131">
                  <c:v>5.503661889502999</c:v>
                </c:pt>
                <c:pt idx="132">
                  <c:v>5.503661889502999</c:v>
                </c:pt>
                <c:pt idx="133">
                  <c:v>5.503661889502999</c:v>
                </c:pt>
                <c:pt idx="134">
                  <c:v>5.503661889502999</c:v>
                </c:pt>
                <c:pt idx="135">
                  <c:v>5.503661889502999</c:v>
                </c:pt>
                <c:pt idx="136">
                  <c:v>5.503661889502999</c:v>
                </c:pt>
                <c:pt idx="137">
                  <c:v>5.503661889502999</c:v>
                </c:pt>
                <c:pt idx="138">
                  <c:v>5.503661889502999</c:v>
                </c:pt>
                <c:pt idx="139">
                  <c:v>5.503661889502999</c:v>
                </c:pt>
                <c:pt idx="140">
                  <c:v>5.503661889502999</c:v>
                </c:pt>
                <c:pt idx="141">
                  <c:v>5.503661889502999</c:v>
                </c:pt>
                <c:pt idx="142">
                  <c:v>5.503661889502999</c:v>
                </c:pt>
                <c:pt idx="143">
                  <c:v>5.503661889502999</c:v>
                </c:pt>
                <c:pt idx="144">
                  <c:v>5.503661889502999</c:v>
                </c:pt>
                <c:pt idx="145">
                  <c:v>5.503661889502999</c:v>
                </c:pt>
                <c:pt idx="146">
                  <c:v>5.503661889502999</c:v>
                </c:pt>
                <c:pt idx="147">
                  <c:v>5.503661889502999</c:v>
                </c:pt>
                <c:pt idx="148">
                  <c:v>5.503661889502999</c:v>
                </c:pt>
                <c:pt idx="149">
                  <c:v>5.503661889502999</c:v>
                </c:pt>
                <c:pt idx="150">
                  <c:v>5.503661889502999</c:v>
                </c:pt>
                <c:pt idx="151">
                  <c:v>5.503661889502999</c:v>
                </c:pt>
                <c:pt idx="152">
                  <c:v>5.503661889502999</c:v>
                </c:pt>
                <c:pt idx="153">
                  <c:v>5.503661889502999</c:v>
                </c:pt>
                <c:pt idx="154">
                  <c:v>5.503661889502999</c:v>
                </c:pt>
                <c:pt idx="155">
                  <c:v>5.503661889502999</c:v>
                </c:pt>
                <c:pt idx="156">
                  <c:v>5.503661889502999</c:v>
                </c:pt>
                <c:pt idx="157">
                  <c:v>5.503661889502999</c:v>
                </c:pt>
                <c:pt idx="158">
                  <c:v>5.503661889502999</c:v>
                </c:pt>
                <c:pt idx="159">
                  <c:v>5.503661889502999</c:v>
                </c:pt>
                <c:pt idx="160">
                  <c:v>5.503661889502999</c:v>
                </c:pt>
                <c:pt idx="161">
                  <c:v>5.503661889502999</c:v>
                </c:pt>
                <c:pt idx="162">
                  <c:v>5.503661889502999</c:v>
                </c:pt>
                <c:pt idx="163">
                  <c:v>5.503661889502999</c:v>
                </c:pt>
                <c:pt idx="164">
                  <c:v>5.503661889502999</c:v>
                </c:pt>
                <c:pt idx="165">
                  <c:v>5.503661889502999</c:v>
                </c:pt>
                <c:pt idx="166">
                  <c:v>5.503661889502999</c:v>
                </c:pt>
                <c:pt idx="167">
                  <c:v>5.503661889502999</c:v>
                </c:pt>
                <c:pt idx="168">
                  <c:v>5.503661889502999</c:v>
                </c:pt>
                <c:pt idx="169">
                  <c:v>5.503661889502999</c:v>
                </c:pt>
                <c:pt idx="170">
                  <c:v>5.503661889502999</c:v>
                </c:pt>
                <c:pt idx="171">
                  <c:v>5.503661889502999</c:v>
                </c:pt>
                <c:pt idx="172">
                  <c:v>5.503661889502999</c:v>
                </c:pt>
                <c:pt idx="173">
                  <c:v>5.503661889502999</c:v>
                </c:pt>
                <c:pt idx="174">
                  <c:v>5.503661889502999</c:v>
                </c:pt>
                <c:pt idx="175">
                  <c:v>5.503661889502999</c:v>
                </c:pt>
                <c:pt idx="176">
                  <c:v>5.503661889502999</c:v>
                </c:pt>
                <c:pt idx="177">
                  <c:v>5.503661889502999</c:v>
                </c:pt>
                <c:pt idx="178">
                  <c:v>5.503661889502999</c:v>
                </c:pt>
                <c:pt idx="179">
                  <c:v>5.503661889502999</c:v>
                </c:pt>
                <c:pt idx="180">
                  <c:v>5.503661889502999</c:v>
                </c:pt>
                <c:pt idx="181">
                  <c:v>5.503661889502999</c:v>
                </c:pt>
                <c:pt idx="182">
                  <c:v>5.503661889502999</c:v>
                </c:pt>
                <c:pt idx="183">
                  <c:v>5.503661889502999</c:v>
                </c:pt>
                <c:pt idx="184">
                  <c:v>5.503661889502999</c:v>
                </c:pt>
                <c:pt idx="185">
                  <c:v>5.503661889502999</c:v>
                </c:pt>
                <c:pt idx="186">
                  <c:v>5.503661889502999</c:v>
                </c:pt>
                <c:pt idx="187">
                  <c:v>5.503661889502999</c:v>
                </c:pt>
                <c:pt idx="188">
                  <c:v>5.503661889502999</c:v>
                </c:pt>
                <c:pt idx="189">
                  <c:v>5.503661889502999</c:v>
                </c:pt>
                <c:pt idx="190">
                  <c:v>5.503661889502999</c:v>
                </c:pt>
                <c:pt idx="191">
                  <c:v>5.503661889502999</c:v>
                </c:pt>
                <c:pt idx="192">
                  <c:v>5.503661889502999</c:v>
                </c:pt>
                <c:pt idx="193">
                  <c:v>5.503661889502999</c:v>
                </c:pt>
                <c:pt idx="194">
                  <c:v>5.503661889502999</c:v>
                </c:pt>
                <c:pt idx="195">
                  <c:v>5.503661889502999</c:v>
                </c:pt>
                <c:pt idx="196">
                  <c:v>5.503661889502999</c:v>
                </c:pt>
                <c:pt idx="197">
                  <c:v>5.503661889502999</c:v>
                </c:pt>
                <c:pt idx="198">
                  <c:v>5.503661889502999</c:v>
                </c:pt>
                <c:pt idx="199">
                  <c:v>5.503661889502999</c:v>
                </c:pt>
                <c:pt idx="200">
                  <c:v>5.503661889502999</c:v>
                </c:pt>
                <c:pt idx="201">
                  <c:v>5.503661889502999</c:v>
                </c:pt>
                <c:pt idx="202">
                  <c:v>5.503661889502999</c:v>
                </c:pt>
                <c:pt idx="203">
                  <c:v>5.503661889502999</c:v>
                </c:pt>
                <c:pt idx="204">
                  <c:v>5.503661889502999</c:v>
                </c:pt>
                <c:pt idx="205">
                  <c:v>5.503661889502999</c:v>
                </c:pt>
                <c:pt idx="206">
                  <c:v>5.503661889502999</c:v>
                </c:pt>
                <c:pt idx="207">
                  <c:v>5.503661889502999</c:v>
                </c:pt>
                <c:pt idx="208">
                  <c:v>5.503661889502999</c:v>
                </c:pt>
                <c:pt idx="209">
                  <c:v>5.503661889502999</c:v>
                </c:pt>
                <c:pt idx="210">
                  <c:v>5.503661889502999</c:v>
                </c:pt>
                <c:pt idx="211">
                  <c:v>5.503661889502999</c:v>
                </c:pt>
                <c:pt idx="212">
                  <c:v>5.503661889502999</c:v>
                </c:pt>
                <c:pt idx="213">
                  <c:v>5.503661889502999</c:v>
                </c:pt>
                <c:pt idx="214">
                  <c:v>5.503661889502999</c:v>
                </c:pt>
                <c:pt idx="215">
                  <c:v>5.503661889502999</c:v>
                </c:pt>
                <c:pt idx="216">
                  <c:v>5.503661889502999</c:v>
                </c:pt>
                <c:pt idx="217">
                  <c:v>5.503661889502999</c:v>
                </c:pt>
                <c:pt idx="218">
                  <c:v>5.503661889502999</c:v>
                </c:pt>
                <c:pt idx="219">
                  <c:v>5.503661889502999</c:v>
                </c:pt>
                <c:pt idx="220">
                  <c:v>5.503661889502999</c:v>
                </c:pt>
                <c:pt idx="221">
                  <c:v>5.503661889502999</c:v>
                </c:pt>
                <c:pt idx="222">
                  <c:v>5.503661889502999</c:v>
                </c:pt>
                <c:pt idx="223">
                  <c:v>5.503661889502999</c:v>
                </c:pt>
                <c:pt idx="224">
                  <c:v>5.503661889502999</c:v>
                </c:pt>
                <c:pt idx="225">
                  <c:v>5.503661889502999</c:v>
                </c:pt>
                <c:pt idx="226">
                  <c:v>5.503661889502999</c:v>
                </c:pt>
                <c:pt idx="227">
                  <c:v>5.503661889502999</c:v>
                </c:pt>
                <c:pt idx="228">
                  <c:v>5.503661889502999</c:v>
                </c:pt>
                <c:pt idx="229">
                  <c:v>5.503661889502999</c:v>
                </c:pt>
                <c:pt idx="230">
                  <c:v>5.503661889502999</c:v>
                </c:pt>
                <c:pt idx="231">
                  <c:v>5.503661889502999</c:v>
                </c:pt>
                <c:pt idx="232">
                  <c:v>5.503661889502999</c:v>
                </c:pt>
                <c:pt idx="233">
                  <c:v>5.503661889502999</c:v>
                </c:pt>
                <c:pt idx="234">
                  <c:v>5.503661889502999</c:v>
                </c:pt>
                <c:pt idx="235">
                  <c:v>5.503661889502999</c:v>
                </c:pt>
                <c:pt idx="236">
                  <c:v>5.503661889502999</c:v>
                </c:pt>
                <c:pt idx="237">
                  <c:v>5.503661889502999</c:v>
                </c:pt>
                <c:pt idx="238">
                  <c:v>5.503661889502999</c:v>
                </c:pt>
                <c:pt idx="239">
                  <c:v>5.503661889502999</c:v>
                </c:pt>
                <c:pt idx="240">
                  <c:v>5.503661889502999</c:v>
                </c:pt>
                <c:pt idx="241">
                  <c:v>5.503661889502999</c:v>
                </c:pt>
                <c:pt idx="242">
                  <c:v>5.503661889502999</c:v>
                </c:pt>
                <c:pt idx="243">
                  <c:v>5.503661889502999</c:v>
                </c:pt>
                <c:pt idx="244">
                  <c:v>5.503661889502999</c:v>
                </c:pt>
                <c:pt idx="245">
                  <c:v>5.503661889502999</c:v>
                </c:pt>
                <c:pt idx="246">
                  <c:v>5.503661889502999</c:v>
                </c:pt>
                <c:pt idx="247">
                  <c:v>5.503661889502999</c:v>
                </c:pt>
                <c:pt idx="248">
                  <c:v>5.503661889502999</c:v>
                </c:pt>
                <c:pt idx="249">
                  <c:v>5.503661889502999</c:v>
                </c:pt>
                <c:pt idx="250">
                  <c:v>5.503661889502999</c:v>
                </c:pt>
                <c:pt idx="251">
                  <c:v>5.503661889502999</c:v>
                </c:pt>
                <c:pt idx="252">
                  <c:v>5.503661889502999</c:v>
                </c:pt>
                <c:pt idx="253">
                  <c:v>5.503661889502999</c:v>
                </c:pt>
                <c:pt idx="254">
                  <c:v>5.503661889502999</c:v>
                </c:pt>
                <c:pt idx="255">
                  <c:v>5.503661889502999</c:v>
                </c:pt>
                <c:pt idx="256">
                  <c:v>5.503661889502999</c:v>
                </c:pt>
                <c:pt idx="257">
                  <c:v>5.503661889502999</c:v>
                </c:pt>
                <c:pt idx="258">
                  <c:v>5.503661889502999</c:v>
                </c:pt>
                <c:pt idx="259">
                  <c:v>5.503661889502999</c:v>
                </c:pt>
                <c:pt idx="260">
                  <c:v>5.503661889502999</c:v>
                </c:pt>
                <c:pt idx="261">
                  <c:v>5.503661889502999</c:v>
                </c:pt>
                <c:pt idx="262">
                  <c:v>5.503661889502999</c:v>
                </c:pt>
                <c:pt idx="263">
                  <c:v>5.503661889502999</c:v>
                </c:pt>
                <c:pt idx="264">
                  <c:v>5.503661889502999</c:v>
                </c:pt>
                <c:pt idx="265">
                  <c:v>5.503661889502999</c:v>
                </c:pt>
                <c:pt idx="266">
                  <c:v>5.503661889502999</c:v>
                </c:pt>
                <c:pt idx="267">
                  <c:v>5.503661889502999</c:v>
                </c:pt>
                <c:pt idx="268">
                  <c:v>5.503661889502999</c:v>
                </c:pt>
                <c:pt idx="269">
                  <c:v>5.503661889502999</c:v>
                </c:pt>
                <c:pt idx="270">
                  <c:v>5.503661889502999</c:v>
                </c:pt>
                <c:pt idx="271">
                  <c:v>5.503661889502999</c:v>
                </c:pt>
                <c:pt idx="272">
                  <c:v>5.503661889502999</c:v>
                </c:pt>
                <c:pt idx="273">
                  <c:v>5.503661889502999</c:v>
                </c:pt>
                <c:pt idx="274">
                  <c:v>5.503661889502999</c:v>
                </c:pt>
                <c:pt idx="275">
                  <c:v>5.503661889502999</c:v>
                </c:pt>
                <c:pt idx="276">
                  <c:v>5.503661889502999</c:v>
                </c:pt>
                <c:pt idx="277">
                  <c:v>5.503661889502999</c:v>
                </c:pt>
                <c:pt idx="278">
                  <c:v>5.503661889502999</c:v>
                </c:pt>
                <c:pt idx="279">
                  <c:v>5.503661889502999</c:v>
                </c:pt>
                <c:pt idx="280">
                  <c:v>5.503661889502999</c:v>
                </c:pt>
                <c:pt idx="281">
                  <c:v>5.503661889502999</c:v>
                </c:pt>
                <c:pt idx="282">
                  <c:v>5.503661889502999</c:v>
                </c:pt>
                <c:pt idx="283">
                  <c:v>5.503661889502999</c:v>
                </c:pt>
                <c:pt idx="284">
                  <c:v>5.503661889502999</c:v>
                </c:pt>
                <c:pt idx="285">
                  <c:v>5.503661889502999</c:v>
                </c:pt>
                <c:pt idx="286">
                  <c:v>5.503661889502999</c:v>
                </c:pt>
                <c:pt idx="287">
                  <c:v>5.503661889502999</c:v>
                </c:pt>
                <c:pt idx="288">
                  <c:v>5.503661889502999</c:v>
                </c:pt>
                <c:pt idx="289">
                  <c:v>5.503661889502999</c:v>
                </c:pt>
                <c:pt idx="290">
                  <c:v>5.503661889502999</c:v>
                </c:pt>
                <c:pt idx="291">
                  <c:v>5.503661889502999</c:v>
                </c:pt>
                <c:pt idx="292">
                  <c:v>5.503661889502999</c:v>
                </c:pt>
                <c:pt idx="293">
                  <c:v>5.503661889502999</c:v>
                </c:pt>
                <c:pt idx="294">
                  <c:v>5.503661889502999</c:v>
                </c:pt>
                <c:pt idx="295">
                  <c:v>5.503661889502999</c:v>
                </c:pt>
                <c:pt idx="296">
                  <c:v>5.503661889502999</c:v>
                </c:pt>
                <c:pt idx="297">
                  <c:v>5.503661889502999</c:v>
                </c:pt>
              </c:numCache>
            </c:numRef>
          </c:val>
        </c:ser>
        <c:marker val="1"/>
        <c:axId val="50010001"/>
        <c:axId val="50010002"/>
      </c:lineChart>
      <c:dateAx>
        <c:axId val="50010001"/>
        <c:scaling>
          <c:orientation val="minMax"/>
        </c:scaling>
        <c:delete val="0"/>
        <c:axPos val="b"/>
        <c:numFmt formatCode="yy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years"/>
      </c:dateAx>
      <c:valAx>
        <c:axId val="50010002"/>
        <c:scaling>
          <c:orientation val="minMax"/>
          <c:min val="0.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egendEntry>
        <c:idx val="3"/>
        <c:delete val="1"/>
      </c:legendEntry>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High USD Exposure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100.0412416261002</c:v>
                </c:pt>
                <c:pt idx="4">
                  <c:v>98.61788003149327</c:v>
                </c:pt>
                <c:pt idx="5">
                  <c:v>98.76770481830306</c:v>
                </c:pt>
                <c:pt idx="6">
                  <c:v>98.47334734007732</c:v>
                </c:pt>
                <c:pt idx="7">
                  <c:v>98.78507543067272</c:v>
                </c:pt>
                <c:pt idx="8">
                  <c:v>99.72652315591111</c:v>
                </c:pt>
                <c:pt idx="9">
                  <c:v>101.5282494435179</c:v>
                </c:pt>
                <c:pt idx="10">
                  <c:v>101.2211700872225</c:v>
                </c:pt>
                <c:pt idx="11">
                  <c:v>103.537079007061</c:v>
                </c:pt>
                <c:pt idx="12">
                  <c:v>103.7770201377521</c:v>
                </c:pt>
                <c:pt idx="13">
                  <c:v>102.8852241407112</c:v>
                </c:pt>
                <c:pt idx="14">
                  <c:v>102.8381496039812</c:v>
                </c:pt>
                <c:pt idx="15">
                  <c:v>104.0312408961885</c:v>
                </c:pt>
                <c:pt idx="16">
                  <c:v>105.8602174712071</c:v>
                </c:pt>
                <c:pt idx="17">
                  <c:v>106.6543862137073</c:v>
                </c:pt>
                <c:pt idx="18">
                  <c:v>108.6240588505957</c:v>
                </c:pt>
                <c:pt idx="19">
                  <c:v>107.0090368280282</c:v>
                </c:pt>
                <c:pt idx="20">
                  <c:v>107.6608665680885</c:v>
                </c:pt>
                <c:pt idx="21">
                  <c:v>108.4516992398204</c:v>
                </c:pt>
                <c:pt idx="22">
                  <c:v>106.9280072043527</c:v>
                </c:pt>
                <c:pt idx="23">
                  <c:v>106.3195167787766</c:v>
                </c:pt>
                <c:pt idx="24">
                  <c:v>106.4899034529723</c:v>
                </c:pt>
                <c:pt idx="25">
                  <c:v>108.4636172797039</c:v>
                </c:pt>
                <c:pt idx="26">
                  <c:v>107.5426409602195</c:v>
                </c:pt>
                <c:pt idx="27">
                  <c:v>106.7001174108383</c:v>
                </c:pt>
                <c:pt idx="28">
                  <c:v>106.6159049414959</c:v>
                </c:pt>
                <c:pt idx="29">
                  <c:v>108.4849772204964</c:v>
                </c:pt>
                <c:pt idx="30">
                  <c:v>108.2062101540494</c:v>
                </c:pt>
                <c:pt idx="31">
                  <c:v>113.1179226628967</c:v>
                </c:pt>
                <c:pt idx="32">
                  <c:v>111.3100812201415</c:v>
                </c:pt>
                <c:pt idx="33">
                  <c:v>110.7228447052119</c:v>
                </c:pt>
                <c:pt idx="34">
                  <c:v>110.7228447052119</c:v>
                </c:pt>
                <c:pt idx="35">
                  <c:v>110.7228447052119</c:v>
                </c:pt>
                <c:pt idx="36">
                  <c:v>109.8212508712661</c:v>
                </c:pt>
                <c:pt idx="37">
                  <c:v>110.5074799511219</c:v>
                </c:pt>
                <c:pt idx="38">
                  <c:v>111.0344150035123</c:v>
                </c:pt>
                <c:pt idx="39">
                  <c:v>111.0146696932086</c:v>
                </c:pt>
                <c:pt idx="40">
                  <c:v>112.7794739428996</c:v>
                </c:pt>
                <c:pt idx="41">
                  <c:v>113.2225906753382</c:v>
                </c:pt>
                <c:pt idx="42">
                  <c:v>112.7547518288834</c:v>
                </c:pt>
                <c:pt idx="43">
                  <c:v>113.2127949510065</c:v>
                </c:pt>
                <c:pt idx="44">
                  <c:v>113.9744398720719</c:v>
                </c:pt>
                <c:pt idx="45">
                  <c:v>110.0316579407658</c:v>
                </c:pt>
                <c:pt idx="46">
                  <c:v>109.8286069154734</c:v>
                </c:pt>
                <c:pt idx="47">
                  <c:v>107.4897500591669</c:v>
                </c:pt>
                <c:pt idx="48">
                  <c:v>106.551905472109</c:v>
                </c:pt>
                <c:pt idx="49">
                  <c:v>106.2039936842224</c:v>
                </c:pt>
                <c:pt idx="50">
                  <c:v>106.1272097120372</c:v>
                </c:pt>
                <c:pt idx="51">
                  <c:v>104.9003347415837</c:v>
                </c:pt>
                <c:pt idx="52">
                  <c:v>104.2293389458234</c:v>
                </c:pt>
                <c:pt idx="53">
                  <c:v>103.1891523235837</c:v>
                </c:pt>
                <c:pt idx="54">
                  <c:v>103.7499729818073</c:v>
                </c:pt>
                <c:pt idx="55">
                  <c:v>104.3633547855968</c:v>
                </c:pt>
                <c:pt idx="56">
                  <c:v>104.1149941281895</c:v>
                </c:pt>
                <c:pt idx="57">
                  <c:v>103.7378136398465</c:v>
                </c:pt>
                <c:pt idx="58">
                  <c:v>102.3157748346773</c:v>
                </c:pt>
                <c:pt idx="59">
                  <c:v>106.3509509209112</c:v>
                </c:pt>
                <c:pt idx="60">
                  <c:v>107.9451202054697</c:v>
                </c:pt>
                <c:pt idx="61">
                  <c:v>109.0351908907075</c:v>
                </c:pt>
                <c:pt idx="62">
                  <c:v>110.4580373102836</c:v>
                </c:pt>
                <c:pt idx="63">
                  <c:v>111.9386318567275</c:v>
                </c:pt>
                <c:pt idx="64">
                  <c:v>113.2717454656269</c:v>
                </c:pt>
                <c:pt idx="65">
                  <c:v>113.6806120684694</c:v>
                </c:pt>
                <c:pt idx="66">
                  <c:v>113.371022747404</c:v>
                </c:pt>
                <c:pt idx="67">
                  <c:v>113.5233731612831</c:v>
                </c:pt>
                <c:pt idx="68">
                  <c:v>113.5233731612831</c:v>
                </c:pt>
                <c:pt idx="69">
                  <c:v>112.4809342331665</c:v>
                </c:pt>
                <c:pt idx="70">
                  <c:v>110.5719902653961</c:v>
                </c:pt>
                <c:pt idx="71">
                  <c:v>111.523608304195</c:v>
                </c:pt>
                <c:pt idx="72">
                  <c:v>112.2361741977246</c:v>
                </c:pt>
                <c:pt idx="73">
                  <c:v>113.1823826672038</c:v>
                </c:pt>
                <c:pt idx="74">
                  <c:v>113.712393863359</c:v>
                </c:pt>
                <c:pt idx="75">
                  <c:v>115.4904665106585</c:v>
                </c:pt>
                <c:pt idx="76">
                  <c:v>112.5502388612527</c:v>
                </c:pt>
                <c:pt idx="77">
                  <c:v>112.2977492517327</c:v>
                </c:pt>
                <c:pt idx="78">
                  <c:v>111.8671656409361</c:v>
                </c:pt>
                <c:pt idx="79">
                  <c:v>111.3758597240065</c:v>
                </c:pt>
                <c:pt idx="80">
                  <c:v>111.3758597240065</c:v>
                </c:pt>
                <c:pt idx="81">
                  <c:v>110.6217894544962</c:v>
                </c:pt>
                <c:pt idx="82">
                  <c:v>108.8064970595086</c:v>
                </c:pt>
                <c:pt idx="83">
                  <c:v>107.9471035031024</c:v>
                </c:pt>
                <c:pt idx="84">
                  <c:v>107.6922265071843</c:v>
                </c:pt>
                <c:pt idx="85">
                  <c:v>107.9872214479328</c:v>
                </c:pt>
                <c:pt idx="86">
                  <c:v>106.1967211789836</c:v>
                </c:pt>
                <c:pt idx="87">
                  <c:v>106.3710900007342</c:v>
                </c:pt>
                <c:pt idx="88">
                  <c:v>106.3710900007342</c:v>
                </c:pt>
                <c:pt idx="89">
                  <c:v>106.5977167888882</c:v>
                </c:pt>
                <c:pt idx="90">
                  <c:v>107.0957913321105</c:v>
                </c:pt>
                <c:pt idx="91">
                  <c:v>107.8816883637165</c:v>
                </c:pt>
                <c:pt idx="92">
                  <c:v>105.8059779822283</c:v>
                </c:pt>
                <c:pt idx="93">
                  <c:v>106.1201284697191</c:v>
                </c:pt>
                <c:pt idx="94">
                  <c:v>105.3183276282115</c:v>
                </c:pt>
                <c:pt idx="95">
                  <c:v>104.6742658630765</c:v>
                </c:pt>
                <c:pt idx="96">
                  <c:v>104.9513126262692</c:v>
                </c:pt>
                <c:pt idx="97">
                  <c:v>104.9174053717511</c:v>
                </c:pt>
                <c:pt idx="98">
                  <c:v>104.2512912315161</c:v>
                </c:pt>
                <c:pt idx="99">
                  <c:v>103.3029136221963</c:v>
                </c:pt>
                <c:pt idx="100">
                  <c:v>101.9866757609319</c:v>
                </c:pt>
                <c:pt idx="101">
                  <c:v>104.4780847153977</c:v>
                </c:pt>
                <c:pt idx="102">
                  <c:v>104.6124350274891</c:v>
                </c:pt>
                <c:pt idx="103">
                  <c:v>104.327404418789</c:v>
                </c:pt>
                <c:pt idx="104">
                  <c:v>103.3315021541007</c:v>
                </c:pt>
                <c:pt idx="105">
                  <c:v>102.9294186919788</c:v>
                </c:pt>
                <c:pt idx="106">
                  <c:v>103.3218952923423</c:v>
                </c:pt>
                <c:pt idx="107">
                  <c:v>102.6259524201451</c:v>
                </c:pt>
                <c:pt idx="108">
                  <c:v>100.7206495326597</c:v>
                </c:pt>
                <c:pt idx="109">
                  <c:v>100.1770222007433</c:v>
                </c:pt>
                <c:pt idx="110">
                  <c:v>101.6727718551294</c:v>
                </c:pt>
                <c:pt idx="111">
                  <c:v>100.8814767286625</c:v>
                </c:pt>
                <c:pt idx="112">
                  <c:v>100.8814767286625</c:v>
                </c:pt>
                <c:pt idx="113">
                  <c:v>100.6487763820292</c:v>
                </c:pt>
                <c:pt idx="114">
                  <c:v>100.4056054061037</c:v>
                </c:pt>
                <c:pt idx="115">
                  <c:v>100.292211050565</c:v>
                </c:pt>
                <c:pt idx="116">
                  <c:v>100.4590713128438</c:v>
                </c:pt>
                <c:pt idx="117">
                  <c:v>100.8423387721307</c:v>
                </c:pt>
                <c:pt idx="118">
                  <c:v>101.1662331448316</c:v>
                </c:pt>
                <c:pt idx="119">
                  <c:v>100.2442761919715</c:v>
                </c:pt>
                <c:pt idx="120">
                  <c:v>100.731515875316</c:v>
                </c:pt>
                <c:pt idx="121">
                  <c:v>99.2791577128651</c:v>
                </c:pt>
                <c:pt idx="122">
                  <c:v>99.16121051674813</c:v>
                </c:pt>
                <c:pt idx="123">
                  <c:v>98.48958659431334</c:v>
                </c:pt>
                <c:pt idx="124">
                  <c:v>98.56569447017934</c:v>
                </c:pt>
                <c:pt idx="125">
                  <c:v>99.4921120755979</c:v>
                </c:pt>
                <c:pt idx="126">
                  <c:v>98.19668638026265</c:v>
                </c:pt>
                <c:pt idx="127">
                  <c:v>98.60520260759905</c:v>
                </c:pt>
                <c:pt idx="128">
                  <c:v>98.12588307727025</c:v>
                </c:pt>
                <c:pt idx="129">
                  <c:v>98.32884966599796</c:v>
                </c:pt>
                <c:pt idx="130">
                  <c:v>97.39371442686709</c:v>
                </c:pt>
                <c:pt idx="131">
                  <c:v>98.35932386408911</c:v>
                </c:pt>
                <c:pt idx="132">
                  <c:v>98.12482247181215</c:v>
                </c:pt>
                <c:pt idx="133">
                  <c:v>98.39653039985711</c:v>
                </c:pt>
                <c:pt idx="134">
                  <c:v>97.99064355467839</c:v>
                </c:pt>
                <c:pt idx="135">
                  <c:v>98.30562986285601</c:v>
                </c:pt>
                <c:pt idx="136">
                  <c:v>97.03179710192853</c:v>
                </c:pt>
                <c:pt idx="137">
                  <c:v>97.22679887479745</c:v>
                </c:pt>
                <c:pt idx="138">
                  <c:v>98.29269855830962</c:v>
                </c:pt>
                <c:pt idx="139">
                  <c:v>98.41407643170497</c:v>
                </c:pt>
                <c:pt idx="140">
                  <c:v>98.91089785652281</c:v>
                </c:pt>
                <c:pt idx="141">
                  <c:v>99.49801841395278</c:v>
                </c:pt>
                <c:pt idx="142">
                  <c:v>98.8258357996805</c:v>
                </c:pt>
                <c:pt idx="143">
                  <c:v>98.87665807684375</c:v>
                </c:pt>
                <c:pt idx="144">
                  <c:v>97.96053226025523</c:v>
                </c:pt>
                <c:pt idx="145">
                  <c:v>98.50131427166757</c:v>
                </c:pt>
                <c:pt idx="146">
                  <c:v>101.630557160278</c:v>
                </c:pt>
                <c:pt idx="147">
                  <c:v>101.2390009768751</c:v>
                </c:pt>
                <c:pt idx="148">
                  <c:v>99.90417649934642</c:v>
                </c:pt>
                <c:pt idx="149">
                  <c:v>102.1687649930002</c:v>
                </c:pt>
                <c:pt idx="150">
                  <c:v>104.2250527313585</c:v>
                </c:pt>
                <c:pt idx="151">
                  <c:v>104.7398495713914</c:v>
                </c:pt>
                <c:pt idx="152">
                  <c:v>106.7559749912464</c:v>
                </c:pt>
                <c:pt idx="153">
                  <c:v>106.7368490901457</c:v>
                </c:pt>
                <c:pt idx="154">
                  <c:v>106.0265012040188</c:v>
                </c:pt>
                <c:pt idx="155">
                  <c:v>105.9244077705713</c:v>
                </c:pt>
                <c:pt idx="156">
                  <c:v>106.6638935066551</c:v>
                </c:pt>
                <c:pt idx="157">
                  <c:v>104.6411411304404</c:v>
                </c:pt>
                <c:pt idx="158">
                  <c:v>103.922015451165</c:v>
                </c:pt>
                <c:pt idx="159">
                  <c:v>104.1654540676849</c:v>
                </c:pt>
                <c:pt idx="160">
                  <c:v>101.9528277523738</c:v>
                </c:pt>
                <c:pt idx="161">
                  <c:v>103.5780625194426</c:v>
                </c:pt>
                <c:pt idx="162">
                  <c:v>103.2009097351852</c:v>
                </c:pt>
                <c:pt idx="163">
                  <c:v>103.4802548813345</c:v>
                </c:pt>
                <c:pt idx="164">
                  <c:v>103.1824194105265</c:v>
                </c:pt>
                <c:pt idx="165">
                  <c:v>103.486509025103</c:v>
                </c:pt>
                <c:pt idx="166">
                  <c:v>104.9271388124522</c:v>
                </c:pt>
                <c:pt idx="167">
                  <c:v>106.5776193476365</c:v>
                </c:pt>
                <c:pt idx="168">
                  <c:v>108.6940273644257</c:v>
                </c:pt>
                <c:pt idx="169">
                  <c:v>108.5094251840851</c:v>
                </c:pt>
                <c:pt idx="170">
                  <c:v>109.1143405105616</c:v>
                </c:pt>
                <c:pt idx="171">
                  <c:v>109.1272486787318</c:v>
                </c:pt>
                <c:pt idx="172">
                  <c:v>110.2103735025163</c:v>
                </c:pt>
                <c:pt idx="173">
                  <c:v>109.2625324660015</c:v>
                </c:pt>
                <c:pt idx="174">
                  <c:v>109.4710800853248</c:v>
                </c:pt>
                <c:pt idx="175">
                  <c:v>110.3152839814253</c:v>
                </c:pt>
                <c:pt idx="176">
                  <c:v>112.6383578430757</c:v>
                </c:pt>
                <c:pt idx="177">
                  <c:v>110.7349617119109</c:v>
                </c:pt>
                <c:pt idx="178">
                  <c:v>109.9124604864751</c:v>
                </c:pt>
                <c:pt idx="179">
                  <c:v>109.9124604864751</c:v>
                </c:pt>
                <c:pt idx="180">
                  <c:v>110.4005373665027</c:v>
                </c:pt>
                <c:pt idx="181">
                  <c:v>109.5747281411773</c:v>
                </c:pt>
                <c:pt idx="182">
                  <c:v>110.419922819148</c:v>
                </c:pt>
                <c:pt idx="183">
                  <c:v>110.4619665394842</c:v>
                </c:pt>
                <c:pt idx="184">
                  <c:v>108.9974568146062</c:v>
                </c:pt>
                <c:pt idx="185">
                  <c:v>109.7424935253004</c:v>
                </c:pt>
              </c:numCache>
            </c:numRef>
          </c:val>
        </c:ser>
        <c:ser>
          <c:idx val="1"/>
          <c:order val="1"/>
          <c:tx>
            <c:v>Ibovespa</c:v>
          </c:tx>
          <c:spPr>
            <a:ln w="19050">
              <a:solidFill>
                <a:srgbClr val="8EB3DF"/>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99.63588601844639</c:v>
                </c:pt>
                <c:pt idx="4">
                  <c:v>100.4619942843266</c:v>
                </c:pt>
                <c:pt idx="5">
                  <c:v>101.5754874604788</c:v>
                </c:pt>
                <c:pt idx="6">
                  <c:v>100.5274588353156</c:v>
                </c:pt>
                <c:pt idx="7">
                  <c:v>101.1240377601615</c:v>
                </c:pt>
                <c:pt idx="8">
                  <c:v>101.3932877237148</c:v>
                </c:pt>
                <c:pt idx="9">
                  <c:v>101.2567729091949</c:v>
                </c:pt>
                <c:pt idx="10">
                  <c:v>100.5260996452638</c:v>
                </c:pt>
                <c:pt idx="11">
                  <c:v>102.4953301891564</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112.560734538577</c:v>
                </c:pt>
                <c:pt idx="24">
                  <c:v>113.4479318806219</c:v>
                </c:pt>
                <c:pt idx="25">
                  <c:v>115.2359991477444</c:v>
                </c:pt>
                <c:pt idx="26">
                  <c:v>112.7744376940764</c:v>
                </c:pt>
                <c:pt idx="27">
                  <c:v>113.0344960573248</c:v>
                </c:pt>
                <c:pt idx="28">
                  <c:v>113.5449867392081</c:v>
                </c:pt>
                <c:pt idx="29">
                  <c:v>115.5877252601499</c:v>
                </c:pt>
                <c:pt idx="30">
                  <c:v>115.3941989396207</c:v>
                </c:pt>
                <c:pt idx="31">
                  <c:v>117.7338615265864</c:v>
                </c:pt>
                <c:pt idx="32">
                  <c:v>116.5343607899861</c:v>
                </c:pt>
                <c:pt idx="33">
                  <c:v>115.7262198994485</c:v>
                </c:pt>
                <c:pt idx="34">
                  <c:v>115.7262198994485</c:v>
                </c:pt>
                <c:pt idx="35">
                  <c:v>115.7262198994485</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c:v>
                </c:pt>
                <c:pt idx="58">
                  <c:v>109.3678791862511</c:v>
                </c:pt>
                <c:pt idx="59">
                  <c:v>112.9132736824747</c:v>
                </c:pt>
                <c:pt idx="60">
                  <c:v>113.271510253165</c:v>
                </c:pt>
                <c:pt idx="61">
                  <c:v>115.0807473708206</c:v>
                </c:pt>
                <c:pt idx="62">
                  <c:v>113.4102407336598</c:v>
                </c:pt>
                <c:pt idx="63">
                  <c:v>112.680430151999</c:v>
                </c:pt>
                <c:pt idx="64">
                  <c:v>113.2746506648829</c:v>
                </c:pt>
                <c:pt idx="65">
                  <c:v>116.3453278648794</c:v>
                </c:pt>
                <c:pt idx="66">
                  <c:v>116.650102960198</c:v>
                </c:pt>
                <c:pt idx="67">
                  <c:v>116.711614067977</c:v>
                </c:pt>
                <c:pt idx="68">
                  <c:v>116.711614067977</c:v>
                </c:pt>
                <c:pt idx="69">
                  <c:v>116.7798528561951</c:v>
                </c:pt>
                <c:pt idx="70">
                  <c:v>116.8400171866168</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121.7263674863866</c:v>
                </c:pt>
                <c:pt idx="80">
                  <c:v>121.7263674863866</c:v>
                </c:pt>
                <c:pt idx="81">
                  <c:v>119.7135870037102</c:v>
                </c:pt>
                <c:pt idx="82">
                  <c:v>118.7760996297479</c:v>
                </c:pt>
                <c:pt idx="83">
                  <c:v>118.3829833874082</c:v>
                </c:pt>
                <c:pt idx="84">
                  <c:v>117.6591805499035</c:v>
                </c:pt>
                <c:pt idx="85">
                  <c:v>117.0633091486462</c:v>
                </c:pt>
                <c:pt idx="86">
                  <c:v>114.6625264537795</c:v>
                </c:pt>
                <c:pt idx="87">
                  <c:v>116.2558323372663</c:v>
                </c:pt>
                <c:pt idx="88">
                  <c:v>116.2558323372663</c:v>
                </c:pt>
                <c:pt idx="89">
                  <c:v>115.1898797811915</c:v>
                </c:pt>
                <c:pt idx="90">
                  <c:v>115.9059060655687</c:v>
                </c:pt>
                <c:pt idx="91">
                  <c:v>116.4874656300246</c:v>
                </c:pt>
                <c:pt idx="92">
                  <c:v>113.7116147506752</c:v>
                </c:pt>
                <c:pt idx="93">
                  <c:v>114.2639982766215</c:v>
                </c:pt>
                <c:pt idx="94">
                  <c:v>112.8989618456733</c:v>
                </c:pt>
                <c:pt idx="95">
                  <c:v>111.9267127206597</c:v>
                </c:pt>
                <c:pt idx="96">
                  <c:v>109.9133488413401</c:v>
                </c:pt>
                <c:pt idx="97">
                  <c:v>110.7000468020648</c:v>
                </c:pt>
                <c:pt idx="98">
                  <c:v>110.0285014085615</c:v>
                </c:pt>
                <c:pt idx="99">
                  <c:v>109.8373397063417</c:v>
                </c:pt>
                <c:pt idx="100">
                  <c:v>108.1635126733921</c:v>
                </c:pt>
                <c:pt idx="101">
                  <c:v>110.0731250454227</c:v>
                </c:pt>
                <c:pt idx="102">
                  <c:v>110.2556723376337</c:v>
                </c:pt>
                <c:pt idx="103">
                  <c:v>109.3618031722751</c:v>
                </c:pt>
                <c:pt idx="104">
                  <c:v>110.3586108134306</c:v>
                </c:pt>
                <c:pt idx="105">
                  <c:v>109.5972844003399</c:v>
                </c:pt>
                <c:pt idx="106">
                  <c:v>109.0730590719512</c:v>
                </c:pt>
                <c:pt idx="107">
                  <c:v>108.6504316483494</c:v>
                </c:pt>
                <c:pt idx="108">
                  <c:v>107.8585513876555</c:v>
                </c:pt>
                <c:pt idx="109">
                  <c:v>106.8717235529079</c:v>
                </c:pt>
                <c:pt idx="110">
                  <c:v>108.1131047208767</c:v>
                </c:pt>
                <c:pt idx="111">
                  <c:v>105.7131040257658</c:v>
                </c:pt>
                <c:pt idx="112">
                  <c:v>105.7131040257658</c:v>
                </c:pt>
                <c:pt idx="113">
                  <c:v>104.899135375143</c:v>
                </c:pt>
                <c:pt idx="114">
                  <c:v>104.6816649668516</c:v>
                </c:pt>
                <c:pt idx="115">
                  <c:v>105.3919379673108</c:v>
                </c:pt>
                <c:pt idx="116">
                  <c:v>104.6509683732612</c:v>
                </c:pt>
                <c:pt idx="117">
                  <c:v>106.4371427044667</c:v>
                </c:pt>
                <c:pt idx="118">
                  <c:v>106.2108716957485</c:v>
                </c:pt>
                <c:pt idx="119">
                  <c:v>105.7655476601853</c:v>
                </c:pt>
                <c:pt idx="120">
                  <c:v>105.2897318404917</c:v>
                </c:pt>
                <c:pt idx="121">
                  <c:v>104.5483588338695</c:v>
                </c:pt>
                <c:pt idx="122">
                  <c:v>104.4388912807462</c:v>
                </c:pt>
                <c:pt idx="123">
                  <c:v>104.4736840635339</c:v>
                </c:pt>
                <c:pt idx="124">
                  <c:v>105.7377742561584</c:v>
                </c:pt>
                <c:pt idx="125">
                  <c:v>106.2892020046254</c:v>
                </c:pt>
                <c:pt idx="126">
                  <c:v>105.8223543567348</c:v>
                </c:pt>
                <c:pt idx="127">
                  <c:v>106.7430907994191</c:v>
                </c:pt>
                <c:pt idx="128">
                  <c:v>107.5529818798865</c:v>
                </c:pt>
                <c:pt idx="129">
                  <c:v>107.4972550877618</c:v>
                </c:pt>
                <c:pt idx="130">
                  <c:v>106.7641427293542</c:v>
                </c:pt>
                <c:pt idx="131">
                  <c:v>106.5559135721457</c:v>
                </c:pt>
                <c:pt idx="132">
                  <c:v>107.237997343311</c:v>
                </c:pt>
                <c:pt idx="133">
                  <c:v>108.0340544757166</c:v>
                </c:pt>
                <c:pt idx="134">
                  <c:v>107.0269567107899</c:v>
                </c:pt>
                <c:pt idx="135">
                  <c:v>106.7620077458938</c:v>
                </c:pt>
                <c:pt idx="136">
                  <c:v>105.9134573282904</c:v>
                </c:pt>
                <c:pt idx="137">
                  <c:v>107.2097584632389</c:v>
                </c:pt>
                <c:pt idx="138">
                  <c:v>110.390045962346</c:v>
                </c:pt>
                <c:pt idx="139">
                  <c:v>109.0697759142462</c:v>
                </c:pt>
                <c:pt idx="140">
                  <c:v>109.6296008505675</c:v>
                </c:pt>
                <c:pt idx="141">
                  <c:v>109.238476845701</c:v>
                </c:pt>
                <c:pt idx="142">
                  <c:v>107.8819989676362</c:v>
                </c:pt>
                <c:pt idx="143">
                  <c:v>107.8129905923567</c:v>
                </c:pt>
                <c:pt idx="144">
                  <c:v>107.6002804524204</c:v>
                </c:pt>
                <c:pt idx="145">
                  <c:v>107.5719174454029</c:v>
                </c:pt>
                <c:pt idx="146">
                  <c:v>110.1921876114233</c:v>
                </c:pt>
                <c:pt idx="147">
                  <c:v>109.6808156282279</c:v>
                </c:pt>
                <c:pt idx="148">
                  <c:v>108.016478100252</c:v>
                </c:pt>
                <c:pt idx="149">
                  <c:v>108.8186546910645</c:v>
                </c:pt>
                <c:pt idx="150">
                  <c:v>109.5822153891718</c:v>
                </c:pt>
                <c:pt idx="151">
                  <c:v>107.9192804956786</c:v>
                </c:pt>
                <c:pt idx="152">
                  <c:v>109.950940686746</c:v>
                </c:pt>
                <c:pt idx="153">
                  <c:v>110.4723607461693</c:v>
                </c:pt>
                <c:pt idx="154">
                  <c:v>110.4731303332306</c:v>
                </c:pt>
                <c:pt idx="155">
                  <c:v>110.4077961155341</c:v>
                </c:pt>
                <c:pt idx="156">
                  <c:v>110.3030329736403</c:v>
                </c:pt>
                <c:pt idx="157">
                  <c:v>108.9501671896859</c:v>
                </c:pt>
                <c:pt idx="158">
                  <c:v>107.0678193012063</c:v>
                </c:pt>
                <c:pt idx="159">
                  <c:v>106.8608438261461</c:v>
                </c:pt>
                <c:pt idx="160">
                  <c:v>104.1888313429474</c:v>
                </c:pt>
                <c:pt idx="161">
                  <c:v>103.9507744807661</c:v>
                </c:pt>
                <c:pt idx="162">
                  <c:v>103.7086524611239</c:v>
                </c:pt>
                <c:pt idx="163">
                  <c:v>103.6051616204202</c:v>
                </c:pt>
                <c:pt idx="164">
                  <c:v>103.5116754115134</c:v>
                </c:pt>
                <c:pt idx="165">
                  <c:v>103.2331904032245</c:v>
                </c:pt>
                <c:pt idx="166">
                  <c:v>104.1612937801167</c:v>
                </c:pt>
                <c:pt idx="167">
                  <c:v>104.2214208724548</c:v>
                </c:pt>
                <c:pt idx="168">
                  <c:v>106.1482310327666</c:v>
                </c:pt>
                <c:pt idx="169">
                  <c:v>106.6912802124209</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114.9087508689662</c:v>
                </c:pt>
                <c:pt idx="179">
                  <c:v>114.9087508689662</c:v>
                </c:pt>
                <c:pt idx="180">
                  <c:v>116.2863675658278</c:v>
                </c:pt>
                <c:pt idx="181">
                  <c:v>115.2078285374923</c:v>
                </c:pt>
                <c:pt idx="182">
                  <c:v>116.8460249307729</c:v>
                </c:pt>
                <c:pt idx="183">
                  <c:v>116.1870970412667</c:v>
                </c:pt>
                <c:pt idx="184">
                  <c:v>115.128287990898</c:v>
                </c:pt>
                <c:pt idx="185">
                  <c:v>115.7500150348763</c:v>
                </c:pt>
              </c:numCache>
            </c:numRef>
          </c:val>
        </c:ser>
        <c:marker val="1"/>
        <c:axId val="50010001"/>
        <c:axId val="50010002"/>
      </c:lineChart>
      <c:dateAx>
        <c:axId val="50010001"/>
        <c:scaling>
          <c:orientation val="minMax"/>
          <c:max val="46280.0"/>
          <c:min val="46023.0"/>
        </c:scaling>
        <c:delete val="0"/>
        <c:axPos val="b"/>
        <c:numFmt formatCode="[$-409]mmm\-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months"/>
      </c:dateAx>
      <c:valAx>
        <c:axId val="50010002"/>
        <c:scaling>
          <c:orientation val="minMax"/>
          <c:min val="8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Forward P/E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dLbl>
              <c:idx val="185"/>
              <c:delete val="1"/>
            </c:dLbl>
            <c:dLbl>
              <c:idx val="186"/>
              <c:delete val="1"/>
            </c:dLbl>
            <c:dLbl>
              <c:idx val="187"/>
              <c:delete val="1"/>
            </c:dLbl>
            <c:dLbl>
              <c:idx val="188"/>
              <c:delete val="1"/>
            </c:dLbl>
            <c:dLbl>
              <c:idx val="189"/>
              <c:delete val="1"/>
            </c:dLbl>
            <c:dLbl>
              <c:idx val="190"/>
              <c:delete val="1"/>
            </c:dLbl>
            <c:dLbl>
              <c:idx val="191"/>
              <c:delete val="1"/>
            </c:dLbl>
            <c:dLbl>
              <c:idx val="192"/>
              <c:delete val="1"/>
            </c:dLbl>
            <c:dLbl>
              <c:idx val="193"/>
              <c:delete val="1"/>
            </c:dLbl>
            <c:dLbl>
              <c:idx val="194"/>
              <c:delete val="1"/>
            </c:dLbl>
            <c:dLbl>
              <c:idx val="195"/>
              <c:delete val="1"/>
            </c:dLbl>
            <c:dLbl>
              <c:idx val="196"/>
              <c:delete val="1"/>
            </c:dLbl>
            <c:dLbl>
              <c:idx val="197"/>
              <c:delete val="1"/>
            </c:dLbl>
            <c:dLbl>
              <c:idx val="198"/>
              <c:delete val="1"/>
            </c:dLbl>
            <c:dLbl>
              <c:idx val="199"/>
              <c:delete val="1"/>
            </c:dLbl>
            <c:dLbl>
              <c:idx val="200"/>
              <c:delete val="1"/>
            </c:dLbl>
            <c:dLbl>
              <c:idx val="201"/>
              <c:delete val="1"/>
            </c:dLbl>
            <c:dLbl>
              <c:idx val="202"/>
              <c:delete val="1"/>
            </c:dLbl>
            <c:dLbl>
              <c:idx val="203"/>
              <c:delete val="1"/>
            </c:dLbl>
            <c:dLbl>
              <c:idx val="204"/>
              <c:delete val="1"/>
            </c:dLbl>
            <c:dLbl>
              <c:idx val="205"/>
              <c:delete val="1"/>
            </c:dLbl>
            <c:dLbl>
              <c:idx val="206"/>
              <c:delete val="1"/>
            </c:dLbl>
            <c:dLbl>
              <c:idx val="207"/>
              <c:delete val="1"/>
            </c:dLbl>
            <c:dLbl>
              <c:idx val="208"/>
              <c:delete val="1"/>
            </c:dLbl>
            <c:dLbl>
              <c:idx val="209"/>
              <c:delete val="1"/>
            </c:dLbl>
            <c:dLbl>
              <c:idx val="210"/>
              <c:delete val="1"/>
            </c:dLbl>
            <c:dLbl>
              <c:idx val="211"/>
              <c:delete val="1"/>
            </c:dLbl>
            <c:dLbl>
              <c:idx val="212"/>
              <c:delete val="1"/>
            </c:dLbl>
            <c:dLbl>
              <c:idx val="213"/>
              <c:delete val="1"/>
            </c:dLbl>
            <c:dLbl>
              <c:idx val="214"/>
              <c:delete val="1"/>
            </c:dLbl>
            <c:dLbl>
              <c:idx val="215"/>
              <c:delete val="1"/>
            </c:dLbl>
            <c:dLbl>
              <c:idx val="216"/>
              <c:delete val="1"/>
            </c:dLbl>
            <c:dLbl>
              <c:idx val="217"/>
              <c:delete val="1"/>
            </c:dLbl>
            <c:dLbl>
              <c:idx val="218"/>
              <c:delete val="1"/>
            </c:dLbl>
            <c:dLbl>
              <c:idx val="219"/>
              <c:delete val="1"/>
            </c:dLbl>
            <c:dLbl>
              <c:idx val="220"/>
              <c:delete val="1"/>
            </c:dLbl>
            <c:dLbl>
              <c:idx val="221"/>
              <c:delete val="1"/>
            </c:dLbl>
            <c:dLbl>
              <c:idx val="222"/>
              <c:delete val="1"/>
            </c:dLbl>
            <c:dLbl>
              <c:idx val="223"/>
              <c:delete val="1"/>
            </c:dLbl>
            <c:dLbl>
              <c:idx val="224"/>
              <c:delete val="1"/>
            </c:dLbl>
            <c:dLbl>
              <c:idx val="225"/>
              <c:delete val="1"/>
            </c:dLbl>
            <c:dLbl>
              <c:idx val="226"/>
              <c:delete val="1"/>
            </c:dLbl>
            <c:dLbl>
              <c:idx val="227"/>
              <c:delete val="1"/>
            </c:dLbl>
            <c:dLbl>
              <c:idx val="228"/>
              <c:delete val="1"/>
            </c:dLbl>
            <c:dLbl>
              <c:idx val="229"/>
              <c:delete val="1"/>
            </c:dLbl>
            <c:dLbl>
              <c:idx val="230"/>
              <c:delete val="1"/>
            </c:dLbl>
            <c:dLbl>
              <c:idx val="231"/>
              <c:delete val="1"/>
            </c:dLbl>
            <c:dLbl>
              <c:idx val="232"/>
              <c:delete val="1"/>
            </c:dLbl>
            <c:dLbl>
              <c:idx val="233"/>
              <c:delete val="1"/>
            </c:dLbl>
            <c:dLbl>
              <c:idx val="234"/>
              <c:delete val="1"/>
            </c:dLbl>
            <c:dLbl>
              <c:idx val="235"/>
              <c:delete val="1"/>
            </c:dLbl>
            <c:dLbl>
              <c:idx val="236"/>
              <c:delete val="1"/>
            </c:dLbl>
            <c:dLbl>
              <c:idx val="237"/>
              <c:delete val="1"/>
            </c:dLbl>
            <c:dLbl>
              <c:idx val="238"/>
              <c:delete val="1"/>
            </c:dLbl>
            <c:dLbl>
              <c:idx val="239"/>
              <c:delete val="1"/>
            </c:dLbl>
            <c:dLbl>
              <c:idx val="240"/>
              <c:delete val="1"/>
            </c:dLbl>
            <c:dLbl>
              <c:idx val="241"/>
              <c:delete val="1"/>
            </c:dLbl>
            <c:dLbl>
              <c:idx val="242"/>
              <c:delete val="1"/>
            </c:dLbl>
            <c:dLbl>
              <c:idx val="243"/>
              <c:delete val="1"/>
            </c:dLbl>
            <c:dLbl>
              <c:idx val="244"/>
              <c:delete val="1"/>
            </c:dLbl>
            <c:dLbl>
              <c:idx val="245"/>
              <c:delete val="1"/>
            </c:dLbl>
            <c:dLbl>
              <c:idx val="246"/>
              <c:delete val="1"/>
            </c:dLbl>
            <c:dLbl>
              <c:idx val="247"/>
              <c:delete val="1"/>
            </c:dLbl>
            <c:dLbl>
              <c:idx val="248"/>
              <c:delete val="1"/>
            </c:dLbl>
            <c:dLbl>
              <c:idx val="249"/>
              <c:delete val="1"/>
            </c:dLbl>
            <c:dLbl>
              <c:idx val="250"/>
              <c:delete val="1"/>
            </c:dLbl>
            <c:dLbl>
              <c:idx val="251"/>
              <c:delete val="1"/>
            </c:dLbl>
            <c:dLbl>
              <c:idx val="252"/>
              <c:delete val="1"/>
            </c:dLbl>
            <c:dLbl>
              <c:idx val="253"/>
              <c:delete val="1"/>
            </c:dLbl>
            <c:dLbl>
              <c:idx val="254"/>
              <c:delete val="1"/>
            </c:dLbl>
            <c:dLbl>
              <c:idx val="255"/>
              <c:delete val="1"/>
            </c:dLbl>
            <c:dLbl>
              <c:idx val="256"/>
              <c:delete val="1"/>
            </c:dLbl>
            <c:dLbl>
              <c:idx val="257"/>
              <c:delete val="1"/>
            </c:dLbl>
            <c:dLbl>
              <c:idx val="258"/>
              <c:delete val="1"/>
            </c:dLbl>
            <c:dLbl>
              <c:idx val="259"/>
              <c:delete val="1"/>
            </c:dLbl>
            <c:dLbl>
              <c:idx val="260"/>
              <c:delete val="1"/>
            </c:dLbl>
            <c:dLbl>
              <c:idx val="261"/>
              <c:delete val="1"/>
            </c:dLbl>
            <c:dLbl>
              <c:idx val="262"/>
              <c:delete val="1"/>
            </c:dLbl>
            <c:dLbl>
              <c:idx val="263"/>
              <c:delete val="1"/>
            </c:dLbl>
            <c:dLbl>
              <c:idx val="264"/>
              <c:delete val="1"/>
            </c:dLbl>
            <c:dLbl>
              <c:idx val="265"/>
              <c:delete val="1"/>
            </c:dLbl>
            <c:dLbl>
              <c:idx val="266"/>
              <c:delete val="1"/>
            </c:dLbl>
            <c:dLbl>
              <c:idx val="267"/>
              <c:delete val="1"/>
            </c:dLbl>
            <c:dLbl>
              <c:idx val="268"/>
              <c:delete val="1"/>
            </c:dLbl>
            <c:dLbl>
              <c:idx val="269"/>
              <c:delete val="1"/>
            </c:dLbl>
            <c:dLbl>
              <c:idx val="270"/>
              <c:delete val="1"/>
            </c:dLbl>
            <c:dLbl>
              <c:idx val="271"/>
              <c:delete val="1"/>
            </c:dLbl>
            <c:dLbl>
              <c:idx val="272"/>
              <c:delete val="1"/>
            </c:dLbl>
            <c:dLbl>
              <c:idx val="273"/>
              <c:delete val="1"/>
            </c:dLbl>
            <c:dLbl>
              <c:idx val="274"/>
              <c:delete val="1"/>
            </c:dLbl>
            <c:dLbl>
              <c:idx val="275"/>
              <c:delete val="1"/>
            </c:dLbl>
            <c:dLbl>
              <c:idx val="276"/>
              <c:delete val="1"/>
            </c:dLbl>
            <c:dLbl>
              <c:idx val="277"/>
              <c:delete val="1"/>
            </c:dLbl>
            <c:dLbl>
              <c:idx val="278"/>
              <c:delete val="1"/>
            </c:dLbl>
            <c:dLbl>
              <c:idx val="279"/>
              <c:delete val="1"/>
            </c:dLbl>
            <c:dLbl>
              <c:idx val="280"/>
              <c:delete val="1"/>
            </c:dLbl>
            <c:dLbl>
              <c:idx val="281"/>
              <c:delete val="1"/>
            </c:dLbl>
            <c:dLbl>
              <c:idx val="282"/>
              <c:delete val="1"/>
            </c:dLbl>
            <c:dLbl>
              <c:idx val="283"/>
              <c:delete val="1"/>
            </c:dLbl>
            <c:dLbl>
              <c:idx val="284"/>
              <c:delete val="1"/>
            </c:dLbl>
            <c:dLbl>
              <c:idx val="285"/>
              <c:delete val="1"/>
            </c:dLbl>
            <c:dLbl>
              <c:idx val="286"/>
              <c:delete val="1"/>
            </c:dLbl>
            <c:dLbl>
              <c:idx val="287"/>
              <c:delete val="1"/>
            </c:dLbl>
            <c:dLbl>
              <c:idx val="288"/>
              <c:delete val="1"/>
            </c:dLbl>
            <c:dLbl>
              <c:idx val="289"/>
              <c:delete val="1"/>
            </c:dLbl>
            <c:dLbl>
              <c:idx val="290"/>
              <c:delete val="1"/>
            </c:dLbl>
            <c:dLbl>
              <c:idx val="291"/>
              <c:delete val="1"/>
            </c:dLbl>
            <c:dLbl>
              <c:idx val="292"/>
              <c:delete val="1"/>
            </c:dLbl>
            <c:dLbl>
              <c:idx val="293"/>
              <c:delete val="1"/>
            </c:dLbl>
            <c:dLbl>
              <c:idx val="294"/>
              <c:delete val="1"/>
            </c:dLbl>
            <c:dLbl>
              <c:idx val="295"/>
              <c:delete val="1"/>
            </c:dLbl>
            <c:dLbl>
              <c:idx val="296"/>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Sheet1!$B$2:$B$299</c:f>
              <c:numCache>
                <c:formatCode>General</c:formatCode>
                <c:ptCount val="298"/>
                <c:pt idx="0">
                  <c:v>10.36886138090111</c:v>
                </c:pt>
                <c:pt idx="1">
                  <c:v>10.2739228977606</c:v>
                </c:pt>
                <c:pt idx="2">
                  <c:v>10.95967296389589</c:v>
                </c:pt>
                <c:pt idx="3">
                  <c:v>10.69622526733839</c:v>
                </c:pt>
                <c:pt idx="4">
                  <c:v>11.06413658361541</c:v>
                </c:pt>
                <c:pt idx="5">
                  <c:v>10.81035077005876</c:v>
                </c:pt>
                <c:pt idx="6">
                  <c:v>11.11970888729581</c:v>
                </c:pt>
                <c:pt idx="7">
                  <c:v>10.33863432785827</c:v>
                </c:pt>
                <c:pt idx="8">
                  <c:v>10.95654069218998</c:v>
                </c:pt>
                <c:pt idx="9">
                  <c:v>9.847346736788412</c:v>
                </c:pt>
                <c:pt idx="10">
                  <c:v>9.884409085600161</c:v>
                </c:pt>
                <c:pt idx="11">
                  <c:v>9.581696941583909</c:v>
                </c:pt>
                <c:pt idx="12">
                  <c:v>9.350738677108037</c:v>
                </c:pt>
                <c:pt idx="13">
                  <c:v>9.593206827572992</c:v>
                </c:pt>
                <c:pt idx="14">
                  <c:v>9.541560267924735</c:v>
                </c:pt>
                <c:pt idx="15">
                  <c:v>8.587562397901355</c:v>
                </c:pt>
                <c:pt idx="16">
                  <c:v>8.077052475055893</c:v>
                </c:pt>
                <c:pt idx="17">
                  <c:v>8.011103746679201</c:v>
                </c:pt>
                <c:pt idx="18">
                  <c:v>7.77332271508501</c:v>
                </c:pt>
                <c:pt idx="19">
                  <c:v>7.695632970403974</c:v>
                </c:pt>
                <c:pt idx="20">
                  <c:v>7.392499712120406</c:v>
                </c:pt>
                <c:pt idx="21">
                  <c:v>7.131028578747975</c:v>
                </c:pt>
                <c:pt idx="22">
                  <c:v>7.175086580935092</c:v>
                </c:pt>
                <c:pt idx="23">
                  <c:v>6.809878797482943</c:v>
                </c:pt>
                <c:pt idx="24">
                  <c:v>6.991997666444263</c:v>
                </c:pt>
                <c:pt idx="25">
                  <c:v>7.094558855925225</c:v>
                </c:pt>
                <c:pt idx="26">
                  <c:v>7.197811555758921</c:v>
                </c:pt>
                <c:pt idx="27">
                  <c:v>6.869927953048547</c:v>
                </c:pt>
                <c:pt idx="28">
                  <c:v>7.138736507657807</c:v>
                </c:pt>
                <c:pt idx="29">
                  <c:v>6.855913572724671</c:v>
                </c:pt>
                <c:pt idx="30">
                  <c:v>6.660578872740584</c:v>
                </c:pt>
                <c:pt idx="31">
                  <c:v>6.832886038905148</c:v>
                </c:pt>
                <c:pt idx="32">
                  <c:v>6.950221807116218</c:v>
                </c:pt>
                <c:pt idx="33">
                  <c:v>7.382365253218065</c:v>
                </c:pt>
                <c:pt idx="34">
                  <c:v>7.475021169193617</c:v>
                </c:pt>
                <c:pt idx="35">
                  <c:v>7.774709052841182</c:v>
                </c:pt>
                <c:pt idx="36">
                  <c:v>6.812112125538802</c:v>
                </c:pt>
                <c:pt idx="37">
                  <c:v>7.364019336741311</c:v>
                </c:pt>
                <c:pt idx="38">
                  <c:v>7.801738758567508</c:v>
                </c:pt>
                <c:pt idx="39">
                  <c:v>7.453950209674575</c:v>
                </c:pt>
                <c:pt idx="40">
                  <c:v>7.586339038175771</c:v>
                </c:pt>
                <c:pt idx="41">
                  <c:v>7.458402716430649</c:v>
                </c:pt>
                <c:pt idx="42">
                  <c:v>7.422274004543628</c:v>
                </c:pt>
                <c:pt idx="43">
                  <c:v>8.032428930833118</c:v>
                </c:pt>
                <c:pt idx="44">
                  <c:v>8.399299333714131</c:v>
                </c:pt>
                <c:pt idx="45">
                  <c:v>7.938308630182997</c:v>
                </c:pt>
                <c:pt idx="46">
                  <c:v>7.173288320290908</c:v>
                </c:pt>
                <c:pt idx="47">
                  <c:v>7.359088418999333</c:v>
                </c:pt>
                <c:pt idx="48">
                  <c:v>7.396980718864789</c:v>
                </c:pt>
                <c:pt idx="49">
                  <c:v>7.385761804009656</c:v>
                </c:pt>
                <c:pt idx="50">
                  <c:v>7.209727631467478</c:v>
                </c:pt>
                <c:pt idx="51">
                  <c:v>7.294141054730222</c:v>
                </c:pt>
                <c:pt idx="52">
                  <c:v>7.214314876033058</c:v>
                </c:pt>
                <c:pt idx="53">
                  <c:v>8.370837120836054</c:v>
                </c:pt>
                <c:pt idx="54">
                  <c:v>8.379494004332901</c:v>
                </c:pt>
                <c:pt idx="55">
                  <c:v>8.481323355940866</c:v>
                </c:pt>
                <c:pt idx="56">
                  <c:v>8.313672054337417</c:v>
                </c:pt>
                <c:pt idx="57">
                  <c:v>8.97852374126327</c:v>
                </c:pt>
                <c:pt idx="58">
                  <c:v>8.523285810895331</c:v>
                </c:pt>
                <c:pt idx="59">
                  <c:v>8.282648398704691</c:v>
                </c:pt>
                <c:pt idx="60">
                  <c:v>8.679507064125504</c:v>
                </c:pt>
                <c:pt idx="61">
                  <c:v>8.822020002111866</c:v>
                </c:pt>
                <c:pt idx="62">
                  <c:v>8.591076512932045</c:v>
                </c:pt>
                <c:pt idx="63">
                  <c:v>8.019617222399472</c:v>
                </c:pt>
                <c:pt idx="64">
                  <c:v>7.543267968891194</c:v>
                </c:pt>
                <c:pt idx="65">
                  <c:v>6.826613893034108</c:v>
                </c:pt>
                <c:pt idx="66">
                  <c:v>6.715933896192972</c:v>
                </c:pt>
                <c:pt idx="67">
                  <c:v>6.391969149994472</c:v>
                </c:pt>
                <c:pt idx="68">
                  <c:v>6.183522981049595</c:v>
                </c:pt>
                <c:pt idx="69">
                  <c:v>6.308798659364302</c:v>
                </c:pt>
                <c:pt idx="70">
                  <c:v>6.20937131377853</c:v>
                </c:pt>
                <c:pt idx="71">
                  <c:v>6.15255027955326</c:v>
                </c:pt>
                <c:pt idx="72">
                  <c:v>6.374150901617994</c:v>
                </c:pt>
                <c:pt idx="73">
                  <c:v>6.336822888514034</c:v>
                </c:pt>
                <c:pt idx="74">
                  <c:v>5.963621768101124</c:v>
                </c:pt>
                <c:pt idx="75">
                  <c:v>5.042614009012336</c:v>
                </c:pt>
                <c:pt idx="76">
                  <c:v>4.826522316829032</c:v>
                </c:pt>
                <c:pt idx="77">
                  <c:v>4.99056262068496</c:v>
                </c:pt>
                <c:pt idx="78">
                  <c:v>5.006172358873715</c:v>
                </c:pt>
                <c:pt idx="79">
                  <c:v>4.760820982411725</c:v>
                </c:pt>
                <c:pt idx="80">
                  <c:v>5.02169798843445</c:v>
                </c:pt>
                <c:pt idx="81">
                  <c:v>5.193782209155311</c:v>
                </c:pt>
                <c:pt idx="82">
                  <c:v>5.204963746605191</c:v>
                </c:pt>
                <c:pt idx="83">
                  <c:v>5.499985496579391</c:v>
                </c:pt>
                <c:pt idx="84">
                  <c:v>5.117235785097127</c:v>
                </c:pt>
                <c:pt idx="85">
                  <c:v>5.135272634033088</c:v>
                </c:pt>
                <c:pt idx="86">
                  <c:v>5.034610293159634</c:v>
                </c:pt>
                <c:pt idx="87">
                  <c:v>5.030976381523895</c:v>
                </c:pt>
                <c:pt idx="88">
                  <c:v>4.858291138671047</c:v>
                </c:pt>
                <c:pt idx="89">
                  <c:v>4.964252080002215</c:v>
                </c:pt>
                <c:pt idx="90">
                  <c:v>5.18272782755087</c:v>
                </c:pt>
                <c:pt idx="91">
                  <c:v>5.58721596800464</c:v>
                </c:pt>
                <c:pt idx="92">
                  <c:v>5.73603752201487</c:v>
                </c:pt>
                <c:pt idx="93">
                  <c:v>6.17869218019241</c:v>
                </c:pt>
                <c:pt idx="94">
                  <c:v>6.100280234035417</c:v>
                </c:pt>
                <c:pt idx="95">
                  <c:v>6.646827143978634</c:v>
                </c:pt>
                <c:pt idx="96">
                  <c:v>6.999542981510817</c:v>
                </c:pt>
                <c:pt idx="97">
                  <c:v>6.473417050496042</c:v>
                </c:pt>
                <c:pt idx="98">
                  <c:v>6.381668857523007</c:v>
                </c:pt>
                <c:pt idx="99">
                  <c:v>6.719375917142284</c:v>
                </c:pt>
                <c:pt idx="100">
                  <c:v>6.582451496970837</c:v>
                </c:pt>
                <c:pt idx="101">
                  <c:v>6.441372589828678</c:v>
                </c:pt>
                <c:pt idx="102">
                  <c:v>6.339464452586754</c:v>
                </c:pt>
                <c:pt idx="103">
                  <c:v>6.646658590086031</c:v>
                </c:pt>
                <c:pt idx="104">
                  <c:v>6.82468654210479</c:v>
                </c:pt>
                <c:pt idx="105">
                  <c:v>7.16280923711968</c:v>
                </c:pt>
                <c:pt idx="106">
                  <c:v>7.019154462134164</c:v>
                </c:pt>
                <c:pt idx="107">
                  <c:v>7.017112976586665</c:v>
                </c:pt>
                <c:pt idx="108">
                  <c:v>6.63938417890779</c:v>
                </c:pt>
                <c:pt idx="109">
                  <c:v>6.372950622935681</c:v>
                </c:pt>
                <c:pt idx="110">
                  <c:v>6.298165170519486</c:v>
                </c:pt>
                <c:pt idx="111">
                  <c:v>6.139431444876973</c:v>
                </c:pt>
                <c:pt idx="112">
                  <c:v>6.483021275719091</c:v>
                </c:pt>
                <c:pt idx="113">
                  <c:v>6.018600896200326</c:v>
                </c:pt>
                <c:pt idx="114">
                  <c:v>5.780056200817274</c:v>
                </c:pt>
                <c:pt idx="115">
                  <c:v>5.672826861632164</c:v>
                </c:pt>
                <c:pt idx="116">
                  <c:v>5.732666563953263</c:v>
                </c:pt>
                <c:pt idx="117">
                  <c:v>5.453535558524797</c:v>
                </c:pt>
                <c:pt idx="118">
                  <c:v>5.776085575138382</c:v>
                </c:pt>
                <c:pt idx="119">
                  <c:v>5.570331412088752</c:v>
                </c:pt>
                <c:pt idx="120">
                  <c:v>5.446184282510952</c:v>
                </c:pt>
                <c:pt idx="121">
                  <c:v>5.467194712826291</c:v>
                </c:pt>
                <c:pt idx="122">
                  <c:v>5.340051891016208</c:v>
                </c:pt>
                <c:pt idx="123">
                  <c:v>6.120677361707288</c:v>
                </c:pt>
                <c:pt idx="124">
                  <c:v>7.245081723829655</c:v>
                </c:pt>
                <c:pt idx="125">
                  <c:v>7.185594401972422</c:v>
                </c:pt>
                <c:pt idx="126">
                  <c:v>7.221395432680988</c:v>
                </c:pt>
                <c:pt idx="127">
                  <c:v>7.605595715612559</c:v>
                </c:pt>
                <c:pt idx="128">
                  <c:v>7.265920412585794</c:v>
                </c:pt>
                <c:pt idx="129">
                  <c:v>6.934882938698649</c:v>
                </c:pt>
                <c:pt idx="130">
                  <c:v>7.089036143017259</c:v>
                </c:pt>
                <c:pt idx="131">
                  <c:v>7.319960532722365</c:v>
                </c:pt>
                <c:pt idx="132">
                  <c:v>7.311597233987571</c:v>
                </c:pt>
                <c:pt idx="133">
                  <c:v>7.783569168617531</c:v>
                </c:pt>
                <c:pt idx="134">
                  <c:v>6.370120831097878</c:v>
                </c:pt>
                <c:pt idx="135">
                  <c:v>6.119038450279369</c:v>
                </c:pt>
                <c:pt idx="136">
                  <c:v>5.930418071846616</c:v>
                </c:pt>
                <c:pt idx="137">
                  <c:v>6.174467323187108</c:v>
                </c:pt>
                <c:pt idx="138">
                  <c:v>6.849087836158473</c:v>
                </c:pt>
                <c:pt idx="139">
                  <c:v>6.627812627291241</c:v>
                </c:pt>
                <c:pt idx="140">
                  <c:v>6.887567848652932</c:v>
                </c:pt>
                <c:pt idx="141">
                  <c:v>6.687211250983478</c:v>
                </c:pt>
                <c:pt idx="142">
                  <c:v>6.567554518950439</c:v>
                </c:pt>
                <c:pt idx="143">
                  <c:v>6.342321001707456</c:v>
                </c:pt>
                <c:pt idx="144">
                  <c:v>6.29917253121453</c:v>
                </c:pt>
                <c:pt idx="145">
                  <c:v>5.898930221615772</c:v>
                </c:pt>
                <c:pt idx="146">
                  <c:v>6.307443386539716</c:v>
                </c:pt>
                <c:pt idx="147">
                  <c:v>6.424393954432665</c:v>
                </c:pt>
                <c:pt idx="148">
                  <c:v>6.263670650032831</c:v>
                </c:pt>
                <c:pt idx="149">
                  <c:v>6.475087301587302</c:v>
                </c:pt>
                <c:pt idx="150">
                  <c:v>6.416822935699992</c:v>
                </c:pt>
                <c:pt idx="151">
                  <c:v>6.456615793991417</c:v>
                </c:pt>
                <c:pt idx="152">
                  <c:v>6.159230476351638</c:v>
                </c:pt>
                <c:pt idx="153">
                  <c:v>6.221343440724364</c:v>
                </c:pt>
                <c:pt idx="154">
                  <c:v>6.393237310122609</c:v>
                </c:pt>
                <c:pt idx="155">
                  <c:v>6.634431398859443</c:v>
                </c:pt>
                <c:pt idx="156">
                  <c:v>8.685503864456283</c:v>
                </c:pt>
                <c:pt idx="157">
                  <c:v>8.431254686731913</c:v>
                </c:pt>
                <c:pt idx="158">
                  <c:v>8.233712055298474</c:v>
                </c:pt>
                <c:pt idx="159">
                  <c:v>8.886880632448612</c:v>
                </c:pt>
                <c:pt idx="160">
                  <c:v>8.854899049681793</c:v>
                </c:pt>
                <c:pt idx="161">
                  <c:v>5.962893999799768</c:v>
                </c:pt>
                <c:pt idx="162">
                  <c:v>6.275244145404333</c:v>
                </c:pt>
                <c:pt idx="163">
                  <c:v>6.321655293546124</c:v>
                </c:pt>
                <c:pt idx="164">
                  <c:v>7.704558944765044</c:v>
                </c:pt>
                <c:pt idx="165">
                  <c:v>7.547217057569296</c:v>
                </c:pt>
                <c:pt idx="166">
                  <c:v>7.39734244819483</c:v>
                </c:pt>
                <c:pt idx="167">
                  <c:v>7.731429920583814</c:v>
                </c:pt>
                <c:pt idx="168">
                  <c:v>8.040492829204695</c:v>
                </c:pt>
                <c:pt idx="169">
                  <c:v>8.247562132752991</c:v>
                </c:pt>
                <c:pt idx="170">
                  <c:v>8.108053217011996</c:v>
                </c:pt>
                <c:pt idx="171">
                  <c:v>8.379837401918047</c:v>
                </c:pt>
                <c:pt idx="172">
                  <c:v>8.10457068290561</c:v>
                </c:pt>
                <c:pt idx="173">
                  <c:v>8.504056228373702</c:v>
                </c:pt>
                <c:pt idx="174">
                  <c:v>8.234278339427833</c:v>
                </c:pt>
                <c:pt idx="175">
                  <c:v>7.801979249800479</c:v>
                </c:pt>
                <c:pt idx="176">
                  <c:v>6.930309201999631</c:v>
                </c:pt>
                <c:pt idx="177">
                  <c:v>6.694979667282809</c:v>
                </c:pt>
                <c:pt idx="178">
                  <c:v>7.184310412757098</c:v>
                </c:pt>
                <c:pt idx="179">
                  <c:v>7.199417670706305</c:v>
                </c:pt>
                <c:pt idx="180">
                  <c:v>7.31556441538855</c:v>
                </c:pt>
                <c:pt idx="181">
                  <c:v>6.683725140883475</c:v>
                </c:pt>
                <c:pt idx="182">
                  <c:v>7.62201156628851</c:v>
                </c:pt>
                <c:pt idx="183">
                  <c:v>7.313001738620886</c:v>
                </c:pt>
                <c:pt idx="184">
                  <c:v>6.878292513271097</c:v>
                </c:pt>
                <c:pt idx="185">
                  <c:v>6.717606599450046</c:v>
                </c:pt>
                <c:pt idx="186">
                  <c:v>6.365475114784206</c:v>
                </c:pt>
                <c:pt idx="187">
                  <c:v>6.431215794306703</c:v>
                </c:pt>
                <c:pt idx="188">
                  <c:v>6.029944389880113</c:v>
                </c:pt>
                <c:pt idx="189">
                  <c:v>6.314294590535424</c:v>
                </c:pt>
                <c:pt idx="190">
                  <c:v>6.445552659387108</c:v>
                </c:pt>
                <c:pt idx="191">
                  <c:v>6.396866197183099</c:v>
                </c:pt>
                <c:pt idx="192">
                  <c:v>6.550207665505227</c:v>
                </c:pt>
                <c:pt idx="193">
                  <c:v>6.294443067720572</c:v>
                </c:pt>
                <c:pt idx="194">
                  <c:v>6.601</c:v>
                </c:pt>
                <c:pt idx="195">
                  <c:v>6.663939193884642</c:v>
                </c:pt>
                <c:pt idx="196">
                  <c:v>6.548642946963533</c:v>
                </c:pt>
                <c:pt idx="197">
                  <c:v>6.394409312022238</c:v>
                </c:pt>
                <c:pt idx="198">
                  <c:v>6.517287122516039</c:v>
                </c:pt>
                <c:pt idx="199">
                  <c:v>6.337798746518105</c:v>
                </c:pt>
                <c:pt idx="200">
                  <c:v>7.125104456824513</c:v>
                </c:pt>
                <c:pt idx="201">
                  <c:v>6.954046511627908</c:v>
                </c:pt>
                <c:pt idx="202">
                  <c:v>6.740677111716621</c:v>
                </c:pt>
                <c:pt idx="203">
                  <c:v>6.88838140481846</c:v>
                </c:pt>
                <c:pt idx="204">
                  <c:v>6.945165931455717</c:v>
                </c:pt>
                <c:pt idx="205">
                  <c:v>6.857120027434842</c:v>
                </c:pt>
                <c:pt idx="206">
                  <c:v>7.002006259780909</c:v>
                </c:pt>
                <c:pt idx="207">
                  <c:v>7.609658141833457</c:v>
                </c:pt>
                <c:pt idx="208">
                  <c:v>7.684209881083731</c:v>
                </c:pt>
                <c:pt idx="209">
                  <c:v>7.450045473837385</c:v>
                </c:pt>
                <c:pt idx="210">
                  <c:v>7.497633923197305</c:v>
                </c:pt>
                <c:pt idx="211">
                  <c:v>7.451993588221325</c:v>
                </c:pt>
                <c:pt idx="212">
                  <c:v>7.268274777136864</c:v>
                </c:pt>
                <c:pt idx="213">
                  <c:v>6.881483639727136</c:v>
                </c:pt>
                <c:pt idx="214">
                  <c:v>6.765395921508272</c:v>
                </c:pt>
                <c:pt idx="215">
                  <c:v>6.424799150790546</c:v>
                </c:pt>
                <c:pt idx="216">
                  <c:v>6.396561336148973</c:v>
                </c:pt>
                <c:pt idx="217">
                  <c:v>6.417570942111237</c:v>
                </c:pt>
                <c:pt idx="218">
                  <c:v>6.398583806280743</c:v>
                </c:pt>
                <c:pt idx="219">
                  <c:v>6.525482581382067</c:v>
                </c:pt>
                <c:pt idx="220">
                  <c:v>6.52317467670334</c:v>
                </c:pt>
                <c:pt idx="221">
                  <c:v>5.852556306741357</c:v>
                </c:pt>
                <c:pt idx="222">
                  <c:v>5.676663058186739</c:v>
                </c:pt>
                <c:pt idx="223">
                  <c:v>6.017311191626409</c:v>
                </c:pt>
                <c:pt idx="224">
                  <c:v>6.253483173567203</c:v>
                </c:pt>
                <c:pt idx="225">
                  <c:v>6.176636213311286</c:v>
                </c:pt>
                <c:pt idx="226">
                  <c:v>6.150036697247705</c:v>
                </c:pt>
                <c:pt idx="227">
                  <c:v>6.659062697910069</c:v>
                </c:pt>
                <c:pt idx="228">
                  <c:v>6.767170571491132</c:v>
                </c:pt>
                <c:pt idx="229">
                  <c:v>6.975827996340348</c:v>
                </c:pt>
                <c:pt idx="230">
                  <c:v>7.63389569990851</c:v>
                </c:pt>
                <c:pt idx="231">
                  <c:v>7.953486518189148</c:v>
                </c:pt>
                <c:pt idx="232">
                  <c:v>7.641772859506018</c:v>
                </c:pt>
                <c:pt idx="233">
                  <c:v>7.383303011829488</c:v>
                </c:pt>
                <c:pt idx="234">
                  <c:v>7.627090433709759</c:v>
                </c:pt>
                <c:pt idx="235">
                  <c:v>7.597191789022311</c:v>
                </c:pt>
                <c:pt idx="236">
                  <c:v>7.472037150916478</c:v>
                </c:pt>
                <c:pt idx="237">
                  <c:v>7.557122499637563</c:v>
                </c:pt>
                <c:pt idx="238">
                  <c:v>7.300689241837151</c:v>
                </c:pt>
                <c:pt idx="239">
                  <c:v>7.315117225235278</c:v>
                </c:pt>
                <c:pt idx="240">
                  <c:v>7.240331166920598</c:v>
                </c:pt>
                <c:pt idx="241">
                  <c:v>7.210184813153343</c:v>
                </c:pt>
                <c:pt idx="242">
                  <c:v>7.242706368030813</c:v>
                </c:pt>
                <c:pt idx="243">
                  <c:v>7.373060146595718</c:v>
                </c:pt>
                <c:pt idx="244">
                  <c:v>7.007992783006305</c:v>
                </c:pt>
                <c:pt idx="245">
                  <c:v>7.070163481435161</c:v>
                </c:pt>
                <c:pt idx="246">
                  <c:v>7.023115639127095</c:v>
                </c:pt>
                <c:pt idx="247">
                  <c:v>7.315911706875887</c:v>
                </c:pt>
                <c:pt idx="248">
                  <c:v>7.689236009732361</c:v>
                </c:pt>
                <c:pt idx="249">
                  <c:v>7.927517639902677</c:v>
                </c:pt>
                <c:pt idx="250">
                  <c:v>7.792064456721915</c:v>
                </c:pt>
                <c:pt idx="251">
                  <c:v>8.109031307550644</c:v>
                </c:pt>
                <c:pt idx="252">
                  <c:v>7.781268526852685</c:v>
                </c:pt>
                <c:pt idx="253">
                  <c:v>7.264715773620866</c:v>
                </c:pt>
                <c:pt idx="254">
                  <c:v>7.234853292090145</c:v>
                </c:pt>
                <c:pt idx="255">
                  <c:v>7.360233316675167</c:v>
                </c:pt>
                <c:pt idx="256">
                  <c:v>7.711326128610338</c:v>
                </c:pt>
                <c:pt idx="257">
                  <c:v>8.17989779735683</c:v>
                </c:pt>
                <c:pt idx="258">
                  <c:v>8.820176452692426</c:v>
                </c:pt>
                <c:pt idx="259">
                  <c:v>8.863077297626292</c:v>
                </c:pt>
                <c:pt idx="260">
                  <c:v>8.771946224740001</c:v>
                </c:pt>
                <c:pt idx="261">
                  <c:v>8.506952119548643</c:v>
                </c:pt>
                <c:pt idx="262">
                  <c:v>8.84892120380691</c:v>
                </c:pt>
                <c:pt idx="263">
                  <c:v>9.131721076546663</c:v>
                </c:pt>
                <c:pt idx="264">
                  <c:v>9.270807381147169</c:v>
                </c:pt>
                <c:pt idx="265">
                  <c:v>9.120058542736194</c:v>
                </c:pt>
                <c:pt idx="266">
                  <c:v>9.467249752319193</c:v>
                </c:pt>
                <c:pt idx="267">
                  <c:v>9.74546499102334</c:v>
                </c:pt>
                <c:pt idx="268">
                  <c:v>9.683427048160656</c:v>
                </c:pt>
                <c:pt idx="269">
                  <c:v>9.297000000000001</c:v>
                </c:pt>
                <c:pt idx="270">
                  <c:v>8.859290916632103</c:v>
                </c:pt>
                <c:pt idx="271">
                  <c:v>7.974800540368722</c:v>
                </c:pt>
                <c:pt idx="272">
                  <c:v>8.009178245335452</c:v>
                </c:pt>
                <c:pt idx="273">
                  <c:v>8.284957558017982</c:v>
                </c:pt>
                <c:pt idx="274">
                  <c:v>8.912306404353284</c:v>
                </c:pt>
                <c:pt idx="275">
                  <c:v>9.005208777429468</c:v>
                </c:pt>
                <c:pt idx="276">
                  <c:v>8.926948749487494</c:v>
                </c:pt>
                <c:pt idx="277">
                  <c:v>8.688511971472236</c:v>
                </c:pt>
                <c:pt idx="278">
                  <c:v>8.755571574121241</c:v>
                </c:pt>
                <c:pt idx="279">
                  <c:v>8.496240075614367</c:v>
                </c:pt>
                <c:pt idx="280">
                  <c:v>8.447372369624885</c:v>
                </c:pt>
                <c:pt idx="281">
                  <c:v>8.464576451349142</c:v>
                </c:pt>
                <c:pt idx="282">
                  <c:v>8.345965223320832</c:v>
                </c:pt>
                <c:pt idx="283">
                  <c:v>8.673948824343015</c:v>
                </c:pt>
                <c:pt idx="284">
                  <c:v>8.352389219460973</c:v>
                </c:pt>
                <c:pt idx="285">
                  <c:v>8.112763317384371</c:v>
                </c:pt>
                <c:pt idx="286">
                  <c:v>8.028485998851012</c:v>
                </c:pt>
                <c:pt idx="287">
                  <c:v>8.531743000185426</c:v>
                </c:pt>
                <c:pt idx="288">
                  <c:v>8.843776306107431</c:v>
                </c:pt>
                <c:pt idx="289">
                  <c:v>8.838131147540985</c:v>
                </c:pt>
                <c:pt idx="290">
                  <c:v>8.374186829233448</c:v>
                </c:pt>
                <c:pt idx="291">
                  <c:v>9.011797085806801</c:v>
                </c:pt>
                <c:pt idx="292">
                  <c:v>8.851657029987431</c:v>
                </c:pt>
                <c:pt idx="293">
                  <c:v>7.87127964019225</c:v>
                </c:pt>
                <c:pt idx="294">
                  <c:v>8.29040804864105</c:v>
                </c:pt>
                <c:pt idx="295">
                  <c:v>8.540264933164163</c:v>
                </c:pt>
                <c:pt idx="296">
                  <c:v>9.06670835504603</c:v>
                </c:pt>
                <c:pt idx="297">
                  <c:v>8.966022892819979</c:v>
                </c:pt>
              </c:numCache>
            </c:numRef>
          </c:val>
        </c:ser>
        <c:ser>
          <c:idx val="1"/>
          <c:order val="1"/>
          <c:tx>
            <c:v>Average</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Sheet1!$C$2:$C$299</c:f>
              <c:numCache>
                <c:formatCode>General</c:formatCode>
                <c:ptCount val="298"/>
                <c:pt idx="0">
                  <c:v>7.311440242106302</c:v>
                </c:pt>
                <c:pt idx="1">
                  <c:v>7.311440242106302</c:v>
                </c:pt>
                <c:pt idx="2">
                  <c:v>7.311440242106302</c:v>
                </c:pt>
                <c:pt idx="3">
                  <c:v>7.311440242106302</c:v>
                </c:pt>
                <c:pt idx="4">
                  <c:v>7.311440242106302</c:v>
                </c:pt>
                <c:pt idx="5">
                  <c:v>7.311440242106302</c:v>
                </c:pt>
                <c:pt idx="6">
                  <c:v>7.311440242106302</c:v>
                </c:pt>
                <c:pt idx="7">
                  <c:v>7.311440242106302</c:v>
                </c:pt>
                <c:pt idx="8">
                  <c:v>7.311440242106302</c:v>
                </c:pt>
                <c:pt idx="9">
                  <c:v>7.311440242106302</c:v>
                </c:pt>
                <c:pt idx="10">
                  <c:v>7.311440242106302</c:v>
                </c:pt>
                <c:pt idx="11">
                  <c:v>7.311440242106302</c:v>
                </c:pt>
                <c:pt idx="12">
                  <c:v>7.311440242106302</c:v>
                </c:pt>
                <c:pt idx="13">
                  <c:v>7.311440242106302</c:v>
                </c:pt>
                <c:pt idx="14">
                  <c:v>7.311440242106302</c:v>
                </c:pt>
                <c:pt idx="15">
                  <c:v>7.311440242106302</c:v>
                </c:pt>
                <c:pt idx="16">
                  <c:v>7.311440242106302</c:v>
                </c:pt>
                <c:pt idx="17">
                  <c:v>7.311440242106302</c:v>
                </c:pt>
                <c:pt idx="18">
                  <c:v>7.311440242106302</c:v>
                </c:pt>
                <c:pt idx="19">
                  <c:v>7.311440242106302</c:v>
                </c:pt>
                <c:pt idx="20">
                  <c:v>7.311440242106302</c:v>
                </c:pt>
                <c:pt idx="21">
                  <c:v>7.311440242106302</c:v>
                </c:pt>
                <c:pt idx="22">
                  <c:v>7.311440242106302</c:v>
                </c:pt>
                <c:pt idx="23">
                  <c:v>7.311440242106302</c:v>
                </c:pt>
                <c:pt idx="24">
                  <c:v>7.311440242106302</c:v>
                </c:pt>
                <c:pt idx="25">
                  <c:v>7.311440242106302</c:v>
                </c:pt>
                <c:pt idx="26">
                  <c:v>7.311440242106302</c:v>
                </c:pt>
                <c:pt idx="27">
                  <c:v>7.311440242106302</c:v>
                </c:pt>
                <c:pt idx="28">
                  <c:v>7.311440242106302</c:v>
                </c:pt>
                <c:pt idx="29">
                  <c:v>7.311440242106302</c:v>
                </c:pt>
                <c:pt idx="30">
                  <c:v>7.311440242106302</c:v>
                </c:pt>
                <c:pt idx="31">
                  <c:v>7.311440242106302</c:v>
                </c:pt>
                <c:pt idx="32">
                  <c:v>7.311440242106302</c:v>
                </c:pt>
                <c:pt idx="33">
                  <c:v>7.311440242106302</c:v>
                </c:pt>
                <c:pt idx="34">
                  <c:v>7.311440242106302</c:v>
                </c:pt>
                <c:pt idx="35">
                  <c:v>7.311440242106302</c:v>
                </c:pt>
                <c:pt idx="36">
                  <c:v>7.311440242106302</c:v>
                </c:pt>
                <c:pt idx="37">
                  <c:v>7.311440242106302</c:v>
                </c:pt>
                <c:pt idx="38">
                  <c:v>7.311440242106302</c:v>
                </c:pt>
                <c:pt idx="39">
                  <c:v>7.311440242106302</c:v>
                </c:pt>
                <c:pt idx="40">
                  <c:v>7.311440242106302</c:v>
                </c:pt>
                <c:pt idx="41">
                  <c:v>7.311440242106302</c:v>
                </c:pt>
                <c:pt idx="42">
                  <c:v>7.311440242106302</c:v>
                </c:pt>
                <c:pt idx="43">
                  <c:v>7.311440242106302</c:v>
                </c:pt>
                <c:pt idx="44">
                  <c:v>7.311440242106302</c:v>
                </c:pt>
                <c:pt idx="45">
                  <c:v>7.311440242106302</c:v>
                </c:pt>
                <c:pt idx="46">
                  <c:v>7.311440242106302</c:v>
                </c:pt>
                <c:pt idx="47">
                  <c:v>7.311440242106302</c:v>
                </c:pt>
                <c:pt idx="48">
                  <c:v>7.311440242106302</c:v>
                </c:pt>
                <c:pt idx="49">
                  <c:v>7.311440242106302</c:v>
                </c:pt>
                <c:pt idx="50">
                  <c:v>7.311440242106302</c:v>
                </c:pt>
                <c:pt idx="51">
                  <c:v>7.311440242106302</c:v>
                </c:pt>
                <c:pt idx="52">
                  <c:v>7.311440242106302</c:v>
                </c:pt>
                <c:pt idx="53">
                  <c:v>7.311440242106302</c:v>
                </c:pt>
                <c:pt idx="54">
                  <c:v>7.311440242106302</c:v>
                </c:pt>
                <c:pt idx="55">
                  <c:v>7.311440242106302</c:v>
                </c:pt>
                <c:pt idx="56">
                  <c:v>7.311440242106302</c:v>
                </c:pt>
                <c:pt idx="57">
                  <c:v>7.311440242106302</c:v>
                </c:pt>
                <c:pt idx="58">
                  <c:v>7.311440242106302</c:v>
                </c:pt>
                <c:pt idx="59">
                  <c:v>7.311440242106302</c:v>
                </c:pt>
                <c:pt idx="60">
                  <c:v>7.311440242106302</c:v>
                </c:pt>
                <c:pt idx="61">
                  <c:v>7.311440242106302</c:v>
                </c:pt>
                <c:pt idx="62">
                  <c:v>7.311440242106302</c:v>
                </c:pt>
                <c:pt idx="63">
                  <c:v>7.311440242106302</c:v>
                </c:pt>
                <c:pt idx="64">
                  <c:v>7.311440242106302</c:v>
                </c:pt>
                <c:pt idx="65">
                  <c:v>7.311440242106302</c:v>
                </c:pt>
                <c:pt idx="66">
                  <c:v>7.311440242106302</c:v>
                </c:pt>
                <c:pt idx="67">
                  <c:v>7.311440242106302</c:v>
                </c:pt>
                <c:pt idx="68">
                  <c:v>7.311440242106302</c:v>
                </c:pt>
                <c:pt idx="69">
                  <c:v>7.311440242106302</c:v>
                </c:pt>
                <c:pt idx="70">
                  <c:v>7.311440242106302</c:v>
                </c:pt>
                <c:pt idx="71">
                  <c:v>7.311440242106302</c:v>
                </c:pt>
                <c:pt idx="72">
                  <c:v>7.311440242106302</c:v>
                </c:pt>
                <c:pt idx="73">
                  <c:v>7.311440242106302</c:v>
                </c:pt>
                <c:pt idx="74">
                  <c:v>7.311440242106302</c:v>
                </c:pt>
                <c:pt idx="75">
                  <c:v>7.311440242106302</c:v>
                </c:pt>
                <c:pt idx="76">
                  <c:v>7.311440242106302</c:v>
                </c:pt>
                <c:pt idx="77">
                  <c:v>7.311440242106302</c:v>
                </c:pt>
                <c:pt idx="78">
                  <c:v>7.311440242106302</c:v>
                </c:pt>
                <c:pt idx="79">
                  <c:v>7.311440242106302</c:v>
                </c:pt>
                <c:pt idx="80">
                  <c:v>7.311440242106302</c:v>
                </c:pt>
                <c:pt idx="81">
                  <c:v>7.311440242106302</c:v>
                </c:pt>
                <c:pt idx="82">
                  <c:v>7.311440242106302</c:v>
                </c:pt>
                <c:pt idx="83">
                  <c:v>7.311440242106302</c:v>
                </c:pt>
                <c:pt idx="84">
                  <c:v>7.311440242106302</c:v>
                </c:pt>
                <c:pt idx="85">
                  <c:v>7.311440242106302</c:v>
                </c:pt>
                <c:pt idx="86">
                  <c:v>7.311440242106302</c:v>
                </c:pt>
                <c:pt idx="87">
                  <c:v>7.311440242106302</c:v>
                </c:pt>
                <c:pt idx="88">
                  <c:v>7.311440242106302</c:v>
                </c:pt>
                <c:pt idx="89">
                  <c:v>7.311440242106302</c:v>
                </c:pt>
                <c:pt idx="90">
                  <c:v>7.311440242106302</c:v>
                </c:pt>
                <c:pt idx="91">
                  <c:v>7.311440242106302</c:v>
                </c:pt>
                <c:pt idx="92">
                  <c:v>7.311440242106302</c:v>
                </c:pt>
                <c:pt idx="93">
                  <c:v>7.311440242106302</c:v>
                </c:pt>
                <c:pt idx="94">
                  <c:v>7.311440242106302</c:v>
                </c:pt>
                <c:pt idx="95">
                  <c:v>7.311440242106302</c:v>
                </c:pt>
                <c:pt idx="96">
                  <c:v>7.311440242106302</c:v>
                </c:pt>
                <c:pt idx="97">
                  <c:v>7.311440242106302</c:v>
                </c:pt>
                <c:pt idx="98">
                  <c:v>7.311440242106302</c:v>
                </c:pt>
                <c:pt idx="99">
                  <c:v>7.311440242106302</c:v>
                </c:pt>
                <c:pt idx="100">
                  <c:v>7.311440242106302</c:v>
                </c:pt>
                <c:pt idx="101">
                  <c:v>7.311440242106302</c:v>
                </c:pt>
                <c:pt idx="102">
                  <c:v>7.311440242106302</c:v>
                </c:pt>
                <c:pt idx="103">
                  <c:v>7.311440242106302</c:v>
                </c:pt>
                <c:pt idx="104">
                  <c:v>7.311440242106302</c:v>
                </c:pt>
                <c:pt idx="105">
                  <c:v>7.311440242106302</c:v>
                </c:pt>
                <c:pt idx="106">
                  <c:v>7.311440242106302</c:v>
                </c:pt>
                <c:pt idx="107">
                  <c:v>7.311440242106302</c:v>
                </c:pt>
                <c:pt idx="108">
                  <c:v>7.311440242106302</c:v>
                </c:pt>
                <c:pt idx="109">
                  <c:v>7.311440242106302</c:v>
                </c:pt>
                <c:pt idx="110">
                  <c:v>7.311440242106302</c:v>
                </c:pt>
                <c:pt idx="111">
                  <c:v>7.311440242106302</c:v>
                </c:pt>
                <c:pt idx="112">
                  <c:v>7.311440242106302</c:v>
                </c:pt>
                <c:pt idx="113">
                  <c:v>7.311440242106302</c:v>
                </c:pt>
                <c:pt idx="114">
                  <c:v>7.311440242106302</c:v>
                </c:pt>
                <c:pt idx="115">
                  <c:v>7.311440242106302</c:v>
                </c:pt>
                <c:pt idx="116">
                  <c:v>7.311440242106302</c:v>
                </c:pt>
                <c:pt idx="117">
                  <c:v>7.311440242106302</c:v>
                </c:pt>
                <c:pt idx="118">
                  <c:v>7.311440242106302</c:v>
                </c:pt>
                <c:pt idx="119">
                  <c:v>7.311440242106302</c:v>
                </c:pt>
                <c:pt idx="120">
                  <c:v>7.311440242106302</c:v>
                </c:pt>
                <c:pt idx="121">
                  <c:v>7.311440242106302</c:v>
                </c:pt>
                <c:pt idx="122">
                  <c:v>7.311440242106302</c:v>
                </c:pt>
                <c:pt idx="123">
                  <c:v>7.311440242106302</c:v>
                </c:pt>
                <c:pt idx="124">
                  <c:v>7.311440242106302</c:v>
                </c:pt>
                <c:pt idx="125">
                  <c:v>7.311440242106302</c:v>
                </c:pt>
                <c:pt idx="126">
                  <c:v>7.311440242106302</c:v>
                </c:pt>
                <c:pt idx="127">
                  <c:v>7.311440242106302</c:v>
                </c:pt>
                <c:pt idx="128">
                  <c:v>7.311440242106302</c:v>
                </c:pt>
                <c:pt idx="129">
                  <c:v>7.311440242106302</c:v>
                </c:pt>
                <c:pt idx="130">
                  <c:v>7.311440242106302</c:v>
                </c:pt>
                <c:pt idx="131">
                  <c:v>7.311440242106302</c:v>
                </c:pt>
                <c:pt idx="132">
                  <c:v>7.311440242106302</c:v>
                </c:pt>
                <c:pt idx="133">
                  <c:v>7.311440242106302</c:v>
                </c:pt>
                <c:pt idx="134">
                  <c:v>7.311440242106302</c:v>
                </c:pt>
                <c:pt idx="135">
                  <c:v>7.311440242106302</c:v>
                </c:pt>
                <c:pt idx="136">
                  <c:v>7.311440242106302</c:v>
                </c:pt>
                <c:pt idx="137">
                  <c:v>7.311440242106302</c:v>
                </c:pt>
                <c:pt idx="138">
                  <c:v>7.311440242106302</c:v>
                </c:pt>
                <c:pt idx="139">
                  <c:v>7.311440242106302</c:v>
                </c:pt>
                <c:pt idx="140">
                  <c:v>7.311440242106302</c:v>
                </c:pt>
                <c:pt idx="141">
                  <c:v>7.311440242106302</c:v>
                </c:pt>
                <c:pt idx="142">
                  <c:v>7.311440242106302</c:v>
                </c:pt>
                <c:pt idx="143">
                  <c:v>7.311440242106302</c:v>
                </c:pt>
                <c:pt idx="144">
                  <c:v>7.311440242106302</c:v>
                </c:pt>
                <c:pt idx="145">
                  <c:v>7.311440242106302</c:v>
                </c:pt>
                <c:pt idx="146">
                  <c:v>7.311440242106302</c:v>
                </c:pt>
                <c:pt idx="147">
                  <c:v>7.311440242106302</c:v>
                </c:pt>
                <c:pt idx="148">
                  <c:v>7.311440242106302</c:v>
                </c:pt>
                <c:pt idx="149">
                  <c:v>7.311440242106302</c:v>
                </c:pt>
                <c:pt idx="150">
                  <c:v>7.311440242106302</c:v>
                </c:pt>
                <c:pt idx="151">
                  <c:v>7.311440242106302</c:v>
                </c:pt>
                <c:pt idx="152">
                  <c:v>7.311440242106302</c:v>
                </c:pt>
                <c:pt idx="153">
                  <c:v>7.311440242106302</c:v>
                </c:pt>
                <c:pt idx="154">
                  <c:v>7.311440242106302</c:v>
                </c:pt>
                <c:pt idx="155">
                  <c:v>7.311440242106302</c:v>
                </c:pt>
                <c:pt idx="156">
                  <c:v>7.311440242106302</c:v>
                </c:pt>
                <c:pt idx="157">
                  <c:v>7.311440242106302</c:v>
                </c:pt>
                <c:pt idx="158">
                  <c:v>7.311440242106302</c:v>
                </c:pt>
                <c:pt idx="159">
                  <c:v>7.311440242106302</c:v>
                </c:pt>
                <c:pt idx="160">
                  <c:v>7.311440242106302</c:v>
                </c:pt>
                <c:pt idx="161">
                  <c:v>7.311440242106302</c:v>
                </c:pt>
                <c:pt idx="162">
                  <c:v>7.311440242106302</c:v>
                </c:pt>
                <c:pt idx="163">
                  <c:v>7.311440242106302</c:v>
                </c:pt>
                <c:pt idx="164">
                  <c:v>7.311440242106302</c:v>
                </c:pt>
                <c:pt idx="165">
                  <c:v>7.311440242106302</c:v>
                </c:pt>
                <c:pt idx="166">
                  <c:v>7.311440242106302</c:v>
                </c:pt>
                <c:pt idx="167">
                  <c:v>7.311440242106302</c:v>
                </c:pt>
                <c:pt idx="168">
                  <c:v>7.311440242106302</c:v>
                </c:pt>
                <c:pt idx="169">
                  <c:v>7.311440242106302</c:v>
                </c:pt>
                <c:pt idx="170">
                  <c:v>7.311440242106302</c:v>
                </c:pt>
                <c:pt idx="171">
                  <c:v>7.311440242106302</c:v>
                </c:pt>
                <c:pt idx="172">
                  <c:v>7.311440242106302</c:v>
                </c:pt>
                <c:pt idx="173">
                  <c:v>7.311440242106302</c:v>
                </c:pt>
                <c:pt idx="174">
                  <c:v>7.311440242106302</c:v>
                </c:pt>
                <c:pt idx="175">
                  <c:v>7.311440242106302</c:v>
                </c:pt>
                <c:pt idx="176">
                  <c:v>7.311440242106302</c:v>
                </c:pt>
                <c:pt idx="177">
                  <c:v>7.311440242106302</c:v>
                </c:pt>
                <c:pt idx="178">
                  <c:v>7.311440242106302</c:v>
                </c:pt>
                <c:pt idx="179">
                  <c:v>7.311440242106302</c:v>
                </c:pt>
                <c:pt idx="180">
                  <c:v>7.311440242106302</c:v>
                </c:pt>
                <c:pt idx="181">
                  <c:v>7.311440242106302</c:v>
                </c:pt>
                <c:pt idx="182">
                  <c:v>7.311440242106302</c:v>
                </c:pt>
                <c:pt idx="183">
                  <c:v>7.311440242106302</c:v>
                </c:pt>
                <c:pt idx="184">
                  <c:v>7.311440242106302</c:v>
                </c:pt>
                <c:pt idx="185">
                  <c:v>7.311440242106302</c:v>
                </c:pt>
                <c:pt idx="186">
                  <c:v>7.311440242106302</c:v>
                </c:pt>
                <c:pt idx="187">
                  <c:v>7.311440242106302</c:v>
                </c:pt>
                <c:pt idx="188">
                  <c:v>7.311440242106302</c:v>
                </c:pt>
                <c:pt idx="189">
                  <c:v>7.311440242106302</c:v>
                </c:pt>
                <c:pt idx="190">
                  <c:v>7.311440242106302</c:v>
                </c:pt>
                <c:pt idx="191">
                  <c:v>7.311440242106302</c:v>
                </c:pt>
                <c:pt idx="192">
                  <c:v>7.311440242106302</c:v>
                </c:pt>
                <c:pt idx="193">
                  <c:v>7.311440242106302</c:v>
                </c:pt>
                <c:pt idx="194">
                  <c:v>7.311440242106302</c:v>
                </c:pt>
                <c:pt idx="195">
                  <c:v>7.311440242106302</c:v>
                </c:pt>
                <c:pt idx="196">
                  <c:v>7.311440242106302</c:v>
                </c:pt>
                <c:pt idx="197">
                  <c:v>7.311440242106302</c:v>
                </c:pt>
                <c:pt idx="198">
                  <c:v>7.311440242106302</c:v>
                </c:pt>
                <c:pt idx="199">
                  <c:v>7.311440242106302</c:v>
                </c:pt>
                <c:pt idx="200">
                  <c:v>7.311440242106302</c:v>
                </c:pt>
                <c:pt idx="201">
                  <c:v>7.311440242106302</c:v>
                </c:pt>
                <c:pt idx="202">
                  <c:v>7.311440242106302</c:v>
                </c:pt>
                <c:pt idx="203">
                  <c:v>7.311440242106302</c:v>
                </c:pt>
                <c:pt idx="204">
                  <c:v>7.311440242106302</c:v>
                </c:pt>
                <c:pt idx="205">
                  <c:v>7.311440242106302</c:v>
                </c:pt>
                <c:pt idx="206">
                  <c:v>7.311440242106302</c:v>
                </c:pt>
                <c:pt idx="207">
                  <c:v>7.311440242106302</c:v>
                </c:pt>
                <c:pt idx="208">
                  <c:v>7.311440242106302</c:v>
                </c:pt>
                <c:pt idx="209">
                  <c:v>7.311440242106302</c:v>
                </c:pt>
                <c:pt idx="210">
                  <c:v>7.311440242106302</c:v>
                </c:pt>
                <c:pt idx="211">
                  <c:v>7.311440242106302</c:v>
                </c:pt>
                <c:pt idx="212">
                  <c:v>7.311440242106302</c:v>
                </c:pt>
                <c:pt idx="213">
                  <c:v>7.311440242106302</c:v>
                </c:pt>
                <c:pt idx="214">
                  <c:v>7.311440242106302</c:v>
                </c:pt>
                <c:pt idx="215">
                  <c:v>7.311440242106302</c:v>
                </c:pt>
                <c:pt idx="216">
                  <c:v>7.311440242106302</c:v>
                </c:pt>
                <c:pt idx="217">
                  <c:v>7.311440242106302</c:v>
                </c:pt>
                <c:pt idx="218">
                  <c:v>7.311440242106302</c:v>
                </c:pt>
                <c:pt idx="219">
                  <c:v>7.311440242106302</c:v>
                </c:pt>
                <c:pt idx="220">
                  <c:v>7.311440242106302</c:v>
                </c:pt>
                <c:pt idx="221">
                  <c:v>7.311440242106302</c:v>
                </c:pt>
                <c:pt idx="222">
                  <c:v>7.311440242106302</c:v>
                </c:pt>
                <c:pt idx="223">
                  <c:v>7.311440242106302</c:v>
                </c:pt>
                <c:pt idx="224">
                  <c:v>7.311440242106302</c:v>
                </c:pt>
                <c:pt idx="225">
                  <c:v>7.311440242106302</c:v>
                </c:pt>
                <c:pt idx="226">
                  <c:v>7.311440242106302</c:v>
                </c:pt>
                <c:pt idx="227">
                  <c:v>7.311440242106302</c:v>
                </c:pt>
                <c:pt idx="228">
                  <c:v>7.311440242106302</c:v>
                </c:pt>
                <c:pt idx="229">
                  <c:v>7.311440242106302</c:v>
                </c:pt>
                <c:pt idx="230">
                  <c:v>7.311440242106302</c:v>
                </c:pt>
                <c:pt idx="231">
                  <c:v>7.311440242106302</c:v>
                </c:pt>
                <c:pt idx="232">
                  <c:v>7.311440242106302</c:v>
                </c:pt>
                <c:pt idx="233">
                  <c:v>7.311440242106302</c:v>
                </c:pt>
                <c:pt idx="234">
                  <c:v>7.311440242106302</c:v>
                </c:pt>
                <c:pt idx="235">
                  <c:v>7.311440242106302</c:v>
                </c:pt>
                <c:pt idx="236">
                  <c:v>7.311440242106302</c:v>
                </c:pt>
                <c:pt idx="237">
                  <c:v>7.311440242106302</c:v>
                </c:pt>
                <c:pt idx="238">
                  <c:v>7.311440242106302</c:v>
                </c:pt>
                <c:pt idx="239">
                  <c:v>7.311440242106302</c:v>
                </c:pt>
                <c:pt idx="240">
                  <c:v>7.311440242106302</c:v>
                </c:pt>
                <c:pt idx="241">
                  <c:v>7.311440242106302</c:v>
                </c:pt>
                <c:pt idx="242">
                  <c:v>7.311440242106302</c:v>
                </c:pt>
                <c:pt idx="243">
                  <c:v>7.311440242106302</c:v>
                </c:pt>
                <c:pt idx="244">
                  <c:v>7.311440242106302</c:v>
                </c:pt>
                <c:pt idx="245">
                  <c:v>7.311440242106302</c:v>
                </c:pt>
                <c:pt idx="246">
                  <c:v>7.311440242106302</c:v>
                </c:pt>
                <c:pt idx="247">
                  <c:v>7.311440242106302</c:v>
                </c:pt>
                <c:pt idx="248">
                  <c:v>7.311440242106302</c:v>
                </c:pt>
                <c:pt idx="249">
                  <c:v>7.311440242106302</c:v>
                </c:pt>
                <c:pt idx="250">
                  <c:v>7.311440242106302</c:v>
                </c:pt>
                <c:pt idx="251">
                  <c:v>7.311440242106302</c:v>
                </c:pt>
                <c:pt idx="252">
                  <c:v>7.311440242106302</c:v>
                </c:pt>
                <c:pt idx="253">
                  <c:v>7.311440242106302</c:v>
                </c:pt>
                <c:pt idx="254">
                  <c:v>7.311440242106302</c:v>
                </c:pt>
                <c:pt idx="255">
                  <c:v>7.311440242106302</c:v>
                </c:pt>
                <c:pt idx="256">
                  <c:v>7.311440242106302</c:v>
                </c:pt>
                <c:pt idx="257">
                  <c:v>7.311440242106302</c:v>
                </c:pt>
                <c:pt idx="258">
                  <c:v>7.311440242106302</c:v>
                </c:pt>
                <c:pt idx="259">
                  <c:v>7.311440242106302</c:v>
                </c:pt>
                <c:pt idx="260">
                  <c:v>7.311440242106302</c:v>
                </c:pt>
                <c:pt idx="261">
                  <c:v>7.311440242106302</c:v>
                </c:pt>
                <c:pt idx="262">
                  <c:v>7.311440242106302</c:v>
                </c:pt>
                <c:pt idx="263">
                  <c:v>7.311440242106302</c:v>
                </c:pt>
                <c:pt idx="264">
                  <c:v>7.311440242106302</c:v>
                </c:pt>
                <c:pt idx="265">
                  <c:v>7.311440242106302</c:v>
                </c:pt>
                <c:pt idx="266">
                  <c:v>7.311440242106302</c:v>
                </c:pt>
                <c:pt idx="267">
                  <c:v>7.311440242106302</c:v>
                </c:pt>
                <c:pt idx="268">
                  <c:v>7.311440242106302</c:v>
                </c:pt>
                <c:pt idx="269">
                  <c:v>7.311440242106302</c:v>
                </c:pt>
                <c:pt idx="270">
                  <c:v>7.311440242106302</c:v>
                </c:pt>
                <c:pt idx="271">
                  <c:v>7.311440242106302</c:v>
                </c:pt>
                <c:pt idx="272">
                  <c:v>7.311440242106302</c:v>
                </c:pt>
                <c:pt idx="273">
                  <c:v>7.311440242106302</c:v>
                </c:pt>
                <c:pt idx="274">
                  <c:v>7.311440242106302</c:v>
                </c:pt>
                <c:pt idx="275">
                  <c:v>7.311440242106302</c:v>
                </c:pt>
                <c:pt idx="276">
                  <c:v>7.311440242106302</c:v>
                </c:pt>
                <c:pt idx="277">
                  <c:v>7.311440242106302</c:v>
                </c:pt>
                <c:pt idx="278">
                  <c:v>7.311440242106302</c:v>
                </c:pt>
                <c:pt idx="279">
                  <c:v>7.311440242106302</c:v>
                </c:pt>
                <c:pt idx="280">
                  <c:v>7.311440242106302</c:v>
                </c:pt>
                <c:pt idx="281">
                  <c:v>7.311440242106302</c:v>
                </c:pt>
                <c:pt idx="282">
                  <c:v>7.311440242106302</c:v>
                </c:pt>
                <c:pt idx="283">
                  <c:v>7.311440242106302</c:v>
                </c:pt>
                <c:pt idx="284">
                  <c:v>7.311440242106302</c:v>
                </c:pt>
                <c:pt idx="285">
                  <c:v>7.311440242106302</c:v>
                </c:pt>
                <c:pt idx="286">
                  <c:v>7.311440242106302</c:v>
                </c:pt>
                <c:pt idx="287">
                  <c:v>7.311440242106302</c:v>
                </c:pt>
                <c:pt idx="288">
                  <c:v>7.311440242106302</c:v>
                </c:pt>
                <c:pt idx="289">
                  <c:v>7.311440242106302</c:v>
                </c:pt>
                <c:pt idx="290">
                  <c:v>7.311440242106302</c:v>
                </c:pt>
                <c:pt idx="291">
                  <c:v>7.311440242106302</c:v>
                </c:pt>
                <c:pt idx="292">
                  <c:v>7.311440242106302</c:v>
                </c:pt>
                <c:pt idx="293">
                  <c:v>7.311440242106302</c:v>
                </c:pt>
                <c:pt idx="294">
                  <c:v>7.311440242106302</c:v>
                </c:pt>
                <c:pt idx="295">
                  <c:v>7.311440242106302</c:v>
                </c:pt>
                <c:pt idx="296">
                  <c:v>7.311440242106302</c:v>
                </c:pt>
                <c:pt idx="297">
                  <c:v>7.311440242106302</c:v>
                </c:pt>
              </c:numCache>
            </c:numRef>
          </c:val>
        </c:ser>
        <c:ser>
          <c:idx val="2"/>
          <c:order val="2"/>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Sheet1!$D$2:$D$299</c:f>
              <c:numCache>
                <c:formatCode>General</c:formatCode>
                <c:ptCount val="298"/>
                <c:pt idx="0">
                  <c:v>8.562857969518074</c:v>
                </c:pt>
                <c:pt idx="1">
                  <c:v>8.562857969518074</c:v>
                </c:pt>
                <c:pt idx="2">
                  <c:v>8.562857969518074</c:v>
                </c:pt>
                <c:pt idx="3">
                  <c:v>8.562857969518074</c:v>
                </c:pt>
                <c:pt idx="4">
                  <c:v>8.562857969518074</c:v>
                </c:pt>
                <c:pt idx="5">
                  <c:v>8.562857969518074</c:v>
                </c:pt>
                <c:pt idx="6">
                  <c:v>8.562857969518074</c:v>
                </c:pt>
                <c:pt idx="7">
                  <c:v>8.562857969518074</c:v>
                </c:pt>
                <c:pt idx="8">
                  <c:v>8.562857969518074</c:v>
                </c:pt>
                <c:pt idx="9">
                  <c:v>8.562857969518074</c:v>
                </c:pt>
                <c:pt idx="10">
                  <c:v>8.562857969518074</c:v>
                </c:pt>
                <c:pt idx="11">
                  <c:v>8.562857969518074</c:v>
                </c:pt>
                <c:pt idx="12">
                  <c:v>8.562857969518074</c:v>
                </c:pt>
                <c:pt idx="13">
                  <c:v>8.562857969518074</c:v>
                </c:pt>
                <c:pt idx="14">
                  <c:v>8.562857969518074</c:v>
                </c:pt>
                <c:pt idx="15">
                  <c:v>8.562857969518074</c:v>
                </c:pt>
                <c:pt idx="16">
                  <c:v>8.562857969518074</c:v>
                </c:pt>
                <c:pt idx="17">
                  <c:v>8.562857969518074</c:v>
                </c:pt>
                <c:pt idx="18">
                  <c:v>8.562857969518074</c:v>
                </c:pt>
                <c:pt idx="19">
                  <c:v>8.562857969518074</c:v>
                </c:pt>
                <c:pt idx="20">
                  <c:v>8.562857969518074</c:v>
                </c:pt>
                <c:pt idx="21">
                  <c:v>8.562857969518074</c:v>
                </c:pt>
                <c:pt idx="22">
                  <c:v>8.562857969518074</c:v>
                </c:pt>
                <c:pt idx="23">
                  <c:v>8.562857969518074</c:v>
                </c:pt>
                <c:pt idx="24">
                  <c:v>8.562857969518074</c:v>
                </c:pt>
                <c:pt idx="25">
                  <c:v>8.562857969518074</c:v>
                </c:pt>
                <c:pt idx="26">
                  <c:v>8.562857969518074</c:v>
                </c:pt>
                <c:pt idx="27">
                  <c:v>8.562857969518074</c:v>
                </c:pt>
                <c:pt idx="28">
                  <c:v>8.562857969518074</c:v>
                </c:pt>
                <c:pt idx="29">
                  <c:v>8.562857969518074</c:v>
                </c:pt>
                <c:pt idx="30">
                  <c:v>8.562857969518074</c:v>
                </c:pt>
                <c:pt idx="31">
                  <c:v>8.562857969518074</c:v>
                </c:pt>
                <c:pt idx="32">
                  <c:v>8.562857969518074</c:v>
                </c:pt>
                <c:pt idx="33">
                  <c:v>8.562857969518074</c:v>
                </c:pt>
                <c:pt idx="34">
                  <c:v>8.562857969518074</c:v>
                </c:pt>
                <c:pt idx="35">
                  <c:v>8.562857969518074</c:v>
                </c:pt>
                <c:pt idx="36">
                  <c:v>8.562857969518074</c:v>
                </c:pt>
                <c:pt idx="37">
                  <c:v>8.562857969518074</c:v>
                </c:pt>
                <c:pt idx="38">
                  <c:v>8.562857969518074</c:v>
                </c:pt>
                <c:pt idx="39">
                  <c:v>8.562857969518074</c:v>
                </c:pt>
                <c:pt idx="40">
                  <c:v>8.562857969518074</c:v>
                </c:pt>
                <c:pt idx="41">
                  <c:v>8.562857969518074</c:v>
                </c:pt>
                <c:pt idx="42">
                  <c:v>8.562857969518074</c:v>
                </c:pt>
                <c:pt idx="43">
                  <c:v>8.562857969518074</c:v>
                </c:pt>
                <c:pt idx="44">
                  <c:v>8.562857969518074</c:v>
                </c:pt>
                <c:pt idx="45">
                  <c:v>8.562857969518074</c:v>
                </c:pt>
                <c:pt idx="46">
                  <c:v>8.562857969518074</c:v>
                </c:pt>
                <c:pt idx="47">
                  <c:v>8.562857969518074</c:v>
                </c:pt>
                <c:pt idx="48">
                  <c:v>8.562857969518074</c:v>
                </c:pt>
                <c:pt idx="49">
                  <c:v>8.562857969518074</c:v>
                </c:pt>
                <c:pt idx="50">
                  <c:v>8.562857969518074</c:v>
                </c:pt>
                <c:pt idx="51">
                  <c:v>8.562857969518074</c:v>
                </c:pt>
                <c:pt idx="52">
                  <c:v>8.562857969518074</c:v>
                </c:pt>
                <c:pt idx="53">
                  <c:v>8.562857969518074</c:v>
                </c:pt>
                <c:pt idx="54">
                  <c:v>8.562857969518074</c:v>
                </c:pt>
                <c:pt idx="55">
                  <c:v>8.562857969518074</c:v>
                </c:pt>
                <c:pt idx="56">
                  <c:v>8.562857969518074</c:v>
                </c:pt>
                <c:pt idx="57">
                  <c:v>8.562857969518074</c:v>
                </c:pt>
                <c:pt idx="58">
                  <c:v>8.562857969518074</c:v>
                </c:pt>
                <c:pt idx="59">
                  <c:v>8.562857969518074</c:v>
                </c:pt>
                <c:pt idx="60">
                  <c:v>8.562857969518074</c:v>
                </c:pt>
                <c:pt idx="61">
                  <c:v>8.562857969518074</c:v>
                </c:pt>
                <c:pt idx="62">
                  <c:v>8.562857969518074</c:v>
                </c:pt>
                <c:pt idx="63">
                  <c:v>8.562857969518074</c:v>
                </c:pt>
                <c:pt idx="64">
                  <c:v>8.562857969518074</c:v>
                </c:pt>
                <c:pt idx="65">
                  <c:v>8.562857969518074</c:v>
                </c:pt>
                <c:pt idx="66">
                  <c:v>8.562857969518074</c:v>
                </c:pt>
                <c:pt idx="67">
                  <c:v>8.562857969518074</c:v>
                </c:pt>
                <c:pt idx="68">
                  <c:v>8.562857969518074</c:v>
                </c:pt>
                <c:pt idx="69">
                  <c:v>8.562857969518074</c:v>
                </c:pt>
                <c:pt idx="70">
                  <c:v>8.562857969518074</c:v>
                </c:pt>
                <c:pt idx="71">
                  <c:v>8.562857969518074</c:v>
                </c:pt>
                <c:pt idx="72">
                  <c:v>8.562857969518074</c:v>
                </c:pt>
                <c:pt idx="73">
                  <c:v>8.562857969518074</c:v>
                </c:pt>
                <c:pt idx="74">
                  <c:v>8.562857969518074</c:v>
                </c:pt>
                <c:pt idx="75">
                  <c:v>8.562857969518074</c:v>
                </c:pt>
                <c:pt idx="76">
                  <c:v>8.562857969518074</c:v>
                </c:pt>
                <c:pt idx="77">
                  <c:v>8.562857969518074</c:v>
                </c:pt>
                <c:pt idx="78">
                  <c:v>8.562857969518074</c:v>
                </c:pt>
                <c:pt idx="79">
                  <c:v>8.562857969518074</c:v>
                </c:pt>
                <c:pt idx="80">
                  <c:v>8.562857969518074</c:v>
                </c:pt>
                <c:pt idx="81">
                  <c:v>8.562857969518074</c:v>
                </c:pt>
                <c:pt idx="82">
                  <c:v>8.562857969518074</c:v>
                </c:pt>
                <c:pt idx="83">
                  <c:v>8.562857969518074</c:v>
                </c:pt>
                <c:pt idx="84">
                  <c:v>8.562857969518074</c:v>
                </c:pt>
                <c:pt idx="85">
                  <c:v>8.562857969518074</c:v>
                </c:pt>
                <c:pt idx="86">
                  <c:v>8.562857969518074</c:v>
                </c:pt>
                <c:pt idx="87">
                  <c:v>8.562857969518074</c:v>
                </c:pt>
                <c:pt idx="88">
                  <c:v>8.562857969518074</c:v>
                </c:pt>
                <c:pt idx="89">
                  <c:v>8.562857969518074</c:v>
                </c:pt>
                <c:pt idx="90">
                  <c:v>8.562857969518074</c:v>
                </c:pt>
                <c:pt idx="91">
                  <c:v>8.562857969518074</c:v>
                </c:pt>
                <c:pt idx="92">
                  <c:v>8.562857969518074</c:v>
                </c:pt>
                <c:pt idx="93">
                  <c:v>8.562857969518074</c:v>
                </c:pt>
                <c:pt idx="94">
                  <c:v>8.562857969518074</c:v>
                </c:pt>
                <c:pt idx="95">
                  <c:v>8.562857969518074</c:v>
                </c:pt>
                <c:pt idx="96">
                  <c:v>8.562857969518074</c:v>
                </c:pt>
                <c:pt idx="97">
                  <c:v>8.562857969518074</c:v>
                </c:pt>
                <c:pt idx="98">
                  <c:v>8.562857969518074</c:v>
                </c:pt>
                <c:pt idx="99">
                  <c:v>8.562857969518074</c:v>
                </c:pt>
                <c:pt idx="100">
                  <c:v>8.562857969518074</c:v>
                </c:pt>
                <c:pt idx="101">
                  <c:v>8.562857969518074</c:v>
                </c:pt>
                <c:pt idx="102">
                  <c:v>8.562857969518074</c:v>
                </c:pt>
                <c:pt idx="103">
                  <c:v>8.562857969518074</c:v>
                </c:pt>
                <c:pt idx="104">
                  <c:v>8.562857969518074</c:v>
                </c:pt>
                <c:pt idx="105">
                  <c:v>8.562857969518074</c:v>
                </c:pt>
                <c:pt idx="106">
                  <c:v>8.562857969518074</c:v>
                </c:pt>
                <c:pt idx="107">
                  <c:v>8.562857969518074</c:v>
                </c:pt>
                <c:pt idx="108">
                  <c:v>8.562857969518074</c:v>
                </c:pt>
                <c:pt idx="109">
                  <c:v>8.562857969518074</c:v>
                </c:pt>
                <c:pt idx="110">
                  <c:v>8.562857969518074</c:v>
                </c:pt>
                <c:pt idx="111">
                  <c:v>8.562857969518074</c:v>
                </c:pt>
                <c:pt idx="112">
                  <c:v>8.562857969518074</c:v>
                </c:pt>
                <c:pt idx="113">
                  <c:v>8.562857969518074</c:v>
                </c:pt>
                <c:pt idx="114">
                  <c:v>8.562857969518074</c:v>
                </c:pt>
                <c:pt idx="115">
                  <c:v>8.562857969518074</c:v>
                </c:pt>
                <c:pt idx="116">
                  <c:v>8.562857969518074</c:v>
                </c:pt>
                <c:pt idx="117">
                  <c:v>8.562857969518074</c:v>
                </c:pt>
                <c:pt idx="118">
                  <c:v>8.562857969518074</c:v>
                </c:pt>
                <c:pt idx="119">
                  <c:v>8.562857969518074</c:v>
                </c:pt>
                <c:pt idx="120">
                  <c:v>8.562857969518074</c:v>
                </c:pt>
                <c:pt idx="121">
                  <c:v>8.562857969518074</c:v>
                </c:pt>
                <c:pt idx="122">
                  <c:v>8.562857969518074</c:v>
                </c:pt>
                <c:pt idx="123">
                  <c:v>8.562857969518074</c:v>
                </c:pt>
                <c:pt idx="124">
                  <c:v>8.562857969518074</c:v>
                </c:pt>
                <c:pt idx="125">
                  <c:v>8.562857969518074</c:v>
                </c:pt>
                <c:pt idx="126">
                  <c:v>8.562857969518074</c:v>
                </c:pt>
                <c:pt idx="127">
                  <c:v>8.562857969518074</c:v>
                </c:pt>
                <c:pt idx="128">
                  <c:v>8.562857969518074</c:v>
                </c:pt>
                <c:pt idx="129">
                  <c:v>8.562857969518074</c:v>
                </c:pt>
                <c:pt idx="130">
                  <c:v>8.562857969518074</c:v>
                </c:pt>
                <c:pt idx="131">
                  <c:v>8.562857969518074</c:v>
                </c:pt>
                <c:pt idx="132">
                  <c:v>8.562857969518074</c:v>
                </c:pt>
                <c:pt idx="133">
                  <c:v>8.562857969518074</c:v>
                </c:pt>
                <c:pt idx="134">
                  <c:v>8.562857969518074</c:v>
                </c:pt>
                <c:pt idx="135">
                  <c:v>8.562857969518074</c:v>
                </c:pt>
                <c:pt idx="136">
                  <c:v>8.562857969518074</c:v>
                </c:pt>
                <c:pt idx="137">
                  <c:v>8.562857969518074</c:v>
                </c:pt>
                <c:pt idx="138">
                  <c:v>8.562857969518074</c:v>
                </c:pt>
                <c:pt idx="139">
                  <c:v>8.562857969518074</c:v>
                </c:pt>
                <c:pt idx="140">
                  <c:v>8.562857969518074</c:v>
                </c:pt>
                <c:pt idx="141">
                  <c:v>8.562857969518074</c:v>
                </c:pt>
                <c:pt idx="142">
                  <c:v>8.562857969518074</c:v>
                </c:pt>
                <c:pt idx="143">
                  <c:v>8.562857969518074</c:v>
                </c:pt>
                <c:pt idx="144">
                  <c:v>8.562857969518074</c:v>
                </c:pt>
                <c:pt idx="145">
                  <c:v>8.562857969518074</c:v>
                </c:pt>
                <c:pt idx="146">
                  <c:v>8.562857969518074</c:v>
                </c:pt>
                <c:pt idx="147">
                  <c:v>8.562857969518074</c:v>
                </c:pt>
                <c:pt idx="148">
                  <c:v>8.562857969518074</c:v>
                </c:pt>
                <c:pt idx="149">
                  <c:v>8.562857969518074</c:v>
                </c:pt>
                <c:pt idx="150">
                  <c:v>8.562857969518074</c:v>
                </c:pt>
                <c:pt idx="151">
                  <c:v>8.562857969518074</c:v>
                </c:pt>
                <c:pt idx="152">
                  <c:v>8.562857969518074</c:v>
                </c:pt>
                <c:pt idx="153">
                  <c:v>8.562857969518074</c:v>
                </c:pt>
                <c:pt idx="154">
                  <c:v>8.562857969518074</c:v>
                </c:pt>
                <c:pt idx="155">
                  <c:v>8.562857969518074</c:v>
                </c:pt>
                <c:pt idx="156">
                  <c:v>8.562857969518074</c:v>
                </c:pt>
                <c:pt idx="157">
                  <c:v>8.562857969518074</c:v>
                </c:pt>
                <c:pt idx="158">
                  <c:v>8.562857969518074</c:v>
                </c:pt>
                <c:pt idx="159">
                  <c:v>8.562857969518074</c:v>
                </c:pt>
                <c:pt idx="160">
                  <c:v>8.562857969518074</c:v>
                </c:pt>
                <c:pt idx="161">
                  <c:v>8.562857969518074</c:v>
                </c:pt>
                <c:pt idx="162">
                  <c:v>8.562857969518074</c:v>
                </c:pt>
                <c:pt idx="163">
                  <c:v>8.562857969518074</c:v>
                </c:pt>
                <c:pt idx="164">
                  <c:v>8.562857969518074</c:v>
                </c:pt>
                <c:pt idx="165">
                  <c:v>8.562857969518074</c:v>
                </c:pt>
                <c:pt idx="166">
                  <c:v>8.562857969518074</c:v>
                </c:pt>
                <c:pt idx="167">
                  <c:v>8.562857969518074</c:v>
                </c:pt>
                <c:pt idx="168">
                  <c:v>8.562857969518074</c:v>
                </c:pt>
                <c:pt idx="169">
                  <c:v>8.562857969518074</c:v>
                </c:pt>
                <c:pt idx="170">
                  <c:v>8.562857969518074</c:v>
                </c:pt>
                <c:pt idx="171">
                  <c:v>8.562857969518074</c:v>
                </c:pt>
                <c:pt idx="172">
                  <c:v>8.562857969518074</c:v>
                </c:pt>
                <c:pt idx="173">
                  <c:v>8.562857969518074</c:v>
                </c:pt>
                <c:pt idx="174">
                  <c:v>8.562857969518074</c:v>
                </c:pt>
                <c:pt idx="175">
                  <c:v>8.562857969518074</c:v>
                </c:pt>
                <c:pt idx="176">
                  <c:v>8.562857969518074</c:v>
                </c:pt>
                <c:pt idx="177">
                  <c:v>8.562857969518074</c:v>
                </c:pt>
                <c:pt idx="178">
                  <c:v>8.562857969518074</c:v>
                </c:pt>
                <c:pt idx="179">
                  <c:v>8.562857969518074</c:v>
                </c:pt>
                <c:pt idx="180">
                  <c:v>8.562857969518074</c:v>
                </c:pt>
                <c:pt idx="181">
                  <c:v>8.562857969518074</c:v>
                </c:pt>
                <c:pt idx="182">
                  <c:v>8.562857969518074</c:v>
                </c:pt>
                <c:pt idx="183">
                  <c:v>8.562857969518074</c:v>
                </c:pt>
                <c:pt idx="184">
                  <c:v>8.562857969518074</c:v>
                </c:pt>
                <c:pt idx="185">
                  <c:v>8.562857969518074</c:v>
                </c:pt>
                <c:pt idx="186">
                  <c:v>8.562857969518074</c:v>
                </c:pt>
                <c:pt idx="187">
                  <c:v>8.562857969518074</c:v>
                </c:pt>
                <c:pt idx="188">
                  <c:v>8.562857969518074</c:v>
                </c:pt>
                <c:pt idx="189">
                  <c:v>8.562857969518074</c:v>
                </c:pt>
                <c:pt idx="190">
                  <c:v>8.562857969518074</c:v>
                </c:pt>
                <c:pt idx="191">
                  <c:v>8.562857969518074</c:v>
                </c:pt>
                <c:pt idx="192">
                  <c:v>8.562857969518074</c:v>
                </c:pt>
                <c:pt idx="193">
                  <c:v>8.562857969518074</c:v>
                </c:pt>
                <c:pt idx="194">
                  <c:v>8.562857969518074</c:v>
                </c:pt>
                <c:pt idx="195">
                  <c:v>8.562857969518074</c:v>
                </c:pt>
                <c:pt idx="196">
                  <c:v>8.562857969518074</c:v>
                </c:pt>
                <c:pt idx="197">
                  <c:v>8.562857969518074</c:v>
                </c:pt>
                <c:pt idx="198">
                  <c:v>8.562857969518074</c:v>
                </c:pt>
                <c:pt idx="199">
                  <c:v>8.562857969518074</c:v>
                </c:pt>
                <c:pt idx="200">
                  <c:v>8.562857969518074</c:v>
                </c:pt>
                <c:pt idx="201">
                  <c:v>8.562857969518074</c:v>
                </c:pt>
                <c:pt idx="202">
                  <c:v>8.562857969518074</c:v>
                </c:pt>
                <c:pt idx="203">
                  <c:v>8.562857969518074</c:v>
                </c:pt>
                <c:pt idx="204">
                  <c:v>8.562857969518074</c:v>
                </c:pt>
                <c:pt idx="205">
                  <c:v>8.562857969518074</c:v>
                </c:pt>
                <c:pt idx="206">
                  <c:v>8.562857969518074</c:v>
                </c:pt>
                <c:pt idx="207">
                  <c:v>8.562857969518074</c:v>
                </c:pt>
                <c:pt idx="208">
                  <c:v>8.562857969518074</c:v>
                </c:pt>
                <c:pt idx="209">
                  <c:v>8.562857969518074</c:v>
                </c:pt>
                <c:pt idx="210">
                  <c:v>8.562857969518074</c:v>
                </c:pt>
                <c:pt idx="211">
                  <c:v>8.562857969518074</c:v>
                </c:pt>
                <c:pt idx="212">
                  <c:v>8.562857969518074</c:v>
                </c:pt>
                <c:pt idx="213">
                  <c:v>8.562857969518074</c:v>
                </c:pt>
                <c:pt idx="214">
                  <c:v>8.562857969518074</c:v>
                </c:pt>
                <c:pt idx="215">
                  <c:v>8.562857969518074</c:v>
                </c:pt>
                <c:pt idx="216">
                  <c:v>8.562857969518074</c:v>
                </c:pt>
                <c:pt idx="217">
                  <c:v>8.562857969518074</c:v>
                </c:pt>
                <c:pt idx="218">
                  <c:v>8.562857969518074</c:v>
                </c:pt>
                <c:pt idx="219">
                  <c:v>8.562857969518074</c:v>
                </c:pt>
                <c:pt idx="220">
                  <c:v>8.562857969518074</c:v>
                </c:pt>
                <c:pt idx="221">
                  <c:v>8.562857969518074</c:v>
                </c:pt>
                <c:pt idx="222">
                  <c:v>8.562857969518074</c:v>
                </c:pt>
                <c:pt idx="223">
                  <c:v>8.562857969518074</c:v>
                </c:pt>
                <c:pt idx="224">
                  <c:v>8.562857969518074</c:v>
                </c:pt>
                <c:pt idx="225">
                  <c:v>8.562857969518074</c:v>
                </c:pt>
                <c:pt idx="226">
                  <c:v>8.562857969518074</c:v>
                </c:pt>
                <c:pt idx="227">
                  <c:v>8.562857969518074</c:v>
                </c:pt>
                <c:pt idx="228">
                  <c:v>8.562857969518074</c:v>
                </c:pt>
                <c:pt idx="229">
                  <c:v>8.562857969518074</c:v>
                </c:pt>
                <c:pt idx="230">
                  <c:v>8.562857969518074</c:v>
                </c:pt>
                <c:pt idx="231">
                  <c:v>8.562857969518074</c:v>
                </c:pt>
                <c:pt idx="232">
                  <c:v>8.562857969518074</c:v>
                </c:pt>
                <c:pt idx="233">
                  <c:v>8.562857969518074</c:v>
                </c:pt>
                <c:pt idx="234">
                  <c:v>8.562857969518074</c:v>
                </c:pt>
                <c:pt idx="235">
                  <c:v>8.562857969518074</c:v>
                </c:pt>
                <c:pt idx="236">
                  <c:v>8.562857969518074</c:v>
                </c:pt>
                <c:pt idx="237">
                  <c:v>8.562857969518074</c:v>
                </c:pt>
                <c:pt idx="238">
                  <c:v>8.562857969518074</c:v>
                </c:pt>
                <c:pt idx="239">
                  <c:v>8.562857969518074</c:v>
                </c:pt>
                <c:pt idx="240">
                  <c:v>8.562857969518074</c:v>
                </c:pt>
                <c:pt idx="241">
                  <c:v>8.562857969518074</c:v>
                </c:pt>
                <c:pt idx="242">
                  <c:v>8.562857969518074</c:v>
                </c:pt>
                <c:pt idx="243">
                  <c:v>8.562857969518074</c:v>
                </c:pt>
                <c:pt idx="244">
                  <c:v>8.562857969518074</c:v>
                </c:pt>
                <c:pt idx="245">
                  <c:v>8.562857969518074</c:v>
                </c:pt>
                <c:pt idx="246">
                  <c:v>8.562857969518074</c:v>
                </c:pt>
                <c:pt idx="247">
                  <c:v>8.562857969518074</c:v>
                </c:pt>
                <c:pt idx="248">
                  <c:v>8.562857969518074</c:v>
                </c:pt>
                <c:pt idx="249">
                  <c:v>8.562857969518074</c:v>
                </c:pt>
                <c:pt idx="250">
                  <c:v>8.562857969518074</c:v>
                </c:pt>
                <c:pt idx="251">
                  <c:v>8.562857969518074</c:v>
                </c:pt>
                <c:pt idx="252">
                  <c:v>8.562857969518074</c:v>
                </c:pt>
                <c:pt idx="253">
                  <c:v>8.562857969518074</c:v>
                </c:pt>
                <c:pt idx="254">
                  <c:v>8.562857969518074</c:v>
                </c:pt>
                <c:pt idx="255">
                  <c:v>8.562857969518074</c:v>
                </c:pt>
                <c:pt idx="256">
                  <c:v>8.562857969518074</c:v>
                </c:pt>
                <c:pt idx="257">
                  <c:v>8.562857969518074</c:v>
                </c:pt>
                <c:pt idx="258">
                  <c:v>8.562857969518074</c:v>
                </c:pt>
                <c:pt idx="259">
                  <c:v>8.562857969518074</c:v>
                </c:pt>
                <c:pt idx="260">
                  <c:v>8.562857969518074</c:v>
                </c:pt>
                <c:pt idx="261">
                  <c:v>8.562857969518074</c:v>
                </c:pt>
                <c:pt idx="262">
                  <c:v>8.562857969518074</c:v>
                </c:pt>
                <c:pt idx="263">
                  <c:v>8.562857969518074</c:v>
                </c:pt>
                <c:pt idx="264">
                  <c:v>8.562857969518074</c:v>
                </c:pt>
                <c:pt idx="265">
                  <c:v>8.562857969518074</c:v>
                </c:pt>
                <c:pt idx="266">
                  <c:v>8.562857969518074</c:v>
                </c:pt>
                <c:pt idx="267">
                  <c:v>8.562857969518074</c:v>
                </c:pt>
                <c:pt idx="268">
                  <c:v>8.562857969518074</c:v>
                </c:pt>
                <c:pt idx="269">
                  <c:v>8.562857969518074</c:v>
                </c:pt>
                <c:pt idx="270">
                  <c:v>8.562857969518074</c:v>
                </c:pt>
                <c:pt idx="271">
                  <c:v>8.562857969518074</c:v>
                </c:pt>
                <c:pt idx="272">
                  <c:v>8.562857969518074</c:v>
                </c:pt>
                <c:pt idx="273">
                  <c:v>8.562857969518074</c:v>
                </c:pt>
                <c:pt idx="274">
                  <c:v>8.562857969518074</c:v>
                </c:pt>
                <c:pt idx="275">
                  <c:v>8.562857969518074</c:v>
                </c:pt>
                <c:pt idx="276">
                  <c:v>8.562857969518074</c:v>
                </c:pt>
                <c:pt idx="277">
                  <c:v>8.562857969518074</c:v>
                </c:pt>
                <c:pt idx="278">
                  <c:v>8.562857969518074</c:v>
                </c:pt>
                <c:pt idx="279">
                  <c:v>8.562857969518074</c:v>
                </c:pt>
                <c:pt idx="280">
                  <c:v>8.562857969518074</c:v>
                </c:pt>
                <c:pt idx="281">
                  <c:v>8.562857969518074</c:v>
                </c:pt>
                <c:pt idx="282">
                  <c:v>8.562857969518074</c:v>
                </c:pt>
                <c:pt idx="283">
                  <c:v>8.562857969518074</c:v>
                </c:pt>
                <c:pt idx="284">
                  <c:v>8.562857969518074</c:v>
                </c:pt>
                <c:pt idx="285">
                  <c:v>8.562857969518074</c:v>
                </c:pt>
                <c:pt idx="286">
                  <c:v>8.562857969518074</c:v>
                </c:pt>
                <c:pt idx="287">
                  <c:v>8.562857969518074</c:v>
                </c:pt>
                <c:pt idx="288">
                  <c:v>8.562857969518074</c:v>
                </c:pt>
                <c:pt idx="289">
                  <c:v>8.562857969518074</c:v>
                </c:pt>
                <c:pt idx="290">
                  <c:v>8.562857969518074</c:v>
                </c:pt>
                <c:pt idx="291">
                  <c:v>8.562857969518074</c:v>
                </c:pt>
                <c:pt idx="292">
                  <c:v>8.562857969518074</c:v>
                </c:pt>
                <c:pt idx="293">
                  <c:v>8.562857969518074</c:v>
                </c:pt>
                <c:pt idx="294">
                  <c:v>8.562857969518074</c:v>
                </c:pt>
                <c:pt idx="295">
                  <c:v>8.562857969518074</c:v>
                </c:pt>
                <c:pt idx="296">
                  <c:v>8.562857969518074</c:v>
                </c:pt>
                <c:pt idx="297">
                  <c:v>8.562857969518074</c:v>
                </c:pt>
              </c:numCache>
            </c:numRef>
          </c:val>
        </c:ser>
        <c:ser>
          <c:idx val="3"/>
          <c:order val="3"/>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Sheet1!$E$2:$E$299</c:f>
              <c:numCache>
                <c:formatCode>General</c:formatCode>
                <c:ptCount val="298"/>
                <c:pt idx="0">
                  <c:v>6.060022514694531</c:v>
                </c:pt>
                <c:pt idx="1">
                  <c:v>6.060022514694531</c:v>
                </c:pt>
                <c:pt idx="2">
                  <c:v>6.060022514694531</c:v>
                </c:pt>
                <c:pt idx="3">
                  <c:v>6.060022514694531</c:v>
                </c:pt>
                <c:pt idx="4">
                  <c:v>6.060022514694531</c:v>
                </c:pt>
                <c:pt idx="5">
                  <c:v>6.060022514694531</c:v>
                </c:pt>
                <c:pt idx="6">
                  <c:v>6.060022514694531</c:v>
                </c:pt>
                <c:pt idx="7">
                  <c:v>6.060022514694531</c:v>
                </c:pt>
                <c:pt idx="8">
                  <c:v>6.060022514694531</c:v>
                </c:pt>
                <c:pt idx="9">
                  <c:v>6.060022514694531</c:v>
                </c:pt>
                <c:pt idx="10">
                  <c:v>6.060022514694531</c:v>
                </c:pt>
                <c:pt idx="11">
                  <c:v>6.060022514694531</c:v>
                </c:pt>
                <c:pt idx="12">
                  <c:v>6.060022514694531</c:v>
                </c:pt>
                <c:pt idx="13">
                  <c:v>6.060022514694531</c:v>
                </c:pt>
                <c:pt idx="14">
                  <c:v>6.060022514694531</c:v>
                </c:pt>
                <c:pt idx="15">
                  <c:v>6.060022514694531</c:v>
                </c:pt>
                <c:pt idx="16">
                  <c:v>6.060022514694531</c:v>
                </c:pt>
                <c:pt idx="17">
                  <c:v>6.060022514694531</c:v>
                </c:pt>
                <c:pt idx="18">
                  <c:v>6.060022514694531</c:v>
                </c:pt>
                <c:pt idx="19">
                  <c:v>6.060022514694531</c:v>
                </c:pt>
                <c:pt idx="20">
                  <c:v>6.060022514694531</c:v>
                </c:pt>
                <c:pt idx="21">
                  <c:v>6.060022514694531</c:v>
                </c:pt>
                <c:pt idx="22">
                  <c:v>6.060022514694531</c:v>
                </c:pt>
                <c:pt idx="23">
                  <c:v>6.060022514694531</c:v>
                </c:pt>
                <c:pt idx="24">
                  <c:v>6.060022514694531</c:v>
                </c:pt>
                <c:pt idx="25">
                  <c:v>6.060022514694531</c:v>
                </c:pt>
                <c:pt idx="26">
                  <c:v>6.060022514694531</c:v>
                </c:pt>
                <c:pt idx="27">
                  <c:v>6.060022514694531</c:v>
                </c:pt>
                <c:pt idx="28">
                  <c:v>6.060022514694531</c:v>
                </c:pt>
                <c:pt idx="29">
                  <c:v>6.060022514694531</c:v>
                </c:pt>
                <c:pt idx="30">
                  <c:v>6.060022514694531</c:v>
                </c:pt>
                <c:pt idx="31">
                  <c:v>6.060022514694531</c:v>
                </c:pt>
                <c:pt idx="32">
                  <c:v>6.060022514694531</c:v>
                </c:pt>
                <c:pt idx="33">
                  <c:v>6.060022514694531</c:v>
                </c:pt>
                <c:pt idx="34">
                  <c:v>6.060022514694531</c:v>
                </c:pt>
                <c:pt idx="35">
                  <c:v>6.060022514694531</c:v>
                </c:pt>
                <c:pt idx="36">
                  <c:v>6.060022514694531</c:v>
                </c:pt>
                <c:pt idx="37">
                  <c:v>6.060022514694531</c:v>
                </c:pt>
                <c:pt idx="38">
                  <c:v>6.060022514694531</c:v>
                </c:pt>
                <c:pt idx="39">
                  <c:v>6.060022514694531</c:v>
                </c:pt>
                <c:pt idx="40">
                  <c:v>6.060022514694531</c:v>
                </c:pt>
                <c:pt idx="41">
                  <c:v>6.060022514694531</c:v>
                </c:pt>
                <c:pt idx="42">
                  <c:v>6.060022514694531</c:v>
                </c:pt>
                <c:pt idx="43">
                  <c:v>6.060022514694531</c:v>
                </c:pt>
                <c:pt idx="44">
                  <c:v>6.060022514694531</c:v>
                </c:pt>
                <c:pt idx="45">
                  <c:v>6.060022514694531</c:v>
                </c:pt>
                <c:pt idx="46">
                  <c:v>6.060022514694531</c:v>
                </c:pt>
                <c:pt idx="47">
                  <c:v>6.060022514694531</c:v>
                </c:pt>
                <c:pt idx="48">
                  <c:v>6.060022514694531</c:v>
                </c:pt>
                <c:pt idx="49">
                  <c:v>6.060022514694531</c:v>
                </c:pt>
                <c:pt idx="50">
                  <c:v>6.060022514694531</c:v>
                </c:pt>
                <c:pt idx="51">
                  <c:v>6.060022514694531</c:v>
                </c:pt>
                <c:pt idx="52">
                  <c:v>6.060022514694531</c:v>
                </c:pt>
                <c:pt idx="53">
                  <c:v>6.060022514694531</c:v>
                </c:pt>
                <c:pt idx="54">
                  <c:v>6.060022514694531</c:v>
                </c:pt>
                <c:pt idx="55">
                  <c:v>6.060022514694531</c:v>
                </c:pt>
                <c:pt idx="56">
                  <c:v>6.060022514694531</c:v>
                </c:pt>
                <c:pt idx="57">
                  <c:v>6.060022514694531</c:v>
                </c:pt>
                <c:pt idx="58">
                  <c:v>6.060022514694531</c:v>
                </c:pt>
                <c:pt idx="59">
                  <c:v>6.060022514694531</c:v>
                </c:pt>
                <c:pt idx="60">
                  <c:v>6.060022514694531</c:v>
                </c:pt>
                <c:pt idx="61">
                  <c:v>6.060022514694531</c:v>
                </c:pt>
                <c:pt idx="62">
                  <c:v>6.060022514694531</c:v>
                </c:pt>
                <c:pt idx="63">
                  <c:v>6.060022514694531</c:v>
                </c:pt>
                <c:pt idx="64">
                  <c:v>6.060022514694531</c:v>
                </c:pt>
                <c:pt idx="65">
                  <c:v>6.060022514694531</c:v>
                </c:pt>
                <c:pt idx="66">
                  <c:v>6.060022514694531</c:v>
                </c:pt>
                <c:pt idx="67">
                  <c:v>6.060022514694531</c:v>
                </c:pt>
                <c:pt idx="68">
                  <c:v>6.060022514694531</c:v>
                </c:pt>
                <c:pt idx="69">
                  <c:v>6.060022514694531</c:v>
                </c:pt>
                <c:pt idx="70">
                  <c:v>6.060022514694531</c:v>
                </c:pt>
                <c:pt idx="71">
                  <c:v>6.060022514694531</c:v>
                </c:pt>
                <c:pt idx="72">
                  <c:v>6.060022514694531</c:v>
                </c:pt>
                <c:pt idx="73">
                  <c:v>6.060022514694531</c:v>
                </c:pt>
                <c:pt idx="74">
                  <c:v>6.060022514694531</c:v>
                </c:pt>
                <c:pt idx="75">
                  <c:v>6.060022514694531</c:v>
                </c:pt>
                <c:pt idx="76">
                  <c:v>6.060022514694531</c:v>
                </c:pt>
                <c:pt idx="77">
                  <c:v>6.060022514694531</c:v>
                </c:pt>
                <c:pt idx="78">
                  <c:v>6.060022514694531</c:v>
                </c:pt>
                <c:pt idx="79">
                  <c:v>6.060022514694531</c:v>
                </c:pt>
                <c:pt idx="80">
                  <c:v>6.060022514694531</c:v>
                </c:pt>
                <c:pt idx="81">
                  <c:v>6.060022514694531</c:v>
                </c:pt>
                <c:pt idx="82">
                  <c:v>6.060022514694531</c:v>
                </c:pt>
                <c:pt idx="83">
                  <c:v>6.060022514694531</c:v>
                </c:pt>
                <c:pt idx="84">
                  <c:v>6.060022514694531</c:v>
                </c:pt>
                <c:pt idx="85">
                  <c:v>6.060022514694531</c:v>
                </c:pt>
                <c:pt idx="86">
                  <c:v>6.060022514694531</c:v>
                </c:pt>
                <c:pt idx="87">
                  <c:v>6.060022514694531</c:v>
                </c:pt>
                <c:pt idx="88">
                  <c:v>6.060022514694531</c:v>
                </c:pt>
                <c:pt idx="89">
                  <c:v>6.060022514694531</c:v>
                </c:pt>
                <c:pt idx="90">
                  <c:v>6.060022514694531</c:v>
                </c:pt>
                <c:pt idx="91">
                  <c:v>6.060022514694531</c:v>
                </c:pt>
                <c:pt idx="92">
                  <c:v>6.060022514694531</c:v>
                </c:pt>
                <c:pt idx="93">
                  <c:v>6.060022514694531</c:v>
                </c:pt>
                <c:pt idx="94">
                  <c:v>6.060022514694531</c:v>
                </c:pt>
                <c:pt idx="95">
                  <c:v>6.060022514694531</c:v>
                </c:pt>
                <c:pt idx="96">
                  <c:v>6.060022514694531</c:v>
                </c:pt>
                <c:pt idx="97">
                  <c:v>6.060022514694531</c:v>
                </c:pt>
                <c:pt idx="98">
                  <c:v>6.060022514694531</c:v>
                </c:pt>
                <c:pt idx="99">
                  <c:v>6.060022514694531</c:v>
                </c:pt>
                <c:pt idx="100">
                  <c:v>6.060022514694531</c:v>
                </c:pt>
                <c:pt idx="101">
                  <c:v>6.060022514694531</c:v>
                </c:pt>
                <c:pt idx="102">
                  <c:v>6.060022514694531</c:v>
                </c:pt>
                <c:pt idx="103">
                  <c:v>6.060022514694531</c:v>
                </c:pt>
                <c:pt idx="104">
                  <c:v>6.060022514694531</c:v>
                </c:pt>
                <c:pt idx="105">
                  <c:v>6.060022514694531</c:v>
                </c:pt>
                <c:pt idx="106">
                  <c:v>6.060022514694531</c:v>
                </c:pt>
                <c:pt idx="107">
                  <c:v>6.060022514694531</c:v>
                </c:pt>
                <c:pt idx="108">
                  <c:v>6.060022514694531</c:v>
                </c:pt>
                <c:pt idx="109">
                  <c:v>6.060022514694531</c:v>
                </c:pt>
                <c:pt idx="110">
                  <c:v>6.060022514694531</c:v>
                </c:pt>
                <c:pt idx="111">
                  <c:v>6.060022514694531</c:v>
                </c:pt>
                <c:pt idx="112">
                  <c:v>6.060022514694531</c:v>
                </c:pt>
                <c:pt idx="113">
                  <c:v>6.060022514694531</c:v>
                </c:pt>
                <c:pt idx="114">
                  <c:v>6.060022514694531</c:v>
                </c:pt>
                <c:pt idx="115">
                  <c:v>6.060022514694531</c:v>
                </c:pt>
                <c:pt idx="116">
                  <c:v>6.060022514694531</c:v>
                </c:pt>
                <c:pt idx="117">
                  <c:v>6.060022514694531</c:v>
                </c:pt>
                <c:pt idx="118">
                  <c:v>6.060022514694531</c:v>
                </c:pt>
                <c:pt idx="119">
                  <c:v>6.060022514694531</c:v>
                </c:pt>
                <c:pt idx="120">
                  <c:v>6.060022514694531</c:v>
                </c:pt>
                <c:pt idx="121">
                  <c:v>6.060022514694531</c:v>
                </c:pt>
                <c:pt idx="122">
                  <c:v>6.060022514694531</c:v>
                </c:pt>
                <c:pt idx="123">
                  <c:v>6.060022514694531</c:v>
                </c:pt>
                <c:pt idx="124">
                  <c:v>6.060022514694531</c:v>
                </c:pt>
                <c:pt idx="125">
                  <c:v>6.060022514694531</c:v>
                </c:pt>
                <c:pt idx="126">
                  <c:v>6.060022514694531</c:v>
                </c:pt>
                <c:pt idx="127">
                  <c:v>6.060022514694531</c:v>
                </c:pt>
                <c:pt idx="128">
                  <c:v>6.060022514694531</c:v>
                </c:pt>
                <c:pt idx="129">
                  <c:v>6.060022514694531</c:v>
                </c:pt>
                <c:pt idx="130">
                  <c:v>6.060022514694531</c:v>
                </c:pt>
                <c:pt idx="131">
                  <c:v>6.060022514694531</c:v>
                </c:pt>
                <c:pt idx="132">
                  <c:v>6.060022514694531</c:v>
                </c:pt>
                <c:pt idx="133">
                  <c:v>6.060022514694531</c:v>
                </c:pt>
                <c:pt idx="134">
                  <c:v>6.060022514694531</c:v>
                </c:pt>
                <c:pt idx="135">
                  <c:v>6.060022514694531</c:v>
                </c:pt>
                <c:pt idx="136">
                  <c:v>6.060022514694531</c:v>
                </c:pt>
                <c:pt idx="137">
                  <c:v>6.060022514694531</c:v>
                </c:pt>
                <c:pt idx="138">
                  <c:v>6.060022514694531</c:v>
                </c:pt>
                <c:pt idx="139">
                  <c:v>6.060022514694531</c:v>
                </c:pt>
                <c:pt idx="140">
                  <c:v>6.060022514694531</c:v>
                </c:pt>
                <c:pt idx="141">
                  <c:v>6.060022514694531</c:v>
                </c:pt>
                <c:pt idx="142">
                  <c:v>6.060022514694531</c:v>
                </c:pt>
                <c:pt idx="143">
                  <c:v>6.060022514694531</c:v>
                </c:pt>
                <c:pt idx="144">
                  <c:v>6.060022514694531</c:v>
                </c:pt>
                <c:pt idx="145">
                  <c:v>6.060022514694531</c:v>
                </c:pt>
                <c:pt idx="146">
                  <c:v>6.060022514694531</c:v>
                </c:pt>
                <c:pt idx="147">
                  <c:v>6.060022514694531</c:v>
                </c:pt>
                <c:pt idx="148">
                  <c:v>6.060022514694531</c:v>
                </c:pt>
                <c:pt idx="149">
                  <c:v>6.060022514694531</c:v>
                </c:pt>
                <c:pt idx="150">
                  <c:v>6.060022514694531</c:v>
                </c:pt>
                <c:pt idx="151">
                  <c:v>6.060022514694531</c:v>
                </c:pt>
                <c:pt idx="152">
                  <c:v>6.060022514694531</c:v>
                </c:pt>
                <c:pt idx="153">
                  <c:v>6.060022514694531</c:v>
                </c:pt>
                <c:pt idx="154">
                  <c:v>6.060022514694531</c:v>
                </c:pt>
                <c:pt idx="155">
                  <c:v>6.060022514694531</c:v>
                </c:pt>
                <c:pt idx="156">
                  <c:v>6.060022514694531</c:v>
                </c:pt>
                <c:pt idx="157">
                  <c:v>6.060022514694531</c:v>
                </c:pt>
                <c:pt idx="158">
                  <c:v>6.060022514694531</c:v>
                </c:pt>
                <c:pt idx="159">
                  <c:v>6.060022514694531</c:v>
                </c:pt>
                <c:pt idx="160">
                  <c:v>6.060022514694531</c:v>
                </c:pt>
                <c:pt idx="161">
                  <c:v>6.060022514694531</c:v>
                </c:pt>
                <c:pt idx="162">
                  <c:v>6.060022514694531</c:v>
                </c:pt>
                <c:pt idx="163">
                  <c:v>6.060022514694531</c:v>
                </c:pt>
                <c:pt idx="164">
                  <c:v>6.060022514694531</c:v>
                </c:pt>
                <c:pt idx="165">
                  <c:v>6.060022514694531</c:v>
                </c:pt>
                <c:pt idx="166">
                  <c:v>6.060022514694531</c:v>
                </c:pt>
                <c:pt idx="167">
                  <c:v>6.060022514694531</c:v>
                </c:pt>
                <c:pt idx="168">
                  <c:v>6.060022514694531</c:v>
                </c:pt>
                <c:pt idx="169">
                  <c:v>6.060022514694531</c:v>
                </c:pt>
                <c:pt idx="170">
                  <c:v>6.060022514694531</c:v>
                </c:pt>
                <c:pt idx="171">
                  <c:v>6.060022514694531</c:v>
                </c:pt>
                <c:pt idx="172">
                  <c:v>6.060022514694531</c:v>
                </c:pt>
                <c:pt idx="173">
                  <c:v>6.060022514694531</c:v>
                </c:pt>
                <c:pt idx="174">
                  <c:v>6.060022514694531</c:v>
                </c:pt>
                <c:pt idx="175">
                  <c:v>6.060022514694531</c:v>
                </c:pt>
                <c:pt idx="176">
                  <c:v>6.060022514694531</c:v>
                </c:pt>
                <c:pt idx="177">
                  <c:v>6.060022514694531</c:v>
                </c:pt>
                <c:pt idx="178">
                  <c:v>6.060022514694531</c:v>
                </c:pt>
                <c:pt idx="179">
                  <c:v>6.060022514694531</c:v>
                </c:pt>
                <c:pt idx="180">
                  <c:v>6.060022514694531</c:v>
                </c:pt>
                <c:pt idx="181">
                  <c:v>6.060022514694531</c:v>
                </c:pt>
                <c:pt idx="182">
                  <c:v>6.060022514694531</c:v>
                </c:pt>
                <c:pt idx="183">
                  <c:v>6.060022514694531</c:v>
                </c:pt>
                <c:pt idx="184">
                  <c:v>6.060022514694531</c:v>
                </c:pt>
                <c:pt idx="185">
                  <c:v>6.060022514694531</c:v>
                </c:pt>
                <c:pt idx="186">
                  <c:v>6.060022514694531</c:v>
                </c:pt>
                <c:pt idx="187">
                  <c:v>6.060022514694531</c:v>
                </c:pt>
                <c:pt idx="188">
                  <c:v>6.060022514694531</c:v>
                </c:pt>
                <c:pt idx="189">
                  <c:v>6.060022514694531</c:v>
                </c:pt>
                <c:pt idx="190">
                  <c:v>6.060022514694531</c:v>
                </c:pt>
                <c:pt idx="191">
                  <c:v>6.060022514694531</c:v>
                </c:pt>
                <c:pt idx="192">
                  <c:v>6.060022514694531</c:v>
                </c:pt>
                <c:pt idx="193">
                  <c:v>6.060022514694531</c:v>
                </c:pt>
                <c:pt idx="194">
                  <c:v>6.060022514694531</c:v>
                </c:pt>
                <c:pt idx="195">
                  <c:v>6.060022514694531</c:v>
                </c:pt>
                <c:pt idx="196">
                  <c:v>6.060022514694531</c:v>
                </c:pt>
                <c:pt idx="197">
                  <c:v>6.060022514694531</c:v>
                </c:pt>
                <c:pt idx="198">
                  <c:v>6.060022514694531</c:v>
                </c:pt>
                <c:pt idx="199">
                  <c:v>6.060022514694531</c:v>
                </c:pt>
                <c:pt idx="200">
                  <c:v>6.060022514694531</c:v>
                </c:pt>
                <c:pt idx="201">
                  <c:v>6.060022514694531</c:v>
                </c:pt>
                <c:pt idx="202">
                  <c:v>6.060022514694531</c:v>
                </c:pt>
                <c:pt idx="203">
                  <c:v>6.060022514694531</c:v>
                </c:pt>
                <c:pt idx="204">
                  <c:v>6.060022514694531</c:v>
                </c:pt>
                <c:pt idx="205">
                  <c:v>6.060022514694531</c:v>
                </c:pt>
                <c:pt idx="206">
                  <c:v>6.060022514694531</c:v>
                </c:pt>
                <c:pt idx="207">
                  <c:v>6.060022514694531</c:v>
                </c:pt>
                <c:pt idx="208">
                  <c:v>6.060022514694531</c:v>
                </c:pt>
                <c:pt idx="209">
                  <c:v>6.060022514694531</c:v>
                </c:pt>
                <c:pt idx="210">
                  <c:v>6.060022514694531</c:v>
                </c:pt>
                <c:pt idx="211">
                  <c:v>6.060022514694531</c:v>
                </c:pt>
                <c:pt idx="212">
                  <c:v>6.060022514694531</c:v>
                </c:pt>
                <c:pt idx="213">
                  <c:v>6.060022514694531</c:v>
                </c:pt>
                <c:pt idx="214">
                  <c:v>6.060022514694531</c:v>
                </c:pt>
                <c:pt idx="215">
                  <c:v>6.060022514694531</c:v>
                </c:pt>
                <c:pt idx="216">
                  <c:v>6.060022514694531</c:v>
                </c:pt>
                <c:pt idx="217">
                  <c:v>6.060022514694531</c:v>
                </c:pt>
                <c:pt idx="218">
                  <c:v>6.060022514694531</c:v>
                </c:pt>
                <c:pt idx="219">
                  <c:v>6.060022514694531</c:v>
                </c:pt>
                <c:pt idx="220">
                  <c:v>6.060022514694531</c:v>
                </c:pt>
                <c:pt idx="221">
                  <c:v>6.060022514694531</c:v>
                </c:pt>
                <c:pt idx="222">
                  <c:v>6.060022514694531</c:v>
                </c:pt>
                <c:pt idx="223">
                  <c:v>6.060022514694531</c:v>
                </c:pt>
                <c:pt idx="224">
                  <c:v>6.060022514694531</c:v>
                </c:pt>
                <c:pt idx="225">
                  <c:v>6.060022514694531</c:v>
                </c:pt>
                <c:pt idx="226">
                  <c:v>6.060022514694531</c:v>
                </c:pt>
                <c:pt idx="227">
                  <c:v>6.060022514694531</c:v>
                </c:pt>
                <c:pt idx="228">
                  <c:v>6.060022514694531</c:v>
                </c:pt>
                <c:pt idx="229">
                  <c:v>6.060022514694531</c:v>
                </c:pt>
                <c:pt idx="230">
                  <c:v>6.060022514694531</c:v>
                </c:pt>
                <c:pt idx="231">
                  <c:v>6.060022514694531</c:v>
                </c:pt>
                <c:pt idx="232">
                  <c:v>6.060022514694531</c:v>
                </c:pt>
                <c:pt idx="233">
                  <c:v>6.060022514694531</c:v>
                </c:pt>
                <c:pt idx="234">
                  <c:v>6.060022514694531</c:v>
                </c:pt>
                <c:pt idx="235">
                  <c:v>6.060022514694531</c:v>
                </c:pt>
                <c:pt idx="236">
                  <c:v>6.060022514694531</c:v>
                </c:pt>
                <c:pt idx="237">
                  <c:v>6.060022514694531</c:v>
                </c:pt>
                <c:pt idx="238">
                  <c:v>6.060022514694531</c:v>
                </c:pt>
                <c:pt idx="239">
                  <c:v>6.060022514694531</c:v>
                </c:pt>
                <c:pt idx="240">
                  <c:v>6.060022514694531</c:v>
                </c:pt>
                <c:pt idx="241">
                  <c:v>6.060022514694531</c:v>
                </c:pt>
                <c:pt idx="242">
                  <c:v>6.060022514694531</c:v>
                </c:pt>
                <c:pt idx="243">
                  <c:v>6.060022514694531</c:v>
                </c:pt>
                <c:pt idx="244">
                  <c:v>6.060022514694531</c:v>
                </c:pt>
                <c:pt idx="245">
                  <c:v>6.060022514694531</c:v>
                </c:pt>
                <c:pt idx="246">
                  <c:v>6.060022514694531</c:v>
                </c:pt>
                <c:pt idx="247">
                  <c:v>6.060022514694531</c:v>
                </c:pt>
                <c:pt idx="248">
                  <c:v>6.060022514694531</c:v>
                </c:pt>
                <c:pt idx="249">
                  <c:v>6.060022514694531</c:v>
                </c:pt>
                <c:pt idx="250">
                  <c:v>6.060022514694531</c:v>
                </c:pt>
                <c:pt idx="251">
                  <c:v>6.060022514694531</c:v>
                </c:pt>
                <c:pt idx="252">
                  <c:v>6.060022514694531</c:v>
                </c:pt>
                <c:pt idx="253">
                  <c:v>6.060022514694531</c:v>
                </c:pt>
                <c:pt idx="254">
                  <c:v>6.060022514694531</c:v>
                </c:pt>
                <c:pt idx="255">
                  <c:v>6.060022514694531</c:v>
                </c:pt>
                <c:pt idx="256">
                  <c:v>6.060022514694531</c:v>
                </c:pt>
                <c:pt idx="257">
                  <c:v>6.060022514694531</c:v>
                </c:pt>
                <c:pt idx="258">
                  <c:v>6.060022514694531</c:v>
                </c:pt>
                <c:pt idx="259">
                  <c:v>6.060022514694531</c:v>
                </c:pt>
                <c:pt idx="260">
                  <c:v>6.060022514694531</c:v>
                </c:pt>
                <c:pt idx="261">
                  <c:v>6.060022514694531</c:v>
                </c:pt>
                <c:pt idx="262">
                  <c:v>6.060022514694531</c:v>
                </c:pt>
                <c:pt idx="263">
                  <c:v>6.060022514694531</c:v>
                </c:pt>
                <c:pt idx="264">
                  <c:v>6.060022514694531</c:v>
                </c:pt>
                <c:pt idx="265">
                  <c:v>6.060022514694531</c:v>
                </c:pt>
                <c:pt idx="266">
                  <c:v>6.060022514694531</c:v>
                </c:pt>
                <c:pt idx="267">
                  <c:v>6.060022514694531</c:v>
                </c:pt>
                <c:pt idx="268">
                  <c:v>6.060022514694531</c:v>
                </c:pt>
                <c:pt idx="269">
                  <c:v>6.060022514694531</c:v>
                </c:pt>
                <c:pt idx="270">
                  <c:v>6.060022514694531</c:v>
                </c:pt>
                <c:pt idx="271">
                  <c:v>6.060022514694531</c:v>
                </c:pt>
                <c:pt idx="272">
                  <c:v>6.060022514694531</c:v>
                </c:pt>
                <c:pt idx="273">
                  <c:v>6.060022514694531</c:v>
                </c:pt>
                <c:pt idx="274">
                  <c:v>6.060022514694531</c:v>
                </c:pt>
                <c:pt idx="275">
                  <c:v>6.060022514694531</c:v>
                </c:pt>
                <c:pt idx="276">
                  <c:v>6.060022514694531</c:v>
                </c:pt>
                <c:pt idx="277">
                  <c:v>6.060022514694531</c:v>
                </c:pt>
                <c:pt idx="278">
                  <c:v>6.060022514694531</c:v>
                </c:pt>
                <c:pt idx="279">
                  <c:v>6.060022514694531</c:v>
                </c:pt>
                <c:pt idx="280">
                  <c:v>6.060022514694531</c:v>
                </c:pt>
                <c:pt idx="281">
                  <c:v>6.060022514694531</c:v>
                </c:pt>
                <c:pt idx="282">
                  <c:v>6.060022514694531</c:v>
                </c:pt>
                <c:pt idx="283">
                  <c:v>6.060022514694531</c:v>
                </c:pt>
                <c:pt idx="284">
                  <c:v>6.060022514694531</c:v>
                </c:pt>
                <c:pt idx="285">
                  <c:v>6.060022514694531</c:v>
                </c:pt>
                <c:pt idx="286">
                  <c:v>6.060022514694531</c:v>
                </c:pt>
                <c:pt idx="287">
                  <c:v>6.060022514694531</c:v>
                </c:pt>
                <c:pt idx="288">
                  <c:v>6.060022514694531</c:v>
                </c:pt>
                <c:pt idx="289">
                  <c:v>6.060022514694531</c:v>
                </c:pt>
                <c:pt idx="290">
                  <c:v>6.060022514694531</c:v>
                </c:pt>
                <c:pt idx="291">
                  <c:v>6.060022514694531</c:v>
                </c:pt>
                <c:pt idx="292">
                  <c:v>6.060022514694531</c:v>
                </c:pt>
                <c:pt idx="293">
                  <c:v>6.060022514694531</c:v>
                </c:pt>
                <c:pt idx="294">
                  <c:v>6.060022514694531</c:v>
                </c:pt>
                <c:pt idx="295">
                  <c:v>6.060022514694531</c:v>
                </c:pt>
                <c:pt idx="296">
                  <c:v>6.060022514694531</c:v>
                </c:pt>
                <c:pt idx="297">
                  <c:v>6.060022514694531</c:v>
                </c:pt>
              </c:numCache>
            </c:numRef>
          </c:val>
        </c:ser>
        <c:marker val="1"/>
        <c:axId val="50010001"/>
        <c:axId val="50010002"/>
      </c:lineChart>
      <c:dateAx>
        <c:axId val="50010001"/>
        <c:scaling>
          <c:orientation val="minMax"/>
        </c:scaling>
        <c:delete val="0"/>
        <c:axPos val="b"/>
        <c:numFmt formatCode="yy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years"/>
      </c:dateAx>
      <c:valAx>
        <c:axId val="50010002"/>
        <c:scaling>
          <c:orientation val="minMax"/>
          <c:min val="0.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egendEntry>
        <c:idx val="3"/>
        <c:delete val="1"/>
      </c:legendEntry>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Low USD Exposure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98.82000230251643</c:v>
                </c:pt>
                <c:pt idx="4">
                  <c:v>97.35042508640744</c:v>
                </c:pt>
                <c:pt idx="5">
                  <c:v>99.27765692420402</c:v>
                </c:pt>
                <c:pt idx="6">
                  <c:v>97.16225201983579</c:v>
                </c:pt>
                <c:pt idx="7">
                  <c:v>98.25272158647674</c:v>
                </c:pt>
                <c:pt idx="8">
                  <c:v>99.54788740155152</c:v>
                </c:pt>
                <c:pt idx="9">
                  <c:v>99.28251886188623</c:v>
                </c:pt>
                <c:pt idx="10">
                  <c:v>97.59201147530518</c:v>
                </c:pt>
                <c:pt idx="11">
                  <c:v>98.37068185331752</c:v>
                </c:pt>
                <c:pt idx="12">
                  <c:v>97.98829172570663</c:v>
                </c:pt>
                <c:pt idx="13">
                  <c:v>97.08152553038445</c:v>
                </c:pt>
                <c:pt idx="14">
                  <c:v>97.11453370802991</c:v>
                </c:pt>
                <c:pt idx="15">
                  <c:v>98.53429953809325</c:v>
                </c:pt>
                <c:pt idx="16">
                  <c:v>102.6330786002174</c:v>
                </c:pt>
                <c:pt idx="17">
                  <c:v>105.7691240765463</c:v>
                </c:pt>
                <c:pt idx="18">
                  <c:v>107.7353323360833</c:v>
                </c:pt>
                <c:pt idx="19">
                  <c:v>107.902105886496</c:v>
                </c:pt>
                <c:pt idx="20">
                  <c:v>110.0342758859756</c:v>
                </c:pt>
                <c:pt idx="21">
                  <c:v>111.9829521779766</c:v>
                </c:pt>
                <c:pt idx="22">
                  <c:v>109.5247221289096</c:v>
                </c:pt>
                <c:pt idx="23">
                  <c:v>109.4528191162941</c:v>
                </c:pt>
                <c:pt idx="24">
                  <c:v>111.6731951911978</c:v>
                </c:pt>
                <c:pt idx="25">
                  <c:v>113.7374581151424</c:v>
                </c:pt>
                <c:pt idx="26">
                  <c:v>111.0177238954007</c:v>
                </c:pt>
                <c:pt idx="27">
                  <c:v>112.1121999392577</c:v>
                </c:pt>
                <c:pt idx="28">
                  <c:v>113.0090424996608</c:v>
                </c:pt>
                <c:pt idx="29">
                  <c:v>113.8062793449495</c:v>
                </c:pt>
                <c:pt idx="30">
                  <c:v>113.0148772598253</c:v>
                </c:pt>
                <c:pt idx="31">
                  <c:v>114.628494931787</c:v>
                </c:pt>
                <c:pt idx="32">
                  <c:v>113.2036272010641</c:v>
                </c:pt>
                <c:pt idx="33">
                  <c:v>112.9939616364387</c:v>
                </c:pt>
                <c:pt idx="34">
                  <c:v>112.9939616364387</c:v>
                </c:pt>
                <c:pt idx="35">
                  <c:v>112.9939616364387</c:v>
                </c:pt>
                <c:pt idx="36">
                  <c:v>114.0900510472931</c:v>
                </c:pt>
                <c:pt idx="37">
                  <c:v>116.0276776333296</c:v>
                </c:pt>
                <c:pt idx="38">
                  <c:v>116.8726089045143</c:v>
                </c:pt>
                <c:pt idx="39">
                  <c:v>116.0227791988942</c:v>
                </c:pt>
                <c:pt idx="40">
                  <c:v>116.6263759890913</c:v>
                </c:pt>
                <c:pt idx="41">
                  <c:v>116.4941980800363</c:v>
                </c:pt>
                <c:pt idx="42">
                  <c:v>116.7017249119582</c:v>
                </c:pt>
                <c:pt idx="43">
                  <c:v>114.2923230471127</c:v>
                </c:pt>
                <c:pt idx="44">
                  <c:v>113.7232093245479</c:v>
                </c:pt>
                <c:pt idx="45">
                  <c:v>109.658149755744</c:v>
                </c:pt>
                <c:pt idx="46">
                  <c:v>111.8926187726817</c:v>
                </c:pt>
                <c:pt idx="47">
                  <c:v>108.5806640275167</c:v>
                </c:pt>
                <c:pt idx="48">
                  <c:v>107.7048256950096</c:v>
                </c:pt>
                <c:pt idx="49">
                  <c:v>107.46868881975</c:v>
                </c:pt>
                <c:pt idx="50">
                  <c:v>109.9958033306023</c:v>
                </c:pt>
                <c:pt idx="51">
                  <c:v>109.8243117205929</c:v>
                </c:pt>
                <c:pt idx="52">
                  <c:v>105.5185904722049</c:v>
                </c:pt>
                <c:pt idx="53">
                  <c:v>104.1359939354625</c:v>
                </c:pt>
                <c:pt idx="54">
                  <c:v>106.2633982973211</c:v>
                </c:pt>
                <c:pt idx="55">
                  <c:v>106.8389383958731</c:v>
                </c:pt>
                <c:pt idx="56">
                  <c:v>107.0392829311449</c:v>
                </c:pt>
                <c:pt idx="57">
                  <c:v>107.6025791602246</c:v>
                </c:pt>
                <c:pt idx="58">
                  <c:v>104.4516459136603</c:v>
                </c:pt>
                <c:pt idx="59">
                  <c:v>109.694643065607</c:v>
                </c:pt>
                <c:pt idx="60">
                  <c:v>109.5084656657604</c:v>
                </c:pt>
                <c:pt idx="61">
                  <c:v>111.9603416854734</c:v>
                </c:pt>
                <c:pt idx="62">
                  <c:v>109.516102910008</c:v>
                </c:pt>
                <c:pt idx="63">
                  <c:v>107.4460211735649</c:v>
                </c:pt>
                <c:pt idx="64">
                  <c:v>106.9941040692003</c:v>
                </c:pt>
                <c:pt idx="65">
                  <c:v>111.1149002920062</c:v>
                </c:pt>
                <c:pt idx="66">
                  <c:v>112.8649528691983</c:v>
                </c:pt>
                <c:pt idx="67">
                  <c:v>112.1552392056624</c:v>
                </c:pt>
                <c:pt idx="68">
                  <c:v>112.1552392056624</c:v>
                </c:pt>
                <c:pt idx="69">
                  <c:v>111.3305114572845</c:v>
                </c:pt>
                <c:pt idx="70">
                  <c:v>110.7311347764727</c:v>
                </c:pt>
                <c:pt idx="71">
                  <c:v>114.9000781720388</c:v>
                </c:pt>
                <c:pt idx="72">
                  <c:v>117.8276051485462</c:v>
                </c:pt>
                <c:pt idx="73">
                  <c:v>118.2896008965357</c:v>
                </c:pt>
                <c:pt idx="74">
                  <c:v>118.0350490599631</c:v>
                </c:pt>
                <c:pt idx="75">
                  <c:v>118.8836341986332</c:v>
                </c:pt>
                <c:pt idx="76">
                  <c:v>117.8114704696213</c:v>
                </c:pt>
                <c:pt idx="77">
                  <c:v>116.1864920582408</c:v>
                </c:pt>
                <c:pt idx="78">
                  <c:v>117.7121775675536</c:v>
                </c:pt>
                <c:pt idx="79">
                  <c:v>117.0554293505725</c:v>
                </c:pt>
                <c:pt idx="80">
                  <c:v>117.0554293505725</c:v>
                </c:pt>
                <c:pt idx="81">
                  <c:v>114.3299516875261</c:v>
                </c:pt>
                <c:pt idx="82">
                  <c:v>112.1035681443886</c:v>
                </c:pt>
                <c:pt idx="83">
                  <c:v>111.7840145185412</c:v>
                </c:pt>
                <c:pt idx="84">
                  <c:v>109.0941806462304</c:v>
                </c:pt>
                <c:pt idx="85">
                  <c:v>108.312447231894</c:v>
                </c:pt>
                <c:pt idx="86">
                  <c:v>105.1773399554833</c:v>
                </c:pt>
                <c:pt idx="87">
                  <c:v>107.0459548040976</c:v>
                </c:pt>
                <c:pt idx="88">
                  <c:v>107.0459548040976</c:v>
                </c:pt>
                <c:pt idx="89">
                  <c:v>105.5228163994816</c:v>
                </c:pt>
                <c:pt idx="90">
                  <c:v>107.0474369661059</c:v>
                </c:pt>
                <c:pt idx="91">
                  <c:v>110.1291194300772</c:v>
                </c:pt>
                <c:pt idx="92">
                  <c:v>107.5933184252</c:v>
                </c:pt>
                <c:pt idx="93">
                  <c:v>107.6892749312251</c:v>
                </c:pt>
                <c:pt idx="94">
                  <c:v>103.6477826339279</c:v>
                </c:pt>
                <c:pt idx="95">
                  <c:v>102.9895687824278</c:v>
                </c:pt>
                <c:pt idx="96">
                  <c:v>99.56569518620724</c:v>
                </c:pt>
                <c:pt idx="97">
                  <c:v>101.6815424234342</c:v>
                </c:pt>
                <c:pt idx="98">
                  <c:v>101.1625357683714</c:v>
                </c:pt>
                <c:pt idx="99">
                  <c:v>101.7871367233222</c:v>
                </c:pt>
                <c:pt idx="100">
                  <c:v>100.0130661876015</c:v>
                </c:pt>
                <c:pt idx="101">
                  <c:v>103.7009652285158</c:v>
                </c:pt>
                <c:pt idx="102">
                  <c:v>102.9318242747485</c:v>
                </c:pt>
                <c:pt idx="103">
                  <c:v>101.8908535302487</c:v>
                </c:pt>
                <c:pt idx="104">
                  <c:v>104.8293268700309</c:v>
                </c:pt>
                <c:pt idx="105">
                  <c:v>103.606526786714</c:v>
                </c:pt>
                <c:pt idx="106">
                  <c:v>102.2506439903247</c:v>
                </c:pt>
                <c:pt idx="107">
                  <c:v>102.8716015952828</c:v>
                </c:pt>
                <c:pt idx="108">
                  <c:v>102.6219799907657</c:v>
                </c:pt>
                <c:pt idx="109">
                  <c:v>101.8784287024551</c:v>
                </c:pt>
                <c:pt idx="110">
                  <c:v>102.9161751447282</c:v>
                </c:pt>
                <c:pt idx="111">
                  <c:v>101.5157401371087</c:v>
                </c:pt>
                <c:pt idx="112">
                  <c:v>101.5157401371087</c:v>
                </c:pt>
                <c:pt idx="113">
                  <c:v>100.647013393205</c:v>
                </c:pt>
                <c:pt idx="114">
                  <c:v>100.6826489381481</c:v>
                </c:pt>
                <c:pt idx="115">
                  <c:v>101.7026571306085</c:v>
                </c:pt>
                <c:pt idx="116">
                  <c:v>100.2614285078462</c:v>
                </c:pt>
                <c:pt idx="117">
                  <c:v>102.8581491722393</c:v>
                </c:pt>
                <c:pt idx="118">
                  <c:v>102.382941480767</c:v>
                </c:pt>
                <c:pt idx="119">
                  <c:v>101.9575913341293</c:v>
                </c:pt>
                <c:pt idx="120">
                  <c:v>100.8792720975475</c:v>
                </c:pt>
                <c:pt idx="121">
                  <c:v>98.98896248384128</c:v>
                </c:pt>
                <c:pt idx="122">
                  <c:v>99.08139159771142</c:v>
                </c:pt>
                <c:pt idx="123">
                  <c:v>99.64301261495352</c:v>
                </c:pt>
                <c:pt idx="124">
                  <c:v>100.9065714212968</c:v>
                </c:pt>
                <c:pt idx="125">
                  <c:v>101.5401242834351</c:v>
                </c:pt>
                <c:pt idx="126">
                  <c:v>103.3535522511374</c:v>
                </c:pt>
                <c:pt idx="127">
                  <c:v>104.6350052928057</c:v>
                </c:pt>
                <c:pt idx="128">
                  <c:v>106.2628450163192</c:v>
                </c:pt>
                <c:pt idx="129">
                  <c:v>106.5096240440764</c:v>
                </c:pt>
                <c:pt idx="130">
                  <c:v>105.4521345708879</c:v>
                </c:pt>
                <c:pt idx="131">
                  <c:v>105.6084364469393</c:v>
                </c:pt>
                <c:pt idx="132">
                  <c:v>106.4768464440541</c:v>
                </c:pt>
                <c:pt idx="133">
                  <c:v>107.1657585595011</c:v>
                </c:pt>
                <c:pt idx="134">
                  <c:v>104.9246017290416</c:v>
                </c:pt>
                <c:pt idx="135">
                  <c:v>103.5361937567192</c:v>
                </c:pt>
                <c:pt idx="136">
                  <c:v>102.273593608773</c:v>
                </c:pt>
                <c:pt idx="137">
                  <c:v>104.9467735897831</c:v>
                </c:pt>
                <c:pt idx="138">
                  <c:v>108.6126393745456</c:v>
                </c:pt>
                <c:pt idx="139">
                  <c:v>106.1493627827539</c:v>
                </c:pt>
                <c:pt idx="140">
                  <c:v>107.2378078831806</c:v>
                </c:pt>
                <c:pt idx="141">
                  <c:v>106.1066969251812</c:v>
                </c:pt>
                <c:pt idx="142">
                  <c:v>103.7906878223013</c:v>
                </c:pt>
                <c:pt idx="143">
                  <c:v>102.8138803501761</c:v>
                </c:pt>
                <c:pt idx="144">
                  <c:v>102.1544065327695</c:v>
                </c:pt>
                <c:pt idx="145">
                  <c:v>100.5883798691568</c:v>
                </c:pt>
                <c:pt idx="146">
                  <c:v>102.4980976069804</c:v>
                </c:pt>
                <c:pt idx="147">
                  <c:v>100.8887498579204</c:v>
                </c:pt>
                <c:pt idx="148">
                  <c:v>99.53149621548278</c:v>
                </c:pt>
                <c:pt idx="149">
                  <c:v>101.7288851146565</c:v>
                </c:pt>
                <c:pt idx="150">
                  <c:v>102.7066339018674</c:v>
                </c:pt>
                <c:pt idx="151">
                  <c:v>99.55118401133892</c:v>
                </c:pt>
                <c:pt idx="152">
                  <c:v>102.3757177953424</c:v>
                </c:pt>
                <c:pt idx="153">
                  <c:v>102.3623166376583</c:v>
                </c:pt>
                <c:pt idx="154">
                  <c:v>103.1661437151852</c:v>
                </c:pt>
                <c:pt idx="155">
                  <c:v>103.1485520403018</c:v>
                </c:pt>
                <c:pt idx="156">
                  <c:v>102.6966840902335</c:v>
                </c:pt>
                <c:pt idx="157">
                  <c:v>102.0852857604459</c:v>
                </c:pt>
                <c:pt idx="158">
                  <c:v>99.91591818551017</c:v>
                </c:pt>
                <c:pt idx="159">
                  <c:v>98.53473995323844</c:v>
                </c:pt>
                <c:pt idx="160">
                  <c:v>95.68926187648808</c:v>
                </c:pt>
                <c:pt idx="161">
                  <c:v>94.75712700495154</c:v>
                </c:pt>
                <c:pt idx="162">
                  <c:v>94.79833175527985</c:v>
                </c:pt>
                <c:pt idx="163">
                  <c:v>93.57289279615705</c:v>
                </c:pt>
                <c:pt idx="164">
                  <c:v>92.72430614611265</c:v>
                </c:pt>
                <c:pt idx="165">
                  <c:v>90.99008458078917</c:v>
                </c:pt>
                <c:pt idx="166">
                  <c:v>92.45085048058685</c:v>
                </c:pt>
                <c:pt idx="167">
                  <c:v>92.08593591817525</c:v>
                </c:pt>
                <c:pt idx="168">
                  <c:v>94.87145933251122</c:v>
                </c:pt>
                <c:pt idx="169">
                  <c:v>95.06485761967494</c:v>
                </c:pt>
                <c:pt idx="170">
                  <c:v>98.50078469260788</c:v>
                </c:pt>
                <c:pt idx="171">
                  <c:v>97.21199828764703</c:v>
                </c:pt>
                <c:pt idx="172">
                  <c:v>97.1652488420102</c:v>
                </c:pt>
                <c:pt idx="173">
                  <c:v>97.13580049486079</c:v>
                </c:pt>
                <c:pt idx="174">
                  <c:v>98.81499276627923</c:v>
                </c:pt>
                <c:pt idx="175">
                  <c:v>100.7278443949318</c:v>
                </c:pt>
                <c:pt idx="176">
                  <c:v>104.560220696903</c:v>
                </c:pt>
                <c:pt idx="177">
                  <c:v>105.101865758339</c:v>
                </c:pt>
                <c:pt idx="178">
                  <c:v>104.9272050667651</c:v>
                </c:pt>
                <c:pt idx="179">
                  <c:v>104.9272050667651</c:v>
                </c:pt>
                <c:pt idx="180">
                  <c:v>106.2242153589942</c:v>
                </c:pt>
                <c:pt idx="181">
                  <c:v>104.5616444891167</c:v>
                </c:pt>
                <c:pt idx="182">
                  <c:v>106.9281508043256</c:v>
                </c:pt>
                <c:pt idx="183">
                  <c:v>105.8858611862041</c:v>
                </c:pt>
                <c:pt idx="184">
                  <c:v>105.1910149484732</c:v>
                </c:pt>
                <c:pt idx="185">
                  <c:v>105.3808546312554</c:v>
                </c:pt>
              </c:numCache>
            </c:numRef>
          </c:val>
        </c:ser>
        <c:ser>
          <c:idx val="1"/>
          <c:order val="1"/>
          <c:tx>
            <c:v>Ibovespa</c:v>
          </c:tx>
          <c:spPr>
            <a:ln w="19050">
              <a:solidFill>
                <a:srgbClr val="8EB3DF"/>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99.63588601844639</c:v>
                </c:pt>
                <c:pt idx="4">
                  <c:v>100.4619942843266</c:v>
                </c:pt>
                <c:pt idx="5">
                  <c:v>101.5754874604788</c:v>
                </c:pt>
                <c:pt idx="6">
                  <c:v>100.5274588353156</c:v>
                </c:pt>
                <c:pt idx="7">
                  <c:v>101.1240377601615</c:v>
                </c:pt>
                <c:pt idx="8">
                  <c:v>101.3932877237148</c:v>
                </c:pt>
                <c:pt idx="9">
                  <c:v>101.2567729091949</c:v>
                </c:pt>
                <c:pt idx="10">
                  <c:v>100.5260996452638</c:v>
                </c:pt>
                <c:pt idx="11">
                  <c:v>102.4953301891564</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112.560734538577</c:v>
                </c:pt>
                <c:pt idx="24">
                  <c:v>113.4479318806219</c:v>
                </c:pt>
                <c:pt idx="25">
                  <c:v>115.2359991477444</c:v>
                </c:pt>
                <c:pt idx="26">
                  <c:v>112.7744376940764</c:v>
                </c:pt>
                <c:pt idx="27">
                  <c:v>113.0344960573248</c:v>
                </c:pt>
                <c:pt idx="28">
                  <c:v>113.5449867392081</c:v>
                </c:pt>
                <c:pt idx="29">
                  <c:v>115.5877252601499</c:v>
                </c:pt>
                <c:pt idx="30">
                  <c:v>115.3941989396207</c:v>
                </c:pt>
                <c:pt idx="31">
                  <c:v>117.7338615265864</c:v>
                </c:pt>
                <c:pt idx="32">
                  <c:v>116.5343607899861</c:v>
                </c:pt>
                <c:pt idx="33">
                  <c:v>115.7262198994485</c:v>
                </c:pt>
                <c:pt idx="34">
                  <c:v>115.7262198994485</c:v>
                </c:pt>
                <c:pt idx="35">
                  <c:v>115.7262198994485</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c:v>
                </c:pt>
                <c:pt idx="58">
                  <c:v>109.3678791862511</c:v>
                </c:pt>
                <c:pt idx="59">
                  <c:v>112.9132736824747</c:v>
                </c:pt>
                <c:pt idx="60">
                  <c:v>113.271510253165</c:v>
                </c:pt>
                <c:pt idx="61">
                  <c:v>115.0807473708206</c:v>
                </c:pt>
                <c:pt idx="62">
                  <c:v>113.4102407336598</c:v>
                </c:pt>
                <c:pt idx="63">
                  <c:v>112.680430151999</c:v>
                </c:pt>
                <c:pt idx="64">
                  <c:v>113.2746506648829</c:v>
                </c:pt>
                <c:pt idx="65">
                  <c:v>116.3453278648794</c:v>
                </c:pt>
                <c:pt idx="66">
                  <c:v>116.650102960198</c:v>
                </c:pt>
                <c:pt idx="67">
                  <c:v>116.711614067977</c:v>
                </c:pt>
                <c:pt idx="68">
                  <c:v>116.711614067977</c:v>
                </c:pt>
                <c:pt idx="69">
                  <c:v>116.7798528561951</c:v>
                </c:pt>
                <c:pt idx="70">
                  <c:v>116.8400171866168</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121.7263674863866</c:v>
                </c:pt>
                <c:pt idx="80">
                  <c:v>121.7263674863866</c:v>
                </c:pt>
                <c:pt idx="81">
                  <c:v>119.7135870037102</c:v>
                </c:pt>
                <c:pt idx="82">
                  <c:v>118.7760996297479</c:v>
                </c:pt>
                <c:pt idx="83">
                  <c:v>118.3829833874082</c:v>
                </c:pt>
                <c:pt idx="84">
                  <c:v>117.6591805499035</c:v>
                </c:pt>
                <c:pt idx="85">
                  <c:v>117.0633091486462</c:v>
                </c:pt>
                <c:pt idx="86">
                  <c:v>114.6625264537795</c:v>
                </c:pt>
                <c:pt idx="87">
                  <c:v>116.2558323372663</c:v>
                </c:pt>
                <c:pt idx="88">
                  <c:v>116.2558323372663</c:v>
                </c:pt>
                <c:pt idx="89">
                  <c:v>115.1898797811915</c:v>
                </c:pt>
                <c:pt idx="90">
                  <c:v>115.9059060655687</c:v>
                </c:pt>
                <c:pt idx="91">
                  <c:v>116.4874656300246</c:v>
                </c:pt>
                <c:pt idx="92">
                  <c:v>113.7116147506752</c:v>
                </c:pt>
                <c:pt idx="93">
                  <c:v>114.2639982766215</c:v>
                </c:pt>
                <c:pt idx="94">
                  <c:v>112.8989618456733</c:v>
                </c:pt>
                <c:pt idx="95">
                  <c:v>111.9267127206597</c:v>
                </c:pt>
                <c:pt idx="96">
                  <c:v>109.9133488413401</c:v>
                </c:pt>
                <c:pt idx="97">
                  <c:v>110.7000468020648</c:v>
                </c:pt>
                <c:pt idx="98">
                  <c:v>110.0285014085615</c:v>
                </c:pt>
                <c:pt idx="99">
                  <c:v>109.8373397063417</c:v>
                </c:pt>
                <c:pt idx="100">
                  <c:v>108.1635126733921</c:v>
                </c:pt>
                <c:pt idx="101">
                  <c:v>110.0731250454227</c:v>
                </c:pt>
                <c:pt idx="102">
                  <c:v>110.2556723376337</c:v>
                </c:pt>
                <c:pt idx="103">
                  <c:v>109.3618031722751</c:v>
                </c:pt>
                <c:pt idx="104">
                  <c:v>110.3586108134306</c:v>
                </c:pt>
                <c:pt idx="105">
                  <c:v>109.5972844003399</c:v>
                </c:pt>
                <c:pt idx="106">
                  <c:v>109.0730590719512</c:v>
                </c:pt>
                <c:pt idx="107">
                  <c:v>108.6504316483494</c:v>
                </c:pt>
                <c:pt idx="108">
                  <c:v>107.8585513876555</c:v>
                </c:pt>
                <c:pt idx="109">
                  <c:v>106.8717235529079</c:v>
                </c:pt>
                <c:pt idx="110">
                  <c:v>108.1131047208767</c:v>
                </c:pt>
                <c:pt idx="111">
                  <c:v>105.7131040257658</c:v>
                </c:pt>
                <c:pt idx="112">
                  <c:v>105.7131040257658</c:v>
                </c:pt>
                <c:pt idx="113">
                  <c:v>104.899135375143</c:v>
                </c:pt>
                <c:pt idx="114">
                  <c:v>104.6816649668516</c:v>
                </c:pt>
                <c:pt idx="115">
                  <c:v>105.3919379673108</c:v>
                </c:pt>
                <c:pt idx="116">
                  <c:v>104.6509683732612</c:v>
                </c:pt>
                <c:pt idx="117">
                  <c:v>106.4371427044667</c:v>
                </c:pt>
                <c:pt idx="118">
                  <c:v>106.2108716957485</c:v>
                </c:pt>
                <c:pt idx="119">
                  <c:v>105.7655476601853</c:v>
                </c:pt>
                <c:pt idx="120">
                  <c:v>105.2897318404917</c:v>
                </c:pt>
                <c:pt idx="121">
                  <c:v>104.5483588338695</c:v>
                </c:pt>
                <c:pt idx="122">
                  <c:v>104.4388912807462</c:v>
                </c:pt>
                <c:pt idx="123">
                  <c:v>104.4736840635339</c:v>
                </c:pt>
                <c:pt idx="124">
                  <c:v>105.7377742561584</c:v>
                </c:pt>
                <c:pt idx="125">
                  <c:v>106.2892020046254</c:v>
                </c:pt>
                <c:pt idx="126">
                  <c:v>105.8223543567348</c:v>
                </c:pt>
                <c:pt idx="127">
                  <c:v>106.7430907994191</c:v>
                </c:pt>
                <c:pt idx="128">
                  <c:v>107.5529818798865</c:v>
                </c:pt>
                <c:pt idx="129">
                  <c:v>107.4972550877618</c:v>
                </c:pt>
                <c:pt idx="130">
                  <c:v>106.7641427293542</c:v>
                </c:pt>
                <c:pt idx="131">
                  <c:v>106.5559135721457</c:v>
                </c:pt>
                <c:pt idx="132">
                  <c:v>107.237997343311</c:v>
                </c:pt>
                <c:pt idx="133">
                  <c:v>108.0340544757166</c:v>
                </c:pt>
                <c:pt idx="134">
                  <c:v>107.0269567107899</c:v>
                </c:pt>
                <c:pt idx="135">
                  <c:v>106.7620077458938</c:v>
                </c:pt>
                <c:pt idx="136">
                  <c:v>105.9134573282904</c:v>
                </c:pt>
                <c:pt idx="137">
                  <c:v>107.2097584632389</c:v>
                </c:pt>
                <c:pt idx="138">
                  <c:v>110.390045962346</c:v>
                </c:pt>
                <c:pt idx="139">
                  <c:v>109.0697759142462</c:v>
                </c:pt>
                <c:pt idx="140">
                  <c:v>109.6296008505675</c:v>
                </c:pt>
                <c:pt idx="141">
                  <c:v>109.238476845701</c:v>
                </c:pt>
                <c:pt idx="142">
                  <c:v>107.8819989676362</c:v>
                </c:pt>
                <c:pt idx="143">
                  <c:v>107.8129905923567</c:v>
                </c:pt>
                <c:pt idx="144">
                  <c:v>107.6002804524204</c:v>
                </c:pt>
                <c:pt idx="145">
                  <c:v>107.5719174454029</c:v>
                </c:pt>
                <c:pt idx="146">
                  <c:v>110.1921876114233</c:v>
                </c:pt>
                <c:pt idx="147">
                  <c:v>109.6808156282279</c:v>
                </c:pt>
                <c:pt idx="148">
                  <c:v>108.016478100252</c:v>
                </c:pt>
                <c:pt idx="149">
                  <c:v>108.8186546910645</c:v>
                </c:pt>
                <c:pt idx="150">
                  <c:v>109.5822153891718</c:v>
                </c:pt>
                <c:pt idx="151">
                  <c:v>107.9192804956786</c:v>
                </c:pt>
                <c:pt idx="152">
                  <c:v>109.950940686746</c:v>
                </c:pt>
                <c:pt idx="153">
                  <c:v>110.4723607461693</c:v>
                </c:pt>
                <c:pt idx="154">
                  <c:v>110.4731303332306</c:v>
                </c:pt>
                <c:pt idx="155">
                  <c:v>110.4077961155341</c:v>
                </c:pt>
                <c:pt idx="156">
                  <c:v>110.3030329736403</c:v>
                </c:pt>
                <c:pt idx="157">
                  <c:v>108.9501671896859</c:v>
                </c:pt>
                <c:pt idx="158">
                  <c:v>107.0678193012063</c:v>
                </c:pt>
                <c:pt idx="159">
                  <c:v>106.8608438261461</c:v>
                </c:pt>
                <c:pt idx="160">
                  <c:v>104.1888313429474</c:v>
                </c:pt>
                <c:pt idx="161">
                  <c:v>103.9507744807661</c:v>
                </c:pt>
                <c:pt idx="162">
                  <c:v>103.7086524611239</c:v>
                </c:pt>
                <c:pt idx="163">
                  <c:v>103.6051616204202</c:v>
                </c:pt>
                <c:pt idx="164">
                  <c:v>103.5116754115134</c:v>
                </c:pt>
                <c:pt idx="165">
                  <c:v>103.2331904032245</c:v>
                </c:pt>
                <c:pt idx="166">
                  <c:v>104.1612937801167</c:v>
                </c:pt>
                <c:pt idx="167">
                  <c:v>104.2214208724548</c:v>
                </c:pt>
                <c:pt idx="168">
                  <c:v>106.1482310327666</c:v>
                </c:pt>
                <c:pt idx="169">
                  <c:v>106.6912802124209</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114.9087508689662</c:v>
                </c:pt>
                <c:pt idx="179">
                  <c:v>114.9087508689662</c:v>
                </c:pt>
                <c:pt idx="180">
                  <c:v>116.2863675658278</c:v>
                </c:pt>
                <c:pt idx="181">
                  <c:v>115.2078285374923</c:v>
                </c:pt>
                <c:pt idx="182">
                  <c:v>116.8460249307729</c:v>
                </c:pt>
                <c:pt idx="183">
                  <c:v>116.1870970412667</c:v>
                </c:pt>
                <c:pt idx="184">
                  <c:v>115.128287990898</c:v>
                </c:pt>
                <c:pt idx="185">
                  <c:v>115.7500150348763</c:v>
                </c:pt>
              </c:numCache>
            </c:numRef>
          </c:val>
        </c:ser>
        <c:marker val="1"/>
        <c:axId val="50010001"/>
        <c:axId val="50010002"/>
      </c:lineChart>
      <c:dateAx>
        <c:axId val="50010001"/>
        <c:scaling>
          <c:orientation val="minMax"/>
          <c:max val="46280.0"/>
          <c:min val="46023.0"/>
        </c:scaling>
        <c:delete val="0"/>
        <c:axPos val="b"/>
        <c:numFmt formatCode="[$-409]mmm\-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months"/>
      </c:dateAx>
      <c:valAx>
        <c:axId val="50010002"/>
        <c:scaling>
          <c:orientation val="minMax"/>
          <c:min val="8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Forward P/E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dLbl>
              <c:idx val="185"/>
              <c:delete val="1"/>
            </c:dLbl>
            <c:dLbl>
              <c:idx val="186"/>
              <c:delete val="1"/>
            </c:dLbl>
            <c:dLbl>
              <c:idx val="187"/>
              <c:delete val="1"/>
            </c:dLbl>
            <c:dLbl>
              <c:idx val="188"/>
              <c:delete val="1"/>
            </c:dLbl>
            <c:dLbl>
              <c:idx val="189"/>
              <c:delete val="1"/>
            </c:dLbl>
            <c:dLbl>
              <c:idx val="190"/>
              <c:delete val="1"/>
            </c:dLbl>
            <c:dLbl>
              <c:idx val="191"/>
              <c:delete val="1"/>
            </c:dLbl>
            <c:dLbl>
              <c:idx val="192"/>
              <c:delete val="1"/>
            </c:dLbl>
            <c:dLbl>
              <c:idx val="193"/>
              <c:delete val="1"/>
            </c:dLbl>
            <c:dLbl>
              <c:idx val="194"/>
              <c:delete val="1"/>
            </c:dLbl>
            <c:dLbl>
              <c:idx val="195"/>
              <c:delete val="1"/>
            </c:dLbl>
            <c:dLbl>
              <c:idx val="196"/>
              <c:delete val="1"/>
            </c:dLbl>
            <c:dLbl>
              <c:idx val="197"/>
              <c:delete val="1"/>
            </c:dLbl>
            <c:dLbl>
              <c:idx val="198"/>
              <c:delete val="1"/>
            </c:dLbl>
            <c:dLbl>
              <c:idx val="199"/>
              <c:delete val="1"/>
            </c:dLbl>
            <c:dLbl>
              <c:idx val="200"/>
              <c:delete val="1"/>
            </c:dLbl>
            <c:dLbl>
              <c:idx val="201"/>
              <c:delete val="1"/>
            </c:dLbl>
            <c:dLbl>
              <c:idx val="202"/>
              <c:delete val="1"/>
            </c:dLbl>
            <c:dLbl>
              <c:idx val="203"/>
              <c:delete val="1"/>
            </c:dLbl>
            <c:dLbl>
              <c:idx val="204"/>
              <c:delete val="1"/>
            </c:dLbl>
            <c:dLbl>
              <c:idx val="205"/>
              <c:delete val="1"/>
            </c:dLbl>
            <c:dLbl>
              <c:idx val="206"/>
              <c:delete val="1"/>
            </c:dLbl>
            <c:dLbl>
              <c:idx val="207"/>
              <c:delete val="1"/>
            </c:dLbl>
            <c:dLbl>
              <c:idx val="208"/>
              <c:delete val="1"/>
            </c:dLbl>
            <c:dLbl>
              <c:idx val="209"/>
              <c:delete val="1"/>
            </c:dLbl>
            <c:dLbl>
              <c:idx val="210"/>
              <c:delete val="1"/>
            </c:dLbl>
            <c:dLbl>
              <c:idx val="211"/>
              <c:delete val="1"/>
            </c:dLbl>
            <c:dLbl>
              <c:idx val="212"/>
              <c:delete val="1"/>
            </c:dLbl>
            <c:dLbl>
              <c:idx val="213"/>
              <c:delete val="1"/>
            </c:dLbl>
            <c:dLbl>
              <c:idx val="214"/>
              <c:delete val="1"/>
            </c:dLbl>
            <c:dLbl>
              <c:idx val="215"/>
              <c:delete val="1"/>
            </c:dLbl>
            <c:dLbl>
              <c:idx val="216"/>
              <c:delete val="1"/>
            </c:dLbl>
            <c:dLbl>
              <c:idx val="217"/>
              <c:delete val="1"/>
            </c:dLbl>
            <c:dLbl>
              <c:idx val="218"/>
              <c:delete val="1"/>
            </c:dLbl>
            <c:dLbl>
              <c:idx val="219"/>
              <c:delete val="1"/>
            </c:dLbl>
            <c:dLbl>
              <c:idx val="220"/>
              <c:delete val="1"/>
            </c:dLbl>
            <c:dLbl>
              <c:idx val="221"/>
              <c:delete val="1"/>
            </c:dLbl>
            <c:dLbl>
              <c:idx val="222"/>
              <c:delete val="1"/>
            </c:dLbl>
            <c:dLbl>
              <c:idx val="223"/>
              <c:delete val="1"/>
            </c:dLbl>
            <c:dLbl>
              <c:idx val="224"/>
              <c:delete val="1"/>
            </c:dLbl>
            <c:dLbl>
              <c:idx val="225"/>
              <c:delete val="1"/>
            </c:dLbl>
            <c:dLbl>
              <c:idx val="226"/>
              <c:delete val="1"/>
            </c:dLbl>
            <c:dLbl>
              <c:idx val="227"/>
              <c:delete val="1"/>
            </c:dLbl>
            <c:dLbl>
              <c:idx val="228"/>
              <c:delete val="1"/>
            </c:dLbl>
            <c:dLbl>
              <c:idx val="229"/>
              <c:delete val="1"/>
            </c:dLbl>
            <c:dLbl>
              <c:idx val="230"/>
              <c:delete val="1"/>
            </c:dLbl>
            <c:dLbl>
              <c:idx val="231"/>
              <c:delete val="1"/>
            </c:dLbl>
            <c:dLbl>
              <c:idx val="232"/>
              <c:delete val="1"/>
            </c:dLbl>
            <c:dLbl>
              <c:idx val="233"/>
              <c:delete val="1"/>
            </c:dLbl>
            <c:dLbl>
              <c:idx val="234"/>
              <c:delete val="1"/>
            </c:dLbl>
            <c:dLbl>
              <c:idx val="235"/>
              <c:delete val="1"/>
            </c:dLbl>
            <c:dLbl>
              <c:idx val="236"/>
              <c:delete val="1"/>
            </c:dLbl>
            <c:dLbl>
              <c:idx val="237"/>
              <c:delete val="1"/>
            </c:dLbl>
            <c:dLbl>
              <c:idx val="238"/>
              <c:delete val="1"/>
            </c:dLbl>
            <c:dLbl>
              <c:idx val="239"/>
              <c:delete val="1"/>
            </c:dLbl>
            <c:dLbl>
              <c:idx val="240"/>
              <c:delete val="1"/>
            </c:dLbl>
            <c:dLbl>
              <c:idx val="241"/>
              <c:delete val="1"/>
            </c:dLbl>
            <c:dLbl>
              <c:idx val="242"/>
              <c:delete val="1"/>
            </c:dLbl>
            <c:dLbl>
              <c:idx val="243"/>
              <c:delete val="1"/>
            </c:dLbl>
            <c:dLbl>
              <c:idx val="244"/>
              <c:delete val="1"/>
            </c:dLbl>
            <c:dLbl>
              <c:idx val="245"/>
              <c:delete val="1"/>
            </c:dLbl>
            <c:dLbl>
              <c:idx val="246"/>
              <c:delete val="1"/>
            </c:dLbl>
            <c:dLbl>
              <c:idx val="247"/>
              <c:delete val="1"/>
            </c:dLbl>
            <c:dLbl>
              <c:idx val="248"/>
              <c:delete val="1"/>
            </c:dLbl>
            <c:dLbl>
              <c:idx val="249"/>
              <c:delete val="1"/>
            </c:dLbl>
            <c:dLbl>
              <c:idx val="250"/>
              <c:delete val="1"/>
            </c:dLbl>
            <c:dLbl>
              <c:idx val="251"/>
              <c:delete val="1"/>
            </c:dLbl>
            <c:dLbl>
              <c:idx val="252"/>
              <c:delete val="1"/>
            </c:dLbl>
            <c:dLbl>
              <c:idx val="253"/>
              <c:delete val="1"/>
            </c:dLbl>
            <c:dLbl>
              <c:idx val="254"/>
              <c:delete val="1"/>
            </c:dLbl>
            <c:dLbl>
              <c:idx val="255"/>
              <c:delete val="1"/>
            </c:dLbl>
            <c:dLbl>
              <c:idx val="256"/>
              <c:delete val="1"/>
            </c:dLbl>
            <c:dLbl>
              <c:idx val="257"/>
              <c:delete val="1"/>
            </c:dLbl>
            <c:dLbl>
              <c:idx val="258"/>
              <c:delete val="1"/>
            </c:dLbl>
            <c:dLbl>
              <c:idx val="259"/>
              <c:delete val="1"/>
            </c:dLbl>
            <c:dLbl>
              <c:idx val="260"/>
              <c:delete val="1"/>
            </c:dLbl>
            <c:dLbl>
              <c:idx val="261"/>
              <c:delete val="1"/>
            </c:dLbl>
            <c:dLbl>
              <c:idx val="262"/>
              <c:delete val="1"/>
            </c:dLbl>
            <c:dLbl>
              <c:idx val="263"/>
              <c:delete val="1"/>
            </c:dLbl>
            <c:dLbl>
              <c:idx val="264"/>
              <c:delete val="1"/>
            </c:dLbl>
            <c:dLbl>
              <c:idx val="265"/>
              <c:delete val="1"/>
            </c:dLbl>
            <c:dLbl>
              <c:idx val="266"/>
              <c:delete val="1"/>
            </c:dLbl>
            <c:dLbl>
              <c:idx val="267"/>
              <c:delete val="1"/>
            </c:dLbl>
            <c:dLbl>
              <c:idx val="268"/>
              <c:delete val="1"/>
            </c:dLbl>
            <c:dLbl>
              <c:idx val="269"/>
              <c:delete val="1"/>
            </c:dLbl>
            <c:dLbl>
              <c:idx val="270"/>
              <c:delete val="1"/>
            </c:dLbl>
            <c:dLbl>
              <c:idx val="271"/>
              <c:delete val="1"/>
            </c:dLbl>
            <c:dLbl>
              <c:idx val="272"/>
              <c:delete val="1"/>
            </c:dLbl>
            <c:dLbl>
              <c:idx val="273"/>
              <c:delete val="1"/>
            </c:dLbl>
            <c:dLbl>
              <c:idx val="274"/>
              <c:delete val="1"/>
            </c:dLbl>
            <c:dLbl>
              <c:idx val="275"/>
              <c:delete val="1"/>
            </c:dLbl>
            <c:dLbl>
              <c:idx val="276"/>
              <c:delete val="1"/>
            </c:dLbl>
            <c:dLbl>
              <c:idx val="277"/>
              <c:delete val="1"/>
            </c:dLbl>
            <c:dLbl>
              <c:idx val="278"/>
              <c:delete val="1"/>
            </c:dLbl>
            <c:dLbl>
              <c:idx val="279"/>
              <c:delete val="1"/>
            </c:dLbl>
            <c:dLbl>
              <c:idx val="280"/>
              <c:delete val="1"/>
            </c:dLbl>
            <c:dLbl>
              <c:idx val="281"/>
              <c:delete val="1"/>
            </c:dLbl>
            <c:dLbl>
              <c:idx val="282"/>
              <c:delete val="1"/>
            </c:dLbl>
            <c:dLbl>
              <c:idx val="283"/>
              <c:delete val="1"/>
            </c:dLbl>
            <c:dLbl>
              <c:idx val="284"/>
              <c:delete val="1"/>
            </c:dLbl>
            <c:dLbl>
              <c:idx val="285"/>
              <c:delete val="1"/>
            </c:dLbl>
            <c:dLbl>
              <c:idx val="286"/>
              <c:delete val="1"/>
            </c:dLbl>
            <c:dLbl>
              <c:idx val="287"/>
              <c:delete val="1"/>
            </c:dLbl>
            <c:dLbl>
              <c:idx val="288"/>
              <c:delete val="1"/>
            </c:dLbl>
            <c:dLbl>
              <c:idx val="289"/>
              <c:delete val="1"/>
            </c:dLbl>
            <c:dLbl>
              <c:idx val="290"/>
              <c:delete val="1"/>
            </c:dLbl>
            <c:dLbl>
              <c:idx val="291"/>
              <c:delete val="1"/>
            </c:dLbl>
            <c:dLbl>
              <c:idx val="292"/>
              <c:delete val="1"/>
            </c:dLbl>
            <c:dLbl>
              <c:idx val="293"/>
              <c:delete val="1"/>
            </c:dLbl>
            <c:dLbl>
              <c:idx val="294"/>
              <c:delete val="1"/>
            </c:dLbl>
            <c:dLbl>
              <c:idx val="295"/>
              <c:delete val="1"/>
            </c:dLbl>
            <c:dLbl>
              <c:idx val="296"/>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Sheet1!$B$2:$B$299</c:f>
              <c:numCache>
                <c:formatCode>General</c:formatCode>
                <c:ptCount val="298"/>
                <c:pt idx="0">
                  <c:v>20.41990610328639</c:v>
                </c:pt>
                <c:pt idx="1">
                  <c:v>20.52346081504702</c:v>
                </c:pt>
                <c:pt idx="2">
                  <c:v>19.66946739984289</c:v>
                </c:pt>
                <c:pt idx="3">
                  <c:v>20.64449938878554</c:v>
                </c:pt>
                <c:pt idx="4">
                  <c:v>19.636368</c:v>
                </c:pt>
                <c:pt idx="5">
                  <c:v>19.94367935578331</c:v>
                </c:pt>
                <c:pt idx="6">
                  <c:v>19.26467211280156</c:v>
                </c:pt>
                <c:pt idx="7">
                  <c:v>17.47609797842709</c:v>
                </c:pt>
                <c:pt idx="8">
                  <c:v>18.41921437486998</c:v>
                </c:pt>
                <c:pt idx="9">
                  <c:v>19.52702283677436</c:v>
                </c:pt>
                <c:pt idx="10">
                  <c:v>20.00546606077281</c:v>
                </c:pt>
                <c:pt idx="11">
                  <c:v>19.55443694361283</c:v>
                </c:pt>
                <c:pt idx="12">
                  <c:v>20.60380501376866</c:v>
                </c:pt>
                <c:pt idx="13">
                  <c:v>20.40489172991606</c:v>
                </c:pt>
                <c:pt idx="14">
                  <c:v>20.51584669832157</c:v>
                </c:pt>
                <c:pt idx="15">
                  <c:v>20.46414996095925</c:v>
                </c:pt>
                <c:pt idx="16">
                  <c:v>19.88298481991806</c:v>
                </c:pt>
                <c:pt idx="17">
                  <c:v>21.73260394855125</c:v>
                </c:pt>
                <c:pt idx="18">
                  <c:v>20.85067127354831</c:v>
                </c:pt>
                <c:pt idx="19">
                  <c:v>21.35272300684368</c:v>
                </c:pt>
                <c:pt idx="20">
                  <c:v>21.93896656229858</c:v>
                </c:pt>
                <c:pt idx="21">
                  <c:v>21.87498382874654</c:v>
                </c:pt>
                <c:pt idx="22">
                  <c:v>21.03908147635794</c:v>
                </c:pt>
                <c:pt idx="23">
                  <c:v>21.49960009760284</c:v>
                </c:pt>
                <c:pt idx="24">
                  <c:v>20.37384393532488</c:v>
                </c:pt>
                <c:pt idx="25">
                  <c:v>19.90556432649711</c:v>
                </c:pt>
                <c:pt idx="26">
                  <c:v>18.34040158259149</c:v>
                </c:pt>
                <c:pt idx="27">
                  <c:v>18.85980727630285</c:v>
                </c:pt>
                <c:pt idx="28">
                  <c:v>18.69889324191968</c:v>
                </c:pt>
                <c:pt idx="29">
                  <c:v>18.38472153545868</c:v>
                </c:pt>
                <c:pt idx="30">
                  <c:v>17.95375600259572</c:v>
                </c:pt>
                <c:pt idx="31">
                  <c:v>17.22209640892915</c:v>
                </c:pt>
                <c:pt idx="32">
                  <c:v>16.67474636510501</c:v>
                </c:pt>
                <c:pt idx="33">
                  <c:v>16.48250370848114</c:v>
                </c:pt>
                <c:pt idx="34">
                  <c:v>17.52434879418885</c:v>
                </c:pt>
                <c:pt idx="35">
                  <c:v>17.63928018589375</c:v>
                </c:pt>
                <c:pt idx="36">
                  <c:v>17.20167134958199</c:v>
                </c:pt>
                <c:pt idx="37">
                  <c:v>17.93673272009288</c:v>
                </c:pt>
                <c:pt idx="38">
                  <c:v>17.89120598334793</c:v>
                </c:pt>
                <c:pt idx="39">
                  <c:v>18.21921619621915</c:v>
                </c:pt>
                <c:pt idx="40">
                  <c:v>18.51273970590239</c:v>
                </c:pt>
                <c:pt idx="41">
                  <c:v>16.27014207879157</c:v>
                </c:pt>
                <c:pt idx="42">
                  <c:v>15.82661338726599</c:v>
                </c:pt>
                <c:pt idx="43">
                  <c:v>16.55758455457244</c:v>
                </c:pt>
                <c:pt idx="44">
                  <c:v>17.21289567196393</c:v>
                </c:pt>
                <c:pt idx="45">
                  <c:v>17.40605515716382</c:v>
                </c:pt>
                <c:pt idx="46">
                  <c:v>16.61465923420841</c:v>
                </c:pt>
                <c:pt idx="47">
                  <c:v>17.30806131532615</c:v>
                </c:pt>
                <c:pt idx="48">
                  <c:v>17.61058748883289</c:v>
                </c:pt>
                <c:pt idx="49">
                  <c:v>17.18543273719744</c:v>
                </c:pt>
                <c:pt idx="50">
                  <c:v>15.98232405135377</c:v>
                </c:pt>
                <c:pt idx="51">
                  <c:v>16.34729804695532</c:v>
                </c:pt>
                <c:pt idx="52">
                  <c:v>14.04588546792054</c:v>
                </c:pt>
                <c:pt idx="53">
                  <c:v>15.00618160086792</c:v>
                </c:pt>
                <c:pt idx="54">
                  <c:v>15.63252784614244</c:v>
                </c:pt>
                <c:pt idx="55">
                  <c:v>16.62620332552619</c:v>
                </c:pt>
                <c:pt idx="56">
                  <c:v>16.28319401952406</c:v>
                </c:pt>
                <c:pt idx="57">
                  <c:v>16.0694876130616</c:v>
                </c:pt>
                <c:pt idx="58">
                  <c:v>16.71374197324415</c:v>
                </c:pt>
                <c:pt idx="59">
                  <c:v>15.67331289270549</c:v>
                </c:pt>
                <c:pt idx="60">
                  <c:v>15.36955897723984</c:v>
                </c:pt>
                <c:pt idx="61">
                  <c:v>14.96745233401064</c:v>
                </c:pt>
                <c:pt idx="62">
                  <c:v>15.5074079821254</c:v>
                </c:pt>
                <c:pt idx="63">
                  <c:v>17.39445258475446</c:v>
                </c:pt>
                <c:pt idx="64">
                  <c:v>18.11767413326155</c:v>
                </c:pt>
                <c:pt idx="65">
                  <c:v>16.59058149209273</c:v>
                </c:pt>
                <c:pt idx="66">
                  <c:v>16.35575266732045</c:v>
                </c:pt>
                <c:pt idx="67">
                  <c:v>15.69370039073248</c:v>
                </c:pt>
                <c:pt idx="68">
                  <c:v>15.10488186662062</c:v>
                </c:pt>
                <c:pt idx="69">
                  <c:v>14.47559776762595</c:v>
                </c:pt>
                <c:pt idx="70">
                  <c:v>14.99422118041258</c:v>
                </c:pt>
                <c:pt idx="71">
                  <c:v>10.99851663291872</c:v>
                </c:pt>
                <c:pt idx="72">
                  <c:v>11.10764960971379</c:v>
                </c:pt>
                <c:pt idx="73">
                  <c:v>10.94109511419486</c:v>
                </c:pt>
                <c:pt idx="74">
                  <c:v>8.745222162021218</c:v>
                </c:pt>
                <c:pt idx="75">
                  <c:v>9.970376996805111</c:v>
                </c:pt>
                <c:pt idx="76">
                  <c:v>9.968617585692995</c:v>
                </c:pt>
                <c:pt idx="77">
                  <c:v>10.01875963302752</c:v>
                </c:pt>
                <c:pt idx="78">
                  <c:v>10.27905688073395</c:v>
                </c:pt>
                <c:pt idx="79">
                  <c:v>8.953367540435025</c:v>
                </c:pt>
                <c:pt idx="80">
                  <c:v>9.293650696378831</c:v>
                </c:pt>
                <c:pt idx="81">
                  <c:v>8.250647425920885</c:v>
                </c:pt>
                <c:pt idx="82">
                  <c:v>8.913733217719274</c:v>
                </c:pt>
                <c:pt idx="83">
                  <c:v>10.83236891545688</c:v>
                </c:pt>
                <c:pt idx="84">
                  <c:v>10.51102555366269</c:v>
                </c:pt>
                <c:pt idx="85">
                  <c:v>10.19943950127515</c:v>
                </c:pt>
                <c:pt idx="86">
                  <c:v>10.20062567299518</c:v>
                </c:pt>
                <c:pt idx="87">
                  <c:v>10.83988489208633</c:v>
                </c:pt>
                <c:pt idx="88">
                  <c:v>10.66626631853786</c:v>
                </c:pt>
                <c:pt idx="89">
                  <c:v>9.509063238534898</c:v>
                </c:pt>
                <c:pt idx="90">
                  <c:v>9.195930368065975</c:v>
                </c:pt>
                <c:pt idx="91">
                  <c:v>9.499179091209633</c:v>
                </c:pt>
                <c:pt idx="92">
                  <c:v>10.82125490196078</c:v>
                </c:pt>
                <c:pt idx="93">
                  <c:v>11.89350023397286</c:v>
                </c:pt>
                <c:pt idx="94">
                  <c:v>12.55763032316521</c:v>
                </c:pt>
                <c:pt idx="95">
                  <c:v>13.48575609756098</c:v>
                </c:pt>
                <c:pt idx="96">
                  <c:v>10.91753735373537</c:v>
                </c:pt>
                <c:pt idx="97">
                  <c:v>10.38573134328358</c:v>
                </c:pt>
                <c:pt idx="98">
                  <c:v>10.52453278204371</c:v>
                </c:pt>
                <c:pt idx="99">
                  <c:v>10.49398052522868</c:v>
                </c:pt>
                <c:pt idx="100">
                  <c:v>9.819821776335202</c:v>
                </c:pt>
                <c:pt idx="101">
                  <c:v>9.419599763173474</c:v>
                </c:pt>
                <c:pt idx="102">
                  <c:v>10.32662215657312</c:v>
                </c:pt>
                <c:pt idx="103">
                  <c:v>9.929752114319042</c:v>
                </c:pt>
                <c:pt idx="104">
                  <c:v>9.707000000000001</c:v>
                </c:pt>
                <c:pt idx="105">
                  <c:v>10.27428039557883</c:v>
                </c:pt>
                <c:pt idx="106">
                  <c:v>10.14149184149184</c:v>
                </c:pt>
                <c:pt idx="107">
                  <c:v>11.34934865900383</c:v>
                </c:pt>
                <c:pt idx="108">
                  <c:v>11.168012816405</c:v>
                </c:pt>
                <c:pt idx="109">
                  <c:v>11.16874040920716</c:v>
                </c:pt>
                <c:pt idx="110">
                  <c:v>10.36460882098588</c:v>
                </c:pt>
                <c:pt idx="111">
                  <c:v>9.846614173228344</c:v>
                </c:pt>
                <c:pt idx="112">
                  <c:v>9.282283464566929</c:v>
                </c:pt>
                <c:pt idx="113">
                  <c:v>9.849049375709422</c:v>
                </c:pt>
                <c:pt idx="114">
                  <c:v>10.08805841924399</c:v>
                </c:pt>
                <c:pt idx="115">
                  <c:v>9.813324742268041</c:v>
                </c:pt>
                <c:pt idx="116">
                  <c:v>10.05874457142857</c:v>
                </c:pt>
                <c:pt idx="117">
                  <c:v>10.05189025677102</c:v>
                </c:pt>
                <c:pt idx="118">
                  <c:v>10.63951314285714</c:v>
                </c:pt>
                <c:pt idx="119">
                  <c:v>10.13515387440323</c:v>
                </c:pt>
                <c:pt idx="120">
                  <c:v>10.60057731958763</c:v>
                </c:pt>
                <c:pt idx="121">
                  <c:v>11.18740848343986</c:v>
                </c:pt>
                <c:pt idx="122">
                  <c:v>11.25761821874094</c:v>
                </c:pt>
                <c:pt idx="123">
                  <c:v>11.99020775462963</c:v>
                </c:pt>
                <c:pt idx="124">
                  <c:v>11.97188654872227</c:v>
                </c:pt>
                <c:pt idx="125">
                  <c:v>10.55649420118343</c:v>
                </c:pt>
                <c:pt idx="126">
                  <c:v>10.73383416017009</c:v>
                </c:pt>
                <c:pt idx="127">
                  <c:v>10.35081530634815</c:v>
                </c:pt>
                <c:pt idx="128">
                  <c:v>11.16339349701394</c:v>
                </c:pt>
                <c:pt idx="129">
                  <c:v>10.87353109836789</c:v>
                </c:pt>
                <c:pt idx="130">
                  <c:v>11.22057973568282</c:v>
                </c:pt>
                <c:pt idx="131">
                  <c:v>10.77995594713657</c:v>
                </c:pt>
                <c:pt idx="132">
                  <c:v>10.82414933920705</c:v>
                </c:pt>
                <c:pt idx="133">
                  <c:v>10.87533066666667</c:v>
                </c:pt>
                <c:pt idx="134">
                  <c:v>10.74784088888889</c:v>
                </c:pt>
                <c:pt idx="135">
                  <c:v>10.98546188340807</c:v>
                </c:pt>
                <c:pt idx="136">
                  <c:v>10.28892631578947</c:v>
                </c:pt>
                <c:pt idx="137">
                  <c:v>10.27584871406959</c:v>
                </c:pt>
                <c:pt idx="138">
                  <c:v>10.02393982995422</c:v>
                </c:pt>
                <c:pt idx="139">
                  <c:v>10.00014605001106</c:v>
                </c:pt>
                <c:pt idx="140">
                  <c:v>10.59754351248032</c:v>
                </c:pt>
                <c:pt idx="141">
                  <c:v>10.39108675172243</c:v>
                </c:pt>
                <c:pt idx="142">
                  <c:v>11.27</c:v>
                </c:pt>
                <c:pt idx="143">
                  <c:v>10.47995701813298</c:v>
                </c:pt>
                <c:pt idx="144">
                  <c:v>10.601</c:v>
                </c:pt>
                <c:pt idx="145">
                  <c:v>10.33887768817204</c:v>
                </c:pt>
                <c:pt idx="146">
                  <c:v>10.69969892473118</c:v>
                </c:pt>
                <c:pt idx="147">
                  <c:v>10.93905241935484</c:v>
                </c:pt>
                <c:pt idx="148">
                  <c:v>11.43558158429249</c:v>
                </c:pt>
                <c:pt idx="149">
                  <c:v>11.85098307379824</c:v>
                </c:pt>
                <c:pt idx="150">
                  <c:v>11.9219446320054</c:v>
                </c:pt>
                <c:pt idx="151">
                  <c:v>13.29586071428571</c:v>
                </c:pt>
                <c:pt idx="152">
                  <c:v>13.32268477292965</c:v>
                </c:pt>
                <c:pt idx="153">
                  <c:v>13.98419208537128</c:v>
                </c:pt>
                <c:pt idx="154">
                  <c:v>14.33547663551402</c:v>
                </c:pt>
                <c:pt idx="155">
                  <c:v>14.73269455237811</c:v>
                </c:pt>
                <c:pt idx="156">
                  <c:v>14.50609679883948</c:v>
                </c:pt>
                <c:pt idx="157">
                  <c:v>14.87124720607957</c:v>
                </c:pt>
                <c:pt idx="158">
                  <c:v>14.43886688757914</c:v>
                </c:pt>
                <c:pt idx="159">
                  <c:v>14.30431031849889</c:v>
                </c:pt>
                <c:pt idx="160">
                  <c:v>14.33498291101626</c:v>
                </c:pt>
                <c:pt idx="161">
                  <c:v>14.20327586270061</c:v>
                </c:pt>
                <c:pt idx="162">
                  <c:v>13.76059409380428</c:v>
                </c:pt>
                <c:pt idx="163">
                  <c:v>14.21454354049312</c:v>
                </c:pt>
                <c:pt idx="164">
                  <c:v>14.6946455160077</c:v>
                </c:pt>
                <c:pt idx="165">
                  <c:v>14.50637892116848</c:v>
                </c:pt>
                <c:pt idx="166">
                  <c:v>14.23004004115619</c:v>
                </c:pt>
                <c:pt idx="167">
                  <c:v>14.24256101839015</c:v>
                </c:pt>
                <c:pt idx="168">
                  <c:v>14.75565346656533</c:v>
                </c:pt>
                <c:pt idx="169">
                  <c:v>14.55286038266282</c:v>
                </c:pt>
                <c:pt idx="170">
                  <c:v>13.88785366227583</c:v>
                </c:pt>
                <c:pt idx="171">
                  <c:v>13.29395456330271</c:v>
                </c:pt>
                <c:pt idx="172">
                  <c:v>13.06449147684652</c:v>
                </c:pt>
                <c:pt idx="173">
                  <c:v>12.97577645334963</c:v>
                </c:pt>
                <c:pt idx="174">
                  <c:v>12.3911596606007</c:v>
                </c:pt>
                <c:pt idx="175">
                  <c:v>12.43554670121019</c:v>
                </c:pt>
                <c:pt idx="176">
                  <c:v>11.94631246918873</c:v>
                </c:pt>
                <c:pt idx="177">
                  <c:v>11.74699058496355</c:v>
                </c:pt>
                <c:pt idx="178">
                  <c:v>11.81267614585975</c:v>
                </c:pt>
                <c:pt idx="179">
                  <c:v>11.37322254474989</c:v>
                </c:pt>
                <c:pt idx="180">
                  <c:v>11.3604567133223</c:v>
                </c:pt>
                <c:pt idx="181">
                  <c:v>11.1585274468617</c:v>
                </c:pt>
                <c:pt idx="182">
                  <c:v>11.77723232758621</c:v>
                </c:pt>
                <c:pt idx="183">
                  <c:v>12.34127285774984</c:v>
                </c:pt>
                <c:pt idx="184">
                  <c:v>11.93920946009241</c:v>
                </c:pt>
                <c:pt idx="185">
                  <c:v>11.87136588352685</c:v>
                </c:pt>
                <c:pt idx="186">
                  <c:v>11.4551445018137</c:v>
                </c:pt>
                <c:pt idx="187">
                  <c:v>11.66792020373514</c:v>
                </c:pt>
                <c:pt idx="188">
                  <c:v>12.36888240414788</c:v>
                </c:pt>
                <c:pt idx="189">
                  <c:v>13.45463504456664</c:v>
                </c:pt>
                <c:pt idx="190">
                  <c:v>13.01426026130434</c:v>
                </c:pt>
                <c:pt idx="191">
                  <c:v>12.83009123787112</c:v>
                </c:pt>
                <c:pt idx="192">
                  <c:v>13.2911575708572</c:v>
                </c:pt>
                <c:pt idx="193">
                  <c:v>12.62428285513399</c:v>
                </c:pt>
                <c:pt idx="194">
                  <c:v>12.24288123910795</c:v>
                </c:pt>
                <c:pt idx="195">
                  <c:v>11.43795324764186</c:v>
                </c:pt>
                <c:pt idx="196">
                  <c:v>12.19470667163371</c:v>
                </c:pt>
                <c:pt idx="197">
                  <c:v>12.68871458983088</c:v>
                </c:pt>
                <c:pt idx="198">
                  <c:v>12.63375606020453</c:v>
                </c:pt>
                <c:pt idx="199">
                  <c:v>12.39493894262107</c:v>
                </c:pt>
                <c:pt idx="200">
                  <c:v>11.71434853160858</c:v>
                </c:pt>
                <c:pt idx="201">
                  <c:v>11.04156760750562</c:v>
                </c:pt>
                <c:pt idx="202">
                  <c:v>11.31276835338099</c:v>
                </c:pt>
                <c:pt idx="203">
                  <c:v>10.44979636451769</c:v>
                </c:pt>
                <c:pt idx="204">
                  <c:v>9.966824840764332</c:v>
                </c:pt>
                <c:pt idx="205">
                  <c:v>9.550995280639057</c:v>
                </c:pt>
                <c:pt idx="206">
                  <c:v>9.549485614769386</c:v>
                </c:pt>
                <c:pt idx="207">
                  <c:v>9.197354962134579</c:v>
                </c:pt>
                <c:pt idx="208">
                  <c:v>9.08690701754386</c:v>
                </c:pt>
                <c:pt idx="209">
                  <c:v>9.213498982446234</c:v>
                </c:pt>
                <c:pt idx="210">
                  <c:v>9.260608879904163</c:v>
                </c:pt>
                <c:pt idx="211">
                  <c:v>9.53810087798138</c:v>
                </c:pt>
                <c:pt idx="212">
                  <c:v>10.09207465367119</c:v>
                </c:pt>
                <c:pt idx="213">
                  <c:v>10.06157266328035</c:v>
                </c:pt>
                <c:pt idx="214">
                  <c:v>10.82005238857562</c:v>
                </c:pt>
                <c:pt idx="215">
                  <c:v>10.25873588011162</c:v>
                </c:pt>
                <c:pt idx="216">
                  <c:v>10.08795954601501</c:v>
                </c:pt>
                <c:pt idx="217">
                  <c:v>10.33599629321548</c:v>
                </c:pt>
                <c:pt idx="218">
                  <c:v>10.73011229439026</c:v>
                </c:pt>
                <c:pt idx="219">
                  <c:v>10.63520699283829</c:v>
                </c:pt>
                <c:pt idx="220">
                  <c:v>10.76629274805791</c:v>
                </c:pt>
                <c:pt idx="221">
                  <c:v>10.94266891133558</c:v>
                </c:pt>
                <c:pt idx="222">
                  <c:v>11.13002621169969</c:v>
                </c:pt>
                <c:pt idx="223">
                  <c:v>11.62990579710145</c:v>
                </c:pt>
                <c:pt idx="224">
                  <c:v>12.07592238208301</c:v>
                </c:pt>
                <c:pt idx="225">
                  <c:v>12.56836524571479</c:v>
                </c:pt>
                <c:pt idx="226">
                  <c:v>13.32009383976309</c:v>
                </c:pt>
                <c:pt idx="227">
                  <c:v>13.82477268802197</c:v>
                </c:pt>
                <c:pt idx="228">
                  <c:v>13.60595261543663</c:v>
                </c:pt>
                <c:pt idx="229">
                  <c:v>13.58493011224117</c:v>
                </c:pt>
                <c:pt idx="230">
                  <c:v>12.94974176566028</c:v>
                </c:pt>
                <c:pt idx="231">
                  <c:v>13.06532032374254</c:v>
                </c:pt>
                <c:pt idx="232">
                  <c:v>12.9229606115492</c:v>
                </c:pt>
                <c:pt idx="233">
                  <c:v>13.32952933733549</c:v>
                </c:pt>
                <c:pt idx="234">
                  <c:v>13.23983601129186</c:v>
                </c:pt>
                <c:pt idx="235">
                  <c:v>12.46144709585006</c:v>
                </c:pt>
                <c:pt idx="236">
                  <c:v>11.93304485684043</c:v>
                </c:pt>
                <c:pt idx="237">
                  <c:v>11.48891844137992</c:v>
                </c:pt>
                <c:pt idx="238">
                  <c:v>11.39796010230179</c:v>
                </c:pt>
                <c:pt idx="239">
                  <c:v>11.58497648829117</c:v>
                </c:pt>
                <c:pt idx="240">
                  <c:v>11.51124923427416</c:v>
                </c:pt>
                <c:pt idx="241">
                  <c:v>11.39854578018948</c:v>
                </c:pt>
                <c:pt idx="242">
                  <c:v>11.41954749537952</c:v>
                </c:pt>
                <c:pt idx="243">
                  <c:v>11.53761765563667</c:v>
                </c:pt>
                <c:pt idx="244">
                  <c:v>11.61704208620017</c:v>
                </c:pt>
                <c:pt idx="245">
                  <c:v>12.11565332960269</c:v>
                </c:pt>
                <c:pt idx="246">
                  <c:v>11.64590805639671</c:v>
                </c:pt>
                <c:pt idx="247">
                  <c:v>11.50794767216883</c:v>
                </c:pt>
                <c:pt idx="248">
                  <c:v>11.09379003558719</c:v>
                </c:pt>
                <c:pt idx="249">
                  <c:v>11.57064294421575</c:v>
                </c:pt>
                <c:pt idx="250">
                  <c:v>12.08260064928101</c:v>
                </c:pt>
                <c:pt idx="251">
                  <c:v>12.32487691671047</c:v>
                </c:pt>
                <c:pt idx="252">
                  <c:v>12.48709220549452</c:v>
                </c:pt>
                <c:pt idx="253">
                  <c:v>12.82850508743514</c:v>
                </c:pt>
                <c:pt idx="254">
                  <c:v>12.35260095218944</c:v>
                </c:pt>
                <c:pt idx="255">
                  <c:v>12.99070280854792</c:v>
                </c:pt>
                <c:pt idx="256">
                  <c:v>12.81557633831898</c:v>
                </c:pt>
                <c:pt idx="257">
                  <c:v>13.07043636275778</c:v>
                </c:pt>
                <c:pt idx="258">
                  <c:v>12.48638285228206</c:v>
                </c:pt>
                <c:pt idx="259">
                  <c:v>12.47807733540674</c:v>
                </c:pt>
                <c:pt idx="260">
                  <c:v>12.14955046546722</c:v>
                </c:pt>
                <c:pt idx="261">
                  <c:v>12.77936296296296</c:v>
                </c:pt>
                <c:pt idx="262">
                  <c:v>12.78085085769178</c:v>
                </c:pt>
                <c:pt idx="263">
                  <c:v>13.96196367367744</c:v>
                </c:pt>
                <c:pt idx="264">
                  <c:v>13.91002412280702</c:v>
                </c:pt>
                <c:pt idx="265">
                  <c:v>14.07215898603143</c:v>
                </c:pt>
                <c:pt idx="266">
                  <c:v>14.12817300159818</c:v>
                </c:pt>
                <c:pt idx="267">
                  <c:v>14.30388803780702</c:v>
                </c:pt>
                <c:pt idx="268">
                  <c:v>13.83204880694143</c:v>
                </c:pt>
                <c:pt idx="269">
                  <c:v>13.05379899051942</c:v>
                </c:pt>
                <c:pt idx="270">
                  <c:v>12.73629371552341</c:v>
                </c:pt>
                <c:pt idx="271">
                  <c:v>12.87926609438015</c:v>
                </c:pt>
                <c:pt idx="272">
                  <c:v>13.20683109775142</c:v>
                </c:pt>
                <c:pt idx="273">
                  <c:v>13.94323777639932</c:v>
                </c:pt>
                <c:pt idx="274">
                  <c:v>14.37492183909382</c:v>
                </c:pt>
                <c:pt idx="275">
                  <c:v>14.3684492993413</c:v>
                </c:pt>
                <c:pt idx="276">
                  <c:v>13.9137199783139</c:v>
                </c:pt>
                <c:pt idx="277">
                  <c:v>13.27426410881365</c:v>
                </c:pt>
                <c:pt idx="278">
                  <c:v>13.25983076974926</c:v>
                </c:pt>
                <c:pt idx="279">
                  <c:v>12.48555837460455</c:v>
                </c:pt>
                <c:pt idx="280">
                  <c:v>12.23022108956711</c:v>
                </c:pt>
                <c:pt idx="281">
                  <c:v>11.99567813506336</c:v>
                </c:pt>
                <c:pt idx="282">
                  <c:v>11.62640299330364</c:v>
                </c:pt>
                <c:pt idx="283">
                  <c:v>11.64190207206535</c:v>
                </c:pt>
                <c:pt idx="284">
                  <c:v>11.26486328696883</c:v>
                </c:pt>
                <c:pt idx="285">
                  <c:v>11.91089464736642</c:v>
                </c:pt>
                <c:pt idx="286">
                  <c:v>12.10456789820083</c:v>
                </c:pt>
                <c:pt idx="287">
                  <c:v>12.32762858983743</c:v>
                </c:pt>
                <c:pt idx="288">
                  <c:v>11.77899193481102</c:v>
                </c:pt>
                <c:pt idx="289">
                  <c:v>11.43849782759836</c:v>
                </c:pt>
                <c:pt idx="290">
                  <c:v>11.79792827069624</c:v>
                </c:pt>
                <c:pt idx="291">
                  <c:v>11.67270045078595</c:v>
                </c:pt>
                <c:pt idx="292">
                  <c:v>11.20253052656225</c:v>
                </c:pt>
                <c:pt idx="293">
                  <c:v>11.5265099342755</c:v>
                </c:pt>
                <c:pt idx="294">
                  <c:v>11.7425272455316</c:v>
                </c:pt>
                <c:pt idx="295">
                  <c:v>13.36141237052367</c:v>
                </c:pt>
                <c:pt idx="296">
                  <c:v>13.26951755645477</c:v>
                </c:pt>
                <c:pt idx="297">
                  <c:v>13.16536033975103</c:v>
                </c:pt>
              </c:numCache>
            </c:numRef>
          </c:val>
        </c:ser>
        <c:ser>
          <c:idx val="1"/>
          <c:order val="1"/>
          <c:tx>
            <c:v>Average</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Sheet1!$C$2:$C$299</c:f>
              <c:numCache>
                <c:formatCode>General</c:formatCode>
                <c:ptCount val="298"/>
                <c:pt idx="0">
                  <c:v>13.21861637226506</c:v>
                </c:pt>
                <c:pt idx="1">
                  <c:v>13.21861637226506</c:v>
                </c:pt>
                <c:pt idx="2">
                  <c:v>13.21861637226506</c:v>
                </c:pt>
                <c:pt idx="3">
                  <c:v>13.21861637226506</c:v>
                </c:pt>
                <c:pt idx="4">
                  <c:v>13.21861637226506</c:v>
                </c:pt>
                <c:pt idx="5">
                  <c:v>13.21861637226506</c:v>
                </c:pt>
                <c:pt idx="6">
                  <c:v>13.21861637226506</c:v>
                </c:pt>
                <c:pt idx="7">
                  <c:v>13.21861637226506</c:v>
                </c:pt>
                <c:pt idx="8">
                  <c:v>13.21861637226506</c:v>
                </c:pt>
                <c:pt idx="9">
                  <c:v>13.21861637226506</c:v>
                </c:pt>
                <c:pt idx="10">
                  <c:v>13.21861637226506</c:v>
                </c:pt>
                <c:pt idx="11">
                  <c:v>13.21861637226506</c:v>
                </c:pt>
                <c:pt idx="12">
                  <c:v>13.21861637226506</c:v>
                </c:pt>
                <c:pt idx="13">
                  <c:v>13.21861637226506</c:v>
                </c:pt>
                <c:pt idx="14">
                  <c:v>13.21861637226506</c:v>
                </c:pt>
                <c:pt idx="15">
                  <c:v>13.21861637226506</c:v>
                </c:pt>
                <c:pt idx="16">
                  <c:v>13.21861637226506</c:v>
                </c:pt>
                <c:pt idx="17">
                  <c:v>13.21861637226506</c:v>
                </c:pt>
                <c:pt idx="18">
                  <c:v>13.21861637226506</c:v>
                </c:pt>
                <c:pt idx="19">
                  <c:v>13.21861637226506</c:v>
                </c:pt>
                <c:pt idx="20">
                  <c:v>13.21861637226506</c:v>
                </c:pt>
                <c:pt idx="21">
                  <c:v>13.21861637226506</c:v>
                </c:pt>
                <c:pt idx="22">
                  <c:v>13.21861637226506</c:v>
                </c:pt>
                <c:pt idx="23">
                  <c:v>13.21861637226506</c:v>
                </c:pt>
                <c:pt idx="24">
                  <c:v>13.21861637226506</c:v>
                </c:pt>
                <c:pt idx="25">
                  <c:v>13.21861637226506</c:v>
                </c:pt>
                <c:pt idx="26">
                  <c:v>13.21861637226506</c:v>
                </c:pt>
                <c:pt idx="27">
                  <c:v>13.21861637226506</c:v>
                </c:pt>
                <c:pt idx="28">
                  <c:v>13.21861637226506</c:v>
                </c:pt>
                <c:pt idx="29">
                  <c:v>13.21861637226506</c:v>
                </c:pt>
                <c:pt idx="30">
                  <c:v>13.21861637226506</c:v>
                </c:pt>
                <c:pt idx="31">
                  <c:v>13.21861637226506</c:v>
                </c:pt>
                <c:pt idx="32">
                  <c:v>13.21861637226506</c:v>
                </c:pt>
                <c:pt idx="33">
                  <c:v>13.21861637226506</c:v>
                </c:pt>
                <c:pt idx="34">
                  <c:v>13.21861637226506</c:v>
                </c:pt>
                <c:pt idx="35">
                  <c:v>13.21861637226506</c:v>
                </c:pt>
                <c:pt idx="36">
                  <c:v>13.21861637226506</c:v>
                </c:pt>
                <c:pt idx="37">
                  <c:v>13.21861637226506</c:v>
                </c:pt>
                <c:pt idx="38">
                  <c:v>13.21861637226506</c:v>
                </c:pt>
                <c:pt idx="39">
                  <c:v>13.21861637226506</c:v>
                </c:pt>
                <c:pt idx="40">
                  <c:v>13.21861637226506</c:v>
                </c:pt>
                <c:pt idx="41">
                  <c:v>13.21861637226506</c:v>
                </c:pt>
                <c:pt idx="42">
                  <c:v>13.21861637226506</c:v>
                </c:pt>
                <c:pt idx="43">
                  <c:v>13.21861637226506</c:v>
                </c:pt>
                <c:pt idx="44">
                  <c:v>13.21861637226506</c:v>
                </c:pt>
                <c:pt idx="45">
                  <c:v>13.21861637226506</c:v>
                </c:pt>
                <c:pt idx="46">
                  <c:v>13.21861637226506</c:v>
                </c:pt>
                <c:pt idx="47">
                  <c:v>13.21861637226506</c:v>
                </c:pt>
                <c:pt idx="48">
                  <c:v>13.21861637226506</c:v>
                </c:pt>
                <c:pt idx="49">
                  <c:v>13.21861637226506</c:v>
                </c:pt>
                <c:pt idx="50">
                  <c:v>13.21861637226506</c:v>
                </c:pt>
                <c:pt idx="51">
                  <c:v>13.21861637226506</c:v>
                </c:pt>
                <c:pt idx="52">
                  <c:v>13.21861637226506</c:v>
                </c:pt>
                <c:pt idx="53">
                  <c:v>13.21861637226506</c:v>
                </c:pt>
                <c:pt idx="54">
                  <c:v>13.21861637226506</c:v>
                </c:pt>
                <c:pt idx="55">
                  <c:v>13.21861637226506</c:v>
                </c:pt>
                <c:pt idx="56">
                  <c:v>13.21861637226506</c:v>
                </c:pt>
                <c:pt idx="57">
                  <c:v>13.21861637226506</c:v>
                </c:pt>
                <c:pt idx="58">
                  <c:v>13.21861637226506</c:v>
                </c:pt>
                <c:pt idx="59">
                  <c:v>13.21861637226506</c:v>
                </c:pt>
                <c:pt idx="60">
                  <c:v>13.21861637226506</c:v>
                </c:pt>
                <c:pt idx="61">
                  <c:v>13.21861637226506</c:v>
                </c:pt>
                <c:pt idx="62">
                  <c:v>13.21861637226506</c:v>
                </c:pt>
                <c:pt idx="63">
                  <c:v>13.21861637226506</c:v>
                </c:pt>
                <c:pt idx="64">
                  <c:v>13.21861637226506</c:v>
                </c:pt>
                <c:pt idx="65">
                  <c:v>13.21861637226506</c:v>
                </c:pt>
                <c:pt idx="66">
                  <c:v>13.21861637226506</c:v>
                </c:pt>
                <c:pt idx="67">
                  <c:v>13.21861637226506</c:v>
                </c:pt>
                <c:pt idx="68">
                  <c:v>13.21861637226506</c:v>
                </c:pt>
                <c:pt idx="69">
                  <c:v>13.21861637226506</c:v>
                </c:pt>
                <c:pt idx="70">
                  <c:v>13.21861637226506</c:v>
                </c:pt>
                <c:pt idx="71">
                  <c:v>13.21861637226506</c:v>
                </c:pt>
                <c:pt idx="72">
                  <c:v>13.21861637226506</c:v>
                </c:pt>
                <c:pt idx="73">
                  <c:v>13.21861637226506</c:v>
                </c:pt>
                <c:pt idx="74">
                  <c:v>13.21861637226506</c:v>
                </c:pt>
                <c:pt idx="75">
                  <c:v>13.21861637226506</c:v>
                </c:pt>
                <c:pt idx="76">
                  <c:v>13.21861637226506</c:v>
                </c:pt>
                <c:pt idx="77">
                  <c:v>13.21861637226506</c:v>
                </c:pt>
                <c:pt idx="78">
                  <c:v>13.21861637226506</c:v>
                </c:pt>
                <c:pt idx="79">
                  <c:v>13.21861637226506</c:v>
                </c:pt>
                <c:pt idx="80">
                  <c:v>13.21861637226506</c:v>
                </c:pt>
                <c:pt idx="81">
                  <c:v>13.21861637226506</c:v>
                </c:pt>
                <c:pt idx="82">
                  <c:v>13.21861637226506</c:v>
                </c:pt>
                <c:pt idx="83">
                  <c:v>13.21861637226506</c:v>
                </c:pt>
                <c:pt idx="84">
                  <c:v>13.21861637226506</c:v>
                </c:pt>
                <c:pt idx="85">
                  <c:v>13.21861637226506</c:v>
                </c:pt>
                <c:pt idx="86">
                  <c:v>13.21861637226506</c:v>
                </c:pt>
                <c:pt idx="87">
                  <c:v>13.21861637226506</c:v>
                </c:pt>
                <c:pt idx="88">
                  <c:v>13.21861637226506</c:v>
                </c:pt>
                <c:pt idx="89">
                  <c:v>13.21861637226506</c:v>
                </c:pt>
                <c:pt idx="90">
                  <c:v>13.21861637226506</c:v>
                </c:pt>
                <c:pt idx="91">
                  <c:v>13.21861637226506</c:v>
                </c:pt>
                <c:pt idx="92">
                  <c:v>13.21861637226506</c:v>
                </c:pt>
                <c:pt idx="93">
                  <c:v>13.21861637226506</c:v>
                </c:pt>
                <c:pt idx="94">
                  <c:v>13.21861637226506</c:v>
                </c:pt>
                <c:pt idx="95">
                  <c:v>13.21861637226506</c:v>
                </c:pt>
                <c:pt idx="96">
                  <c:v>13.21861637226506</c:v>
                </c:pt>
                <c:pt idx="97">
                  <c:v>13.21861637226506</c:v>
                </c:pt>
                <c:pt idx="98">
                  <c:v>13.21861637226506</c:v>
                </c:pt>
                <c:pt idx="99">
                  <c:v>13.21861637226506</c:v>
                </c:pt>
                <c:pt idx="100">
                  <c:v>13.21861637226506</c:v>
                </c:pt>
                <c:pt idx="101">
                  <c:v>13.21861637226506</c:v>
                </c:pt>
                <c:pt idx="102">
                  <c:v>13.21861637226506</c:v>
                </c:pt>
                <c:pt idx="103">
                  <c:v>13.21861637226506</c:v>
                </c:pt>
                <c:pt idx="104">
                  <c:v>13.21861637226506</c:v>
                </c:pt>
                <c:pt idx="105">
                  <c:v>13.21861637226506</c:v>
                </c:pt>
                <c:pt idx="106">
                  <c:v>13.21861637226506</c:v>
                </c:pt>
                <c:pt idx="107">
                  <c:v>13.21861637226506</c:v>
                </c:pt>
                <c:pt idx="108">
                  <c:v>13.21861637226506</c:v>
                </c:pt>
                <c:pt idx="109">
                  <c:v>13.21861637226506</c:v>
                </c:pt>
                <c:pt idx="110">
                  <c:v>13.21861637226506</c:v>
                </c:pt>
                <c:pt idx="111">
                  <c:v>13.21861637226506</c:v>
                </c:pt>
                <c:pt idx="112">
                  <c:v>13.21861637226506</c:v>
                </c:pt>
                <c:pt idx="113">
                  <c:v>13.21861637226506</c:v>
                </c:pt>
                <c:pt idx="114">
                  <c:v>13.21861637226506</c:v>
                </c:pt>
                <c:pt idx="115">
                  <c:v>13.21861637226506</c:v>
                </c:pt>
                <c:pt idx="116">
                  <c:v>13.21861637226506</c:v>
                </c:pt>
                <c:pt idx="117">
                  <c:v>13.21861637226506</c:v>
                </c:pt>
                <c:pt idx="118">
                  <c:v>13.21861637226506</c:v>
                </c:pt>
                <c:pt idx="119">
                  <c:v>13.21861637226506</c:v>
                </c:pt>
                <c:pt idx="120">
                  <c:v>13.21861637226506</c:v>
                </c:pt>
                <c:pt idx="121">
                  <c:v>13.21861637226506</c:v>
                </c:pt>
                <c:pt idx="122">
                  <c:v>13.21861637226506</c:v>
                </c:pt>
                <c:pt idx="123">
                  <c:v>13.21861637226506</c:v>
                </c:pt>
                <c:pt idx="124">
                  <c:v>13.21861637226506</c:v>
                </c:pt>
                <c:pt idx="125">
                  <c:v>13.21861637226506</c:v>
                </c:pt>
                <c:pt idx="126">
                  <c:v>13.21861637226506</c:v>
                </c:pt>
                <c:pt idx="127">
                  <c:v>13.21861637226506</c:v>
                </c:pt>
                <c:pt idx="128">
                  <c:v>13.21861637226506</c:v>
                </c:pt>
                <c:pt idx="129">
                  <c:v>13.21861637226506</c:v>
                </c:pt>
                <c:pt idx="130">
                  <c:v>13.21861637226506</c:v>
                </c:pt>
                <c:pt idx="131">
                  <c:v>13.21861637226506</c:v>
                </c:pt>
                <c:pt idx="132">
                  <c:v>13.21861637226506</c:v>
                </c:pt>
                <c:pt idx="133">
                  <c:v>13.21861637226506</c:v>
                </c:pt>
                <c:pt idx="134">
                  <c:v>13.21861637226506</c:v>
                </c:pt>
                <c:pt idx="135">
                  <c:v>13.21861637226506</c:v>
                </c:pt>
                <c:pt idx="136">
                  <c:v>13.21861637226506</c:v>
                </c:pt>
                <c:pt idx="137">
                  <c:v>13.21861637226506</c:v>
                </c:pt>
                <c:pt idx="138">
                  <c:v>13.21861637226506</c:v>
                </c:pt>
                <c:pt idx="139">
                  <c:v>13.21861637226506</c:v>
                </c:pt>
                <c:pt idx="140">
                  <c:v>13.21861637226506</c:v>
                </c:pt>
                <c:pt idx="141">
                  <c:v>13.21861637226506</c:v>
                </c:pt>
                <c:pt idx="142">
                  <c:v>13.21861637226506</c:v>
                </c:pt>
                <c:pt idx="143">
                  <c:v>13.21861637226506</c:v>
                </c:pt>
                <c:pt idx="144">
                  <c:v>13.21861637226506</c:v>
                </c:pt>
                <c:pt idx="145">
                  <c:v>13.21861637226506</c:v>
                </c:pt>
                <c:pt idx="146">
                  <c:v>13.21861637226506</c:v>
                </c:pt>
                <c:pt idx="147">
                  <c:v>13.21861637226506</c:v>
                </c:pt>
                <c:pt idx="148">
                  <c:v>13.21861637226506</c:v>
                </c:pt>
                <c:pt idx="149">
                  <c:v>13.21861637226506</c:v>
                </c:pt>
                <c:pt idx="150">
                  <c:v>13.21861637226506</c:v>
                </c:pt>
                <c:pt idx="151">
                  <c:v>13.21861637226506</c:v>
                </c:pt>
                <c:pt idx="152">
                  <c:v>13.21861637226506</c:v>
                </c:pt>
                <c:pt idx="153">
                  <c:v>13.21861637226506</c:v>
                </c:pt>
                <c:pt idx="154">
                  <c:v>13.21861637226506</c:v>
                </c:pt>
                <c:pt idx="155">
                  <c:v>13.21861637226506</c:v>
                </c:pt>
                <c:pt idx="156">
                  <c:v>13.21861637226506</c:v>
                </c:pt>
                <c:pt idx="157">
                  <c:v>13.21861637226506</c:v>
                </c:pt>
                <c:pt idx="158">
                  <c:v>13.21861637226506</c:v>
                </c:pt>
                <c:pt idx="159">
                  <c:v>13.21861637226506</c:v>
                </c:pt>
                <c:pt idx="160">
                  <c:v>13.21861637226506</c:v>
                </c:pt>
                <c:pt idx="161">
                  <c:v>13.21861637226506</c:v>
                </c:pt>
                <c:pt idx="162">
                  <c:v>13.21861637226506</c:v>
                </c:pt>
                <c:pt idx="163">
                  <c:v>13.21861637226506</c:v>
                </c:pt>
                <c:pt idx="164">
                  <c:v>13.21861637226506</c:v>
                </c:pt>
                <c:pt idx="165">
                  <c:v>13.21861637226506</c:v>
                </c:pt>
                <c:pt idx="166">
                  <c:v>13.21861637226506</c:v>
                </c:pt>
                <c:pt idx="167">
                  <c:v>13.21861637226506</c:v>
                </c:pt>
                <c:pt idx="168">
                  <c:v>13.21861637226506</c:v>
                </c:pt>
                <c:pt idx="169">
                  <c:v>13.21861637226506</c:v>
                </c:pt>
                <c:pt idx="170">
                  <c:v>13.21861637226506</c:v>
                </c:pt>
                <c:pt idx="171">
                  <c:v>13.21861637226506</c:v>
                </c:pt>
                <c:pt idx="172">
                  <c:v>13.21861637226506</c:v>
                </c:pt>
                <c:pt idx="173">
                  <c:v>13.21861637226506</c:v>
                </c:pt>
                <c:pt idx="174">
                  <c:v>13.21861637226506</c:v>
                </c:pt>
                <c:pt idx="175">
                  <c:v>13.21861637226506</c:v>
                </c:pt>
                <c:pt idx="176">
                  <c:v>13.21861637226506</c:v>
                </c:pt>
                <c:pt idx="177">
                  <c:v>13.21861637226506</c:v>
                </c:pt>
                <c:pt idx="178">
                  <c:v>13.21861637226506</c:v>
                </c:pt>
                <c:pt idx="179">
                  <c:v>13.21861637226506</c:v>
                </c:pt>
                <c:pt idx="180">
                  <c:v>13.21861637226506</c:v>
                </c:pt>
                <c:pt idx="181">
                  <c:v>13.21861637226506</c:v>
                </c:pt>
                <c:pt idx="182">
                  <c:v>13.21861637226506</c:v>
                </c:pt>
                <c:pt idx="183">
                  <c:v>13.21861637226506</c:v>
                </c:pt>
                <c:pt idx="184">
                  <c:v>13.21861637226506</c:v>
                </c:pt>
                <c:pt idx="185">
                  <c:v>13.21861637226506</c:v>
                </c:pt>
                <c:pt idx="186">
                  <c:v>13.21861637226506</c:v>
                </c:pt>
                <c:pt idx="187">
                  <c:v>13.21861637226506</c:v>
                </c:pt>
                <c:pt idx="188">
                  <c:v>13.21861637226506</c:v>
                </c:pt>
                <c:pt idx="189">
                  <c:v>13.21861637226506</c:v>
                </c:pt>
                <c:pt idx="190">
                  <c:v>13.21861637226506</c:v>
                </c:pt>
                <c:pt idx="191">
                  <c:v>13.21861637226506</c:v>
                </c:pt>
                <c:pt idx="192">
                  <c:v>13.21861637226506</c:v>
                </c:pt>
                <c:pt idx="193">
                  <c:v>13.21861637226506</c:v>
                </c:pt>
                <c:pt idx="194">
                  <c:v>13.21861637226506</c:v>
                </c:pt>
                <c:pt idx="195">
                  <c:v>13.21861637226506</c:v>
                </c:pt>
                <c:pt idx="196">
                  <c:v>13.21861637226506</c:v>
                </c:pt>
                <c:pt idx="197">
                  <c:v>13.21861637226506</c:v>
                </c:pt>
                <c:pt idx="198">
                  <c:v>13.21861637226506</c:v>
                </c:pt>
                <c:pt idx="199">
                  <c:v>13.21861637226506</c:v>
                </c:pt>
                <c:pt idx="200">
                  <c:v>13.21861637226506</c:v>
                </c:pt>
                <c:pt idx="201">
                  <c:v>13.21861637226506</c:v>
                </c:pt>
                <c:pt idx="202">
                  <c:v>13.21861637226506</c:v>
                </c:pt>
                <c:pt idx="203">
                  <c:v>13.21861637226506</c:v>
                </c:pt>
                <c:pt idx="204">
                  <c:v>13.21861637226506</c:v>
                </c:pt>
                <c:pt idx="205">
                  <c:v>13.21861637226506</c:v>
                </c:pt>
                <c:pt idx="206">
                  <c:v>13.21861637226506</c:v>
                </c:pt>
                <c:pt idx="207">
                  <c:v>13.21861637226506</c:v>
                </c:pt>
                <c:pt idx="208">
                  <c:v>13.21861637226506</c:v>
                </c:pt>
                <c:pt idx="209">
                  <c:v>13.21861637226506</c:v>
                </c:pt>
                <c:pt idx="210">
                  <c:v>13.21861637226506</c:v>
                </c:pt>
                <c:pt idx="211">
                  <c:v>13.21861637226506</c:v>
                </c:pt>
                <c:pt idx="212">
                  <c:v>13.21861637226506</c:v>
                </c:pt>
                <c:pt idx="213">
                  <c:v>13.21861637226506</c:v>
                </c:pt>
                <c:pt idx="214">
                  <c:v>13.21861637226506</c:v>
                </c:pt>
                <c:pt idx="215">
                  <c:v>13.21861637226506</c:v>
                </c:pt>
                <c:pt idx="216">
                  <c:v>13.21861637226506</c:v>
                </c:pt>
                <c:pt idx="217">
                  <c:v>13.21861637226506</c:v>
                </c:pt>
                <c:pt idx="218">
                  <c:v>13.21861637226506</c:v>
                </c:pt>
                <c:pt idx="219">
                  <c:v>13.21861637226506</c:v>
                </c:pt>
                <c:pt idx="220">
                  <c:v>13.21861637226506</c:v>
                </c:pt>
                <c:pt idx="221">
                  <c:v>13.21861637226506</c:v>
                </c:pt>
                <c:pt idx="222">
                  <c:v>13.21861637226506</c:v>
                </c:pt>
                <c:pt idx="223">
                  <c:v>13.21861637226506</c:v>
                </c:pt>
                <c:pt idx="224">
                  <c:v>13.21861637226506</c:v>
                </c:pt>
                <c:pt idx="225">
                  <c:v>13.21861637226506</c:v>
                </c:pt>
                <c:pt idx="226">
                  <c:v>13.21861637226506</c:v>
                </c:pt>
                <c:pt idx="227">
                  <c:v>13.21861637226506</c:v>
                </c:pt>
                <c:pt idx="228">
                  <c:v>13.21861637226506</c:v>
                </c:pt>
                <c:pt idx="229">
                  <c:v>13.21861637226506</c:v>
                </c:pt>
                <c:pt idx="230">
                  <c:v>13.21861637226506</c:v>
                </c:pt>
                <c:pt idx="231">
                  <c:v>13.21861637226506</c:v>
                </c:pt>
                <c:pt idx="232">
                  <c:v>13.21861637226506</c:v>
                </c:pt>
                <c:pt idx="233">
                  <c:v>13.21861637226506</c:v>
                </c:pt>
                <c:pt idx="234">
                  <c:v>13.21861637226506</c:v>
                </c:pt>
                <c:pt idx="235">
                  <c:v>13.21861637226506</c:v>
                </c:pt>
                <c:pt idx="236">
                  <c:v>13.21861637226506</c:v>
                </c:pt>
                <c:pt idx="237">
                  <c:v>13.21861637226506</c:v>
                </c:pt>
                <c:pt idx="238">
                  <c:v>13.21861637226506</c:v>
                </c:pt>
                <c:pt idx="239">
                  <c:v>13.21861637226506</c:v>
                </c:pt>
                <c:pt idx="240">
                  <c:v>13.21861637226506</c:v>
                </c:pt>
                <c:pt idx="241">
                  <c:v>13.21861637226506</c:v>
                </c:pt>
                <c:pt idx="242">
                  <c:v>13.21861637226506</c:v>
                </c:pt>
                <c:pt idx="243">
                  <c:v>13.21861637226506</c:v>
                </c:pt>
                <c:pt idx="244">
                  <c:v>13.21861637226506</c:v>
                </c:pt>
                <c:pt idx="245">
                  <c:v>13.21861637226506</c:v>
                </c:pt>
                <c:pt idx="246">
                  <c:v>13.21861637226506</c:v>
                </c:pt>
                <c:pt idx="247">
                  <c:v>13.21861637226506</c:v>
                </c:pt>
                <c:pt idx="248">
                  <c:v>13.21861637226506</c:v>
                </c:pt>
                <c:pt idx="249">
                  <c:v>13.21861637226506</c:v>
                </c:pt>
                <c:pt idx="250">
                  <c:v>13.21861637226506</c:v>
                </c:pt>
                <c:pt idx="251">
                  <c:v>13.21861637226506</c:v>
                </c:pt>
                <c:pt idx="252">
                  <c:v>13.21861637226506</c:v>
                </c:pt>
                <c:pt idx="253">
                  <c:v>13.21861637226506</c:v>
                </c:pt>
                <c:pt idx="254">
                  <c:v>13.21861637226506</c:v>
                </c:pt>
                <c:pt idx="255">
                  <c:v>13.21861637226506</c:v>
                </c:pt>
                <c:pt idx="256">
                  <c:v>13.21861637226506</c:v>
                </c:pt>
                <c:pt idx="257">
                  <c:v>13.21861637226506</c:v>
                </c:pt>
                <c:pt idx="258">
                  <c:v>13.21861637226506</c:v>
                </c:pt>
                <c:pt idx="259">
                  <c:v>13.21861637226506</c:v>
                </c:pt>
                <c:pt idx="260">
                  <c:v>13.21861637226506</c:v>
                </c:pt>
                <c:pt idx="261">
                  <c:v>13.21861637226506</c:v>
                </c:pt>
                <c:pt idx="262">
                  <c:v>13.21861637226506</c:v>
                </c:pt>
                <c:pt idx="263">
                  <c:v>13.21861637226506</c:v>
                </c:pt>
                <c:pt idx="264">
                  <c:v>13.21861637226506</c:v>
                </c:pt>
                <c:pt idx="265">
                  <c:v>13.21861637226506</c:v>
                </c:pt>
                <c:pt idx="266">
                  <c:v>13.21861637226506</c:v>
                </c:pt>
                <c:pt idx="267">
                  <c:v>13.21861637226506</c:v>
                </c:pt>
                <c:pt idx="268">
                  <c:v>13.21861637226506</c:v>
                </c:pt>
                <c:pt idx="269">
                  <c:v>13.21861637226506</c:v>
                </c:pt>
                <c:pt idx="270">
                  <c:v>13.21861637226506</c:v>
                </c:pt>
                <c:pt idx="271">
                  <c:v>13.21861637226506</c:v>
                </c:pt>
                <c:pt idx="272">
                  <c:v>13.21861637226506</c:v>
                </c:pt>
                <c:pt idx="273">
                  <c:v>13.21861637226506</c:v>
                </c:pt>
                <c:pt idx="274">
                  <c:v>13.21861637226506</c:v>
                </c:pt>
                <c:pt idx="275">
                  <c:v>13.21861637226506</c:v>
                </c:pt>
                <c:pt idx="276">
                  <c:v>13.21861637226506</c:v>
                </c:pt>
                <c:pt idx="277">
                  <c:v>13.21861637226506</c:v>
                </c:pt>
                <c:pt idx="278">
                  <c:v>13.21861637226506</c:v>
                </c:pt>
                <c:pt idx="279">
                  <c:v>13.21861637226506</c:v>
                </c:pt>
                <c:pt idx="280">
                  <c:v>13.21861637226506</c:v>
                </c:pt>
                <c:pt idx="281">
                  <c:v>13.21861637226506</c:v>
                </c:pt>
                <c:pt idx="282">
                  <c:v>13.21861637226506</c:v>
                </c:pt>
                <c:pt idx="283">
                  <c:v>13.21861637226506</c:v>
                </c:pt>
                <c:pt idx="284">
                  <c:v>13.21861637226506</c:v>
                </c:pt>
                <c:pt idx="285">
                  <c:v>13.21861637226506</c:v>
                </c:pt>
                <c:pt idx="286">
                  <c:v>13.21861637226506</c:v>
                </c:pt>
                <c:pt idx="287">
                  <c:v>13.21861637226506</c:v>
                </c:pt>
                <c:pt idx="288">
                  <c:v>13.21861637226506</c:v>
                </c:pt>
                <c:pt idx="289">
                  <c:v>13.21861637226506</c:v>
                </c:pt>
                <c:pt idx="290">
                  <c:v>13.21861637226506</c:v>
                </c:pt>
                <c:pt idx="291">
                  <c:v>13.21861637226506</c:v>
                </c:pt>
                <c:pt idx="292">
                  <c:v>13.21861637226506</c:v>
                </c:pt>
                <c:pt idx="293">
                  <c:v>13.21861637226506</c:v>
                </c:pt>
                <c:pt idx="294">
                  <c:v>13.21861637226506</c:v>
                </c:pt>
                <c:pt idx="295">
                  <c:v>13.21861637226506</c:v>
                </c:pt>
                <c:pt idx="296">
                  <c:v>13.21861637226506</c:v>
                </c:pt>
                <c:pt idx="297">
                  <c:v>13.21861637226506</c:v>
                </c:pt>
              </c:numCache>
            </c:numRef>
          </c:val>
        </c:ser>
        <c:ser>
          <c:idx val="2"/>
          <c:order val="2"/>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Sheet1!$D$2:$D$299</c:f>
              <c:numCache>
                <c:formatCode>General</c:formatCode>
                <c:ptCount val="298"/>
                <c:pt idx="0">
                  <c:v>16.37466545596558</c:v>
                </c:pt>
                <c:pt idx="1">
                  <c:v>16.37466545596558</c:v>
                </c:pt>
                <c:pt idx="2">
                  <c:v>16.37466545596558</c:v>
                </c:pt>
                <c:pt idx="3">
                  <c:v>16.37466545596558</c:v>
                </c:pt>
                <c:pt idx="4">
                  <c:v>16.37466545596558</c:v>
                </c:pt>
                <c:pt idx="5">
                  <c:v>16.37466545596558</c:v>
                </c:pt>
                <c:pt idx="6">
                  <c:v>16.37466545596558</c:v>
                </c:pt>
                <c:pt idx="7">
                  <c:v>16.37466545596558</c:v>
                </c:pt>
                <c:pt idx="8">
                  <c:v>16.37466545596558</c:v>
                </c:pt>
                <c:pt idx="9">
                  <c:v>16.37466545596558</c:v>
                </c:pt>
                <c:pt idx="10">
                  <c:v>16.37466545596558</c:v>
                </c:pt>
                <c:pt idx="11">
                  <c:v>16.37466545596558</c:v>
                </c:pt>
                <c:pt idx="12">
                  <c:v>16.37466545596558</c:v>
                </c:pt>
                <c:pt idx="13">
                  <c:v>16.37466545596558</c:v>
                </c:pt>
                <c:pt idx="14">
                  <c:v>16.37466545596558</c:v>
                </c:pt>
                <c:pt idx="15">
                  <c:v>16.37466545596558</c:v>
                </c:pt>
                <c:pt idx="16">
                  <c:v>16.37466545596558</c:v>
                </c:pt>
                <c:pt idx="17">
                  <c:v>16.37466545596558</c:v>
                </c:pt>
                <c:pt idx="18">
                  <c:v>16.37466545596558</c:v>
                </c:pt>
                <c:pt idx="19">
                  <c:v>16.37466545596558</c:v>
                </c:pt>
                <c:pt idx="20">
                  <c:v>16.37466545596558</c:v>
                </c:pt>
                <c:pt idx="21">
                  <c:v>16.37466545596558</c:v>
                </c:pt>
                <c:pt idx="22">
                  <c:v>16.37466545596558</c:v>
                </c:pt>
                <c:pt idx="23">
                  <c:v>16.37466545596558</c:v>
                </c:pt>
                <c:pt idx="24">
                  <c:v>16.37466545596558</c:v>
                </c:pt>
                <c:pt idx="25">
                  <c:v>16.37466545596558</c:v>
                </c:pt>
                <c:pt idx="26">
                  <c:v>16.37466545596558</c:v>
                </c:pt>
                <c:pt idx="27">
                  <c:v>16.37466545596558</c:v>
                </c:pt>
                <c:pt idx="28">
                  <c:v>16.37466545596558</c:v>
                </c:pt>
                <c:pt idx="29">
                  <c:v>16.37466545596558</c:v>
                </c:pt>
                <c:pt idx="30">
                  <c:v>16.37466545596558</c:v>
                </c:pt>
                <c:pt idx="31">
                  <c:v>16.37466545596558</c:v>
                </c:pt>
                <c:pt idx="32">
                  <c:v>16.37466545596558</c:v>
                </c:pt>
                <c:pt idx="33">
                  <c:v>16.37466545596558</c:v>
                </c:pt>
                <c:pt idx="34">
                  <c:v>16.37466545596558</c:v>
                </c:pt>
                <c:pt idx="35">
                  <c:v>16.37466545596558</c:v>
                </c:pt>
                <c:pt idx="36">
                  <c:v>16.37466545596558</c:v>
                </c:pt>
                <c:pt idx="37">
                  <c:v>16.37466545596558</c:v>
                </c:pt>
                <c:pt idx="38">
                  <c:v>16.37466545596558</c:v>
                </c:pt>
                <c:pt idx="39">
                  <c:v>16.37466545596558</c:v>
                </c:pt>
                <c:pt idx="40">
                  <c:v>16.37466545596558</c:v>
                </c:pt>
                <c:pt idx="41">
                  <c:v>16.37466545596558</c:v>
                </c:pt>
                <c:pt idx="42">
                  <c:v>16.37466545596558</c:v>
                </c:pt>
                <c:pt idx="43">
                  <c:v>16.37466545596558</c:v>
                </c:pt>
                <c:pt idx="44">
                  <c:v>16.37466545596558</c:v>
                </c:pt>
                <c:pt idx="45">
                  <c:v>16.37466545596558</c:v>
                </c:pt>
                <c:pt idx="46">
                  <c:v>16.37466545596558</c:v>
                </c:pt>
                <c:pt idx="47">
                  <c:v>16.37466545596558</c:v>
                </c:pt>
                <c:pt idx="48">
                  <c:v>16.37466545596558</c:v>
                </c:pt>
                <c:pt idx="49">
                  <c:v>16.37466545596558</c:v>
                </c:pt>
                <c:pt idx="50">
                  <c:v>16.37466545596558</c:v>
                </c:pt>
                <c:pt idx="51">
                  <c:v>16.37466545596558</c:v>
                </c:pt>
                <c:pt idx="52">
                  <c:v>16.37466545596558</c:v>
                </c:pt>
                <c:pt idx="53">
                  <c:v>16.37466545596558</c:v>
                </c:pt>
                <c:pt idx="54">
                  <c:v>16.37466545596558</c:v>
                </c:pt>
                <c:pt idx="55">
                  <c:v>16.37466545596558</c:v>
                </c:pt>
                <c:pt idx="56">
                  <c:v>16.37466545596558</c:v>
                </c:pt>
                <c:pt idx="57">
                  <c:v>16.37466545596558</c:v>
                </c:pt>
                <c:pt idx="58">
                  <c:v>16.37466545596558</c:v>
                </c:pt>
                <c:pt idx="59">
                  <c:v>16.37466545596558</c:v>
                </c:pt>
                <c:pt idx="60">
                  <c:v>16.37466545596558</c:v>
                </c:pt>
                <c:pt idx="61">
                  <c:v>16.37466545596558</c:v>
                </c:pt>
                <c:pt idx="62">
                  <c:v>16.37466545596558</c:v>
                </c:pt>
                <c:pt idx="63">
                  <c:v>16.37466545596558</c:v>
                </c:pt>
                <c:pt idx="64">
                  <c:v>16.37466545596558</c:v>
                </c:pt>
                <c:pt idx="65">
                  <c:v>16.37466545596558</c:v>
                </c:pt>
                <c:pt idx="66">
                  <c:v>16.37466545596558</c:v>
                </c:pt>
                <c:pt idx="67">
                  <c:v>16.37466545596558</c:v>
                </c:pt>
                <c:pt idx="68">
                  <c:v>16.37466545596558</c:v>
                </c:pt>
                <c:pt idx="69">
                  <c:v>16.37466545596558</c:v>
                </c:pt>
                <c:pt idx="70">
                  <c:v>16.37466545596558</c:v>
                </c:pt>
                <c:pt idx="71">
                  <c:v>16.37466545596558</c:v>
                </c:pt>
                <c:pt idx="72">
                  <c:v>16.37466545596558</c:v>
                </c:pt>
                <c:pt idx="73">
                  <c:v>16.37466545596558</c:v>
                </c:pt>
                <c:pt idx="74">
                  <c:v>16.37466545596558</c:v>
                </c:pt>
                <c:pt idx="75">
                  <c:v>16.37466545596558</c:v>
                </c:pt>
                <c:pt idx="76">
                  <c:v>16.37466545596558</c:v>
                </c:pt>
                <c:pt idx="77">
                  <c:v>16.37466545596558</c:v>
                </c:pt>
                <c:pt idx="78">
                  <c:v>16.37466545596558</c:v>
                </c:pt>
                <c:pt idx="79">
                  <c:v>16.37466545596558</c:v>
                </c:pt>
                <c:pt idx="80">
                  <c:v>16.37466545596558</c:v>
                </c:pt>
                <c:pt idx="81">
                  <c:v>16.37466545596558</c:v>
                </c:pt>
                <c:pt idx="82">
                  <c:v>16.37466545596558</c:v>
                </c:pt>
                <c:pt idx="83">
                  <c:v>16.37466545596558</c:v>
                </c:pt>
                <c:pt idx="84">
                  <c:v>16.37466545596558</c:v>
                </c:pt>
                <c:pt idx="85">
                  <c:v>16.37466545596558</c:v>
                </c:pt>
                <c:pt idx="86">
                  <c:v>16.37466545596558</c:v>
                </c:pt>
                <c:pt idx="87">
                  <c:v>16.37466545596558</c:v>
                </c:pt>
                <c:pt idx="88">
                  <c:v>16.37466545596558</c:v>
                </c:pt>
                <c:pt idx="89">
                  <c:v>16.37466545596558</c:v>
                </c:pt>
                <c:pt idx="90">
                  <c:v>16.37466545596558</c:v>
                </c:pt>
                <c:pt idx="91">
                  <c:v>16.37466545596558</c:v>
                </c:pt>
                <c:pt idx="92">
                  <c:v>16.37466545596558</c:v>
                </c:pt>
                <c:pt idx="93">
                  <c:v>16.37466545596558</c:v>
                </c:pt>
                <c:pt idx="94">
                  <c:v>16.37466545596558</c:v>
                </c:pt>
                <c:pt idx="95">
                  <c:v>16.37466545596558</c:v>
                </c:pt>
                <c:pt idx="96">
                  <c:v>16.37466545596558</c:v>
                </c:pt>
                <c:pt idx="97">
                  <c:v>16.37466545596558</c:v>
                </c:pt>
                <c:pt idx="98">
                  <c:v>16.37466545596558</c:v>
                </c:pt>
                <c:pt idx="99">
                  <c:v>16.37466545596558</c:v>
                </c:pt>
                <c:pt idx="100">
                  <c:v>16.37466545596558</c:v>
                </c:pt>
                <c:pt idx="101">
                  <c:v>16.37466545596558</c:v>
                </c:pt>
                <c:pt idx="102">
                  <c:v>16.37466545596558</c:v>
                </c:pt>
                <c:pt idx="103">
                  <c:v>16.37466545596558</c:v>
                </c:pt>
                <c:pt idx="104">
                  <c:v>16.37466545596558</c:v>
                </c:pt>
                <c:pt idx="105">
                  <c:v>16.37466545596558</c:v>
                </c:pt>
                <c:pt idx="106">
                  <c:v>16.37466545596558</c:v>
                </c:pt>
                <c:pt idx="107">
                  <c:v>16.37466545596558</c:v>
                </c:pt>
                <c:pt idx="108">
                  <c:v>16.37466545596558</c:v>
                </c:pt>
                <c:pt idx="109">
                  <c:v>16.37466545596558</c:v>
                </c:pt>
                <c:pt idx="110">
                  <c:v>16.37466545596558</c:v>
                </c:pt>
                <c:pt idx="111">
                  <c:v>16.37466545596558</c:v>
                </c:pt>
                <c:pt idx="112">
                  <c:v>16.37466545596558</c:v>
                </c:pt>
                <c:pt idx="113">
                  <c:v>16.37466545596558</c:v>
                </c:pt>
                <c:pt idx="114">
                  <c:v>16.37466545596558</c:v>
                </c:pt>
                <c:pt idx="115">
                  <c:v>16.37466545596558</c:v>
                </c:pt>
                <c:pt idx="116">
                  <c:v>16.37466545596558</c:v>
                </c:pt>
                <c:pt idx="117">
                  <c:v>16.37466545596558</c:v>
                </c:pt>
                <c:pt idx="118">
                  <c:v>16.37466545596558</c:v>
                </c:pt>
                <c:pt idx="119">
                  <c:v>16.37466545596558</c:v>
                </c:pt>
                <c:pt idx="120">
                  <c:v>16.37466545596558</c:v>
                </c:pt>
                <c:pt idx="121">
                  <c:v>16.37466545596558</c:v>
                </c:pt>
                <c:pt idx="122">
                  <c:v>16.37466545596558</c:v>
                </c:pt>
                <c:pt idx="123">
                  <c:v>16.37466545596558</c:v>
                </c:pt>
                <c:pt idx="124">
                  <c:v>16.37466545596558</c:v>
                </c:pt>
                <c:pt idx="125">
                  <c:v>16.37466545596558</c:v>
                </c:pt>
                <c:pt idx="126">
                  <c:v>16.37466545596558</c:v>
                </c:pt>
                <c:pt idx="127">
                  <c:v>16.37466545596558</c:v>
                </c:pt>
                <c:pt idx="128">
                  <c:v>16.37466545596558</c:v>
                </c:pt>
                <c:pt idx="129">
                  <c:v>16.37466545596558</c:v>
                </c:pt>
                <c:pt idx="130">
                  <c:v>16.37466545596558</c:v>
                </c:pt>
                <c:pt idx="131">
                  <c:v>16.37466545596558</c:v>
                </c:pt>
                <c:pt idx="132">
                  <c:v>16.37466545596558</c:v>
                </c:pt>
                <c:pt idx="133">
                  <c:v>16.37466545596558</c:v>
                </c:pt>
                <c:pt idx="134">
                  <c:v>16.37466545596558</c:v>
                </c:pt>
                <c:pt idx="135">
                  <c:v>16.37466545596558</c:v>
                </c:pt>
                <c:pt idx="136">
                  <c:v>16.37466545596558</c:v>
                </c:pt>
                <c:pt idx="137">
                  <c:v>16.37466545596558</c:v>
                </c:pt>
                <c:pt idx="138">
                  <c:v>16.37466545596558</c:v>
                </c:pt>
                <c:pt idx="139">
                  <c:v>16.37466545596558</c:v>
                </c:pt>
                <c:pt idx="140">
                  <c:v>16.37466545596558</c:v>
                </c:pt>
                <c:pt idx="141">
                  <c:v>16.37466545596558</c:v>
                </c:pt>
                <c:pt idx="142">
                  <c:v>16.37466545596558</c:v>
                </c:pt>
                <c:pt idx="143">
                  <c:v>16.37466545596558</c:v>
                </c:pt>
                <c:pt idx="144">
                  <c:v>16.37466545596558</c:v>
                </c:pt>
                <c:pt idx="145">
                  <c:v>16.37466545596558</c:v>
                </c:pt>
                <c:pt idx="146">
                  <c:v>16.37466545596558</c:v>
                </c:pt>
                <c:pt idx="147">
                  <c:v>16.37466545596558</c:v>
                </c:pt>
                <c:pt idx="148">
                  <c:v>16.37466545596558</c:v>
                </c:pt>
                <c:pt idx="149">
                  <c:v>16.37466545596558</c:v>
                </c:pt>
                <c:pt idx="150">
                  <c:v>16.37466545596558</c:v>
                </c:pt>
                <c:pt idx="151">
                  <c:v>16.37466545596558</c:v>
                </c:pt>
                <c:pt idx="152">
                  <c:v>16.37466545596558</c:v>
                </c:pt>
                <c:pt idx="153">
                  <c:v>16.37466545596558</c:v>
                </c:pt>
                <c:pt idx="154">
                  <c:v>16.37466545596558</c:v>
                </c:pt>
                <c:pt idx="155">
                  <c:v>16.37466545596558</c:v>
                </c:pt>
                <c:pt idx="156">
                  <c:v>16.37466545596558</c:v>
                </c:pt>
                <c:pt idx="157">
                  <c:v>16.37466545596558</c:v>
                </c:pt>
                <c:pt idx="158">
                  <c:v>16.37466545596558</c:v>
                </c:pt>
                <c:pt idx="159">
                  <c:v>16.37466545596558</c:v>
                </c:pt>
                <c:pt idx="160">
                  <c:v>16.37466545596558</c:v>
                </c:pt>
                <c:pt idx="161">
                  <c:v>16.37466545596558</c:v>
                </c:pt>
                <c:pt idx="162">
                  <c:v>16.37466545596558</c:v>
                </c:pt>
                <c:pt idx="163">
                  <c:v>16.37466545596558</c:v>
                </c:pt>
                <c:pt idx="164">
                  <c:v>16.37466545596558</c:v>
                </c:pt>
                <c:pt idx="165">
                  <c:v>16.37466545596558</c:v>
                </c:pt>
                <c:pt idx="166">
                  <c:v>16.37466545596558</c:v>
                </c:pt>
                <c:pt idx="167">
                  <c:v>16.37466545596558</c:v>
                </c:pt>
                <c:pt idx="168">
                  <c:v>16.37466545596558</c:v>
                </c:pt>
                <c:pt idx="169">
                  <c:v>16.37466545596558</c:v>
                </c:pt>
                <c:pt idx="170">
                  <c:v>16.37466545596558</c:v>
                </c:pt>
                <c:pt idx="171">
                  <c:v>16.37466545596558</c:v>
                </c:pt>
                <c:pt idx="172">
                  <c:v>16.37466545596558</c:v>
                </c:pt>
                <c:pt idx="173">
                  <c:v>16.37466545596558</c:v>
                </c:pt>
                <c:pt idx="174">
                  <c:v>16.37466545596558</c:v>
                </c:pt>
                <c:pt idx="175">
                  <c:v>16.37466545596558</c:v>
                </c:pt>
                <c:pt idx="176">
                  <c:v>16.37466545596558</c:v>
                </c:pt>
                <c:pt idx="177">
                  <c:v>16.37466545596558</c:v>
                </c:pt>
                <c:pt idx="178">
                  <c:v>16.37466545596558</c:v>
                </c:pt>
                <c:pt idx="179">
                  <c:v>16.37466545596558</c:v>
                </c:pt>
                <c:pt idx="180">
                  <c:v>16.37466545596558</c:v>
                </c:pt>
                <c:pt idx="181">
                  <c:v>16.37466545596558</c:v>
                </c:pt>
                <c:pt idx="182">
                  <c:v>16.37466545596558</c:v>
                </c:pt>
                <c:pt idx="183">
                  <c:v>16.37466545596558</c:v>
                </c:pt>
                <c:pt idx="184">
                  <c:v>16.37466545596558</c:v>
                </c:pt>
                <c:pt idx="185">
                  <c:v>16.37466545596558</c:v>
                </c:pt>
                <c:pt idx="186">
                  <c:v>16.37466545596558</c:v>
                </c:pt>
                <c:pt idx="187">
                  <c:v>16.37466545596558</c:v>
                </c:pt>
                <c:pt idx="188">
                  <c:v>16.37466545596558</c:v>
                </c:pt>
                <c:pt idx="189">
                  <c:v>16.37466545596558</c:v>
                </c:pt>
                <c:pt idx="190">
                  <c:v>16.37466545596558</c:v>
                </c:pt>
                <c:pt idx="191">
                  <c:v>16.37466545596558</c:v>
                </c:pt>
                <c:pt idx="192">
                  <c:v>16.37466545596558</c:v>
                </c:pt>
                <c:pt idx="193">
                  <c:v>16.37466545596558</c:v>
                </c:pt>
                <c:pt idx="194">
                  <c:v>16.37466545596558</c:v>
                </c:pt>
                <c:pt idx="195">
                  <c:v>16.37466545596558</c:v>
                </c:pt>
                <c:pt idx="196">
                  <c:v>16.37466545596558</c:v>
                </c:pt>
                <c:pt idx="197">
                  <c:v>16.37466545596558</c:v>
                </c:pt>
                <c:pt idx="198">
                  <c:v>16.37466545596558</c:v>
                </c:pt>
                <c:pt idx="199">
                  <c:v>16.37466545596558</c:v>
                </c:pt>
                <c:pt idx="200">
                  <c:v>16.37466545596558</c:v>
                </c:pt>
                <c:pt idx="201">
                  <c:v>16.37466545596558</c:v>
                </c:pt>
                <c:pt idx="202">
                  <c:v>16.37466545596558</c:v>
                </c:pt>
                <c:pt idx="203">
                  <c:v>16.37466545596558</c:v>
                </c:pt>
                <c:pt idx="204">
                  <c:v>16.37466545596558</c:v>
                </c:pt>
                <c:pt idx="205">
                  <c:v>16.37466545596558</c:v>
                </c:pt>
                <c:pt idx="206">
                  <c:v>16.37466545596558</c:v>
                </c:pt>
                <c:pt idx="207">
                  <c:v>16.37466545596558</c:v>
                </c:pt>
                <c:pt idx="208">
                  <c:v>16.37466545596558</c:v>
                </c:pt>
                <c:pt idx="209">
                  <c:v>16.37466545596558</c:v>
                </c:pt>
                <c:pt idx="210">
                  <c:v>16.37466545596558</c:v>
                </c:pt>
                <c:pt idx="211">
                  <c:v>16.37466545596558</c:v>
                </c:pt>
                <c:pt idx="212">
                  <c:v>16.37466545596558</c:v>
                </c:pt>
                <c:pt idx="213">
                  <c:v>16.37466545596558</c:v>
                </c:pt>
                <c:pt idx="214">
                  <c:v>16.37466545596558</c:v>
                </c:pt>
                <c:pt idx="215">
                  <c:v>16.37466545596558</c:v>
                </c:pt>
                <c:pt idx="216">
                  <c:v>16.37466545596558</c:v>
                </c:pt>
                <c:pt idx="217">
                  <c:v>16.37466545596558</c:v>
                </c:pt>
                <c:pt idx="218">
                  <c:v>16.37466545596558</c:v>
                </c:pt>
                <c:pt idx="219">
                  <c:v>16.37466545596558</c:v>
                </c:pt>
                <c:pt idx="220">
                  <c:v>16.37466545596558</c:v>
                </c:pt>
                <c:pt idx="221">
                  <c:v>16.37466545596558</c:v>
                </c:pt>
                <c:pt idx="222">
                  <c:v>16.37466545596558</c:v>
                </c:pt>
                <c:pt idx="223">
                  <c:v>16.37466545596558</c:v>
                </c:pt>
                <c:pt idx="224">
                  <c:v>16.37466545596558</c:v>
                </c:pt>
                <c:pt idx="225">
                  <c:v>16.37466545596558</c:v>
                </c:pt>
                <c:pt idx="226">
                  <c:v>16.37466545596558</c:v>
                </c:pt>
                <c:pt idx="227">
                  <c:v>16.37466545596558</c:v>
                </c:pt>
                <c:pt idx="228">
                  <c:v>16.37466545596558</c:v>
                </c:pt>
                <c:pt idx="229">
                  <c:v>16.37466545596558</c:v>
                </c:pt>
                <c:pt idx="230">
                  <c:v>16.37466545596558</c:v>
                </c:pt>
                <c:pt idx="231">
                  <c:v>16.37466545596558</c:v>
                </c:pt>
                <c:pt idx="232">
                  <c:v>16.37466545596558</c:v>
                </c:pt>
                <c:pt idx="233">
                  <c:v>16.37466545596558</c:v>
                </c:pt>
                <c:pt idx="234">
                  <c:v>16.37466545596558</c:v>
                </c:pt>
                <c:pt idx="235">
                  <c:v>16.37466545596558</c:v>
                </c:pt>
                <c:pt idx="236">
                  <c:v>16.37466545596558</c:v>
                </c:pt>
                <c:pt idx="237">
                  <c:v>16.37466545596558</c:v>
                </c:pt>
                <c:pt idx="238">
                  <c:v>16.37466545596558</c:v>
                </c:pt>
                <c:pt idx="239">
                  <c:v>16.37466545596558</c:v>
                </c:pt>
                <c:pt idx="240">
                  <c:v>16.37466545596558</c:v>
                </c:pt>
                <c:pt idx="241">
                  <c:v>16.37466545596558</c:v>
                </c:pt>
                <c:pt idx="242">
                  <c:v>16.37466545596558</c:v>
                </c:pt>
                <c:pt idx="243">
                  <c:v>16.37466545596558</c:v>
                </c:pt>
                <c:pt idx="244">
                  <c:v>16.37466545596558</c:v>
                </c:pt>
                <c:pt idx="245">
                  <c:v>16.37466545596558</c:v>
                </c:pt>
                <c:pt idx="246">
                  <c:v>16.37466545596558</c:v>
                </c:pt>
                <c:pt idx="247">
                  <c:v>16.37466545596558</c:v>
                </c:pt>
                <c:pt idx="248">
                  <c:v>16.37466545596558</c:v>
                </c:pt>
                <c:pt idx="249">
                  <c:v>16.37466545596558</c:v>
                </c:pt>
                <c:pt idx="250">
                  <c:v>16.37466545596558</c:v>
                </c:pt>
                <c:pt idx="251">
                  <c:v>16.37466545596558</c:v>
                </c:pt>
                <c:pt idx="252">
                  <c:v>16.37466545596558</c:v>
                </c:pt>
                <c:pt idx="253">
                  <c:v>16.37466545596558</c:v>
                </c:pt>
                <c:pt idx="254">
                  <c:v>16.37466545596558</c:v>
                </c:pt>
                <c:pt idx="255">
                  <c:v>16.37466545596558</c:v>
                </c:pt>
                <c:pt idx="256">
                  <c:v>16.37466545596558</c:v>
                </c:pt>
                <c:pt idx="257">
                  <c:v>16.37466545596558</c:v>
                </c:pt>
                <c:pt idx="258">
                  <c:v>16.37466545596558</c:v>
                </c:pt>
                <c:pt idx="259">
                  <c:v>16.37466545596558</c:v>
                </c:pt>
                <c:pt idx="260">
                  <c:v>16.37466545596558</c:v>
                </c:pt>
                <c:pt idx="261">
                  <c:v>16.37466545596558</c:v>
                </c:pt>
                <c:pt idx="262">
                  <c:v>16.37466545596558</c:v>
                </c:pt>
                <c:pt idx="263">
                  <c:v>16.37466545596558</c:v>
                </c:pt>
                <c:pt idx="264">
                  <c:v>16.37466545596558</c:v>
                </c:pt>
                <c:pt idx="265">
                  <c:v>16.37466545596558</c:v>
                </c:pt>
                <c:pt idx="266">
                  <c:v>16.37466545596558</c:v>
                </c:pt>
                <c:pt idx="267">
                  <c:v>16.37466545596558</c:v>
                </c:pt>
                <c:pt idx="268">
                  <c:v>16.37466545596558</c:v>
                </c:pt>
                <c:pt idx="269">
                  <c:v>16.37466545596558</c:v>
                </c:pt>
                <c:pt idx="270">
                  <c:v>16.37466545596558</c:v>
                </c:pt>
                <c:pt idx="271">
                  <c:v>16.37466545596558</c:v>
                </c:pt>
                <c:pt idx="272">
                  <c:v>16.37466545596558</c:v>
                </c:pt>
                <c:pt idx="273">
                  <c:v>16.37466545596558</c:v>
                </c:pt>
                <c:pt idx="274">
                  <c:v>16.37466545596558</c:v>
                </c:pt>
                <c:pt idx="275">
                  <c:v>16.37466545596558</c:v>
                </c:pt>
                <c:pt idx="276">
                  <c:v>16.37466545596558</c:v>
                </c:pt>
                <c:pt idx="277">
                  <c:v>16.37466545596558</c:v>
                </c:pt>
                <c:pt idx="278">
                  <c:v>16.37466545596558</c:v>
                </c:pt>
                <c:pt idx="279">
                  <c:v>16.37466545596558</c:v>
                </c:pt>
                <c:pt idx="280">
                  <c:v>16.37466545596558</c:v>
                </c:pt>
                <c:pt idx="281">
                  <c:v>16.37466545596558</c:v>
                </c:pt>
                <c:pt idx="282">
                  <c:v>16.37466545596558</c:v>
                </c:pt>
                <c:pt idx="283">
                  <c:v>16.37466545596558</c:v>
                </c:pt>
                <c:pt idx="284">
                  <c:v>16.37466545596558</c:v>
                </c:pt>
                <c:pt idx="285">
                  <c:v>16.37466545596558</c:v>
                </c:pt>
                <c:pt idx="286">
                  <c:v>16.37466545596558</c:v>
                </c:pt>
                <c:pt idx="287">
                  <c:v>16.37466545596558</c:v>
                </c:pt>
                <c:pt idx="288">
                  <c:v>16.37466545596558</c:v>
                </c:pt>
                <c:pt idx="289">
                  <c:v>16.37466545596558</c:v>
                </c:pt>
                <c:pt idx="290">
                  <c:v>16.37466545596558</c:v>
                </c:pt>
                <c:pt idx="291">
                  <c:v>16.37466545596558</c:v>
                </c:pt>
                <c:pt idx="292">
                  <c:v>16.37466545596558</c:v>
                </c:pt>
                <c:pt idx="293">
                  <c:v>16.37466545596558</c:v>
                </c:pt>
                <c:pt idx="294">
                  <c:v>16.37466545596558</c:v>
                </c:pt>
                <c:pt idx="295">
                  <c:v>16.37466545596558</c:v>
                </c:pt>
                <c:pt idx="296">
                  <c:v>16.37466545596558</c:v>
                </c:pt>
                <c:pt idx="297">
                  <c:v>16.37466545596558</c:v>
                </c:pt>
              </c:numCache>
            </c:numRef>
          </c:val>
        </c:ser>
        <c:ser>
          <c:idx val="3"/>
          <c:order val="3"/>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Sheet1!$E$2:$E$299</c:f>
              <c:numCache>
                <c:formatCode>General</c:formatCode>
                <c:ptCount val="298"/>
                <c:pt idx="0">
                  <c:v>10.06256728856455</c:v>
                </c:pt>
                <c:pt idx="1">
                  <c:v>10.06256728856455</c:v>
                </c:pt>
                <c:pt idx="2">
                  <c:v>10.06256728856455</c:v>
                </c:pt>
                <c:pt idx="3">
                  <c:v>10.06256728856455</c:v>
                </c:pt>
                <c:pt idx="4">
                  <c:v>10.06256728856455</c:v>
                </c:pt>
                <c:pt idx="5">
                  <c:v>10.06256728856455</c:v>
                </c:pt>
                <c:pt idx="6">
                  <c:v>10.06256728856455</c:v>
                </c:pt>
                <c:pt idx="7">
                  <c:v>10.06256728856455</c:v>
                </c:pt>
                <c:pt idx="8">
                  <c:v>10.06256728856455</c:v>
                </c:pt>
                <c:pt idx="9">
                  <c:v>10.06256728856455</c:v>
                </c:pt>
                <c:pt idx="10">
                  <c:v>10.06256728856455</c:v>
                </c:pt>
                <c:pt idx="11">
                  <c:v>10.06256728856455</c:v>
                </c:pt>
                <c:pt idx="12">
                  <c:v>10.06256728856455</c:v>
                </c:pt>
                <c:pt idx="13">
                  <c:v>10.06256728856455</c:v>
                </c:pt>
                <c:pt idx="14">
                  <c:v>10.06256728856455</c:v>
                </c:pt>
                <c:pt idx="15">
                  <c:v>10.06256728856455</c:v>
                </c:pt>
                <c:pt idx="16">
                  <c:v>10.06256728856455</c:v>
                </c:pt>
                <c:pt idx="17">
                  <c:v>10.06256728856455</c:v>
                </c:pt>
                <c:pt idx="18">
                  <c:v>10.06256728856455</c:v>
                </c:pt>
                <c:pt idx="19">
                  <c:v>10.06256728856455</c:v>
                </c:pt>
                <c:pt idx="20">
                  <c:v>10.06256728856455</c:v>
                </c:pt>
                <c:pt idx="21">
                  <c:v>10.06256728856455</c:v>
                </c:pt>
                <c:pt idx="22">
                  <c:v>10.06256728856455</c:v>
                </c:pt>
                <c:pt idx="23">
                  <c:v>10.06256728856455</c:v>
                </c:pt>
                <c:pt idx="24">
                  <c:v>10.06256728856455</c:v>
                </c:pt>
                <c:pt idx="25">
                  <c:v>10.06256728856455</c:v>
                </c:pt>
                <c:pt idx="26">
                  <c:v>10.06256728856455</c:v>
                </c:pt>
                <c:pt idx="27">
                  <c:v>10.06256728856455</c:v>
                </c:pt>
                <c:pt idx="28">
                  <c:v>10.06256728856455</c:v>
                </c:pt>
                <c:pt idx="29">
                  <c:v>10.06256728856455</c:v>
                </c:pt>
                <c:pt idx="30">
                  <c:v>10.06256728856455</c:v>
                </c:pt>
                <c:pt idx="31">
                  <c:v>10.06256728856455</c:v>
                </c:pt>
                <c:pt idx="32">
                  <c:v>10.06256728856455</c:v>
                </c:pt>
                <c:pt idx="33">
                  <c:v>10.06256728856455</c:v>
                </c:pt>
                <c:pt idx="34">
                  <c:v>10.06256728856455</c:v>
                </c:pt>
                <c:pt idx="35">
                  <c:v>10.06256728856455</c:v>
                </c:pt>
                <c:pt idx="36">
                  <c:v>10.06256728856455</c:v>
                </c:pt>
                <c:pt idx="37">
                  <c:v>10.06256728856455</c:v>
                </c:pt>
                <c:pt idx="38">
                  <c:v>10.06256728856455</c:v>
                </c:pt>
                <c:pt idx="39">
                  <c:v>10.06256728856455</c:v>
                </c:pt>
                <c:pt idx="40">
                  <c:v>10.06256728856455</c:v>
                </c:pt>
                <c:pt idx="41">
                  <c:v>10.06256728856455</c:v>
                </c:pt>
                <c:pt idx="42">
                  <c:v>10.06256728856455</c:v>
                </c:pt>
                <c:pt idx="43">
                  <c:v>10.06256728856455</c:v>
                </c:pt>
                <c:pt idx="44">
                  <c:v>10.06256728856455</c:v>
                </c:pt>
                <c:pt idx="45">
                  <c:v>10.06256728856455</c:v>
                </c:pt>
                <c:pt idx="46">
                  <c:v>10.06256728856455</c:v>
                </c:pt>
                <c:pt idx="47">
                  <c:v>10.06256728856455</c:v>
                </c:pt>
                <c:pt idx="48">
                  <c:v>10.06256728856455</c:v>
                </c:pt>
                <c:pt idx="49">
                  <c:v>10.06256728856455</c:v>
                </c:pt>
                <c:pt idx="50">
                  <c:v>10.06256728856455</c:v>
                </c:pt>
                <c:pt idx="51">
                  <c:v>10.06256728856455</c:v>
                </c:pt>
                <c:pt idx="52">
                  <c:v>10.06256728856455</c:v>
                </c:pt>
                <c:pt idx="53">
                  <c:v>10.06256728856455</c:v>
                </c:pt>
                <c:pt idx="54">
                  <c:v>10.06256728856455</c:v>
                </c:pt>
                <c:pt idx="55">
                  <c:v>10.06256728856455</c:v>
                </c:pt>
                <c:pt idx="56">
                  <c:v>10.06256728856455</c:v>
                </c:pt>
                <c:pt idx="57">
                  <c:v>10.06256728856455</c:v>
                </c:pt>
                <c:pt idx="58">
                  <c:v>10.06256728856455</c:v>
                </c:pt>
                <c:pt idx="59">
                  <c:v>10.06256728856455</c:v>
                </c:pt>
                <c:pt idx="60">
                  <c:v>10.06256728856455</c:v>
                </c:pt>
                <c:pt idx="61">
                  <c:v>10.06256728856455</c:v>
                </c:pt>
                <c:pt idx="62">
                  <c:v>10.06256728856455</c:v>
                </c:pt>
                <c:pt idx="63">
                  <c:v>10.06256728856455</c:v>
                </c:pt>
                <c:pt idx="64">
                  <c:v>10.06256728856455</c:v>
                </c:pt>
                <c:pt idx="65">
                  <c:v>10.06256728856455</c:v>
                </c:pt>
                <c:pt idx="66">
                  <c:v>10.06256728856455</c:v>
                </c:pt>
                <c:pt idx="67">
                  <c:v>10.06256728856455</c:v>
                </c:pt>
                <c:pt idx="68">
                  <c:v>10.06256728856455</c:v>
                </c:pt>
                <c:pt idx="69">
                  <c:v>10.06256728856455</c:v>
                </c:pt>
                <c:pt idx="70">
                  <c:v>10.06256728856455</c:v>
                </c:pt>
                <c:pt idx="71">
                  <c:v>10.06256728856455</c:v>
                </c:pt>
                <c:pt idx="72">
                  <c:v>10.06256728856455</c:v>
                </c:pt>
                <c:pt idx="73">
                  <c:v>10.06256728856455</c:v>
                </c:pt>
                <c:pt idx="74">
                  <c:v>10.06256728856455</c:v>
                </c:pt>
                <c:pt idx="75">
                  <c:v>10.06256728856455</c:v>
                </c:pt>
                <c:pt idx="76">
                  <c:v>10.06256728856455</c:v>
                </c:pt>
                <c:pt idx="77">
                  <c:v>10.06256728856455</c:v>
                </c:pt>
                <c:pt idx="78">
                  <c:v>10.06256728856455</c:v>
                </c:pt>
                <c:pt idx="79">
                  <c:v>10.06256728856455</c:v>
                </c:pt>
                <c:pt idx="80">
                  <c:v>10.06256728856455</c:v>
                </c:pt>
                <c:pt idx="81">
                  <c:v>10.06256728856455</c:v>
                </c:pt>
                <c:pt idx="82">
                  <c:v>10.06256728856455</c:v>
                </c:pt>
                <c:pt idx="83">
                  <c:v>10.06256728856455</c:v>
                </c:pt>
                <c:pt idx="84">
                  <c:v>10.06256728856455</c:v>
                </c:pt>
                <c:pt idx="85">
                  <c:v>10.06256728856455</c:v>
                </c:pt>
                <c:pt idx="86">
                  <c:v>10.06256728856455</c:v>
                </c:pt>
                <c:pt idx="87">
                  <c:v>10.06256728856455</c:v>
                </c:pt>
                <c:pt idx="88">
                  <c:v>10.06256728856455</c:v>
                </c:pt>
                <c:pt idx="89">
                  <c:v>10.06256728856455</c:v>
                </c:pt>
                <c:pt idx="90">
                  <c:v>10.06256728856455</c:v>
                </c:pt>
                <c:pt idx="91">
                  <c:v>10.06256728856455</c:v>
                </c:pt>
                <c:pt idx="92">
                  <c:v>10.06256728856455</c:v>
                </c:pt>
                <c:pt idx="93">
                  <c:v>10.06256728856455</c:v>
                </c:pt>
                <c:pt idx="94">
                  <c:v>10.06256728856455</c:v>
                </c:pt>
                <c:pt idx="95">
                  <c:v>10.06256728856455</c:v>
                </c:pt>
                <c:pt idx="96">
                  <c:v>10.06256728856455</c:v>
                </c:pt>
                <c:pt idx="97">
                  <c:v>10.06256728856455</c:v>
                </c:pt>
                <c:pt idx="98">
                  <c:v>10.06256728856455</c:v>
                </c:pt>
                <c:pt idx="99">
                  <c:v>10.06256728856455</c:v>
                </c:pt>
                <c:pt idx="100">
                  <c:v>10.06256728856455</c:v>
                </c:pt>
                <c:pt idx="101">
                  <c:v>10.06256728856455</c:v>
                </c:pt>
                <c:pt idx="102">
                  <c:v>10.06256728856455</c:v>
                </c:pt>
                <c:pt idx="103">
                  <c:v>10.06256728856455</c:v>
                </c:pt>
                <c:pt idx="104">
                  <c:v>10.06256728856455</c:v>
                </c:pt>
                <c:pt idx="105">
                  <c:v>10.06256728856455</c:v>
                </c:pt>
                <c:pt idx="106">
                  <c:v>10.06256728856455</c:v>
                </c:pt>
                <c:pt idx="107">
                  <c:v>10.06256728856455</c:v>
                </c:pt>
                <c:pt idx="108">
                  <c:v>10.06256728856455</c:v>
                </c:pt>
                <c:pt idx="109">
                  <c:v>10.06256728856455</c:v>
                </c:pt>
                <c:pt idx="110">
                  <c:v>10.06256728856455</c:v>
                </c:pt>
                <c:pt idx="111">
                  <c:v>10.06256728856455</c:v>
                </c:pt>
                <c:pt idx="112">
                  <c:v>10.06256728856455</c:v>
                </c:pt>
                <c:pt idx="113">
                  <c:v>10.06256728856455</c:v>
                </c:pt>
                <c:pt idx="114">
                  <c:v>10.06256728856455</c:v>
                </c:pt>
                <c:pt idx="115">
                  <c:v>10.06256728856455</c:v>
                </c:pt>
                <c:pt idx="116">
                  <c:v>10.06256728856455</c:v>
                </c:pt>
                <c:pt idx="117">
                  <c:v>10.06256728856455</c:v>
                </c:pt>
                <c:pt idx="118">
                  <c:v>10.06256728856455</c:v>
                </c:pt>
                <c:pt idx="119">
                  <c:v>10.06256728856455</c:v>
                </c:pt>
                <c:pt idx="120">
                  <c:v>10.06256728856455</c:v>
                </c:pt>
                <c:pt idx="121">
                  <c:v>10.06256728856455</c:v>
                </c:pt>
                <c:pt idx="122">
                  <c:v>10.06256728856455</c:v>
                </c:pt>
                <c:pt idx="123">
                  <c:v>10.06256728856455</c:v>
                </c:pt>
                <c:pt idx="124">
                  <c:v>10.06256728856455</c:v>
                </c:pt>
                <c:pt idx="125">
                  <c:v>10.06256728856455</c:v>
                </c:pt>
                <c:pt idx="126">
                  <c:v>10.06256728856455</c:v>
                </c:pt>
                <c:pt idx="127">
                  <c:v>10.06256728856455</c:v>
                </c:pt>
                <c:pt idx="128">
                  <c:v>10.06256728856455</c:v>
                </c:pt>
                <c:pt idx="129">
                  <c:v>10.06256728856455</c:v>
                </c:pt>
                <c:pt idx="130">
                  <c:v>10.06256728856455</c:v>
                </c:pt>
                <c:pt idx="131">
                  <c:v>10.06256728856455</c:v>
                </c:pt>
                <c:pt idx="132">
                  <c:v>10.06256728856455</c:v>
                </c:pt>
                <c:pt idx="133">
                  <c:v>10.06256728856455</c:v>
                </c:pt>
                <c:pt idx="134">
                  <c:v>10.06256728856455</c:v>
                </c:pt>
                <c:pt idx="135">
                  <c:v>10.06256728856455</c:v>
                </c:pt>
                <c:pt idx="136">
                  <c:v>10.06256728856455</c:v>
                </c:pt>
                <c:pt idx="137">
                  <c:v>10.06256728856455</c:v>
                </c:pt>
                <c:pt idx="138">
                  <c:v>10.06256728856455</c:v>
                </c:pt>
                <c:pt idx="139">
                  <c:v>10.06256728856455</c:v>
                </c:pt>
                <c:pt idx="140">
                  <c:v>10.06256728856455</c:v>
                </c:pt>
                <c:pt idx="141">
                  <c:v>10.06256728856455</c:v>
                </c:pt>
                <c:pt idx="142">
                  <c:v>10.06256728856455</c:v>
                </c:pt>
                <c:pt idx="143">
                  <c:v>10.06256728856455</c:v>
                </c:pt>
                <c:pt idx="144">
                  <c:v>10.06256728856455</c:v>
                </c:pt>
                <c:pt idx="145">
                  <c:v>10.06256728856455</c:v>
                </c:pt>
                <c:pt idx="146">
                  <c:v>10.06256728856455</c:v>
                </c:pt>
                <c:pt idx="147">
                  <c:v>10.06256728856455</c:v>
                </c:pt>
                <c:pt idx="148">
                  <c:v>10.06256728856455</c:v>
                </c:pt>
                <c:pt idx="149">
                  <c:v>10.06256728856455</c:v>
                </c:pt>
                <c:pt idx="150">
                  <c:v>10.06256728856455</c:v>
                </c:pt>
                <c:pt idx="151">
                  <c:v>10.06256728856455</c:v>
                </c:pt>
                <c:pt idx="152">
                  <c:v>10.06256728856455</c:v>
                </c:pt>
                <c:pt idx="153">
                  <c:v>10.06256728856455</c:v>
                </c:pt>
                <c:pt idx="154">
                  <c:v>10.06256728856455</c:v>
                </c:pt>
                <c:pt idx="155">
                  <c:v>10.06256728856455</c:v>
                </c:pt>
                <c:pt idx="156">
                  <c:v>10.06256728856455</c:v>
                </c:pt>
                <c:pt idx="157">
                  <c:v>10.06256728856455</c:v>
                </c:pt>
                <c:pt idx="158">
                  <c:v>10.06256728856455</c:v>
                </c:pt>
                <c:pt idx="159">
                  <c:v>10.06256728856455</c:v>
                </c:pt>
                <c:pt idx="160">
                  <c:v>10.06256728856455</c:v>
                </c:pt>
                <c:pt idx="161">
                  <c:v>10.06256728856455</c:v>
                </c:pt>
                <c:pt idx="162">
                  <c:v>10.06256728856455</c:v>
                </c:pt>
                <c:pt idx="163">
                  <c:v>10.06256728856455</c:v>
                </c:pt>
                <c:pt idx="164">
                  <c:v>10.06256728856455</c:v>
                </c:pt>
                <c:pt idx="165">
                  <c:v>10.06256728856455</c:v>
                </c:pt>
                <c:pt idx="166">
                  <c:v>10.06256728856455</c:v>
                </c:pt>
                <c:pt idx="167">
                  <c:v>10.06256728856455</c:v>
                </c:pt>
                <c:pt idx="168">
                  <c:v>10.06256728856455</c:v>
                </c:pt>
                <c:pt idx="169">
                  <c:v>10.06256728856455</c:v>
                </c:pt>
                <c:pt idx="170">
                  <c:v>10.06256728856455</c:v>
                </c:pt>
                <c:pt idx="171">
                  <c:v>10.06256728856455</c:v>
                </c:pt>
                <c:pt idx="172">
                  <c:v>10.06256728856455</c:v>
                </c:pt>
                <c:pt idx="173">
                  <c:v>10.06256728856455</c:v>
                </c:pt>
                <c:pt idx="174">
                  <c:v>10.06256728856455</c:v>
                </c:pt>
                <c:pt idx="175">
                  <c:v>10.06256728856455</c:v>
                </c:pt>
                <c:pt idx="176">
                  <c:v>10.06256728856455</c:v>
                </c:pt>
                <c:pt idx="177">
                  <c:v>10.06256728856455</c:v>
                </c:pt>
                <c:pt idx="178">
                  <c:v>10.06256728856455</c:v>
                </c:pt>
                <c:pt idx="179">
                  <c:v>10.06256728856455</c:v>
                </c:pt>
                <c:pt idx="180">
                  <c:v>10.06256728856455</c:v>
                </c:pt>
                <c:pt idx="181">
                  <c:v>10.06256728856455</c:v>
                </c:pt>
                <c:pt idx="182">
                  <c:v>10.06256728856455</c:v>
                </c:pt>
                <c:pt idx="183">
                  <c:v>10.06256728856455</c:v>
                </c:pt>
                <c:pt idx="184">
                  <c:v>10.06256728856455</c:v>
                </c:pt>
                <c:pt idx="185">
                  <c:v>10.06256728856455</c:v>
                </c:pt>
                <c:pt idx="186">
                  <c:v>10.06256728856455</c:v>
                </c:pt>
                <c:pt idx="187">
                  <c:v>10.06256728856455</c:v>
                </c:pt>
                <c:pt idx="188">
                  <c:v>10.06256728856455</c:v>
                </c:pt>
                <c:pt idx="189">
                  <c:v>10.06256728856455</c:v>
                </c:pt>
                <c:pt idx="190">
                  <c:v>10.06256728856455</c:v>
                </c:pt>
                <c:pt idx="191">
                  <c:v>10.06256728856455</c:v>
                </c:pt>
                <c:pt idx="192">
                  <c:v>10.06256728856455</c:v>
                </c:pt>
                <c:pt idx="193">
                  <c:v>10.06256728856455</c:v>
                </c:pt>
                <c:pt idx="194">
                  <c:v>10.06256728856455</c:v>
                </c:pt>
                <c:pt idx="195">
                  <c:v>10.06256728856455</c:v>
                </c:pt>
                <c:pt idx="196">
                  <c:v>10.06256728856455</c:v>
                </c:pt>
                <c:pt idx="197">
                  <c:v>10.06256728856455</c:v>
                </c:pt>
                <c:pt idx="198">
                  <c:v>10.06256728856455</c:v>
                </c:pt>
                <c:pt idx="199">
                  <c:v>10.06256728856455</c:v>
                </c:pt>
                <c:pt idx="200">
                  <c:v>10.06256728856455</c:v>
                </c:pt>
                <c:pt idx="201">
                  <c:v>10.06256728856455</c:v>
                </c:pt>
                <c:pt idx="202">
                  <c:v>10.06256728856455</c:v>
                </c:pt>
                <c:pt idx="203">
                  <c:v>10.06256728856455</c:v>
                </c:pt>
                <c:pt idx="204">
                  <c:v>10.06256728856455</c:v>
                </c:pt>
                <c:pt idx="205">
                  <c:v>10.06256728856455</c:v>
                </c:pt>
                <c:pt idx="206">
                  <c:v>10.06256728856455</c:v>
                </c:pt>
                <c:pt idx="207">
                  <c:v>10.06256728856455</c:v>
                </c:pt>
                <c:pt idx="208">
                  <c:v>10.06256728856455</c:v>
                </c:pt>
                <c:pt idx="209">
                  <c:v>10.06256728856455</c:v>
                </c:pt>
                <c:pt idx="210">
                  <c:v>10.06256728856455</c:v>
                </c:pt>
                <c:pt idx="211">
                  <c:v>10.06256728856455</c:v>
                </c:pt>
                <c:pt idx="212">
                  <c:v>10.06256728856455</c:v>
                </c:pt>
                <c:pt idx="213">
                  <c:v>10.06256728856455</c:v>
                </c:pt>
                <c:pt idx="214">
                  <c:v>10.06256728856455</c:v>
                </c:pt>
                <c:pt idx="215">
                  <c:v>10.06256728856455</c:v>
                </c:pt>
                <c:pt idx="216">
                  <c:v>10.06256728856455</c:v>
                </c:pt>
                <c:pt idx="217">
                  <c:v>10.06256728856455</c:v>
                </c:pt>
                <c:pt idx="218">
                  <c:v>10.06256728856455</c:v>
                </c:pt>
                <c:pt idx="219">
                  <c:v>10.06256728856455</c:v>
                </c:pt>
                <c:pt idx="220">
                  <c:v>10.06256728856455</c:v>
                </c:pt>
                <c:pt idx="221">
                  <c:v>10.06256728856455</c:v>
                </c:pt>
                <c:pt idx="222">
                  <c:v>10.06256728856455</c:v>
                </c:pt>
                <c:pt idx="223">
                  <c:v>10.06256728856455</c:v>
                </c:pt>
                <c:pt idx="224">
                  <c:v>10.06256728856455</c:v>
                </c:pt>
                <c:pt idx="225">
                  <c:v>10.06256728856455</c:v>
                </c:pt>
                <c:pt idx="226">
                  <c:v>10.06256728856455</c:v>
                </c:pt>
                <c:pt idx="227">
                  <c:v>10.06256728856455</c:v>
                </c:pt>
                <c:pt idx="228">
                  <c:v>10.06256728856455</c:v>
                </c:pt>
                <c:pt idx="229">
                  <c:v>10.06256728856455</c:v>
                </c:pt>
                <c:pt idx="230">
                  <c:v>10.06256728856455</c:v>
                </c:pt>
                <c:pt idx="231">
                  <c:v>10.06256728856455</c:v>
                </c:pt>
                <c:pt idx="232">
                  <c:v>10.06256728856455</c:v>
                </c:pt>
                <c:pt idx="233">
                  <c:v>10.06256728856455</c:v>
                </c:pt>
                <c:pt idx="234">
                  <c:v>10.06256728856455</c:v>
                </c:pt>
                <c:pt idx="235">
                  <c:v>10.06256728856455</c:v>
                </c:pt>
                <c:pt idx="236">
                  <c:v>10.06256728856455</c:v>
                </c:pt>
                <c:pt idx="237">
                  <c:v>10.06256728856455</c:v>
                </c:pt>
                <c:pt idx="238">
                  <c:v>10.06256728856455</c:v>
                </c:pt>
                <c:pt idx="239">
                  <c:v>10.06256728856455</c:v>
                </c:pt>
                <c:pt idx="240">
                  <c:v>10.06256728856455</c:v>
                </c:pt>
                <c:pt idx="241">
                  <c:v>10.06256728856455</c:v>
                </c:pt>
                <c:pt idx="242">
                  <c:v>10.06256728856455</c:v>
                </c:pt>
                <c:pt idx="243">
                  <c:v>10.06256728856455</c:v>
                </c:pt>
                <c:pt idx="244">
                  <c:v>10.06256728856455</c:v>
                </c:pt>
                <c:pt idx="245">
                  <c:v>10.06256728856455</c:v>
                </c:pt>
                <c:pt idx="246">
                  <c:v>10.06256728856455</c:v>
                </c:pt>
                <c:pt idx="247">
                  <c:v>10.06256728856455</c:v>
                </c:pt>
                <c:pt idx="248">
                  <c:v>10.06256728856455</c:v>
                </c:pt>
                <c:pt idx="249">
                  <c:v>10.06256728856455</c:v>
                </c:pt>
                <c:pt idx="250">
                  <c:v>10.06256728856455</c:v>
                </c:pt>
                <c:pt idx="251">
                  <c:v>10.06256728856455</c:v>
                </c:pt>
                <c:pt idx="252">
                  <c:v>10.06256728856455</c:v>
                </c:pt>
                <c:pt idx="253">
                  <c:v>10.06256728856455</c:v>
                </c:pt>
                <c:pt idx="254">
                  <c:v>10.06256728856455</c:v>
                </c:pt>
                <c:pt idx="255">
                  <c:v>10.06256728856455</c:v>
                </c:pt>
                <c:pt idx="256">
                  <c:v>10.06256728856455</c:v>
                </c:pt>
                <c:pt idx="257">
                  <c:v>10.06256728856455</c:v>
                </c:pt>
                <c:pt idx="258">
                  <c:v>10.06256728856455</c:v>
                </c:pt>
                <c:pt idx="259">
                  <c:v>10.06256728856455</c:v>
                </c:pt>
                <c:pt idx="260">
                  <c:v>10.06256728856455</c:v>
                </c:pt>
                <c:pt idx="261">
                  <c:v>10.06256728856455</c:v>
                </c:pt>
                <c:pt idx="262">
                  <c:v>10.06256728856455</c:v>
                </c:pt>
                <c:pt idx="263">
                  <c:v>10.06256728856455</c:v>
                </c:pt>
                <c:pt idx="264">
                  <c:v>10.06256728856455</c:v>
                </c:pt>
                <c:pt idx="265">
                  <c:v>10.06256728856455</c:v>
                </c:pt>
                <c:pt idx="266">
                  <c:v>10.06256728856455</c:v>
                </c:pt>
                <c:pt idx="267">
                  <c:v>10.06256728856455</c:v>
                </c:pt>
                <c:pt idx="268">
                  <c:v>10.06256728856455</c:v>
                </c:pt>
                <c:pt idx="269">
                  <c:v>10.06256728856455</c:v>
                </c:pt>
                <c:pt idx="270">
                  <c:v>10.06256728856455</c:v>
                </c:pt>
                <c:pt idx="271">
                  <c:v>10.06256728856455</c:v>
                </c:pt>
                <c:pt idx="272">
                  <c:v>10.06256728856455</c:v>
                </c:pt>
                <c:pt idx="273">
                  <c:v>10.06256728856455</c:v>
                </c:pt>
                <c:pt idx="274">
                  <c:v>10.06256728856455</c:v>
                </c:pt>
                <c:pt idx="275">
                  <c:v>10.06256728856455</c:v>
                </c:pt>
                <c:pt idx="276">
                  <c:v>10.06256728856455</c:v>
                </c:pt>
                <c:pt idx="277">
                  <c:v>10.06256728856455</c:v>
                </c:pt>
                <c:pt idx="278">
                  <c:v>10.06256728856455</c:v>
                </c:pt>
                <c:pt idx="279">
                  <c:v>10.06256728856455</c:v>
                </c:pt>
                <c:pt idx="280">
                  <c:v>10.06256728856455</c:v>
                </c:pt>
                <c:pt idx="281">
                  <c:v>10.06256728856455</c:v>
                </c:pt>
                <c:pt idx="282">
                  <c:v>10.06256728856455</c:v>
                </c:pt>
                <c:pt idx="283">
                  <c:v>10.06256728856455</c:v>
                </c:pt>
                <c:pt idx="284">
                  <c:v>10.06256728856455</c:v>
                </c:pt>
                <c:pt idx="285">
                  <c:v>10.06256728856455</c:v>
                </c:pt>
                <c:pt idx="286">
                  <c:v>10.06256728856455</c:v>
                </c:pt>
                <c:pt idx="287">
                  <c:v>10.06256728856455</c:v>
                </c:pt>
                <c:pt idx="288">
                  <c:v>10.06256728856455</c:v>
                </c:pt>
                <c:pt idx="289">
                  <c:v>10.06256728856455</c:v>
                </c:pt>
                <c:pt idx="290">
                  <c:v>10.06256728856455</c:v>
                </c:pt>
                <c:pt idx="291">
                  <c:v>10.06256728856455</c:v>
                </c:pt>
                <c:pt idx="292">
                  <c:v>10.06256728856455</c:v>
                </c:pt>
                <c:pt idx="293">
                  <c:v>10.06256728856455</c:v>
                </c:pt>
                <c:pt idx="294">
                  <c:v>10.06256728856455</c:v>
                </c:pt>
                <c:pt idx="295">
                  <c:v>10.06256728856455</c:v>
                </c:pt>
                <c:pt idx="296">
                  <c:v>10.06256728856455</c:v>
                </c:pt>
                <c:pt idx="297">
                  <c:v>10.06256728856455</c:v>
                </c:pt>
              </c:numCache>
            </c:numRef>
          </c:val>
        </c:ser>
        <c:marker val="1"/>
        <c:axId val="50010001"/>
        <c:axId val="50010002"/>
      </c:lineChart>
      <c:dateAx>
        <c:axId val="50010001"/>
        <c:scaling>
          <c:orientation val="minMax"/>
        </c:scaling>
        <c:delete val="0"/>
        <c:axPos val="b"/>
        <c:numFmt formatCode="yy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years"/>
      </c:dateAx>
      <c:valAx>
        <c:axId val="50010002"/>
        <c:scaling>
          <c:orientation val="minMax"/>
          <c:min val="5.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egendEntry>
        <c:idx val="3"/>
        <c:delete val="1"/>
      </c:legendEntry>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Foreign Flows</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99.33133748549587</c:v>
                </c:pt>
                <c:pt idx="4">
                  <c:v>102.7009145723157</c:v>
                </c:pt>
                <c:pt idx="5">
                  <c:v>102.8792172068338</c:v>
                </c:pt>
                <c:pt idx="6">
                  <c:v>102.226074362249</c:v>
                </c:pt>
                <c:pt idx="7">
                  <c:v>103.1591836293193</c:v>
                </c:pt>
                <c:pt idx="8">
                  <c:v>102.7930102826385</c:v>
                </c:pt>
                <c:pt idx="9">
                  <c:v>102.4853753748734</c:v>
                </c:pt>
                <c:pt idx="10">
                  <c:v>101.8372300538256</c:v>
                </c:pt>
                <c:pt idx="11">
                  <c:v>102.9997286134346</c:v>
                </c:pt>
                <c:pt idx="12">
                  <c:v>103.1042520828272</c:v>
                </c:pt>
                <c:pt idx="13">
                  <c:v>103.0269298632695</c:v>
                </c:pt>
                <c:pt idx="14">
                  <c:v>102.5101128380894</c:v>
                </c:pt>
                <c:pt idx="15">
                  <c:v>103.2782434280321</c:v>
                </c:pt>
                <c:pt idx="16">
                  <c:v>105.475109445424</c:v>
                </c:pt>
                <c:pt idx="17">
                  <c:v>108.1224393605662</c:v>
                </c:pt>
                <c:pt idx="18">
                  <c:v>109.4407381525242</c:v>
                </c:pt>
                <c:pt idx="19">
                  <c:v>110.1119050115472</c:v>
                </c:pt>
                <c:pt idx="20">
                  <c:v>112.1651119060193</c:v>
                </c:pt>
                <c:pt idx="21">
                  <c:v>113.0901790346986</c:v>
                </c:pt>
                <c:pt idx="22">
                  <c:v>112.016818865815</c:v>
                </c:pt>
                <c:pt idx="23">
                  <c:v>110.4147697476801</c:v>
                </c:pt>
                <c:pt idx="24">
                  <c:v>110.6554327975291</c:v>
                </c:pt>
                <c:pt idx="25">
                  <c:v>109.8748762051371</c:v>
                </c:pt>
                <c:pt idx="26">
                  <c:v>106.9470471987712</c:v>
                </c:pt>
                <c:pt idx="27">
                  <c:v>106.0668671434604</c:v>
                </c:pt>
                <c:pt idx="28">
                  <c:v>106.1640724469685</c:v>
                </c:pt>
                <c:pt idx="29">
                  <c:v>108.7481267282709</c:v>
                </c:pt>
                <c:pt idx="30">
                  <c:v>108.8744965998322</c:v>
                </c:pt>
                <c:pt idx="31">
                  <c:v>109.230335026963</c:v>
                </c:pt>
                <c:pt idx="32">
                  <c:v>107.7657186042809</c:v>
                </c:pt>
                <c:pt idx="33">
                  <c:v>106.8876870740072</c:v>
                </c:pt>
                <c:pt idx="34">
                  <c:v>106.8876870740072</c:v>
                </c:pt>
                <c:pt idx="35">
                  <c:v>106.8876870740072</c:v>
                </c:pt>
                <c:pt idx="36">
                  <c:v>108.1780432317604</c:v>
                </c:pt>
                <c:pt idx="37">
                  <c:v>108.8860262483017</c:v>
                </c:pt>
                <c:pt idx="38">
                  <c:v>109.3545181989855</c:v>
                </c:pt>
                <c:pt idx="39">
                  <c:v>105.2793796437057</c:v>
                </c:pt>
                <c:pt idx="40">
                  <c:v>107.2112952886612</c:v>
                </c:pt>
                <c:pt idx="41">
                  <c:v>104.4152188378186</c:v>
                </c:pt>
                <c:pt idx="42">
                  <c:v>102.9438303237186</c:v>
                </c:pt>
                <c:pt idx="43">
                  <c:v>101.7485683009894</c:v>
                </c:pt>
                <c:pt idx="44">
                  <c:v>103.5334687611153</c:v>
                </c:pt>
                <c:pt idx="45">
                  <c:v>101.9720461204813</c:v>
                </c:pt>
                <c:pt idx="46">
                  <c:v>102.6950897527538</c:v>
                </c:pt>
                <c:pt idx="47">
                  <c:v>101.0960353677634</c:v>
                </c:pt>
                <c:pt idx="48">
                  <c:v>99.39983918166243</c:v>
                </c:pt>
                <c:pt idx="49">
                  <c:v>99.98685844573254</c:v>
                </c:pt>
                <c:pt idx="50">
                  <c:v>100.5692286304624</c:v>
                </c:pt>
                <c:pt idx="51">
                  <c:v>101.1574552781685</c:v>
                </c:pt>
                <c:pt idx="52">
                  <c:v>97.25899097896387</c:v>
                </c:pt>
                <c:pt idx="53">
                  <c:v>97.13879103077122</c:v>
                </c:pt>
                <c:pt idx="54">
                  <c:v>99.09207882482073</c:v>
                </c:pt>
                <c:pt idx="55">
                  <c:v>99.25429734841985</c:v>
                </c:pt>
                <c:pt idx="56">
                  <c:v>98.71356823245934</c:v>
                </c:pt>
                <c:pt idx="57">
                  <c:v>98.59603603240244</c:v>
                </c:pt>
                <c:pt idx="58">
                  <c:v>96.59366431456684</c:v>
                </c:pt>
                <c:pt idx="59">
                  <c:v>99.59563299746672</c:v>
                </c:pt>
                <c:pt idx="60">
                  <c:v>98.67642155995541</c:v>
                </c:pt>
                <c:pt idx="61">
                  <c:v>99.53836683807376</c:v>
                </c:pt>
                <c:pt idx="62">
                  <c:v>98.44216010885974</c:v>
                </c:pt>
                <c:pt idx="63">
                  <c:v>97.33625223908325</c:v>
                </c:pt>
                <c:pt idx="64">
                  <c:v>97.34195550091378</c:v>
                </c:pt>
                <c:pt idx="65">
                  <c:v>100.7983654886458</c:v>
                </c:pt>
                <c:pt idx="66">
                  <c:v>101.5732903260745</c:v>
                </c:pt>
                <c:pt idx="67">
                  <c:v>101.1511078380908</c:v>
                </c:pt>
                <c:pt idx="68">
                  <c:v>101.1511078380908</c:v>
                </c:pt>
                <c:pt idx="69">
                  <c:v>101.7575298774202</c:v>
                </c:pt>
                <c:pt idx="70">
                  <c:v>101.8196665622799</c:v>
                </c:pt>
                <c:pt idx="71">
                  <c:v>102.8669050229926</c:v>
                </c:pt>
                <c:pt idx="72">
                  <c:v>104.4783317536485</c:v>
                </c:pt>
                <c:pt idx="73">
                  <c:v>104.8514504793177</c:v>
                </c:pt>
                <c:pt idx="74">
                  <c:v>105.7767878232666</c:v>
                </c:pt>
                <c:pt idx="75">
                  <c:v>105.7843657676989</c:v>
                </c:pt>
                <c:pt idx="76">
                  <c:v>105.9431970897157</c:v>
                </c:pt>
                <c:pt idx="77">
                  <c:v>105.4592840235246</c:v>
                </c:pt>
                <c:pt idx="78">
                  <c:v>104.9809919380737</c:v>
                </c:pt>
                <c:pt idx="79">
                  <c:v>104.5898268353631</c:v>
                </c:pt>
                <c:pt idx="80">
                  <c:v>104.5898268353631</c:v>
                </c:pt>
                <c:pt idx="81">
                  <c:v>102.6112700791036</c:v>
                </c:pt>
                <c:pt idx="82">
                  <c:v>101.4240047716852</c:v>
                </c:pt>
                <c:pt idx="83">
                  <c:v>101.724203340687</c:v>
                </c:pt>
                <c:pt idx="84">
                  <c:v>101.7309631536581</c:v>
                </c:pt>
                <c:pt idx="85">
                  <c:v>101.0530705674999</c:v>
                </c:pt>
                <c:pt idx="86">
                  <c:v>99.87229410446776</c:v>
                </c:pt>
                <c:pt idx="87">
                  <c:v>100.6021662524646</c:v>
                </c:pt>
                <c:pt idx="88">
                  <c:v>100.6021662524646</c:v>
                </c:pt>
                <c:pt idx="89">
                  <c:v>100.8786519893009</c:v>
                </c:pt>
                <c:pt idx="90">
                  <c:v>100.3287432307573</c:v>
                </c:pt>
                <c:pt idx="91">
                  <c:v>101.1933566066824</c:v>
                </c:pt>
                <c:pt idx="92">
                  <c:v>99.52600442740869</c:v>
                </c:pt>
                <c:pt idx="93">
                  <c:v>94.60616597770654</c:v>
                </c:pt>
                <c:pt idx="94">
                  <c:v>93.25397642575265</c:v>
                </c:pt>
                <c:pt idx="95">
                  <c:v>92.11541362708732</c:v>
                </c:pt>
                <c:pt idx="96">
                  <c:v>91.62750641810831</c:v>
                </c:pt>
                <c:pt idx="97">
                  <c:v>92.65019273770343</c:v>
                </c:pt>
                <c:pt idx="98">
                  <c:v>91.29612363127431</c:v>
                </c:pt>
                <c:pt idx="99">
                  <c:v>91.01051413666738</c:v>
                </c:pt>
                <c:pt idx="100">
                  <c:v>90.62276733946283</c:v>
                </c:pt>
                <c:pt idx="101">
                  <c:v>91.86141211823139</c:v>
                </c:pt>
                <c:pt idx="102">
                  <c:v>93.30005141089875</c:v>
                </c:pt>
                <c:pt idx="103">
                  <c:v>92.69284373996149</c:v>
                </c:pt>
                <c:pt idx="104">
                  <c:v>93.5147614282407</c:v>
                </c:pt>
                <c:pt idx="105">
                  <c:v>92.7056245128415</c:v>
                </c:pt>
                <c:pt idx="106">
                  <c:v>93.71828762231455</c:v>
                </c:pt>
                <c:pt idx="107">
                  <c:v>93.41057341189892</c:v>
                </c:pt>
                <c:pt idx="108">
                  <c:v>93.0416338997647</c:v>
                </c:pt>
                <c:pt idx="109">
                  <c:v>92.65808316472184</c:v>
                </c:pt>
                <c:pt idx="110">
                  <c:v>90.37938888289905</c:v>
                </c:pt>
                <c:pt idx="111">
                  <c:v>89.24515957482588</c:v>
                </c:pt>
                <c:pt idx="112">
                  <c:v>89.24515957482588</c:v>
                </c:pt>
                <c:pt idx="113">
                  <c:v>90.22185089813547</c:v>
                </c:pt>
                <c:pt idx="114">
                  <c:v>90.40905866634668</c:v>
                </c:pt>
                <c:pt idx="115">
                  <c:v>91.18217911966362</c:v>
                </c:pt>
                <c:pt idx="116">
                  <c:v>89.8635011898165</c:v>
                </c:pt>
                <c:pt idx="117">
                  <c:v>91.46866415794524</c:v>
                </c:pt>
                <c:pt idx="118">
                  <c:v>90.895354119205</c:v>
                </c:pt>
                <c:pt idx="119">
                  <c:v>91.97274997175249</c:v>
                </c:pt>
                <c:pt idx="120">
                  <c:v>92.48005641580107</c:v>
                </c:pt>
                <c:pt idx="121">
                  <c:v>93.41256118384759</c:v>
                </c:pt>
                <c:pt idx="122">
                  <c:v>93.75411633974396</c:v>
                </c:pt>
                <c:pt idx="123">
                  <c:v>93.48215052210679</c:v>
                </c:pt>
                <c:pt idx="124">
                  <c:v>93.55162735544592</c:v>
                </c:pt>
                <c:pt idx="125">
                  <c:v>93.4034029771275</c:v>
                </c:pt>
                <c:pt idx="126">
                  <c:v>94.56840534445143</c:v>
                </c:pt>
                <c:pt idx="127">
                  <c:v>94.28243845023371</c:v>
                </c:pt>
                <c:pt idx="128">
                  <c:v>95.91726142614186</c:v>
                </c:pt>
                <c:pt idx="129">
                  <c:v>95.99384892734511</c:v>
                </c:pt>
                <c:pt idx="130">
                  <c:v>96.34685459370078</c:v>
                </c:pt>
                <c:pt idx="131">
                  <c:v>97.42277930456258</c:v>
                </c:pt>
                <c:pt idx="132">
                  <c:v>98.28368361140947</c:v>
                </c:pt>
                <c:pt idx="133">
                  <c:v>98.88177508707258</c:v>
                </c:pt>
                <c:pt idx="134">
                  <c:v>99.5774601422636</c:v>
                </c:pt>
                <c:pt idx="135">
                  <c:v>99.35792816066599</c:v>
                </c:pt>
                <c:pt idx="136">
                  <c:v>98.20438325307089</c:v>
                </c:pt>
                <c:pt idx="137">
                  <c:v>99.05553199125187</c:v>
                </c:pt>
                <c:pt idx="138">
                  <c:v>101.144689410297</c:v>
                </c:pt>
                <c:pt idx="139">
                  <c:v>100.9104299321415</c:v>
                </c:pt>
                <c:pt idx="140">
                  <c:v>100.9289218479154</c:v>
                </c:pt>
                <c:pt idx="141">
                  <c:v>100.2153477266114</c:v>
                </c:pt>
                <c:pt idx="142">
                  <c:v>99.78200554505102</c:v>
                </c:pt>
                <c:pt idx="143">
                  <c:v>99.36058407107981</c:v>
                </c:pt>
                <c:pt idx="144">
                  <c:v>100.4155989771395</c:v>
                </c:pt>
                <c:pt idx="145">
                  <c:v>100.996434721833</c:v>
                </c:pt>
                <c:pt idx="146">
                  <c:v>101.5646430784211</c:v>
                </c:pt>
                <c:pt idx="147">
                  <c:v>101.645371733171</c:v>
                </c:pt>
                <c:pt idx="148">
                  <c:v>100.3887458237904</c:v>
                </c:pt>
                <c:pt idx="149">
                  <c:v>102.0736532144857</c:v>
                </c:pt>
                <c:pt idx="150">
                  <c:v>103.6712114284026</c:v>
                </c:pt>
                <c:pt idx="151">
                  <c:v>102.1071031087841</c:v>
                </c:pt>
                <c:pt idx="152">
                  <c:v>103.2922752772035</c:v>
                </c:pt>
                <c:pt idx="153">
                  <c:v>103.4810716125742</c:v>
                </c:pt>
                <c:pt idx="154">
                  <c:v>104.6518798209538</c:v>
                </c:pt>
                <c:pt idx="155">
                  <c:v>104.0615516330717</c:v>
                </c:pt>
                <c:pt idx="156">
                  <c:v>105.1310692804181</c:v>
                </c:pt>
                <c:pt idx="157">
                  <c:v>102.9941445822041</c:v>
                </c:pt>
                <c:pt idx="158">
                  <c:v>101.1312641066895</c:v>
                </c:pt>
                <c:pt idx="159">
                  <c:v>102.5307868222455</c:v>
                </c:pt>
                <c:pt idx="160">
                  <c:v>102.4537101977131</c:v>
                </c:pt>
                <c:pt idx="161">
                  <c:v>101.8763158785633</c:v>
                </c:pt>
                <c:pt idx="162">
                  <c:v>102.8434655889352</c:v>
                </c:pt>
                <c:pt idx="163">
                  <c:v>105.8585376411077</c:v>
                </c:pt>
                <c:pt idx="164">
                  <c:v>104.5948705162181</c:v>
                </c:pt>
                <c:pt idx="165">
                  <c:v>104.5435681380672</c:v>
                </c:pt>
                <c:pt idx="166">
                  <c:v>106.0275048321779</c:v>
                </c:pt>
                <c:pt idx="167">
                  <c:v>105.2280804239414</c:v>
                </c:pt>
                <c:pt idx="168">
                  <c:v>105.9893666438753</c:v>
                </c:pt>
                <c:pt idx="169">
                  <c:v>106.3308339993247</c:v>
                </c:pt>
                <c:pt idx="170">
                  <c:v>106.7798903243441</c:v>
                </c:pt>
                <c:pt idx="171">
                  <c:v>107.0008161292693</c:v>
                </c:pt>
                <c:pt idx="172">
                  <c:v>106.7969564552119</c:v>
                </c:pt>
                <c:pt idx="173">
                  <c:v>106.6140161895112</c:v>
                </c:pt>
                <c:pt idx="174">
                  <c:v>107.0580322413213</c:v>
                </c:pt>
                <c:pt idx="175">
                  <c:v>107.6796885711293</c:v>
                </c:pt>
                <c:pt idx="176">
                  <c:v>110.6549627675232</c:v>
                </c:pt>
                <c:pt idx="177">
                  <c:v>111.0066806700003</c:v>
                </c:pt>
                <c:pt idx="178">
                  <c:v>111.2337105591704</c:v>
                </c:pt>
                <c:pt idx="179">
                  <c:v>111.2337105591704</c:v>
                </c:pt>
                <c:pt idx="180">
                  <c:v>110.5294258057649</c:v>
                </c:pt>
                <c:pt idx="181">
                  <c:v>109.7732032772893</c:v>
                </c:pt>
                <c:pt idx="182">
                  <c:v>110.8649588703178</c:v>
                </c:pt>
                <c:pt idx="183">
                  <c:v>110.8324397828624</c:v>
                </c:pt>
                <c:pt idx="184">
                  <c:v>110.0281387070622</c:v>
                </c:pt>
                <c:pt idx="185">
                  <c:v>110.1912568576605</c:v>
                </c:pt>
              </c:numCache>
            </c:numRef>
          </c:val>
        </c:ser>
        <c:ser>
          <c:idx val="1"/>
          <c:order val="1"/>
          <c:tx>
            <c:v>Ibovespa</c:v>
          </c:tx>
          <c:spPr>
            <a:ln w="19050">
              <a:solidFill>
                <a:srgbClr val="8EB3DF"/>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99.63588601844639</c:v>
                </c:pt>
                <c:pt idx="4">
                  <c:v>100.4619942843266</c:v>
                </c:pt>
                <c:pt idx="5">
                  <c:v>101.5754874604788</c:v>
                </c:pt>
                <c:pt idx="6">
                  <c:v>100.5274588353156</c:v>
                </c:pt>
                <c:pt idx="7">
                  <c:v>101.1240377601615</c:v>
                </c:pt>
                <c:pt idx="8">
                  <c:v>101.3932877237148</c:v>
                </c:pt>
                <c:pt idx="9">
                  <c:v>101.2567729091949</c:v>
                </c:pt>
                <c:pt idx="10">
                  <c:v>100.5260996452638</c:v>
                </c:pt>
                <c:pt idx="11">
                  <c:v>102.4953301891564</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112.560734538577</c:v>
                </c:pt>
                <c:pt idx="24">
                  <c:v>113.4479318806219</c:v>
                </c:pt>
                <c:pt idx="25">
                  <c:v>115.2359991477444</c:v>
                </c:pt>
                <c:pt idx="26">
                  <c:v>112.7744376940764</c:v>
                </c:pt>
                <c:pt idx="27">
                  <c:v>113.0344960573248</c:v>
                </c:pt>
                <c:pt idx="28">
                  <c:v>113.5449867392081</c:v>
                </c:pt>
                <c:pt idx="29">
                  <c:v>115.5877252601499</c:v>
                </c:pt>
                <c:pt idx="30">
                  <c:v>115.3941989396207</c:v>
                </c:pt>
                <c:pt idx="31">
                  <c:v>117.7338615265864</c:v>
                </c:pt>
                <c:pt idx="32">
                  <c:v>116.5343607899861</c:v>
                </c:pt>
                <c:pt idx="33">
                  <c:v>115.7262198994485</c:v>
                </c:pt>
                <c:pt idx="34">
                  <c:v>115.7262198994485</c:v>
                </c:pt>
                <c:pt idx="35">
                  <c:v>115.7262198994485</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c:v>
                </c:pt>
                <c:pt idx="58">
                  <c:v>109.3678791862511</c:v>
                </c:pt>
                <c:pt idx="59">
                  <c:v>112.9132736824747</c:v>
                </c:pt>
                <c:pt idx="60">
                  <c:v>113.271510253165</c:v>
                </c:pt>
                <c:pt idx="61">
                  <c:v>115.0807473708206</c:v>
                </c:pt>
                <c:pt idx="62">
                  <c:v>113.4102407336598</c:v>
                </c:pt>
                <c:pt idx="63">
                  <c:v>112.680430151999</c:v>
                </c:pt>
                <c:pt idx="64">
                  <c:v>113.2746506648829</c:v>
                </c:pt>
                <c:pt idx="65">
                  <c:v>116.3453278648794</c:v>
                </c:pt>
                <c:pt idx="66">
                  <c:v>116.650102960198</c:v>
                </c:pt>
                <c:pt idx="67">
                  <c:v>116.711614067977</c:v>
                </c:pt>
                <c:pt idx="68">
                  <c:v>116.711614067977</c:v>
                </c:pt>
                <c:pt idx="69">
                  <c:v>116.7798528561951</c:v>
                </c:pt>
                <c:pt idx="70">
                  <c:v>116.8400171866168</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121.7263674863866</c:v>
                </c:pt>
                <c:pt idx="80">
                  <c:v>121.7263674863866</c:v>
                </c:pt>
                <c:pt idx="81">
                  <c:v>119.7135870037102</c:v>
                </c:pt>
                <c:pt idx="82">
                  <c:v>118.7760996297479</c:v>
                </c:pt>
                <c:pt idx="83">
                  <c:v>118.3829833874082</c:v>
                </c:pt>
                <c:pt idx="84">
                  <c:v>117.6591805499035</c:v>
                </c:pt>
                <c:pt idx="85">
                  <c:v>117.0633091486462</c:v>
                </c:pt>
                <c:pt idx="86">
                  <c:v>114.6625264537795</c:v>
                </c:pt>
                <c:pt idx="87">
                  <c:v>116.2558323372663</c:v>
                </c:pt>
                <c:pt idx="88">
                  <c:v>116.2558323372663</c:v>
                </c:pt>
                <c:pt idx="89">
                  <c:v>115.1898797811915</c:v>
                </c:pt>
                <c:pt idx="90">
                  <c:v>115.9059060655687</c:v>
                </c:pt>
                <c:pt idx="91">
                  <c:v>116.4874656300246</c:v>
                </c:pt>
                <c:pt idx="92">
                  <c:v>113.7116147506752</c:v>
                </c:pt>
                <c:pt idx="93">
                  <c:v>114.2639982766215</c:v>
                </c:pt>
                <c:pt idx="94">
                  <c:v>112.8989618456733</c:v>
                </c:pt>
                <c:pt idx="95">
                  <c:v>111.9267127206597</c:v>
                </c:pt>
                <c:pt idx="96">
                  <c:v>109.9133488413401</c:v>
                </c:pt>
                <c:pt idx="97">
                  <c:v>110.7000468020648</c:v>
                </c:pt>
                <c:pt idx="98">
                  <c:v>110.0285014085615</c:v>
                </c:pt>
                <c:pt idx="99">
                  <c:v>109.8373397063417</c:v>
                </c:pt>
                <c:pt idx="100">
                  <c:v>108.1635126733921</c:v>
                </c:pt>
                <c:pt idx="101">
                  <c:v>110.0731250454227</c:v>
                </c:pt>
                <c:pt idx="102">
                  <c:v>110.2556723376337</c:v>
                </c:pt>
                <c:pt idx="103">
                  <c:v>109.3618031722751</c:v>
                </c:pt>
                <c:pt idx="104">
                  <c:v>110.3586108134306</c:v>
                </c:pt>
                <c:pt idx="105">
                  <c:v>109.5972844003399</c:v>
                </c:pt>
                <c:pt idx="106">
                  <c:v>109.0730590719512</c:v>
                </c:pt>
                <c:pt idx="107">
                  <c:v>108.6504316483494</c:v>
                </c:pt>
                <c:pt idx="108">
                  <c:v>107.8585513876555</c:v>
                </c:pt>
                <c:pt idx="109">
                  <c:v>106.8717235529079</c:v>
                </c:pt>
                <c:pt idx="110">
                  <c:v>108.1131047208767</c:v>
                </c:pt>
                <c:pt idx="111">
                  <c:v>105.7131040257658</c:v>
                </c:pt>
                <c:pt idx="112">
                  <c:v>105.7131040257658</c:v>
                </c:pt>
                <c:pt idx="113">
                  <c:v>104.899135375143</c:v>
                </c:pt>
                <c:pt idx="114">
                  <c:v>104.6816649668516</c:v>
                </c:pt>
                <c:pt idx="115">
                  <c:v>105.3919379673108</c:v>
                </c:pt>
                <c:pt idx="116">
                  <c:v>104.6509683732612</c:v>
                </c:pt>
                <c:pt idx="117">
                  <c:v>106.4371427044667</c:v>
                </c:pt>
                <c:pt idx="118">
                  <c:v>106.2108716957485</c:v>
                </c:pt>
                <c:pt idx="119">
                  <c:v>105.7655476601853</c:v>
                </c:pt>
                <c:pt idx="120">
                  <c:v>105.2897318404917</c:v>
                </c:pt>
                <c:pt idx="121">
                  <c:v>104.5483588338695</c:v>
                </c:pt>
                <c:pt idx="122">
                  <c:v>104.4388912807462</c:v>
                </c:pt>
                <c:pt idx="123">
                  <c:v>104.4736840635339</c:v>
                </c:pt>
                <c:pt idx="124">
                  <c:v>105.7377742561584</c:v>
                </c:pt>
                <c:pt idx="125">
                  <c:v>106.2892020046254</c:v>
                </c:pt>
                <c:pt idx="126">
                  <c:v>105.8223543567348</c:v>
                </c:pt>
                <c:pt idx="127">
                  <c:v>106.7430907994191</c:v>
                </c:pt>
                <c:pt idx="128">
                  <c:v>107.5529818798865</c:v>
                </c:pt>
                <c:pt idx="129">
                  <c:v>107.4972550877618</c:v>
                </c:pt>
                <c:pt idx="130">
                  <c:v>106.7641427293542</c:v>
                </c:pt>
                <c:pt idx="131">
                  <c:v>106.5559135721457</c:v>
                </c:pt>
                <c:pt idx="132">
                  <c:v>107.237997343311</c:v>
                </c:pt>
                <c:pt idx="133">
                  <c:v>108.0340544757166</c:v>
                </c:pt>
                <c:pt idx="134">
                  <c:v>107.0269567107899</c:v>
                </c:pt>
                <c:pt idx="135">
                  <c:v>106.7620077458938</c:v>
                </c:pt>
                <c:pt idx="136">
                  <c:v>105.9134573282904</c:v>
                </c:pt>
                <c:pt idx="137">
                  <c:v>107.2097584632389</c:v>
                </c:pt>
                <c:pt idx="138">
                  <c:v>110.390045962346</c:v>
                </c:pt>
                <c:pt idx="139">
                  <c:v>109.0697759142462</c:v>
                </c:pt>
                <c:pt idx="140">
                  <c:v>109.6296008505675</c:v>
                </c:pt>
                <c:pt idx="141">
                  <c:v>109.238476845701</c:v>
                </c:pt>
                <c:pt idx="142">
                  <c:v>107.8819989676362</c:v>
                </c:pt>
                <c:pt idx="143">
                  <c:v>107.8129905923567</c:v>
                </c:pt>
                <c:pt idx="144">
                  <c:v>107.6002804524204</c:v>
                </c:pt>
                <c:pt idx="145">
                  <c:v>107.5719174454029</c:v>
                </c:pt>
                <c:pt idx="146">
                  <c:v>110.1921876114233</c:v>
                </c:pt>
                <c:pt idx="147">
                  <c:v>109.6808156282279</c:v>
                </c:pt>
                <c:pt idx="148">
                  <c:v>108.016478100252</c:v>
                </c:pt>
                <c:pt idx="149">
                  <c:v>108.8186546910645</c:v>
                </c:pt>
                <c:pt idx="150">
                  <c:v>109.5822153891718</c:v>
                </c:pt>
                <c:pt idx="151">
                  <c:v>107.9192804956786</c:v>
                </c:pt>
                <c:pt idx="152">
                  <c:v>109.950940686746</c:v>
                </c:pt>
                <c:pt idx="153">
                  <c:v>110.4723607461693</c:v>
                </c:pt>
                <c:pt idx="154">
                  <c:v>110.4731303332306</c:v>
                </c:pt>
                <c:pt idx="155">
                  <c:v>110.4077961155341</c:v>
                </c:pt>
                <c:pt idx="156">
                  <c:v>110.3030329736403</c:v>
                </c:pt>
                <c:pt idx="157">
                  <c:v>108.9501671896859</c:v>
                </c:pt>
                <c:pt idx="158">
                  <c:v>107.0678193012063</c:v>
                </c:pt>
                <c:pt idx="159">
                  <c:v>106.8608438261461</c:v>
                </c:pt>
                <c:pt idx="160">
                  <c:v>104.1888313429474</c:v>
                </c:pt>
                <c:pt idx="161">
                  <c:v>103.9507744807661</c:v>
                </c:pt>
                <c:pt idx="162">
                  <c:v>103.7086524611239</c:v>
                </c:pt>
                <c:pt idx="163">
                  <c:v>103.6051616204202</c:v>
                </c:pt>
                <c:pt idx="164">
                  <c:v>103.5116754115134</c:v>
                </c:pt>
                <c:pt idx="165">
                  <c:v>103.2331904032245</c:v>
                </c:pt>
                <c:pt idx="166">
                  <c:v>104.1612937801167</c:v>
                </c:pt>
                <c:pt idx="167">
                  <c:v>104.2214208724548</c:v>
                </c:pt>
                <c:pt idx="168">
                  <c:v>106.1482310327666</c:v>
                </c:pt>
                <c:pt idx="169">
                  <c:v>106.6912802124209</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114.9087508689662</c:v>
                </c:pt>
                <c:pt idx="179">
                  <c:v>114.9087508689662</c:v>
                </c:pt>
                <c:pt idx="180">
                  <c:v>116.2863675658278</c:v>
                </c:pt>
                <c:pt idx="181">
                  <c:v>115.2078285374923</c:v>
                </c:pt>
                <c:pt idx="182">
                  <c:v>116.8460249307729</c:v>
                </c:pt>
                <c:pt idx="183">
                  <c:v>116.1870970412667</c:v>
                </c:pt>
                <c:pt idx="184">
                  <c:v>115.128287990898</c:v>
                </c:pt>
                <c:pt idx="185">
                  <c:v>115.7500150348763</c:v>
                </c:pt>
              </c:numCache>
            </c:numRef>
          </c:val>
        </c:ser>
        <c:marker val="1"/>
        <c:axId val="50010001"/>
        <c:axId val="50010002"/>
      </c:lineChart>
      <c:dateAx>
        <c:axId val="50010001"/>
        <c:scaling>
          <c:orientation val="minMax"/>
          <c:max val="46280.0"/>
          <c:min val="46023.0"/>
        </c:scaling>
        <c:delete val="0"/>
        <c:axPos val="b"/>
        <c:numFmt formatCode="[$-409]mmm\-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months"/>
      </c:dateAx>
      <c:valAx>
        <c:axId val="50010002"/>
        <c:scaling>
          <c:orientation val="minMax"/>
          <c:min val="8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Forward P/E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dLbl>
              <c:idx val="185"/>
              <c:delete val="1"/>
            </c:dLbl>
            <c:dLbl>
              <c:idx val="186"/>
              <c:delete val="1"/>
            </c:dLbl>
            <c:dLbl>
              <c:idx val="187"/>
              <c:delete val="1"/>
            </c:dLbl>
            <c:dLbl>
              <c:idx val="188"/>
              <c:delete val="1"/>
            </c:dLbl>
            <c:dLbl>
              <c:idx val="189"/>
              <c:delete val="1"/>
            </c:dLbl>
            <c:dLbl>
              <c:idx val="190"/>
              <c:delete val="1"/>
            </c:dLbl>
            <c:dLbl>
              <c:idx val="191"/>
              <c:delete val="1"/>
            </c:dLbl>
            <c:dLbl>
              <c:idx val="192"/>
              <c:delete val="1"/>
            </c:dLbl>
            <c:dLbl>
              <c:idx val="193"/>
              <c:delete val="1"/>
            </c:dLbl>
            <c:dLbl>
              <c:idx val="194"/>
              <c:delete val="1"/>
            </c:dLbl>
            <c:dLbl>
              <c:idx val="195"/>
              <c:delete val="1"/>
            </c:dLbl>
            <c:dLbl>
              <c:idx val="196"/>
              <c:delete val="1"/>
            </c:dLbl>
            <c:dLbl>
              <c:idx val="197"/>
              <c:delete val="1"/>
            </c:dLbl>
            <c:dLbl>
              <c:idx val="198"/>
              <c:delete val="1"/>
            </c:dLbl>
            <c:dLbl>
              <c:idx val="199"/>
              <c:delete val="1"/>
            </c:dLbl>
            <c:dLbl>
              <c:idx val="200"/>
              <c:delete val="1"/>
            </c:dLbl>
            <c:dLbl>
              <c:idx val="201"/>
              <c:delete val="1"/>
            </c:dLbl>
            <c:dLbl>
              <c:idx val="202"/>
              <c:delete val="1"/>
            </c:dLbl>
            <c:dLbl>
              <c:idx val="203"/>
              <c:delete val="1"/>
            </c:dLbl>
            <c:dLbl>
              <c:idx val="204"/>
              <c:delete val="1"/>
            </c:dLbl>
            <c:dLbl>
              <c:idx val="205"/>
              <c:delete val="1"/>
            </c:dLbl>
            <c:dLbl>
              <c:idx val="206"/>
              <c:delete val="1"/>
            </c:dLbl>
            <c:dLbl>
              <c:idx val="207"/>
              <c:delete val="1"/>
            </c:dLbl>
            <c:dLbl>
              <c:idx val="208"/>
              <c:delete val="1"/>
            </c:dLbl>
            <c:dLbl>
              <c:idx val="209"/>
              <c:delete val="1"/>
            </c:dLbl>
            <c:dLbl>
              <c:idx val="210"/>
              <c:delete val="1"/>
            </c:dLbl>
            <c:dLbl>
              <c:idx val="211"/>
              <c:delete val="1"/>
            </c:dLbl>
            <c:dLbl>
              <c:idx val="212"/>
              <c:delete val="1"/>
            </c:dLbl>
            <c:dLbl>
              <c:idx val="213"/>
              <c:delete val="1"/>
            </c:dLbl>
            <c:dLbl>
              <c:idx val="214"/>
              <c:delete val="1"/>
            </c:dLbl>
            <c:dLbl>
              <c:idx val="215"/>
              <c:delete val="1"/>
            </c:dLbl>
            <c:dLbl>
              <c:idx val="216"/>
              <c:delete val="1"/>
            </c:dLbl>
            <c:dLbl>
              <c:idx val="217"/>
              <c:delete val="1"/>
            </c:dLbl>
            <c:dLbl>
              <c:idx val="218"/>
              <c:delete val="1"/>
            </c:dLbl>
            <c:dLbl>
              <c:idx val="219"/>
              <c:delete val="1"/>
            </c:dLbl>
            <c:dLbl>
              <c:idx val="220"/>
              <c:delete val="1"/>
            </c:dLbl>
            <c:dLbl>
              <c:idx val="221"/>
              <c:delete val="1"/>
            </c:dLbl>
            <c:dLbl>
              <c:idx val="222"/>
              <c:delete val="1"/>
            </c:dLbl>
            <c:dLbl>
              <c:idx val="223"/>
              <c:delete val="1"/>
            </c:dLbl>
            <c:dLbl>
              <c:idx val="224"/>
              <c:delete val="1"/>
            </c:dLbl>
            <c:dLbl>
              <c:idx val="225"/>
              <c:delete val="1"/>
            </c:dLbl>
            <c:dLbl>
              <c:idx val="226"/>
              <c:delete val="1"/>
            </c:dLbl>
            <c:dLbl>
              <c:idx val="227"/>
              <c:delete val="1"/>
            </c:dLbl>
            <c:dLbl>
              <c:idx val="228"/>
              <c:delete val="1"/>
            </c:dLbl>
            <c:dLbl>
              <c:idx val="229"/>
              <c:delete val="1"/>
            </c:dLbl>
            <c:dLbl>
              <c:idx val="230"/>
              <c:delete val="1"/>
            </c:dLbl>
            <c:dLbl>
              <c:idx val="231"/>
              <c:delete val="1"/>
            </c:dLbl>
            <c:dLbl>
              <c:idx val="232"/>
              <c:delete val="1"/>
            </c:dLbl>
            <c:dLbl>
              <c:idx val="233"/>
              <c:delete val="1"/>
            </c:dLbl>
            <c:dLbl>
              <c:idx val="234"/>
              <c:delete val="1"/>
            </c:dLbl>
            <c:dLbl>
              <c:idx val="235"/>
              <c:delete val="1"/>
            </c:dLbl>
            <c:dLbl>
              <c:idx val="236"/>
              <c:delete val="1"/>
            </c:dLbl>
            <c:dLbl>
              <c:idx val="237"/>
              <c:delete val="1"/>
            </c:dLbl>
            <c:dLbl>
              <c:idx val="238"/>
              <c:delete val="1"/>
            </c:dLbl>
            <c:dLbl>
              <c:idx val="239"/>
              <c:delete val="1"/>
            </c:dLbl>
            <c:dLbl>
              <c:idx val="240"/>
              <c:delete val="1"/>
            </c:dLbl>
            <c:dLbl>
              <c:idx val="241"/>
              <c:delete val="1"/>
            </c:dLbl>
            <c:dLbl>
              <c:idx val="242"/>
              <c:delete val="1"/>
            </c:dLbl>
            <c:dLbl>
              <c:idx val="243"/>
              <c:delete val="1"/>
            </c:dLbl>
            <c:dLbl>
              <c:idx val="244"/>
              <c:delete val="1"/>
            </c:dLbl>
            <c:dLbl>
              <c:idx val="245"/>
              <c:delete val="1"/>
            </c:dLbl>
            <c:dLbl>
              <c:idx val="246"/>
              <c:delete val="1"/>
            </c:dLbl>
            <c:dLbl>
              <c:idx val="247"/>
              <c:delete val="1"/>
            </c:dLbl>
            <c:dLbl>
              <c:idx val="248"/>
              <c:delete val="1"/>
            </c:dLbl>
            <c:dLbl>
              <c:idx val="249"/>
              <c:delete val="1"/>
            </c:dLbl>
            <c:dLbl>
              <c:idx val="250"/>
              <c:delete val="1"/>
            </c:dLbl>
            <c:dLbl>
              <c:idx val="251"/>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Sheet1!$A$2:$A$254</c:f>
              <c:numCache>
                <c:formatCode>yyyy\-mm\-dd</c:formatCode>
                <c:ptCount val="253"/>
                <c:pt idx="0">
                  <c:v>44519</c:v>
                </c:pt>
                <c:pt idx="1">
                  <c:v>44526</c:v>
                </c:pt>
                <c:pt idx="2">
                  <c:v>44533</c:v>
                </c:pt>
                <c:pt idx="3">
                  <c:v>44540</c:v>
                </c:pt>
                <c:pt idx="4">
                  <c:v>44547</c:v>
                </c:pt>
                <c:pt idx="5">
                  <c:v>44554</c:v>
                </c:pt>
                <c:pt idx="6">
                  <c:v>44561</c:v>
                </c:pt>
                <c:pt idx="7">
                  <c:v>44568</c:v>
                </c:pt>
                <c:pt idx="8">
                  <c:v>44575</c:v>
                </c:pt>
                <c:pt idx="9">
                  <c:v>44582</c:v>
                </c:pt>
                <c:pt idx="10">
                  <c:v>44589</c:v>
                </c:pt>
                <c:pt idx="11">
                  <c:v>44596</c:v>
                </c:pt>
                <c:pt idx="12">
                  <c:v>44603</c:v>
                </c:pt>
                <c:pt idx="13">
                  <c:v>44610</c:v>
                </c:pt>
                <c:pt idx="14">
                  <c:v>44617</c:v>
                </c:pt>
                <c:pt idx="15">
                  <c:v>44624</c:v>
                </c:pt>
                <c:pt idx="16">
                  <c:v>44631</c:v>
                </c:pt>
                <c:pt idx="17">
                  <c:v>44638</c:v>
                </c:pt>
                <c:pt idx="18">
                  <c:v>44645</c:v>
                </c:pt>
                <c:pt idx="19">
                  <c:v>44652</c:v>
                </c:pt>
                <c:pt idx="20">
                  <c:v>44659</c:v>
                </c:pt>
                <c:pt idx="21">
                  <c:v>44666</c:v>
                </c:pt>
                <c:pt idx="22">
                  <c:v>44673</c:v>
                </c:pt>
                <c:pt idx="23">
                  <c:v>44680</c:v>
                </c:pt>
                <c:pt idx="24">
                  <c:v>44687</c:v>
                </c:pt>
                <c:pt idx="25">
                  <c:v>44694</c:v>
                </c:pt>
                <c:pt idx="26">
                  <c:v>44701</c:v>
                </c:pt>
                <c:pt idx="27">
                  <c:v>44708</c:v>
                </c:pt>
                <c:pt idx="28">
                  <c:v>44715</c:v>
                </c:pt>
                <c:pt idx="29">
                  <c:v>44722</c:v>
                </c:pt>
                <c:pt idx="30">
                  <c:v>44729</c:v>
                </c:pt>
                <c:pt idx="31">
                  <c:v>44736</c:v>
                </c:pt>
                <c:pt idx="32">
                  <c:v>44743</c:v>
                </c:pt>
                <c:pt idx="33">
                  <c:v>44750</c:v>
                </c:pt>
                <c:pt idx="34">
                  <c:v>44757</c:v>
                </c:pt>
                <c:pt idx="35">
                  <c:v>44764</c:v>
                </c:pt>
                <c:pt idx="36">
                  <c:v>44771</c:v>
                </c:pt>
                <c:pt idx="37">
                  <c:v>44778</c:v>
                </c:pt>
                <c:pt idx="38">
                  <c:v>44785</c:v>
                </c:pt>
                <c:pt idx="39">
                  <c:v>44792</c:v>
                </c:pt>
                <c:pt idx="40">
                  <c:v>44799</c:v>
                </c:pt>
                <c:pt idx="41">
                  <c:v>44806</c:v>
                </c:pt>
                <c:pt idx="42">
                  <c:v>44813</c:v>
                </c:pt>
                <c:pt idx="43">
                  <c:v>44820</c:v>
                </c:pt>
                <c:pt idx="44">
                  <c:v>44827</c:v>
                </c:pt>
                <c:pt idx="45">
                  <c:v>44834</c:v>
                </c:pt>
                <c:pt idx="46">
                  <c:v>44841</c:v>
                </c:pt>
                <c:pt idx="47">
                  <c:v>44848</c:v>
                </c:pt>
                <c:pt idx="48">
                  <c:v>44855</c:v>
                </c:pt>
                <c:pt idx="49">
                  <c:v>44862</c:v>
                </c:pt>
                <c:pt idx="50">
                  <c:v>44869</c:v>
                </c:pt>
                <c:pt idx="51">
                  <c:v>44876</c:v>
                </c:pt>
                <c:pt idx="52">
                  <c:v>44883</c:v>
                </c:pt>
                <c:pt idx="53">
                  <c:v>44890</c:v>
                </c:pt>
                <c:pt idx="54">
                  <c:v>44897</c:v>
                </c:pt>
                <c:pt idx="55">
                  <c:v>44904</c:v>
                </c:pt>
                <c:pt idx="56">
                  <c:v>44911</c:v>
                </c:pt>
                <c:pt idx="57">
                  <c:v>44918</c:v>
                </c:pt>
                <c:pt idx="58">
                  <c:v>44925</c:v>
                </c:pt>
                <c:pt idx="59">
                  <c:v>44932</c:v>
                </c:pt>
                <c:pt idx="60">
                  <c:v>44939</c:v>
                </c:pt>
                <c:pt idx="61">
                  <c:v>44946</c:v>
                </c:pt>
                <c:pt idx="62">
                  <c:v>44953</c:v>
                </c:pt>
                <c:pt idx="63">
                  <c:v>44960</c:v>
                </c:pt>
                <c:pt idx="64">
                  <c:v>44967</c:v>
                </c:pt>
                <c:pt idx="65">
                  <c:v>44974</c:v>
                </c:pt>
                <c:pt idx="66">
                  <c:v>44981</c:v>
                </c:pt>
                <c:pt idx="67">
                  <c:v>44988</c:v>
                </c:pt>
                <c:pt idx="68">
                  <c:v>44995</c:v>
                </c:pt>
                <c:pt idx="69">
                  <c:v>45002</c:v>
                </c:pt>
                <c:pt idx="70">
                  <c:v>45009</c:v>
                </c:pt>
                <c:pt idx="71">
                  <c:v>45016</c:v>
                </c:pt>
                <c:pt idx="72">
                  <c:v>45023</c:v>
                </c:pt>
                <c:pt idx="73">
                  <c:v>45030</c:v>
                </c:pt>
                <c:pt idx="74">
                  <c:v>45037</c:v>
                </c:pt>
                <c:pt idx="75">
                  <c:v>45044</c:v>
                </c:pt>
                <c:pt idx="76">
                  <c:v>45051</c:v>
                </c:pt>
                <c:pt idx="77">
                  <c:v>45058</c:v>
                </c:pt>
                <c:pt idx="78">
                  <c:v>45065</c:v>
                </c:pt>
                <c:pt idx="79">
                  <c:v>45072</c:v>
                </c:pt>
                <c:pt idx="80">
                  <c:v>45079</c:v>
                </c:pt>
                <c:pt idx="81">
                  <c:v>45086</c:v>
                </c:pt>
                <c:pt idx="82">
                  <c:v>45093</c:v>
                </c:pt>
                <c:pt idx="83">
                  <c:v>45100</c:v>
                </c:pt>
                <c:pt idx="84">
                  <c:v>45107</c:v>
                </c:pt>
                <c:pt idx="85">
                  <c:v>45114</c:v>
                </c:pt>
                <c:pt idx="86">
                  <c:v>45121</c:v>
                </c:pt>
                <c:pt idx="87">
                  <c:v>45128</c:v>
                </c:pt>
                <c:pt idx="88">
                  <c:v>45135</c:v>
                </c:pt>
                <c:pt idx="89">
                  <c:v>45142</c:v>
                </c:pt>
                <c:pt idx="90">
                  <c:v>45149</c:v>
                </c:pt>
                <c:pt idx="91">
                  <c:v>45156</c:v>
                </c:pt>
                <c:pt idx="92">
                  <c:v>45163</c:v>
                </c:pt>
                <c:pt idx="93">
                  <c:v>45170</c:v>
                </c:pt>
                <c:pt idx="94">
                  <c:v>45177</c:v>
                </c:pt>
                <c:pt idx="95">
                  <c:v>45184</c:v>
                </c:pt>
                <c:pt idx="96">
                  <c:v>45191</c:v>
                </c:pt>
                <c:pt idx="97">
                  <c:v>45198</c:v>
                </c:pt>
                <c:pt idx="98">
                  <c:v>45205</c:v>
                </c:pt>
                <c:pt idx="99">
                  <c:v>45212</c:v>
                </c:pt>
                <c:pt idx="100">
                  <c:v>45219</c:v>
                </c:pt>
                <c:pt idx="101">
                  <c:v>45226</c:v>
                </c:pt>
                <c:pt idx="102">
                  <c:v>45233</c:v>
                </c:pt>
                <c:pt idx="103">
                  <c:v>45240</c:v>
                </c:pt>
                <c:pt idx="104">
                  <c:v>45247</c:v>
                </c:pt>
                <c:pt idx="105">
                  <c:v>45254</c:v>
                </c:pt>
                <c:pt idx="106">
                  <c:v>45261</c:v>
                </c:pt>
                <c:pt idx="107">
                  <c:v>45268</c:v>
                </c:pt>
                <c:pt idx="108">
                  <c:v>45275</c:v>
                </c:pt>
                <c:pt idx="109">
                  <c:v>45282</c:v>
                </c:pt>
                <c:pt idx="110">
                  <c:v>45289</c:v>
                </c:pt>
                <c:pt idx="111">
                  <c:v>45296</c:v>
                </c:pt>
                <c:pt idx="112">
                  <c:v>45303</c:v>
                </c:pt>
                <c:pt idx="113">
                  <c:v>45310</c:v>
                </c:pt>
                <c:pt idx="114">
                  <c:v>45317</c:v>
                </c:pt>
                <c:pt idx="115">
                  <c:v>45324</c:v>
                </c:pt>
                <c:pt idx="116">
                  <c:v>45331</c:v>
                </c:pt>
                <c:pt idx="117">
                  <c:v>45338</c:v>
                </c:pt>
                <c:pt idx="118">
                  <c:v>45345</c:v>
                </c:pt>
                <c:pt idx="119">
                  <c:v>45352</c:v>
                </c:pt>
                <c:pt idx="120">
                  <c:v>45359</c:v>
                </c:pt>
                <c:pt idx="121">
                  <c:v>45366</c:v>
                </c:pt>
                <c:pt idx="122">
                  <c:v>45373</c:v>
                </c:pt>
                <c:pt idx="123">
                  <c:v>45380</c:v>
                </c:pt>
                <c:pt idx="124">
                  <c:v>45387</c:v>
                </c:pt>
                <c:pt idx="125">
                  <c:v>45394</c:v>
                </c:pt>
                <c:pt idx="126">
                  <c:v>45401</c:v>
                </c:pt>
                <c:pt idx="127">
                  <c:v>45408</c:v>
                </c:pt>
                <c:pt idx="128">
                  <c:v>45415</c:v>
                </c:pt>
                <c:pt idx="129">
                  <c:v>45422</c:v>
                </c:pt>
                <c:pt idx="130">
                  <c:v>45429</c:v>
                </c:pt>
                <c:pt idx="131">
                  <c:v>45436</c:v>
                </c:pt>
                <c:pt idx="132">
                  <c:v>45443</c:v>
                </c:pt>
                <c:pt idx="133">
                  <c:v>45450</c:v>
                </c:pt>
                <c:pt idx="134">
                  <c:v>45457</c:v>
                </c:pt>
                <c:pt idx="135">
                  <c:v>45464</c:v>
                </c:pt>
                <c:pt idx="136">
                  <c:v>45471</c:v>
                </c:pt>
                <c:pt idx="137">
                  <c:v>45478</c:v>
                </c:pt>
                <c:pt idx="138">
                  <c:v>45485</c:v>
                </c:pt>
                <c:pt idx="139">
                  <c:v>45492</c:v>
                </c:pt>
                <c:pt idx="140">
                  <c:v>45499</c:v>
                </c:pt>
                <c:pt idx="141">
                  <c:v>45506</c:v>
                </c:pt>
                <c:pt idx="142">
                  <c:v>45513</c:v>
                </c:pt>
                <c:pt idx="143">
                  <c:v>45520</c:v>
                </c:pt>
                <c:pt idx="144">
                  <c:v>45527</c:v>
                </c:pt>
                <c:pt idx="145">
                  <c:v>45534</c:v>
                </c:pt>
                <c:pt idx="146">
                  <c:v>45541</c:v>
                </c:pt>
                <c:pt idx="147">
                  <c:v>45548</c:v>
                </c:pt>
                <c:pt idx="148">
                  <c:v>45555</c:v>
                </c:pt>
                <c:pt idx="149">
                  <c:v>45562</c:v>
                </c:pt>
                <c:pt idx="150">
                  <c:v>45569</c:v>
                </c:pt>
                <c:pt idx="151">
                  <c:v>45576</c:v>
                </c:pt>
                <c:pt idx="152">
                  <c:v>45583</c:v>
                </c:pt>
                <c:pt idx="153">
                  <c:v>45590</c:v>
                </c:pt>
                <c:pt idx="154">
                  <c:v>45597</c:v>
                </c:pt>
                <c:pt idx="155">
                  <c:v>45604</c:v>
                </c:pt>
                <c:pt idx="156">
                  <c:v>45611</c:v>
                </c:pt>
                <c:pt idx="157">
                  <c:v>45618</c:v>
                </c:pt>
                <c:pt idx="158">
                  <c:v>45625</c:v>
                </c:pt>
                <c:pt idx="159">
                  <c:v>45632</c:v>
                </c:pt>
                <c:pt idx="160">
                  <c:v>45639</c:v>
                </c:pt>
                <c:pt idx="161">
                  <c:v>45646</c:v>
                </c:pt>
                <c:pt idx="162">
                  <c:v>45653</c:v>
                </c:pt>
                <c:pt idx="163">
                  <c:v>45660</c:v>
                </c:pt>
                <c:pt idx="164">
                  <c:v>45667</c:v>
                </c:pt>
                <c:pt idx="165">
                  <c:v>45674</c:v>
                </c:pt>
                <c:pt idx="166">
                  <c:v>45681</c:v>
                </c:pt>
                <c:pt idx="167">
                  <c:v>45688</c:v>
                </c:pt>
                <c:pt idx="168">
                  <c:v>45695</c:v>
                </c:pt>
                <c:pt idx="169">
                  <c:v>45702</c:v>
                </c:pt>
                <c:pt idx="170">
                  <c:v>45709</c:v>
                </c:pt>
                <c:pt idx="171">
                  <c:v>45716</c:v>
                </c:pt>
                <c:pt idx="172">
                  <c:v>45723</c:v>
                </c:pt>
                <c:pt idx="173">
                  <c:v>45730</c:v>
                </c:pt>
                <c:pt idx="174">
                  <c:v>45737</c:v>
                </c:pt>
                <c:pt idx="175">
                  <c:v>45744</c:v>
                </c:pt>
                <c:pt idx="176">
                  <c:v>45751</c:v>
                </c:pt>
                <c:pt idx="177">
                  <c:v>45758</c:v>
                </c:pt>
                <c:pt idx="178">
                  <c:v>45765</c:v>
                </c:pt>
                <c:pt idx="179">
                  <c:v>45772</c:v>
                </c:pt>
                <c:pt idx="180">
                  <c:v>45779</c:v>
                </c:pt>
                <c:pt idx="181">
                  <c:v>45786</c:v>
                </c:pt>
                <c:pt idx="182">
                  <c:v>45793</c:v>
                </c:pt>
                <c:pt idx="183">
                  <c:v>45800</c:v>
                </c:pt>
                <c:pt idx="184">
                  <c:v>45807</c:v>
                </c:pt>
                <c:pt idx="185">
                  <c:v>45814</c:v>
                </c:pt>
                <c:pt idx="186">
                  <c:v>45821</c:v>
                </c:pt>
                <c:pt idx="187">
                  <c:v>45828</c:v>
                </c:pt>
                <c:pt idx="188">
                  <c:v>45835</c:v>
                </c:pt>
                <c:pt idx="189">
                  <c:v>45842</c:v>
                </c:pt>
                <c:pt idx="190">
                  <c:v>45849</c:v>
                </c:pt>
                <c:pt idx="191">
                  <c:v>45856</c:v>
                </c:pt>
                <c:pt idx="192">
                  <c:v>45863</c:v>
                </c:pt>
                <c:pt idx="193">
                  <c:v>45870</c:v>
                </c:pt>
                <c:pt idx="194">
                  <c:v>45877</c:v>
                </c:pt>
                <c:pt idx="195">
                  <c:v>45884</c:v>
                </c:pt>
                <c:pt idx="196">
                  <c:v>45891</c:v>
                </c:pt>
                <c:pt idx="197">
                  <c:v>45898</c:v>
                </c:pt>
                <c:pt idx="198">
                  <c:v>45905</c:v>
                </c:pt>
                <c:pt idx="199">
                  <c:v>45912</c:v>
                </c:pt>
                <c:pt idx="200">
                  <c:v>45919</c:v>
                </c:pt>
                <c:pt idx="201">
                  <c:v>45926</c:v>
                </c:pt>
                <c:pt idx="202">
                  <c:v>45933</c:v>
                </c:pt>
                <c:pt idx="203">
                  <c:v>45940</c:v>
                </c:pt>
                <c:pt idx="204">
                  <c:v>45947</c:v>
                </c:pt>
                <c:pt idx="205">
                  <c:v>45954</c:v>
                </c:pt>
                <c:pt idx="206">
                  <c:v>45961</c:v>
                </c:pt>
                <c:pt idx="207">
                  <c:v>45968</c:v>
                </c:pt>
                <c:pt idx="208">
                  <c:v>45975</c:v>
                </c:pt>
                <c:pt idx="209">
                  <c:v>45982</c:v>
                </c:pt>
                <c:pt idx="210">
                  <c:v>45989</c:v>
                </c:pt>
                <c:pt idx="211">
                  <c:v>45996</c:v>
                </c:pt>
                <c:pt idx="212">
                  <c:v>46003</c:v>
                </c:pt>
                <c:pt idx="213">
                  <c:v>46010</c:v>
                </c:pt>
                <c:pt idx="214">
                  <c:v>46017</c:v>
                </c:pt>
                <c:pt idx="215">
                  <c:v>46024</c:v>
                </c:pt>
                <c:pt idx="216">
                  <c:v>46031</c:v>
                </c:pt>
                <c:pt idx="217">
                  <c:v>46038</c:v>
                </c:pt>
                <c:pt idx="218">
                  <c:v>46045</c:v>
                </c:pt>
                <c:pt idx="219">
                  <c:v>46052</c:v>
                </c:pt>
                <c:pt idx="220">
                  <c:v>46059</c:v>
                </c:pt>
                <c:pt idx="221">
                  <c:v>46066</c:v>
                </c:pt>
                <c:pt idx="222">
                  <c:v>46073</c:v>
                </c:pt>
                <c:pt idx="223">
                  <c:v>46080</c:v>
                </c:pt>
                <c:pt idx="224">
                  <c:v>46087</c:v>
                </c:pt>
                <c:pt idx="225">
                  <c:v>46094</c:v>
                </c:pt>
                <c:pt idx="226">
                  <c:v>46101</c:v>
                </c:pt>
                <c:pt idx="227">
                  <c:v>46108</c:v>
                </c:pt>
                <c:pt idx="228">
                  <c:v>46115</c:v>
                </c:pt>
                <c:pt idx="229">
                  <c:v>46122</c:v>
                </c:pt>
                <c:pt idx="230">
                  <c:v>46129</c:v>
                </c:pt>
                <c:pt idx="231">
                  <c:v>46136</c:v>
                </c:pt>
                <c:pt idx="232">
                  <c:v>46143</c:v>
                </c:pt>
                <c:pt idx="233">
                  <c:v>46150</c:v>
                </c:pt>
                <c:pt idx="234">
                  <c:v>46157</c:v>
                </c:pt>
                <c:pt idx="235">
                  <c:v>46164</c:v>
                </c:pt>
                <c:pt idx="236">
                  <c:v>46171</c:v>
                </c:pt>
                <c:pt idx="237">
                  <c:v>46178</c:v>
                </c:pt>
                <c:pt idx="238">
                  <c:v>46185</c:v>
                </c:pt>
                <c:pt idx="239">
                  <c:v>46192</c:v>
                </c:pt>
                <c:pt idx="240">
                  <c:v>46199</c:v>
                </c:pt>
                <c:pt idx="241">
                  <c:v>46206</c:v>
                </c:pt>
                <c:pt idx="242">
                  <c:v>46213</c:v>
                </c:pt>
                <c:pt idx="243">
                  <c:v>46220</c:v>
                </c:pt>
                <c:pt idx="244">
                  <c:v>46227</c:v>
                </c:pt>
                <c:pt idx="245">
                  <c:v>46234</c:v>
                </c:pt>
                <c:pt idx="246">
                  <c:v>46241</c:v>
                </c:pt>
                <c:pt idx="247">
                  <c:v>46248</c:v>
                </c:pt>
                <c:pt idx="248">
                  <c:v>46255</c:v>
                </c:pt>
                <c:pt idx="249">
                  <c:v>46262</c:v>
                </c:pt>
                <c:pt idx="250">
                  <c:v>46269</c:v>
                </c:pt>
                <c:pt idx="251">
                  <c:v>46276</c:v>
                </c:pt>
                <c:pt idx="252">
                  <c:v>46283</c:v>
                </c:pt>
              </c:numCache>
            </c:numRef>
          </c:cat>
          <c:val>
            <c:numRef>
              <c:f>Sheet1!$B$2:$B$254</c:f>
              <c:numCache>
                <c:formatCode>General</c:formatCode>
                <c:ptCount val="253"/>
                <c:pt idx="0">
                  <c:v>7.591999999999999</c:v>
                </c:pt>
                <c:pt idx="1">
                  <c:v>7.771996911196911</c:v>
                </c:pt>
                <c:pt idx="2">
                  <c:v>7.831814671814671</c:v>
                </c:pt>
                <c:pt idx="3">
                  <c:v>7.552463320463321</c:v>
                </c:pt>
                <c:pt idx="4">
                  <c:v>7.306450019297568</c:v>
                </c:pt>
                <c:pt idx="5">
                  <c:v>7.264771307365987</c:v>
                </c:pt>
                <c:pt idx="6">
                  <c:v>7.122958397534668</c:v>
                </c:pt>
                <c:pt idx="7">
                  <c:v>7.686704501731434</c:v>
                </c:pt>
                <c:pt idx="8">
                  <c:v>7.978313461538461</c:v>
                </c:pt>
                <c:pt idx="9">
                  <c:v>7.89518310940499</c:v>
                </c:pt>
                <c:pt idx="10">
                  <c:v>8.392548906789413</c:v>
                </c:pt>
                <c:pt idx="11">
                  <c:v>8.590361307589371</c:v>
                </c:pt>
                <c:pt idx="12">
                  <c:v>8.917562833206398</c:v>
                </c:pt>
                <c:pt idx="13">
                  <c:v>8.782747148288973</c:v>
                </c:pt>
                <c:pt idx="14">
                  <c:v>8.48233962264151</c:v>
                </c:pt>
                <c:pt idx="15">
                  <c:v>8.119078299776286</c:v>
                </c:pt>
                <c:pt idx="16">
                  <c:v>8.142232454511698</c:v>
                </c:pt>
                <c:pt idx="17">
                  <c:v>8.575462191073404</c:v>
                </c:pt>
                <c:pt idx="18">
                  <c:v>8.872345407976582</c:v>
                </c:pt>
                <c:pt idx="19">
                  <c:v>8.877304601899198</c:v>
                </c:pt>
                <c:pt idx="20">
                  <c:v>8.574796647230322</c:v>
                </c:pt>
                <c:pt idx="21">
                  <c:v>8.454191342306293</c:v>
                </c:pt>
                <c:pt idx="22">
                  <c:v>8.203310282404056</c:v>
                </c:pt>
                <c:pt idx="23">
                  <c:v>7.592746440800146</c:v>
                </c:pt>
                <c:pt idx="24">
                  <c:v>7.563853746397695</c:v>
                </c:pt>
                <c:pt idx="25">
                  <c:v>7.871236278567573</c:v>
                </c:pt>
                <c:pt idx="26">
                  <c:v>7.943444842406878</c:v>
                </c:pt>
                <c:pt idx="27">
                  <c:v>8.211797616930463</c:v>
                </c:pt>
                <c:pt idx="28">
                  <c:v>8.017832093517535</c:v>
                </c:pt>
                <c:pt idx="29">
                  <c:v>7.521899204244032</c:v>
                </c:pt>
                <c:pt idx="30">
                  <c:v>7.310082303073119</c:v>
                </c:pt>
                <c:pt idx="31">
                  <c:v>7.287495508190946</c:v>
                </c:pt>
                <c:pt idx="32">
                  <c:v>7.082890449438203</c:v>
                </c:pt>
                <c:pt idx="33">
                  <c:v>7.091486495966328</c:v>
                </c:pt>
                <c:pt idx="34">
                  <c:v>6.979652875175316</c:v>
                </c:pt>
                <c:pt idx="35">
                  <c:v>7.191355754072518</c:v>
                </c:pt>
                <c:pt idx="36">
                  <c:v>7.292976386216546</c:v>
                </c:pt>
                <c:pt idx="37">
                  <c:v>7.674712591559121</c:v>
                </c:pt>
                <c:pt idx="38">
                  <c:v>8.184387029651466</c:v>
                </c:pt>
                <c:pt idx="39">
                  <c:v>8.132436105827425</c:v>
                </c:pt>
                <c:pt idx="40">
                  <c:v>8.038061412487206</c:v>
                </c:pt>
                <c:pt idx="41">
                  <c:v>7.971220955944889</c:v>
                </c:pt>
                <c:pt idx="42">
                  <c:v>7.977525933434701</c:v>
                </c:pt>
                <c:pt idx="43">
                  <c:v>7.944713900134953</c:v>
                </c:pt>
                <c:pt idx="44">
                  <c:v>8.41196699781108</c:v>
                </c:pt>
                <c:pt idx="45">
                  <c:v>8.318005037783376</c:v>
                </c:pt>
                <c:pt idx="46">
                  <c:v>8.631611472402868</c:v>
                </c:pt>
                <c:pt idx="47">
                  <c:v>8.391135888501744</c:v>
                </c:pt>
                <c:pt idx="48">
                  <c:v>9.079317436661698</c:v>
                </c:pt>
                <c:pt idx="49">
                  <c:v>8.620267151595305</c:v>
                </c:pt>
                <c:pt idx="50">
                  <c:v>8.819389629629631</c:v>
                </c:pt>
                <c:pt idx="51">
                  <c:v>7.727032258064517</c:v>
                </c:pt>
                <c:pt idx="52">
                  <c:v>7.691793915603533</c:v>
                </c:pt>
                <c:pt idx="53">
                  <c:v>7.464445167588675</c:v>
                </c:pt>
                <c:pt idx="54">
                  <c:v>7.462832236314014</c:v>
                </c:pt>
                <c:pt idx="55">
                  <c:v>9.320889550463157</c:v>
                </c:pt>
                <c:pt idx="56">
                  <c:v>10.61424629782747</c:v>
                </c:pt>
                <c:pt idx="57">
                  <c:v>11.68479892312288</c:v>
                </c:pt>
                <c:pt idx="58">
                  <c:v>11.79373804426354</c:v>
                </c:pt>
                <c:pt idx="59">
                  <c:v>11.78244607619378</c:v>
                </c:pt>
                <c:pt idx="60">
                  <c:v>10.98095944380652</c:v>
                </c:pt>
                <c:pt idx="61">
                  <c:v>11.14531224777449</c:v>
                </c:pt>
                <c:pt idx="62">
                  <c:v>10.97472711871806</c:v>
                </c:pt>
                <c:pt idx="63">
                  <c:v>10.97741294901768</c:v>
                </c:pt>
                <c:pt idx="64">
                  <c:v>10.27895826840376</c:v>
                </c:pt>
                <c:pt idx="65">
                  <c:v>10.54712222266144</c:v>
                </c:pt>
                <c:pt idx="66">
                  <c:v>10.10029100768497</c:v>
                </c:pt>
                <c:pt idx="67">
                  <c:v>10.61093071730572</c:v>
                </c:pt>
                <c:pt idx="68">
                  <c:v>10.90301763253701</c:v>
                </c:pt>
                <c:pt idx="69">
                  <c:v>11.14447337259692</c:v>
                </c:pt>
                <c:pt idx="70">
                  <c:v>10.89969475660715</c:v>
                </c:pt>
                <c:pt idx="71">
                  <c:v>10.91496994301448</c:v>
                </c:pt>
                <c:pt idx="72">
                  <c:v>10.12731816188785</c:v>
                </c:pt>
                <c:pt idx="73">
                  <c:v>10.20775627813037</c:v>
                </c:pt>
                <c:pt idx="74">
                  <c:v>10.08279824798965</c:v>
                </c:pt>
                <c:pt idx="75">
                  <c:v>9.918725468955614</c:v>
                </c:pt>
                <c:pt idx="76">
                  <c:v>9.004123352619605</c:v>
                </c:pt>
                <c:pt idx="77">
                  <c:v>9.485241853758497</c:v>
                </c:pt>
                <c:pt idx="78">
                  <c:v>9.570429656945583</c:v>
                </c:pt>
                <c:pt idx="79">
                  <c:v>9.623341127506775</c:v>
                </c:pt>
                <c:pt idx="80">
                  <c:v>9.602226604392868</c:v>
                </c:pt>
                <c:pt idx="81">
                  <c:v>9.29820621015992</c:v>
                </c:pt>
                <c:pt idx="82">
                  <c:v>11.50087714285714</c:v>
                </c:pt>
                <c:pt idx="83">
                  <c:v>8.762982341330918</c:v>
                </c:pt>
                <c:pt idx="84">
                  <c:v>12.00034951456311</c:v>
                </c:pt>
                <c:pt idx="85">
                  <c:v>11.90380999020568</c:v>
                </c:pt>
                <c:pt idx="86">
                  <c:v>11.39254325824355</c:v>
                </c:pt>
                <c:pt idx="87">
                  <c:v>11.22668281797896</c:v>
                </c:pt>
                <c:pt idx="88">
                  <c:v>11.2805171990172</c:v>
                </c:pt>
                <c:pt idx="89">
                  <c:v>8.825393384564483</c:v>
                </c:pt>
                <c:pt idx="90">
                  <c:v>8.816014069760833</c:v>
                </c:pt>
                <c:pt idx="91">
                  <c:v>10.51613787281936</c:v>
                </c:pt>
                <c:pt idx="92">
                  <c:v>9.875525767690252</c:v>
                </c:pt>
                <c:pt idx="93">
                  <c:v>10.0358803852002</c:v>
                </c:pt>
                <c:pt idx="94">
                  <c:v>9.212552585560829</c:v>
                </c:pt>
                <c:pt idx="95">
                  <c:v>8.730814486326683</c:v>
                </c:pt>
                <c:pt idx="96">
                  <c:v>8.311267045454544</c:v>
                </c:pt>
                <c:pt idx="97">
                  <c:v>8.127995278564685</c:v>
                </c:pt>
                <c:pt idx="98">
                  <c:v>7.895464589235129</c:v>
                </c:pt>
                <c:pt idx="99">
                  <c:v>8.215876358367545</c:v>
                </c:pt>
                <c:pt idx="100">
                  <c:v>11.38765222970805</c:v>
                </c:pt>
                <c:pt idx="101">
                  <c:v>11.14429258902791</c:v>
                </c:pt>
                <c:pt idx="102">
                  <c:v>11.94604672</c:v>
                </c:pt>
                <c:pt idx="103">
                  <c:v>11.36324048391856</c:v>
                </c:pt>
                <c:pt idx="104">
                  <c:v>10.94637138927098</c:v>
                </c:pt>
                <c:pt idx="105">
                  <c:v>10.21701224489796</c:v>
                </c:pt>
                <c:pt idx="106">
                  <c:v>11.39948340404293</c:v>
                </c:pt>
                <c:pt idx="107">
                  <c:v>11.26409152872444</c:v>
                </c:pt>
                <c:pt idx="108">
                  <c:v>10.7633551296505</c:v>
                </c:pt>
                <c:pt idx="109">
                  <c:v>10.17783844260461</c:v>
                </c:pt>
                <c:pt idx="110">
                  <c:v>9.970818666666666</c:v>
                </c:pt>
                <c:pt idx="111">
                  <c:v>9.415566079295154</c:v>
                </c:pt>
                <c:pt idx="112">
                  <c:v>9.499235989492119</c:v>
                </c:pt>
                <c:pt idx="113">
                  <c:v>9.269311318705192</c:v>
                </c:pt>
                <c:pt idx="114">
                  <c:v>9.56611146700833</c:v>
                </c:pt>
                <c:pt idx="115">
                  <c:v>9.310347717842324</c:v>
                </c:pt>
                <c:pt idx="116">
                  <c:v>8.804594067135051</c:v>
                </c:pt>
                <c:pt idx="117">
                  <c:v>8.508128384035723</c:v>
                </c:pt>
                <c:pt idx="118">
                  <c:v>8.357749827228748</c:v>
                </c:pt>
                <c:pt idx="119">
                  <c:v>9.320156283759452</c:v>
                </c:pt>
                <c:pt idx="120">
                  <c:v>9.623217063989962</c:v>
                </c:pt>
                <c:pt idx="121">
                  <c:v>10.41344595561918</c:v>
                </c:pt>
                <c:pt idx="122">
                  <c:v>11.9361116678597</c:v>
                </c:pt>
                <c:pt idx="123">
                  <c:v>13.1217070289427</c:v>
                </c:pt>
                <c:pt idx="124">
                  <c:v>12.75695271867612</c:v>
                </c:pt>
                <c:pt idx="125">
                  <c:v>13.45767464520229</c:v>
                </c:pt>
                <c:pt idx="126">
                  <c:v>13.10010760432112</c:v>
                </c:pt>
                <c:pt idx="127">
                  <c:v>18.53059447390455</c:v>
                </c:pt>
                <c:pt idx="128">
                  <c:v>19.11790120011164</c:v>
                </c:pt>
                <c:pt idx="129">
                  <c:v>18.5855067961165</c:v>
                </c:pt>
                <c:pt idx="130">
                  <c:v>21.7582403740374</c:v>
                </c:pt>
                <c:pt idx="131">
                  <c:v>15.43082432432433</c:v>
                </c:pt>
                <c:pt idx="132">
                  <c:v>11.28680529595015</c:v>
                </c:pt>
                <c:pt idx="133">
                  <c:v>11.8746706864564</c:v>
                </c:pt>
                <c:pt idx="134">
                  <c:v>11.35899330493001</c:v>
                </c:pt>
                <c:pt idx="135">
                  <c:v>11.38179591223324</c:v>
                </c:pt>
                <c:pt idx="136">
                  <c:v>10.78345584725537</c:v>
                </c:pt>
                <c:pt idx="137">
                  <c:v>10.50447279659774</c:v>
                </c:pt>
                <c:pt idx="138">
                  <c:v>11.80545475876228</c:v>
                </c:pt>
                <c:pt idx="139">
                  <c:v>12.04901465679873</c:v>
                </c:pt>
                <c:pt idx="140">
                  <c:v>12.08531945859409</c:v>
                </c:pt>
                <c:pt idx="141">
                  <c:v>11.39817421602787</c:v>
                </c:pt>
                <c:pt idx="142">
                  <c:v>12.35309755749179</c:v>
                </c:pt>
                <c:pt idx="143">
                  <c:v>12.8010633640553</c:v>
                </c:pt>
                <c:pt idx="144">
                  <c:v>19.50713286713287</c:v>
                </c:pt>
                <c:pt idx="145">
                  <c:v>19.85978117048346</c:v>
                </c:pt>
                <c:pt idx="146">
                  <c:v>20.30882208067941</c:v>
                </c:pt>
                <c:pt idx="147">
                  <c:v>21.95550909090909</c:v>
                </c:pt>
                <c:pt idx="148">
                  <c:v>19.09947505938242</c:v>
                </c:pt>
                <c:pt idx="149">
                  <c:v>19.01186490744388</c:v>
                </c:pt>
                <c:pt idx="150">
                  <c:v>17.9881950264343</c:v>
                </c:pt>
                <c:pt idx="151">
                  <c:v>17.25869507323569</c:v>
                </c:pt>
                <c:pt idx="152">
                  <c:v>18.14876489502554</c:v>
                </c:pt>
                <c:pt idx="153">
                  <c:v>18.65525630410237</c:v>
                </c:pt>
                <c:pt idx="154">
                  <c:v>16.79975879396985</c:v>
                </c:pt>
                <c:pt idx="155">
                  <c:v>18.58233373639661</c:v>
                </c:pt>
                <c:pt idx="156">
                  <c:v>18.70926934775262</c:v>
                </c:pt>
                <c:pt idx="157">
                  <c:v>19.19655668016194</c:v>
                </c:pt>
                <c:pt idx="158">
                  <c:v>19.67190558375635</c:v>
                </c:pt>
                <c:pt idx="159">
                  <c:v>19.37445015207841</c:v>
                </c:pt>
                <c:pt idx="160">
                  <c:v>18.73838289962825</c:v>
                </c:pt>
                <c:pt idx="161">
                  <c:v>17.54762331081081</c:v>
                </c:pt>
                <c:pt idx="162">
                  <c:v>15.37916723549488</c:v>
                </c:pt>
                <c:pt idx="163">
                  <c:v>13.56917311124331</c:v>
                </c:pt>
                <c:pt idx="164">
                  <c:v>13.62800618385064</c:v>
                </c:pt>
                <c:pt idx="165">
                  <c:v>14.2478001189768</c:v>
                </c:pt>
                <c:pt idx="166">
                  <c:v>14.61046728971963</c:v>
                </c:pt>
                <c:pt idx="167">
                  <c:v>16.84763854401806</c:v>
                </c:pt>
                <c:pt idx="168">
                  <c:v>19.76573953045685</c:v>
                </c:pt>
                <c:pt idx="169">
                  <c:v>19.14871510152284</c:v>
                </c:pt>
                <c:pt idx="170">
                  <c:v>17.90861589403973</c:v>
                </c:pt>
                <c:pt idx="171">
                  <c:v>17.80599337748345</c:v>
                </c:pt>
                <c:pt idx="172">
                  <c:v>18.05725647451963</c:v>
                </c:pt>
                <c:pt idx="173">
                  <c:v>19.17645793315405</c:v>
                </c:pt>
                <c:pt idx="174">
                  <c:v>18.26566699242609</c:v>
                </c:pt>
                <c:pt idx="175">
                  <c:v>15.79499476315163</c:v>
                </c:pt>
                <c:pt idx="176">
                  <c:v>14.20645833333333</c:v>
                </c:pt>
                <c:pt idx="177">
                  <c:v>14.3745</c:v>
                </c:pt>
                <c:pt idx="178">
                  <c:v>14.8443558296762</c:v>
                </c:pt>
                <c:pt idx="179">
                  <c:v>15.64879797979798</c:v>
                </c:pt>
                <c:pt idx="180">
                  <c:v>18.58952340784479</c:v>
                </c:pt>
                <c:pt idx="181">
                  <c:v>19.04199437412096</c:v>
                </c:pt>
                <c:pt idx="182">
                  <c:v>19.28601290322581</c:v>
                </c:pt>
                <c:pt idx="183">
                  <c:v>16.39717147044455</c:v>
                </c:pt>
                <c:pt idx="184">
                  <c:v>15.93959255202629</c:v>
                </c:pt>
                <c:pt idx="185">
                  <c:v>15.62286765952295</c:v>
                </c:pt>
                <c:pt idx="186">
                  <c:v>16.01251000241022</c:v>
                </c:pt>
                <c:pt idx="187">
                  <c:v>17.31334240362812</c:v>
                </c:pt>
                <c:pt idx="188">
                  <c:v>17.73016724076494</c:v>
                </c:pt>
                <c:pt idx="189">
                  <c:v>19.54909271833295</c:v>
                </c:pt>
                <c:pt idx="190">
                  <c:v>17.19275344209187</c:v>
                </c:pt>
                <c:pt idx="191">
                  <c:v>15.80602892514173</c:v>
                </c:pt>
                <c:pt idx="192">
                  <c:v>19.18557799547852</c:v>
                </c:pt>
                <c:pt idx="193">
                  <c:v>17.93078273809524</c:v>
                </c:pt>
                <c:pt idx="194">
                  <c:v>18.16012250922509</c:v>
                </c:pt>
                <c:pt idx="195">
                  <c:v>18.00296296296296</c:v>
                </c:pt>
                <c:pt idx="196">
                  <c:v>16.71811719086601</c:v>
                </c:pt>
                <c:pt idx="197">
                  <c:v>16.18247849633641</c:v>
                </c:pt>
                <c:pt idx="198">
                  <c:v>17.24898938294965</c:v>
                </c:pt>
                <c:pt idx="199">
                  <c:v>15.9533018612873</c:v>
                </c:pt>
                <c:pt idx="200">
                  <c:v>15.79565593168021</c:v>
                </c:pt>
                <c:pt idx="201">
                  <c:v>16.50993441618143</c:v>
                </c:pt>
                <c:pt idx="202">
                  <c:v>15.53310368570271</c:v>
                </c:pt>
                <c:pt idx="203">
                  <c:v>15.49708662049583</c:v>
                </c:pt>
                <c:pt idx="204">
                  <c:v>16.11399740129935</c:v>
                </c:pt>
                <c:pt idx="205">
                  <c:v>16.34439277267997</c:v>
                </c:pt>
                <c:pt idx="206">
                  <c:v>15.87416405109489</c:v>
                </c:pt>
                <c:pt idx="207">
                  <c:v>15.501757140291</c:v>
                </c:pt>
                <c:pt idx="208">
                  <c:v>14.80138059701492</c:v>
                </c:pt>
                <c:pt idx="209">
                  <c:v>13.07886304296226</c:v>
                </c:pt>
                <c:pt idx="210">
                  <c:v>13.2364886193589</c:v>
                </c:pt>
                <c:pt idx="211">
                  <c:v>13.22017312965139</c:v>
                </c:pt>
                <c:pt idx="212">
                  <c:v>13.60476439058494</c:v>
                </c:pt>
                <c:pt idx="213">
                  <c:v>13.53464934266164</c:v>
                </c:pt>
                <c:pt idx="214">
                  <c:v>13.44404355689525</c:v>
                </c:pt>
                <c:pt idx="215">
                  <c:v>10.78320243457091</c:v>
                </c:pt>
                <c:pt idx="216">
                  <c:v>11.56967636407533</c:v>
                </c:pt>
                <c:pt idx="217">
                  <c:v>11.98608884596813</c:v>
                </c:pt>
                <c:pt idx="218">
                  <c:v>13.18919429115128</c:v>
                </c:pt>
                <c:pt idx="219">
                  <c:v>13.1899876198898</c:v>
                </c:pt>
                <c:pt idx="220">
                  <c:v>12.55458433116661</c:v>
                </c:pt>
                <c:pt idx="221">
                  <c:v>14.56977715003139</c:v>
                </c:pt>
                <c:pt idx="222">
                  <c:v>15.0844693829301</c:v>
                </c:pt>
                <c:pt idx="223">
                  <c:v>14.89720041905069</c:v>
                </c:pt>
                <c:pt idx="224">
                  <c:v>12.91937390182961</c:v>
                </c:pt>
                <c:pt idx="225">
                  <c:v>11.8936315323295</c:v>
                </c:pt>
                <c:pt idx="226">
                  <c:v>11.194455312234</c:v>
                </c:pt>
                <c:pt idx="227">
                  <c:v>10.84071900155085</c:v>
                </c:pt>
                <c:pt idx="228">
                  <c:v>9.775523050929277</c:v>
                </c:pt>
                <c:pt idx="229">
                  <c:v>9.698829983765325</c:v>
                </c:pt>
                <c:pt idx="230">
                  <c:v>9.622310681607894</c:v>
                </c:pt>
                <c:pt idx="231">
                  <c:v>11.37057959657524</c:v>
                </c:pt>
                <c:pt idx="232">
                  <c:v>11.25642114485981</c:v>
                </c:pt>
                <c:pt idx="233">
                  <c:v>11.46696713031316</c:v>
                </c:pt>
                <c:pt idx="234">
                  <c:v>11.07317320693138</c:v>
                </c:pt>
                <c:pt idx="235">
                  <c:v>9.82087624736949</c:v>
                </c:pt>
                <c:pt idx="236">
                  <c:v>9.943175609756098</c:v>
                </c:pt>
                <c:pt idx="237">
                  <c:v>9.758559633027522</c:v>
                </c:pt>
                <c:pt idx="238">
                  <c:v>9.890615572601995</c:v>
                </c:pt>
                <c:pt idx="239">
                  <c:v>10.97608093126386</c:v>
                </c:pt>
                <c:pt idx="240">
                  <c:v>11.46067445602742</c:v>
                </c:pt>
                <c:pt idx="241">
                  <c:v>11.89862701641184</c:v>
                </c:pt>
                <c:pt idx="242">
                  <c:v>11.72349487250554</c:v>
                </c:pt>
                <c:pt idx="243">
                  <c:v>11.10162129133003</c:v>
                </c:pt>
                <c:pt idx="244">
                  <c:v>10.71842858070802</c:v>
                </c:pt>
                <c:pt idx="245">
                  <c:v>11.35957539708478</c:v>
                </c:pt>
                <c:pt idx="246">
                  <c:v>12.46268534482759</c:v>
                </c:pt>
                <c:pt idx="247">
                  <c:v>13.29438893736994</c:v>
                </c:pt>
                <c:pt idx="248">
                  <c:v>13.10217268318966</c:v>
                </c:pt>
                <c:pt idx="249">
                  <c:v>12.94466276935627</c:v>
                </c:pt>
                <c:pt idx="250">
                  <c:v>14.9989009272816</c:v>
                </c:pt>
                <c:pt idx="251">
                  <c:v>14.08843159922929</c:v>
                </c:pt>
                <c:pt idx="252">
                  <c:v>13.63261124459395</c:v>
                </c:pt>
              </c:numCache>
            </c:numRef>
          </c:val>
        </c:ser>
        <c:ser>
          <c:idx val="1"/>
          <c:order val="1"/>
          <c:tx>
            <c:v>Average</c:v>
          </c:tx>
          <c:spPr>
            <a:ln w="19050">
              <a:solidFill>
                <a:srgbClr val="8EB3DF"/>
              </a:solidFill>
              <a:prstDash val="dash"/>
            </a:ln>
          </c:spPr>
          <c:marker>
            <c:symbol val="none"/>
          </c:marker>
          <c:cat>
            <c:numRef>
              <c:f>Sheet1!$A$2:$A$254</c:f>
              <c:numCache>
                <c:formatCode>yyyy\-mm\-dd</c:formatCode>
                <c:ptCount val="253"/>
                <c:pt idx="0">
                  <c:v>44519</c:v>
                </c:pt>
                <c:pt idx="1">
                  <c:v>44526</c:v>
                </c:pt>
                <c:pt idx="2">
                  <c:v>44533</c:v>
                </c:pt>
                <c:pt idx="3">
                  <c:v>44540</c:v>
                </c:pt>
                <c:pt idx="4">
                  <c:v>44547</c:v>
                </c:pt>
                <c:pt idx="5">
                  <c:v>44554</c:v>
                </c:pt>
                <c:pt idx="6">
                  <c:v>44561</c:v>
                </c:pt>
                <c:pt idx="7">
                  <c:v>44568</c:v>
                </c:pt>
                <c:pt idx="8">
                  <c:v>44575</c:v>
                </c:pt>
                <c:pt idx="9">
                  <c:v>44582</c:v>
                </c:pt>
                <c:pt idx="10">
                  <c:v>44589</c:v>
                </c:pt>
                <c:pt idx="11">
                  <c:v>44596</c:v>
                </c:pt>
                <c:pt idx="12">
                  <c:v>44603</c:v>
                </c:pt>
                <c:pt idx="13">
                  <c:v>44610</c:v>
                </c:pt>
                <c:pt idx="14">
                  <c:v>44617</c:v>
                </c:pt>
                <c:pt idx="15">
                  <c:v>44624</c:v>
                </c:pt>
                <c:pt idx="16">
                  <c:v>44631</c:v>
                </c:pt>
                <c:pt idx="17">
                  <c:v>44638</c:v>
                </c:pt>
                <c:pt idx="18">
                  <c:v>44645</c:v>
                </c:pt>
                <c:pt idx="19">
                  <c:v>44652</c:v>
                </c:pt>
                <c:pt idx="20">
                  <c:v>44659</c:v>
                </c:pt>
                <c:pt idx="21">
                  <c:v>44666</c:v>
                </c:pt>
                <c:pt idx="22">
                  <c:v>44673</c:v>
                </c:pt>
                <c:pt idx="23">
                  <c:v>44680</c:v>
                </c:pt>
                <c:pt idx="24">
                  <c:v>44687</c:v>
                </c:pt>
                <c:pt idx="25">
                  <c:v>44694</c:v>
                </c:pt>
                <c:pt idx="26">
                  <c:v>44701</c:v>
                </c:pt>
                <c:pt idx="27">
                  <c:v>44708</c:v>
                </c:pt>
                <c:pt idx="28">
                  <c:v>44715</c:v>
                </c:pt>
                <c:pt idx="29">
                  <c:v>44722</c:v>
                </c:pt>
                <c:pt idx="30">
                  <c:v>44729</c:v>
                </c:pt>
                <c:pt idx="31">
                  <c:v>44736</c:v>
                </c:pt>
                <c:pt idx="32">
                  <c:v>44743</c:v>
                </c:pt>
                <c:pt idx="33">
                  <c:v>44750</c:v>
                </c:pt>
                <c:pt idx="34">
                  <c:v>44757</c:v>
                </c:pt>
                <c:pt idx="35">
                  <c:v>44764</c:v>
                </c:pt>
                <c:pt idx="36">
                  <c:v>44771</c:v>
                </c:pt>
                <c:pt idx="37">
                  <c:v>44778</c:v>
                </c:pt>
                <c:pt idx="38">
                  <c:v>44785</c:v>
                </c:pt>
                <c:pt idx="39">
                  <c:v>44792</c:v>
                </c:pt>
                <c:pt idx="40">
                  <c:v>44799</c:v>
                </c:pt>
                <c:pt idx="41">
                  <c:v>44806</c:v>
                </c:pt>
                <c:pt idx="42">
                  <c:v>44813</c:v>
                </c:pt>
                <c:pt idx="43">
                  <c:v>44820</c:v>
                </c:pt>
                <c:pt idx="44">
                  <c:v>44827</c:v>
                </c:pt>
                <c:pt idx="45">
                  <c:v>44834</c:v>
                </c:pt>
                <c:pt idx="46">
                  <c:v>44841</c:v>
                </c:pt>
                <c:pt idx="47">
                  <c:v>44848</c:v>
                </c:pt>
                <c:pt idx="48">
                  <c:v>44855</c:v>
                </c:pt>
                <c:pt idx="49">
                  <c:v>44862</c:v>
                </c:pt>
                <c:pt idx="50">
                  <c:v>44869</c:v>
                </c:pt>
                <c:pt idx="51">
                  <c:v>44876</c:v>
                </c:pt>
                <c:pt idx="52">
                  <c:v>44883</c:v>
                </c:pt>
                <c:pt idx="53">
                  <c:v>44890</c:v>
                </c:pt>
                <c:pt idx="54">
                  <c:v>44897</c:v>
                </c:pt>
                <c:pt idx="55">
                  <c:v>44904</c:v>
                </c:pt>
                <c:pt idx="56">
                  <c:v>44911</c:v>
                </c:pt>
                <c:pt idx="57">
                  <c:v>44918</c:v>
                </c:pt>
                <c:pt idx="58">
                  <c:v>44925</c:v>
                </c:pt>
                <c:pt idx="59">
                  <c:v>44932</c:v>
                </c:pt>
                <c:pt idx="60">
                  <c:v>44939</c:v>
                </c:pt>
                <c:pt idx="61">
                  <c:v>44946</c:v>
                </c:pt>
                <c:pt idx="62">
                  <c:v>44953</c:v>
                </c:pt>
                <c:pt idx="63">
                  <c:v>44960</c:v>
                </c:pt>
                <c:pt idx="64">
                  <c:v>44967</c:v>
                </c:pt>
                <c:pt idx="65">
                  <c:v>44974</c:v>
                </c:pt>
                <c:pt idx="66">
                  <c:v>44981</c:v>
                </c:pt>
                <c:pt idx="67">
                  <c:v>44988</c:v>
                </c:pt>
                <c:pt idx="68">
                  <c:v>44995</c:v>
                </c:pt>
                <c:pt idx="69">
                  <c:v>45002</c:v>
                </c:pt>
                <c:pt idx="70">
                  <c:v>45009</c:v>
                </c:pt>
                <c:pt idx="71">
                  <c:v>45016</c:v>
                </c:pt>
                <c:pt idx="72">
                  <c:v>45023</c:v>
                </c:pt>
                <c:pt idx="73">
                  <c:v>45030</c:v>
                </c:pt>
                <c:pt idx="74">
                  <c:v>45037</c:v>
                </c:pt>
                <c:pt idx="75">
                  <c:v>45044</c:v>
                </c:pt>
                <c:pt idx="76">
                  <c:v>45051</c:v>
                </c:pt>
                <c:pt idx="77">
                  <c:v>45058</c:v>
                </c:pt>
                <c:pt idx="78">
                  <c:v>45065</c:v>
                </c:pt>
                <c:pt idx="79">
                  <c:v>45072</c:v>
                </c:pt>
                <c:pt idx="80">
                  <c:v>45079</c:v>
                </c:pt>
                <c:pt idx="81">
                  <c:v>45086</c:v>
                </c:pt>
                <c:pt idx="82">
                  <c:v>45093</c:v>
                </c:pt>
                <c:pt idx="83">
                  <c:v>45100</c:v>
                </c:pt>
                <c:pt idx="84">
                  <c:v>45107</c:v>
                </c:pt>
                <c:pt idx="85">
                  <c:v>45114</c:v>
                </c:pt>
                <c:pt idx="86">
                  <c:v>45121</c:v>
                </c:pt>
                <c:pt idx="87">
                  <c:v>45128</c:v>
                </c:pt>
                <c:pt idx="88">
                  <c:v>45135</c:v>
                </c:pt>
                <c:pt idx="89">
                  <c:v>45142</c:v>
                </c:pt>
                <c:pt idx="90">
                  <c:v>45149</c:v>
                </c:pt>
                <c:pt idx="91">
                  <c:v>45156</c:v>
                </c:pt>
                <c:pt idx="92">
                  <c:v>45163</c:v>
                </c:pt>
                <c:pt idx="93">
                  <c:v>45170</c:v>
                </c:pt>
                <c:pt idx="94">
                  <c:v>45177</c:v>
                </c:pt>
                <c:pt idx="95">
                  <c:v>45184</c:v>
                </c:pt>
                <c:pt idx="96">
                  <c:v>45191</c:v>
                </c:pt>
                <c:pt idx="97">
                  <c:v>45198</c:v>
                </c:pt>
                <c:pt idx="98">
                  <c:v>45205</c:v>
                </c:pt>
                <c:pt idx="99">
                  <c:v>45212</c:v>
                </c:pt>
                <c:pt idx="100">
                  <c:v>45219</c:v>
                </c:pt>
                <c:pt idx="101">
                  <c:v>45226</c:v>
                </c:pt>
                <c:pt idx="102">
                  <c:v>45233</c:v>
                </c:pt>
                <c:pt idx="103">
                  <c:v>45240</c:v>
                </c:pt>
                <c:pt idx="104">
                  <c:v>45247</c:v>
                </c:pt>
                <c:pt idx="105">
                  <c:v>45254</c:v>
                </c:pt>
                <c:pt idx="106">
                  <c:v>45261</c:v>
                </c:pt>
                <c:pt idx="107">
                  <c:v>45268</c:v>
                </c:pt>
                <c:pt idx="108">
                  <c:v>45275</c:v>
                </c:pt>
                <c:pt idx="109">
                  <c:v>45282</c:v>
                </c:pt>
                <c:pt idx="110">
                  <c:v>45289</c:v>
                </c:pt>
                <c:pt idx="111">
                  <c:v>45296</c:v>
                </c:pt>
                <c:pt idx="112">
                  <c:v>45303</c:v>
                </c:pt>
                <c:pt idx="113">
                  <c:v>45310</c:v>
                </c:pt>
                <c:pt idx="114">
                  <c:v>45317</c:v>
                </c:pt>
                <c:pt idx="115">
                  <c:v>45324</c:v>
                </c:pt>
                <c:pt idx="116">
                  <c:v>45331</c:v>
                </c:pt>
                <c:pt idx="117">
                  <c:v>45338</c:v>
                </c:pt>
                <c:pt idx="118">
                  <c:v>45345</c:v>
                </c:pt>
                <c:pt idx="119">
                  <c:v>45352</c:v>
                </c:pt>
                <c:pt idx="120">
                  <c:v>45359</c:v>
                </c:pt>
                <c:pt idx="121">
                  <c:v>45366</c:v>
                </c:pt>
                <c:pt idx="122">
                  <c:v>45373</c:v>
                </c:pt>
                <c:pt idx="123">
                  <c:v>45380</c:v>
                </c:pt>
                <c:pt idx="124">
                  <c:v>45387</c:v>
                </c:pt>
                <c:pt idx="125">
                  <c:v>45394</c:v>
                </c:pt>
                <c:pt idx="126">
                  <c:v>45401</c:v>
                </c:pt>
                <c:pt idx="127">
                  <c:v>45408</c:v>
                </c:pt>
                <c:pt idx="128">
                  <c:v>45415</c:v>
                </c:pt>
                <c:pt idx="129">
                  <c:v>45422</c:v>
                </c:pt>
                <c:pt idx="130">
                  <c:v>45429</c:v>
                </c:pt>
                <c:pt idx="131">
                  <c:v>45436</c:v>
                </c:pt>
                <c:pt idx="132">
                  <c:v>45443</c:v>
                </c:pt>
                <c:pt idx="133">
                  <c:v>45450</c:v>
                </c:pt>
                <c:pt idx="134">
                  <c:v>45457</c:v>
                </c:pt>
                <c:pt idx="135">
                  <c:v>45464</c:v>
                </c:pt>
                <c:pt idx="136">
                  <c:v>45471</c:v>
                </c:pt>
                <c:pt idx="137">
                  <c:v>45478</c:v>
                </c:pt>
                <c:pt idx="138">
                  <c:v>45485</c:v>
                </c:pt>
                <c:pt idx="139">
                  <c:v>45492</c:v>
                </c:pt>
                <c:pt idx="140">
                  <c:v>45499</c:v>
                </c:pt>
                <c:pt idx="141">
                  <c:v>45506</c:v>
                </c:pt>
                <c:pt idx="142">
                  <c:v>45513</c:v>
                </c:pt>
                <c:pt idx="143">
                  <c:v>45520</c:v>
                </c:pt>
                <c:pt idx="144">
                  <c:v>45527</c:v>
                </c:pt>
                <c:pt idx="145">
                  <c:v>45534</c:v>
                </c:pt>
                <c:pt idx="146">
                  <c:v>45541</c:v>
                </c:pt>
                <c:pt idx="147">
                  <c:v>45548</c:v>
                </c:pt>
                <c:pt idx="148">
                  <c:v>45555</c:v>
                </c:pt>
                <c:pt idx="149">
                  <c:v>45562</c:v>
                </c:pt>
                <c:pt idx="150">
                  <c:v>45569</c:v>
                </c:pt>
                <c:pt idx="151">
                  <c:v>45576</c:v>
                </c:pt>
                <c:pt idx="152">
                  <c:v>45583</c:v>
                </c:pt>
                <c:pt idx="153">
                  <c:v>45590</c:v>
                </c:pt>
                <c:pt idx="154">
                  <c:v>45597</c:v>
                </c:pt>
                <c:pt idx="155">
                  <c:v>45604</c:v>
                </c:pt>
                <c:pt idx="156">
                  <c:v>45611</c:v>
                </c:pt>
                <c:pt idx="157">
                  <c:v>45618</c:v>
                </c:pt>
                <c:pt idx="158">
                  <c:v>45625</c:v>
                </c:pt>
                <c:pt idx="159">
                  <c:v>45632</c:v>
                </c:pt>
                <c:pt idx="160">
                  <c:v>45639</c:v>
                </c:pt>
                <c:pt idx="161">
                  <c:v>45646</c:v>
                </c:pt>
                <c:pt idx="162">
                  <c:v>45653</c:v>
                </c:pt>
                <c:pt idx="163">
                  <c:v>45660</c:v>
                </c:pt>
                <c:pt idx="164">
                  <c:v>45667</c:v>
                </c:pt>
                <c:pt idx="165">
                  <c:v>45674</c:v>
                </c:pt>
                <c:pt idx="166">
                  <c:v>45681</c:v>
                </c:pt>
                <c:pt idx="167">
                  <c:v>45688</c:v>
                </c:pt>
                <c:pt idx="168">
                  <c:v>45695</c:v>
                </c:pt>
                <c:pt idx="169">
                  <c:v>45702</c:v>
                </c:pt>
                <c:pt idx="170">
                  <c:v>45709</c:v>
                </c:pt>
                <c:pt idx="171">
                  <c:v>45716</c:v>
                </c:pt>
                <c:pt idx="172">
                  <c:v>45723</c:v>
                </c:pt>
                <c:pt idx="173">
                  <c:v>45730</c:v>
                </c:pt>
                <c:pt idx="174">
                  <c:v>45737</c:v>
                </c:pt>
                <c:pt idx="175">
                  <c:v>45744</c:v>
                </c:pt>
                <c:pt idx="176">
                  <c:v>45751</c:v>
                </c:pt>
                <c:pt idx="177">
                  <c:v>45758</c:v>
                </c:pt>
                <c:pt idx="178">
                  <c:v>45765</c:v>
                </c:pt>
                <c:pt idx="179">
                  <c:v>45772</c:v>
                </c:pt>
                <c:pt idx="180">
                  <c:v>45779</c:v>
                </c:pt>
                <c:pt idx="181">
                  <c:v>45786</c:v>
                </c:pt>
                <c:pt idx="182">
                  <c:v>45793</c:v>
                </c:pt>
                <c:pt idx="183">
                  <c:v>45800</c:v>
                </c:pt>
                <c:pt idx="184">
                  <c:v>45807</c:v>
                </c:pt>
                <c:pt idx="185">
                  <c:v>45814</c:v>
                </c:pt>
                <c:pt idx="186">
                  <c:v>45821</c:v>
                </c:pt>
                <c:pt idx="187">
                  <c:v>45828</c:v>
                </c:pt>
                <c:pt idx="188">
                  <c:v>45835</c:v>
                </c:pt>
                <c:pt idx="189">
                  <c:v>45842</c:v>
                </c:pt>
                <c:pt idx="190">
                  <c:v>45849</c:v>
                </c:pt>
                <c:pt idx="191">
                  <c:v>45856</c:v>
                </c:pt>
                <c:pt idx="192">
                  <c:v>45863</c:v>
                </c:pt>
                <c:pt idx="193">
                  <c:v>45870</c:v>
                </c:pt>
                <c:pt idx="194">
                  <c:v>45877</c:v>
                </c:pt>
                <c:pt idx="195">
                  <c:v>45884</c:v>
                </c:pt>
                <c:pt idx="196">
                  <c:v>45891</c:v>
                </c:pt>
                <c:pt idx="197">
                  <c:v>45898</c:v>
                </c:pt>
                <c:pt idx="198">
                  <c:v>45905</c:v>
                </c:pt>
                <c:pt idx="199">
                  <c:v>45912</c:v>
                </c:pt>
                <c:pt idx="200">
                  <c:v>45919</c:v>
                </c:pt>
                <c:pt idx="201">
                  <c:v>45926</c:v>
                </c:pt>
                <c:pt idx="202">
                  <c:v>45933</c:v>
                </c:pt>
                <c:pt idx="203">
                  <c:v>45940</c:v>
                </c:pt>
                <c:pt idx="204">
                  <c:v>45947</c:v>
                </c:pt>
                <c:pt idx="205">
                  <c:v>45954</c:v>
                </c:pt>
                <c:pt idx="206">
                  <c:v>45961</c:v>
                </c:pt>
                <c:pt idx="207">
                  <c:v>45968</c:v>
                </c:pt>
                <c:pt idx="208">
                  <c:v>45975</c:v>
                </c:pt>
                <c:pt idx="209">
                  <c:v>45982</c:v>
                </c:pt>
                <c:pt idx="210">
                  <c:v>45989</c:v>
                </c:pt>
                <c:pt idx="211">
                  <c:v>45996</c:v>
                </c:pt>
                <c:pt idx="212">
                  <c:v>46003</c:v>
                </c:pt>
                <c:pt idx="213">
                  <c:v>46010</c:v>
                </c:pt>
                <c:pt idx="214">
                  <c:v>46017</c:v>
                </c:pt>
                <c:pt idx="215">
                  <c:v>46024</c:v>
                </c:pt>
                <c:pt idx="216">
                  <c:v>46031</c:v>
                </c:pt>
                <c:pt idx="217">
                  <c:v>46038</c:v>
                </c:pt>
                <c:pt idx="218">
                  <c:v>46045</c:v>
                </c:pt>
                <c:pt idx="219">
                  <c:v>46052</c:v>
                </c:pt>
                <c:pt idx="220">
                  <c:v>46059</c:v>
                </c:pt>
                <c:pt idx="221">
                  <c:v>46066</c:v>
                </c:pt>
                <c:pt idx="222">
                  <c:v>46073</c:v>
                </c:pt>
                <c:pt idx="223">
                  <c:v>46080</c:v>
                </c:pt>
                <c:pt idx="224">
                  <c:v>46087</c:v>
                </c:pt>
                <c:pt idx="225">
                  <c:v>46094</c:v>
                </c:pt>
                <c:pt idx="226">
                  <c:v>46101</c:v>
                </c:pt>
                <c:pt idx="227">
                  <c:v>46108</c:v>
                </c:pt>
                <c:pt idx="228">
                  <c:v>46115</c:v>
                </c:pt>
                <c:pt idx="229">
                  <c:v>46122</c:v>
                </c:pt>
                <c:pt idx="230">
                  <c:v>46129</c:v>
                </c:pt>
                <c:pt idx="231">
                  <c:v>46136</c:v>
                </c:pt>
                <c:pt idx="232">
                  <c:v>46143</c:v>
                </c:pt>
                <c:pt idx="233">
                  <c:v>46150</c:v>
                </c:pt>
                <c:pt idx="234">
                  <c:v>46157</c:v>
                </c:pt>
                <c:pt idx="235">
                  <c:v>46164</c:v>
                </c:pt>
                <c:pt idx="236">
                  <c:v>46171</c:v>
                </c:pt>
                <c:pt idx="237">
                  <c:v>46178</c:v>
                </c:pt>
                <c:pt idx="238">
                  <c:v>46185</c:v>
                </c:pt>
                <c:pt idx="239">
                  <c:v>46192</c:v>
                </c:pt>
                <c:pt idx="240">
                  <c:v>46199</c:v>
                </c:pt>
                <c:pt idx="241">
                  <c:v>46206</c:v>
                </c:pt>
                <c:pt idx="242">
                  <c:v>46213</c:v>
                </c:pt>
                <c:pt idx="243">
                  <c:v>46220</c:v>
                </c:pt>
                <c:pt idx="244">
                  <c:v>46227</c:v>
                </c:pt>
                <c:pt idx="245">
                  <c:v>46234</c:v>
                </c:pt>
                <c:pt idx="246">
                  <c:v>46241</c:v>
                </c:pt>
                <c:pt idx="247">
                  <c:v>46248</c:v>
                </c:pt>
                <c:pt idx="248">
                  <c:v>46255</c:v>
                </c:pt>
                <c:pt idx="249">
                  <c:v>46262</c:v>
                </c:pt>
                <c:pt idx="250">
                  <c:v>46269</c:v>
                </c:pt>
                <c:pt idx="251">
                  <c:v>46276</c:v>
                </c:pt>
                <c:pt idx="252">
                  <c:v>46283</c:v>
                </c:pt>
              </c:numCache>
            </c:numRef>
          </c:cat>
          <c:val>
            <c:numRef>
              <c:f>Sheet1!$C$2:$C$254</c:f>
              <c:numCache>
                <c:formatCode>General</c:formatCode>
                <c:ptCount val="253"/>
                <c:pt idx="0">
                  <c:v>12.14472949509348</c:v>
                </c:pt>
                <c:pt idx="1">
                  <c:v>12.14472949509348</c:v>
                </c:pt>
                <c:pt idx="2">
                  <c:v>12.14472949509348</c:v>
                </c:pt>
                <c:pt idx="3">
                  <c:v>12.14472949509348</c:v>
                </c:pt>
                <c:pt idx="4">
                  <c:v>12.14472949509348</c:v>
                </c:pt>
                <c:pt idx="5">
                  <c:v>12.14472949509348</c:v>
                </c:pt>
                <c:pt idx="6">
                  <c:v>12.14472949509348</c:v>
                </c:pt>
                <c:pt idx="7">
                  <c:v>12.14472949509348</c:v>
                </c:pt>
                <c:pt idx="8">
                  <c:v>12.14472949509348</c:v>
                </c:pt>
                <c:pt idx="9">
                  <c:v>12.14472949509348</c:v>
                </c:pt>
                <c:pt idx="10">
                  <c:v>12.14472949509348</c:v>
                </c:pt>
                <c:pt idx="11">
                  <c:v>12.14472949509348</c:v>
                </c:pt>
                <c:pt idx="12">
                  <c:v>12.14472949509348</c:v>
                </c:pt>
                <c:pt idx="13">
                  <c:v>12.14472949509348</c:v>
                </c:pt>
                <c:pt idx="14">
                  <c:v>12.14472949509348</c:v>
                </c:pt>
                <c:pt idx="15">
                  <c:v>12.14472949509348</c:v>
                </c:pt>
                <c:pt idx="16">
                  <c:v>12.14472949509348</c:v>
                </c:pt>
                <c:pt idx="17">
                  <c:v>12.14472949509348</c:v>
                </c:pt>
                <c:pt idx="18">
                  <c:v>12.14472949509348</c:v>
                </c:pt>
                <c:pt idx="19">
                  <c:v>12.14472949509348</c:v>
                </c:pt>
                <c:pt idx="20">
                  <c:v>12.14472949509348</c:v>
                </c:pt>
                <c:pt idx="21">
                  <c:v>12.14472949509348</c:v>
                </c:pt>
                <c:pt idx="22">
                  <c:v>12.14472949509348</c:v>
                </c:pt>
                <c:pt idx="23">
                  <c:v>12.14472949509348</c:v>
                </c:pt>
                <c:pt idx="24">
                  <c:v>12.14472949509348</c:v>
                </c:pt>
                <c:pt idx="25">
                  <c:v>12.14472949509348</c:v>
                </c:pt>
                <c:pt idx="26">
                  <c:v>12.14472949509348</c:v>
                </c:pt>
                <c:pt idx="27">
                  <c:v>12.14472949509348</c:v>
                </c:pt>
                <c:pt idx="28">
                  <c:v>12.14472949509348</c:v>
                </c:pt>
                <c:pt idx="29">
                  <c:v>12.14472949509348</c:v>
                </c:pt>
                <c:pt idx="30">
                  <c:v>12.14472949509348</c:v>
                </c:pt>
                <c:pt idx="31">
                  <c:v>12.14472949509348</c:v>
                </c:pt>
                <c:pt idx="32">
                  <c:v>12.14472949509348</c:v>
                </c:pt>
                <c:pt idx="33">
                  <c:v>12.14472949509348</c:v>
                </c:pt>
                <c:pt idx="34">
                  <c:v>12.14472949509348</c:v>
                </c:pt>
                <c:pt idx="35">
                  <c:v>12.14472949509348</c:v>
                </c:pt>
                <c:pt idx="36">
                  <c:v>12.14472949509348</c:v>
                </c:pt>
                <c:pt idx="37">
                  <c:v>12.14472949509348</c:v>
                </c:pt>
                <c:pt idx="38">
                  <c:v>12.14472949509348</c:v>
                </c:pt>
                <c:pt idx="39">
                  <c:v>12.14472949509348</c:v>
                </c:pt>
                <c:pt idx="40">
                  <c:v>12.14472949509348</c:v>
                </c:pt>
                <c:pt idx="41">
                  <c:v>12.14472949509348</c:v>
                </c:pt>
                <c:pt idx="42">
                  <c:v>12.14472949509348</c:v>
                </c:pt>
                <c:pt idx="43">
                  <c:v>12.14472949509348</c:v>
                </c:pt>
                <c:pt idx="44">
                  <c:v>12.14472949509348</c:v>
                </c:pt>
                <c:pt idx="45">
                  <c:v>12.14472949509348</c:v>
                </c:pt>
                <c:pt idx="46">
                  <c:v>12.14472949509348</c:v>
                </c:pt>
                <c:pt idx="47">
                  <c:v>12.14472949509348</c:v>
                </c:pt>
                <c:pt idx="48">
                  <c:v>12.14472949509348</c:v>
                </c:pt>
                <c:pt idx="49">
                  <c:v>12.14472949509348</c:v>
                </c:pt>
                <c:pt idx="50">
                  <c:v>12.14472949509348</c:v>
                </c:pt>
                <c:pt idx="51">
                  <c:v>12.14472949509348</c:v>
                </c:pt>
                <c:pt idx="52">
                  <c:v>12.14472949509348</c:v>
                </c:pt>
                <c:pt idx="53">
                  <c:v>12.14472949509348</c:v>
                </c:pt>
                <c:pt idx="54">
                  <c:v>12.14472949509348</c:v>
                </c:pt>
                <c:pt idx="55">
                  <c:v>12.14472949509348</c:v>
                </c:pt>
                <c:pt idx="56">
                  <c:v>12.14472949509348</c:v>
                </c:pt>
                <c:pt idx="57">
                  <c:v>12.14472949509348</c:v>
                </c:pt>
                <c:pt idx="58">
                  <c:v>12.14472949509348</c:v>
                </c:pt>
                <c:pt idx="59">
                  <c:v>12.14472949509348</c:v>
                </c:pt>
                <c:pt idx="60">
                  <c:v>12.14472949509348</c:v>
                </c:pt>
                <c:pt idx="61">
                  <c:v>12.14472949509348</c:v>
                </c:pt>
                <c:pt idx="62">
                  <c:v>12.14472949509348</c:v>
                </c:pt>
                <c:pt idx="63">
                  <c:v>12.14472949509348</c:v>
                </c:pt>
                <c:pt idx="64">
                  <c:v>12.14472949509348</c:v>
                </c:pt>
                <c:pt idx="65">
                  <c:v>12.14472949509348</c:v>
                </c:pt>
                <c:pt idx="66">
                  <c:v>12.14472949509348</c:v>
                </c:pt>
                <c:pt idx="67">
                  <c:v>12.14472949509348</c:v>
                </c:pt>
                <c:pt idx="68">
                  <c:v>12.14472949509348</c:v>
                </c:pt>
                <c:pt idx="69">
                  <c:v>12.14472949509348</c:v>
                </c:pt>
                <c:pt idx="70">
                  <c:v>12.14472949509348</c:v>
                </c:pt>
                <c:pt idx="71">
                  <c:v>12.14472949509348</c:v>
                </c:pt>
                <c:pt idx="72">
                  <c:v>12.14472949509348</c:v>
                </c:pt>
                <c:pt idx="73">
                  <c:v>12.14472949509348</c:v>
                </c:pt>
                <c:pt idx="74">
                  <c:v>12.14472949509348</c:v>
                </c:pt>
                <c:pt idx="75">
                  <c:v>12.14472949509348</c:v>
                </c:pt>
                <c:pt idx="76">
                  <c:v>12.14472949509348</c:v>
                </c:pt>
                <c:pt idx="77">
                  <c:v>12.14472949509348</c:v>
                </c:pt>
                <c:pt idx="78">
                  <c:v>12.14472949509348</c:v>
                </c:pt>
                <c:pt idx="79">
                  <c:v>12.14472949509348</c:v>
                </c:pt>
                <c:pt idx="80">
                  <c:v>12.14472949509348</c:v>
                </c:pt>
                <c:pt idx="81">
                  <c:v>12.14472949509348</c:v>
                </c:pt>
                <c:pt idx="82">
                  <c:v>12.14472949509348</c:v>
                </c:pt>
                <c:pt idx="83">
                  <c:v>12.14472949509348</c:v>
                </c:pt>
                <c:pt idx="84">
                  <c:v>12.14472949509348</c:v>
                </c:pt>
                <c:pt idx="85">
                  <c:v>12.14472949509348</c:v>
                </c:pt>
                <c:pt idx="86">
                  <c:v>12.14472949509348</c:v>
                </c:pt>
                <c:pt idx="87">
                  <c:v>12.14472949509348</c:v>
                </c:pt>
                <c:pt idx="88">
                  <c:v>12.14472949509348</c:v>
                </c:pt>
                <c:pt idx="89">
                  <c:v>12.14472949509348</c:v>
                </c:pt>
                <c:pt idx="90">
                  <c:v>12.14472949509348</c:v>
                </c:pt>
                <c:pt idx="91">
                  <c:v>12.14472949509348</c:v>
                </c:pt>
                <c:pt idx="92">
                  <c:v>12.14472949509348</c:v>
                </c:pt>
                <c:pt idx="93">
                  <c:v>12.14472949509348</c:v>
                </c:pt>
                <c:pt idx="94">
                  <c:v>12.14472949509348</c:v>
                </c:pt>
                <c:pt idx="95">
                  <c:v>12.14472949509348</c:v>
                </c:pt>
                <c:pt idx="96">
                  <c:v>12.14472949509348</c:v>
                </c:pt>
                <c:pt idx="97">
                  <c:v>12.14472949509348</c:v>
                </c:pt>
                <c:pt idx="98">
                  <c:v>12.14472949509348</c:v>
                </c:pt>
                <c:pt idx="99">
                  <c:v>12.14472949509348</c:v>
                </c:pt>
                <c:pt idx="100">
                  <c:v>12.14472949509348</c:v>
                </c:pt>
                <c:pt idx="101">
                  <c:v>12.14472949509348</c:v>
                </c:pt>
                <c:pt idx="102">
                  <c:v>12.14472949509348</c:v>
                </c:pt>
                <c:pt idx="103">
                  <c:v>12.14472949509348</c:v>
                </c:pt>
                <c:pt idx="104">
                  <c:v>12.14472949509348</c:v>
                </c:pt>
                <c:pt idx="105">
                  <c:v>12.14472949509348</c:v>
                </c:pt>
                <c:pt idx="106">
                  <c:v>12.14472949509348</c:v>
                </c:pt>
                <c:pt idx="107">
                  <c:v>12.14472949509348</c:v>
                </c:pt>
                <c:pt idx="108">
                  <c:v>12.14472949509348</c:v>
                </c:pt>
                <c:pt idx="109">
                  <c:v>12.14472949509348</c:v>
                </c:pt>
                <c:pt idx="110">
                  <c:v>12.14472949509348</c:v>
                </c:pt>
                <c:pt idx="111">
                  <c:v>12.14472949509348</c:v>
                </c:pt>
                <c:pt idx="112">
                  <c:v>12.14472949509348</c:v>
                </c:pt>
                <c:pt idx="113">
                  <c:v>12.14472949509348</c:v>
                </c:pt>
                <c:pt idx="114">
                  <c:v>12.14472949509348</c:v>
                </c:pt>
                <c:pt idx="115">
                  <c:v>12.14472949509348</c:v>
                </c:pt>
                <c:pt idx="116">
                  <c:v>12.14472949509348</c:v>
                </c:pt>
                <c:pt idx="117">
                  <c:v>12.14472949509348</c:v>
                </c:pt>
                <c:pt idx="118">
                  <c:v>12.14472949509348</c:v>
                </c:pt>
                <c:pt idx="119">
                  <c:v>12.14472949509348</c:v>
                </c:pt>
                <c:pt idx="120">
                  <c:v>12.14472949509348</c:v>
                </c:pt>
                <c:pt idx="121">
                  <c:v>12.14472949509348</c:v>
                </c:pt>
                <c:pt idx="122">
                  <c:v>12.14472949509348</c:v>
                </c:pt>
                <c:pt idx="123">
                  <c:v>12.14472949509348</c:v>
                </c:pt>
                <c:pt idx="124">
                  <c:v>12.14472949509348</c:v>
                </c:pt>
                <c:pt idx="125">
                  <c:v>12.14472949509348</c:v>
                </c:pt>
                <c:pt idx="126">
                  <c:v>12.14472949509348</c:v>
                </c:pt>
                <c:pt idx="127">
                  <c:v>12.14472949509348</c:v>
                </c:pt>
                <c:pt idx="128">
                  <c:v>12.14472949509348</c:v>
                </c:pt>
                <c:pt idx="129">
                  <c:v>12.14472949509348</c:v>
                </c:pt>
                <c:pt idx="130">
                  <c:v>12.14472949509348</c:v>
                </c:pt>
                <c:pt idx="131">
                  <c:v>12.14472949509348</c:v>
                </c:pt>
                <c:pt idx="132">
                  <c:v>12.14472949509348</c:v>
                </c:pt>
                <c:pt idx="133">
                  <c:v>12.14472949509348</c:v>
                </c:pt>
                <c:pt idx="134">
                  <c:v>12.14472949509348</c:v>
                </c:pt>
                <c:pt idx="135">
                  <c:v>12.14472949509348</c:v>
                </c:pt>
                <c:pt idx="136">
                  <c:v>12.14472949509348</c:v>
                </c:pt>
                <c:pt idx="137">
                  <c:v>12.14472949509348</c:v>
                </c:pt>
                <c:pt idx="138">
                  <c:v>12.14472949509348</c:v>
                </c:pt>
                <c:pt idx="139">
                  <c:v>12.14472949509348</c:v>
                </c:pt>
                <c:pt idx="140">
                  <c:v>12.14472949509348</c:v>
                </c:pt>
                <c:pt idx="141">
                  <c:v>12.14472949509348</c:v>
                </c:pt>
                <c:pt idx="142">
                  <c:v>12.14472949509348</c:v>
                </c:pt>
                <c:pt idx="143">
                  <c:v>12.14472949509348</c:v>
                </c:pt>
                <c:pt idx="144">
                  <c:v>12.14472949509348</c:v>
                </c:pt>
                <c:pt idx="145">
                  <c:v>12.14472949509348</c:v>
                </c:pt>
                <c:pt idx="146">
                  <c:v>12.14472949509348</c:v>
                </c:pt>
                <c:pt idx="147">
                  <c:v>12.14472949509348</c:v>
                </c:pt>
                <c:pt idx="148">
                  <c:v>12.14472949509348</c:v>
                </c:pt>
                <c:pt idx="149">
                  <c:v>12.14472949509348</c:v>
                </c:pt>
                <c:pt idx="150">
                  <c:v>12.14472949509348</c:v>
                </c:pt>
                <c:pt idx="151">
                  <c:v>12.14472949509348</c:v>
                </c:pt>
                <c:pt idx="152">
                  <c:v>12.14472949509348</c:v>
                </c:pt>
                <c:pt idx="153">
                  <c:v>12.14472949509348</c:v>
                </c:pt>
                <c:pt idx="154">
                  <c:v>12.14472949509348</c:v>
                </c:pt>
                <c:pt idx="155">
                  <c:v>12.14472949509348</c:v>
                </c:pt>
                <c:pt idx="156">
                  <c:v>12.14472949509348</c:v>
                </c:pt>
                <c:pt idx="157">
                  <c:v>12.14472949509348</c:v>
                </c:pt>
                <c:pt idx="158">
                  <c:v>12.14472949509348</c:v>
                </c:pt>
                <c:pt idx="159">
                  <c:v>12.14472949509348</c:v>
                </c:pt>
                <c:pt idx="160">
                  <c:v>12.14472949509348</c:v>
                </c:pt>
                <c:pt idx="161">
                  <c:v>12.14472949509348</c:v>
                </c:pt>
                <c:pt idx="162">
                  <c:v>12.14472949509348</c:v>
                </c:pt>
                <c:pt idx="163">
                  <c:v>12.14472949509348</c:v>
                </c:pt>
                <c:pt idx="164">
                  <c:v>12.14472949509348</c:v>
                </c:pt>
                <c:pt idx="165">
                  <c:v>12.14472949509348</c:v>
                </c:pt>
                <c:pt idx="166">
                  <c:v>12.14472949509348</c:v>
                </c:pt>
                <c:pt idx="167">
                  <c:v>12.14472949509348</c:v>
                </c:pt>
                <c:pt idx="168">
                  <c:v>12.14472949509348</c:v>
                </c:pt>
                <c:pt idx="169">
                  <c:v>12.14472949509348</c:v>
                </c:pt>
                <c:pt idx="170">
                  <c:v>12.14472949509348</c:v>
                </c:pt>
                <c:pt idx="171">
                  <c:v>12.14472949509348</c:v>
                </c:pt>
                <c:pt idx="172">
                  <c:v>12.14472949509348</c:v>
                </c:pt>
                <c:pt idx="173">
                  <c:v>12.14472949509348</c:v>
                </c:pt>
                <c:pt idx="174">
                  <c:v>12.14472949509348</c:v>
                </c:pt>
                <c:pt idx="175">
                  <c:v>12.14472949509348</c:v>
                </c:pt>
                <c:pt idx="176">
                  <c:v>12.14472949509348</c:v>
                </c:pt>
                <c:pt idx="177">
                  <c:v>12.14472949509348</c:v>
                </c:pt>
                <c:pt idx="178">
                  <c:v>12.14472949509348</c:v>
                </c:pt>
                <c:pt idx="179">
                  <c:v>12.14472949509348</c:v>
                </c:pt>
                <c:pt idx="180">
                  <c:v>12.14472949509348</c:v>
                </c:pt>
                <c:pt idx="181">
                  <c:v>12.14472949509348</c:v>
                </c:pt>
                <c:pt idx="182">
                  <c:v>12.14472949509348</c:v>
                </c:pt>
                <c:pt idx="183">
                  <c:v>12.14472949509348</c:v>
                </c:pt>
                <c:pt idx="184">
                  <c:v>12.14472949509348</c:v>
                </c:pt>
                <c:pt idx="185">
                  <c:v>12.14472949509348</c:v>
                </c:pt>
                <c:pt idx="186">
                  <c:v>12.14472949509348</c:v>
                </c:pt>
                <c:pt idx="187">
                  <c:v>12.14472949509348</c:v>
                </c:pt>
                <c:pt idx="188">
                  <c:v>12.14472949509348</c:v>
                </c:pt>
                <c:pt idx="189">
                  <c:v>12.14472949509348</c:v>
                </c:pt>
                <c:pt idx="190">
                  <c:v>12.14472949509348</c:v>
                </c:pt>
                <c:pt idx="191">
                  <c:v>12.14472949509348</c:v>
                </c:pt>
                <c:pt idx="192">
                  <c:v>12.14472949509348</c:v>
                </c:pt>
                <c:pt idx="193">
                  <c:v>12.14472949509348</c:v>
                </c:pt>
                <c:pt idx="194">
                  <c:v>12.14472949509348</c:v>
                </c:pt>
                <c:pt idx="195">
                  <c:v>12.14472949509348</c:v>
                </c:pt>
                <c:pt idx="196">
                  <c:v>12.14472949509348</c:v>
                </c:pt>
                <c:pt idx="197">
                  <c:v>12.14472949509348</c:v>
                </c:pt>
                <c:pt idx="198">
                  <c:v>12.14472949509348</c:v>
                </c:pt>
                <c:pt idx="199">
                  <c:v>12.14472949509348</c:v>
                </c:pt>
                <c:pt idx="200">
                  <c:v>12.14472949509348</c:v>
                </c:pt>
                <c:pt idx="201">
                  <c:v>12.14472949509348</c:v>
                </c:pt>
                <c:pt idx="202">
                  <c:v>12.14472949509348</c:v>
                </c:pt>
                <c:pt idx="203">
                  <c:v>12.14472949509348</c:v>
                </c:pt>
                <c:pt idx="204">
                  <c:v>12.14472949509348</c:v>
                </c:pt>
                <c:pt idx="205">
                  <c:v>12.14472949509348</c:v>
                </c:pt>
                <c:pt idx="206">
                  <c:v>12.14472949509348</c:v>
                </c:pt>
                <c:pt idx="207">
                  <c:v>12.14472949509348</c:v>
                </c:pt>
                <c:pt idx="208">
                  <c:v>12.14472949509348</c:v>
                </c:pt>
                <c:pt idx="209">
                  <c:v>12.14472949509348</c:v>
                </c:pt>
                <c:pt idx="210">
                  <c:v>12.14472949509348</c:v>
                </c:pt>
                <c:pt idx="211">
                  <c:v>12.14472949509348</c:v>
                </c:pt>
                <c:pt idx="212">
                  <c:v>12.14472949509348</c:v>
                </c:pt>
                <c:pt idx="213">
                  <c:v>12.14472949509348</c:v>
                </c:pt>
                <c:pt idx="214">
                  <c:v>12.14472949509348</c:v>
                </c:pt>
                <c:pt idx="215">
                  <c:v>12.14472949509348</c:v>
                </c:pt>
                <c:pt idx="216">
                  <c:v>12.14472949509348</c:v>
                </c:pt>
                <c:pt idx="217">
                  <c:v>12.14472949509348</c:v>
                </c:pt>
                <c:pt idx="218">
                  <c:v>12.14472949509348</c:v>
                </c:pt>
                <c:pt idx="219">
                  <c:v>12.14472949509348</c:v>
                </c:pt>
                <c:pt idx="220">
                  <c:v>12.14472949509348</c:v>
                </c:pt>
                <c:pt idx="221">
                  <c:v>12.14472949509348</c:v>
                </c:pt>
                <c:pt idx="222">
                  <c:v>12.14472949509348</c:v>
                </c:pt>
                <c:pt idx="223">
                  <c:v>12.14472949509348</c:v>
                </c:pt>
                <c:pt idx="224">
                  <c:v>12.14472949509348</c:v>
                </c:pt>
                <c:pt idx="225">
                  <c:v>12.14472949509348</c:v>
                </c:pt>
                <c:pt idx="226">
                  <c:v>12.14472949509348</c:v>
                </c:pt>
                <c:pt idx="227">
                  <c:v>12.14472949509348</c:v>
                </c:pt>
                <c:pt idx="228">
                  <c:v>12.14472949509348</c:v>
                </c:pt>
                <c:pt idx="229">
                  <c:v>12.14472949509348</c:v>
                </c:pt>
                <c:pt idx="230">
                  <c:v>12.14472949509348</c:v>
                </c:pt>
                <c:pt idx="231">
                  <c:v>12.14472949509348</c:v>
                </c:pt>
                <c:pt idx="232">
                  <c:v>12.14472949509348</c:v>
                </c:pt>
                <c:pt idx="233">
                  <c:v>12.14472949509348</c:v>
                </c:pt>
                <c:pt idx="234">
                  <c:v>12.14472949509348</c:v>
                </c:pt>
                <c:pt idx="235">
                  <c:v>12.14472949509348</c:v>
                </c:pt>
                <c:pt idx="236">
                  <c:v>12.14472949509348</c:v>
                </c:pt>
                <c:pt idx="237">
                  <c:v>12.14472949509348</c:v>
                </c:pt>
                <c:pt idx="238">
                  <c:v>12.14472949509348</c:v>
                </c:pt>
                <c:pt idx="239">
                  <c:v>12.14472949509348</c:v>
                </c:pt>
                <c:pt idx="240">
                  <c:v>12.14472949509348</c:v>
                </c:pt>
                <c:pt idx="241">
                  <c:v>12.14472949509348</c:v>
                </c:pt>
                <c:pt idx="242">
                  <c:v>12.14472949509348</c:v>
                </c:pt>
                <c:pt idx="243">
                  <c:v>12.14472949509348</c:v>
                </c:pt>
                <c:pt idx="244">
                  <c:v>12.14472949509348</c:v>
                </c:pt>
                <c:pt idx="245">
                  <c:v>12.14472949509348</c:v>
                </c:pt>
                <c:pt idx="246">
                  <c:v>12.14472949509348</c:v>
                </c:pt>
                <c:pt idx="247">
                  <c:v>12.14472949509348</c:v>
                </c:pt>
                <c:pt idx="248">
                  <c:v>12.14472949509348</c:v>
                </c:pt>
                <c:pt idx="249">
                  <c:v>12.14472949509348</c:v>
                </c:pt>
                <c:pt idx="250">
                  <c:v>12.14472949509348</c:v>
                </c:pt>
                <c:pt idx="251">
                  <c:v>12.14472949509348</c:v>
                </c:pt>
                <c:pt idx="252">
                  <c:v>12.14472949509348</c:v>
                </c:pt>
              </c:numCache>
            </c:numRef>
          </c:val>
        </c:ser>
        <c:ser>
          <c:idx val="2"/>
          <c:order val="2"/>
          <c:tx>
            <c:v>±1 s.d.</c:v>
          </c:tx>
          <c:spPr>
            <a:ln w="19050">
              <a:solidFill>
                <a:srgbClr val="8EB3DF"/>
              </a:solidFill>
              <a:prstDash val="dash"/>
            </a:ln>
          </c:spPr>
          <c:marker>
            <c:symbol val="none"/>
          </c:marker>
          <c:cat>
            <c:numRef>
              <c:f>Sheet1!$A$2:$A$254</c:f>
              <c:numCache>
                <c:formatCode>yyyy\-mm\-dd</c:formatCode>
                <c:ptCount val="253"/>
                <c:pt idx="0">
                  <c:v>44519</c:v>
                </c:pt>
                <c:pt idx="1">
                  <c:v>44526</c:v>
                </c:pt>
                <c:pt idx="2">
                  <c:v>44533</c:v>
                </c:pt>
                <c:pt idx="3">
                  <c:v>44540</c:v>
                </c:pt>
                <c:pt idx="4">
                  <c:v>44547</c:v>
                </c:pt>
                <c:pt idx="5">
                  <c:v>44554</c:v>
                </c:pt>
                <c:pt idx="6">
                  <c:v>44561</c:v>
                </c:pt>
                <c:pt idx="7">
                  <c:v>44568</c:v>
                </c:pt>
                <c:pt idx="8">
                  <c:v>44575</c:v>
                </c:pt>
                <c:pt idx="9">
                  <c:v>44582</c:v>
                </c:pt>
                <c:pt idx="10">
                  <c:v>44589</c:v>
                </c:pt>
                <c:pt idx="11">
                  <c:v>44596</c:v>
                </c:pt>
                <c:pt idx="12">
                  <c:v>44603</c:v>
                </c:pt>
                <c:pt idx="13">
                  <c:v>44610</c:v>
                </c:pt>
                <c:pt idx="14">
                  <c:v>44617</c:v>
                </c:pt>
                <c:pt idx="15">
                  <c:v>44624</c:v>
                </c:pt>
                <c:pt idx="16">
                  <c:v>44631</c:v>
                </c:pt>
                <c:pt idx="17">
                  <c:v>44638</c:v>
                </c:pt>
                <c:pt idx="18">
                  <c:v>44645</c:v>
                </c:pt>
                <c:pt idx="19">
                  <c:v>44652</c:v>
                </c:pt>
                <c:pt idx="20">
                  <c:v>44659</c:v>
                </c:pt>
                <c:pt idx="21">
                  <c:v>44666</c:v>
                </c:pt>
                <c:pt idx="22">
                  <c:v>44673</c:v>
                </c:pt>
                <c:pt idx="23">
                  <c:v>44680</c:v>
                </c:pt>
                <c:pt idx="24">
                  <c:v>44687</c:v>
                </c:pt>
                <c:pt idx="25">
                  <c:v>44694</c:v>
                </c:pt>
                <c:pt idx="26">
                  <c:v>44701</c:v>
                </c:pt>
                <c:pt idx="27">
                  <c:v>44708</c:v>
                </c:pt>
                <c:pt idx="28">
                  <c:v>44715</c:v>
                </c:pt>
                <c:pt idx="29">
                  <c:v>44722</c:v>
                </c:pt>
                <c:pt idx="30">
                  <c:v>44729</c:v>
                </c:pt>
                <c:pt idx="31">
                  <c:v>44736</c:v>
                </c:pt>
                <c:pt idx="32">
                  <c:v>44743</c:v>
                </c:pt>
                <c:pt idx="33">
                  <c:v>44750</c:v>
                </c:pt>
                <c:pt idx="34">
                  <c:v>44757</c:v>
                </c:pt>
                <c:pt idx="35">
                  <c:v>44764</c:v>
                </c:pt>
                <c:pt idx="36">
                  <c:v>44771</c:v>
                </c:pt>
                <c:pt idx="37">
                  <c:v>44778</c:v>
                </c:pt>
                <c:pt idx="38">
                  <c:v>44785</c:v>
                </c:pt>
                <c:pt idx="39">
                  <c:v>44792</c:v>
                </c:pt>
                <c:pt idx="40">
                  <c:v>44799</c:v>
                </c:pt>
                <c:pt idx="41">
                  <c:v>44806</c:v>
                </c:pt>
                <c:pt idx="42">
                  <c:v>44813</c:v>
                </c:pt>
                <c:pt idx="43">
                  <c:v>44820</c:v>
                </c:pt>
                <c:pt idx="44">
                  <c:v>44827</c:v>
                </c:pt>
                <c:pt idx="45">
                  <c:v>44834</c:v>
                </c:pt>
                <c:pt idx="46">
                  <c:v>44841</c:v>
                </c:pt>
                <c:pt idx="47">
                  <c:v>44848</c:v>
                </c:pt>
                <c:pt idx="48">
                  <c:v>44855</c:v>
                </c:pt>
                <c:pt idx="49">
                  <c:v>44862</c:v>
                </c:pt>
                <c:pt idx="50">
                  <c:v>44869</c:v>
                </c:pt>
                <c:pt idx="51">
                  <c:v>44876</c:v>
                </c:pt>
                <c:pt idx="52">
                  <c:v>44883</c:v>
                </c:pt>
                <c:pt idx="53">
                  <c:v>44890</c:v>
                </c:pt>
                <c:pt idx="54">
                  <c:v>44897</c:v>
                </c:pt>
                <c:pt idx="55">
                  <c:v>44904</c:v>
                </c:pt>
                <c:pt idx="56">
                  <c:v>44911</c:v>
                </c:pt>
                <c:pt idx="57">
                  <c:v>44918</c:v>
                </c:pt>
                <c:pt idx="58">
                  <c:v>44925</c:v>
                </c:pt>
                <c:pt idx="59">
                  <c:v>44932</c:v>
                </c:pt>
                <c:pt idx="60">
                  <c:v>44939</c:v>
                </c:pt>
                <c:pt idx="61">
                  <c:v>44946</c:v>
                </c:pt>
                <c:pt idx="62">
                  <c:v>44953</c:v>
                </c:pt>
                <c:pt idx="63">
                  <c:v>44960</c:v>
                </c:pt>
                <c:pt idx="64">
                  <c:v>44967</c:v>
                </c:pt>
                <c:pt idx="65">
                  <c:v>44974</c:v>
                </c:pt>
                <c:pt idx="66">
                  <c:v>44981</c:v>
                </c:pt>
                <c:pt idx="67">
                  <c:v>44988</c:v>
                </c:pt>
                <c:pt idx="68">
                  <c:v>44995</c:v>
                </c:pt>
                <c:pt idx="69">
                  <c:v>45002</c:v>
                </c:pt>
                <c:pt idx="70">
                  <c:v>45009</c:v>
                </c:pt>
                <c:pt idx="71">
                  <c:v>45016</c:v>
                </c:pt>
                <c:pt idx="72">
                  <c:v>45023</c:v>
                </c:pt>
                <c:pt idx="73">
                  <c:v>45030</c:v>
                </c:pt>
                <c:pt idx="74">
                  <c:v>45037</c:v>
                </c:pt>
                <c:pt idx="75">
                  <c:v>45044</c:v>
                </c:pt>
                <c:pt idx="76">
                  <c:v>45051</c:v>
                </c:pt>
                <c:pt idx="77">
                  <c:v>45058</c:v>
                </c:pt>
                <c:pt idx="78">
                  <c:v>45065</c:v>
                </c:pt>
                <c:pt idx="79">
                  <c:v>45072</c:v>
                </c:pt>
                <c:pt idx="80">
                  <c:v>45079</c:v>
                </c:pt>
                <c:pt idx="81">
                  <c:v>45086</c:v>
                </c:pt>
                <c:pt idx="82">
                  <c:v>45093</c:v>
                </c:pt>
                <c:pt idx="83">
                  <c:v>45100</c:v>
                </c:pt>
                <c:pt idx="84">
                  <c:v>45107</c:v>
                </c:pt>
                <c:pt idx="85">
                  <c:v>45114</c:v>
                </c:pt>
                <c:pt idx="86">
                  <c:v>45121</c:v>
                </c:pt>
                <c:pt idx="87">
                  <c:v>45128</c:v>
                </c:pt>
                <c:pt idx="88">
                  <c:v>45135</c:v>
                </c:pt>
                <c:pt idx="89">
                  <c:v>45142</c:v>
                </c:pt>
                <c:pt idx="90">
                  <c:v>45149</c:v>
                </c:pt>
                <c:pt idx="91">
                  <c:v>45156</c:v>
                </c:pt>
                <c:pt idx="92">
                  <c:v>45163</c:v>
                </c:pt>
                <c:pt idx="93">
                  <c:v>45170</c:v>
                </c:pt>
                <c:pt idx="94">
                  <c:v>45177</c:v>
                </c:pt>
                <c:pt idx="95">
                  <c:v>45184</c:v>
                </c:pt>
                <c:pt idx="96">
                  <c:v>45191</c:v>
                </c:pt>
                <c:pt idx="97">
                  <c:v>45198</c:v>
                </c:pt>
                <c:pt idx="98">
                  <c:v>45205</c:v>
                </c:pt>
                <c:pt idx="99">
                  <c:v>45212</c:v>
                </c:pt>
                <c:pt idx="100">
                  <c:v>45219</c:v>
                </c:pt>
                <c:pt idx="101">
                  <c:v>45226</c:v>
                </c:pt>
                <c:pt idx="102">
                  <c:v>45233</c:v>
                </c:pt>
                <c:pt idx="103">
                  <c:v>45240</c:v>
                </c:pt>
                <c:pt idx="104">
                  <c:v>45247</c:v>
                </c:pt>
                <c:pt idx="105">
                  <c:v>45254</c:v>
                </c:pt>
                <c:pt idx="106">
                  <c:v>45261</c:v>
                </c:pt>
                <c:pt idx="107">
                  <c:v>45268</c:v>
                </c:pt>
                <c:pt idx="108">
                  <c:v>45275</c:v>
                </c:pt>
                <c:pt idx="109">
                  <c:v>45282</c:v>
                </c:pt>
                <c:pt idx="110">
                  <c:v>45289</c:v>
                </c:pt>
                <c:pt idx="111">
                  <c:v>45296</c:v>
                </c:pt>
                <c:pt idx="112">
                  <c:v>45303</c:v>
                </c:pt>
                <c:pt idx="113">
                  <c:v>45310</c:v>
                </c:pt>
                <c:pt idx="114">
                  <c:v>45317</c:v>
                </c:pt>
                <c:pt idx="115">
                  <c:v>45324</c:v>
                </c:pt>
                <c:pt idx="116">
                  <c:v>45331</c:v>
                </c:pt>
                <c:pt idx="117">
                  <c:v>45338</c:v>
                </c:pt>
                <c:pt idx="118">
                  <c:v>45345</c:v>
                </c:pt>
                <c:pt idx="119">
                  <c:v>45352</c:v>
                </c:pt>
                <c:pt idx="120">
                  <c:v>45359</c:v>
                </c:pt>
                <c:pt idx="121">
                  <c:v>45366</c:v>
                </c:pt>
                <c:pt idx="122">
                  <c:v>45373</c:v>
                </c:pt>
                <c:pt idx="123">
                  <c:v>45380</c:v>
                </c:pt>
                <c:pt idx="124">
                  <c:v>45387</c:v>
                </c:pt>
                <c:pt idx="125">
                  <c:v>45394</c:v>
                </c:pt>
                <c:pt idx="126">
                  <c:v>45401</c:v>
                </c:pt>
                <c:pt idx="127">
                  <c:v>45408</c:v>
                </c:pt>
                <c:pt idx="128">
                  <c:v>45415</c:v>
                </c:pt>
                <c:pt idx="129">
                  <c:v>45422</c:v>
                </c:pt>
                <c:pt idx="130">
                  <c:v>45429</c:v>
                </c:pt>
                <c:pt idx="131">
                  <c:v>45436</c:v>
                </c:pt>
                <c:pt idx="132">
                  <c:v>45443</c:v>
                </c:pt>
                <c:pt idx="133">
                  <c:v>45450</c:v>
                </c:pt>
                <c:pt idx="134">
                  <c:v>45457</c:v>
                </c:pt>
                <c:pt idx="135">
                  <c:v>45464</c:v>
                </c:pt>
                <c:pt idx="136">
                  <c:v>45471</c:v>
                </c:pt>
                <c:pt idx="137">
                  <c:v>45478</c:v>
                </c:pt>
                <c:pt idx="138">
                  <c:v>45485</c:v>
                </c:pt>
                <c:pt idx="139">
                  <c:v>45492</c:v>
                </c:pt>
                <c:pt idx="140">
                  <c:v>45499</c:v>
                </c:pt>
                <c:pt idx="141">
                  <c:v>45506</c:v>
                </c:pt>
                <c:pt idx="142">
                  <c:v>45513</c:v>
                </c:pt>
                <c:pt idx="143">
                  <c:v>45520</c:v>
                </c:pt>
                <c:pt idx="144">
                  <c:v>45527</c:v>
                </c:pt>
                <c:pt idx="145">
                  <c:v>45534</c:v>
                </c:pt>
                <c:pt idx="146">
                  <c:v>45541</c:v>
                </c:pt>
                <c:pt idx="147">
                  <c:v>45548</c:v>
                </c:pt>
                <c:pt idx="148">
                  <c:v>45555</c:v>
                </c:pt>
                <c:pt idx="149">
                  <c:v>45562</c:v>
                </c:pt>
                <c:pt idx="150">
                  <c:v>45569</c:v>
                </c:pt>
                <c:pt idx="151">
                  <c:v>45576</c:v>
                </c:pt>
                <c:pt idx="152">
                  <c:v>45583</c:v>
                </c:pt>
                <c:pt idx="153">
                  <c:v>45590</c:v>
                </c:pt>
                <c:pt idx="154">
                  <c:v>45597</c:v>
                </c:pt>
                <c:pt idx="155">
                  <c:v>45604</c:v>
                </c:pt>
                <c:pt idx="156">
                  <c:v>45611</c:v>
                </c:pt>
                <c:pt idx="157">
                  <c:v>45618</c:v>
                </c:pt>
                <c:pt idx="158">
                  <c:v>45625</c:v>
                </c:pt>
                <c:pt idx="159">
                  <c:v>45632</c:v>
                </c:pt>
                <c:pt idx="160">
                  <c:v>45639</c:v>
                </c:pt>
                <c:pt idx="161">
                  <c:v>45646</c:v>
                </c:pt>
                <c:pt idx="162">
                  <c:v>45653</c:v>
                </c:pt>
                <c:pt idx="163">
                  <c:v>45660</c:v>
                </c:pt>
                <c:pt idx="164">
                  <c:v>45667</c:v>
                </c:pt>
                <c:pt idx="165">
                  <c:v>45674</c:v>
                </c:pt>
                <c:pt idx="166">
                  <c:v>45681</c:v>
                </c:pt>
                <c:pt idx="167">
                  <c:v>45688</c:v>
                </c:pt>
                <c:pt idx="168">
                  <c:v>45695</c:v>
                </c:pt>
                <c:pt idx="169">
                  <c:v>45702</c:v>
                </c:pt>
                <c:pt idx="170">
                  <c:v>45709</c:v>
                </c:pt>
                <c:pt idx="171">
                  <c:v>45716</c:v>
                </c:pt>
                <c:pt idx="172">
                  <c:v>45723</c:v>
                </c:pt>
                <c:pt idx="173">
                  <c:v>45730</c:v>
                </c:pt>
                <c:pt idx="174">
                  <c:v>45737</c:v>
                </c:pt>
                <c:pt idx="175">
                  <c:v>45744</c:v>
                </c:pt>
                <c:pt idx="176">
                  <c:v>45751</c:v>
                </c:pt>
                <c:pt idx="177">
                  <c:v>45758</c:v>
                </c:pt>
                <c:pt idx="178">
                  <c:v>45765</c:v>
                </c:pt>
                <c:pt idx="179">
                  <c:v>45772</c:v>
                </c:pt>
                <c:pt idx="180">
                  <c:v>45779</c:v>
                </c:pt>
                <c:pt idx="181">
                  <c:v>45786</c:v>
                </c:pt>
                <c:pt idx="182">
                  <c:v>45793</c:v>
                </c:pt>
                <c:pt idx="183">
                  <c:v>45800</c:v>
                </c:pt>
                <c:pt idx="184">
                  <c:v>45807</c:v>
                </c:pt>
                <c:pt idx="185">
                  <c:v>45814</c:v>
                </c:pt>
                <c:pt idx="186">
                  <c:v>45821</c:v>
                </c:pt>
                <c:pt idx="187">
                  <c:v>45828</c:v>
                </c:pt>
                <c:pt idx="188">
                  <c:v>45835</c:v>
                </c:pt>
                <c:pt idx="189">
                  <c:v>45842</c:v>
                </c:pt>
                <c:pt idx="190">
                  <c:v>45849</c:v>
                </c:pt>
                <c:pt idx="191">
                  <c:v>45856</c:v>
                </c:pt>
                <c:pt idx="192">
                  <c:v>45863</c:v>
                </c:pt>
                <c:pt idx="193">
                  <c:v>45870</c:v>
                </c:pt>
                <c:pt idx="194">
                  <c:v>45877</c:v>
                </c:pt>
                <c:pt idx="195">
                  <c:v>45884</c:v>
                </c:pt>
                <c:pt idx="196">
                  <c:v>45891</c:v>
                </c:pt>
                <c:pt idx="197">
                  <c:v>45898</c:v>
                </c:pt>
                <c:pt idx="198">
                  <c:v>45905</c:v>
                </c:pt>
                <c:pt idx="199">
                  <c:v>45912</c:v>
                </c:pt>
                <c:pt idx="200">
                  <c:v>45919</c:v>
                </c:pt>
                <c:pt idx="201">
                  <c:v>45926</c:v>
                </c:pt>
                <c:pt idx="202">
                  <c:v>45933</c:v>
                </c:pt>
                <c:pt idx="203">
                  <c:v>45940</c:v>
                </c:pt>
                <c:pt idx="204">
                  <c:v>45947</c:v>
                </c:pt>
                <c:pt idx="205">
                  <c:v>45954</c:v>
                </c:pt>
                <c:pt idx="206">
                  <c:v>45961</c:v>
                </c:pt>
                <c:pt idx="207">
                  <c:v>45968</c:v>
                </c:pt>
                <c:pt idx="208">
                  <c:v>45975</c:v>
                </c:pt>
                <c:pt idx="209">
                  <c:v>45982</c:v>
                </c:pt>
                <c:pt idx="210">
                  <c:v>45989</c:v>
                </c:pt>
                <c:pt idx="211">
                  <c:v>45996</c:v>
                </c:pt>
                <c:pt idx="212">
                  <c:v>46003</c:v>
                </c:pt>
                <c:pt idx="213">
                  <c:v>46010</c:v>
                </c:pt>
                <c:pt idx="214">
                  <c:v>46017</c:v>
                </c:pt>
                <c:pt idx="215">
                  <c:v>46024</c:v>
                </c:pt>
                <c:pt idx="216">
                  <c:v>46031</c:v>
                </c:pt>
                <c:pt idx="217">
                  <c:v>46038</c:v>
                </c:pt>
                <c:pt idx="218">
                  <c:v>46045</c:v>
                </c:pt>
                <c:pt idx="219">
                  <c:v>46052</c:v>
                </c:pt>
                <c:pt idx="220">
                  <c:v>46059</c:v>
                </c:pt>
                <c:pt idx="221">
                  <c:v>46066</c:v>
                </c:pt>
                <c:pt idx="222">
                  <c:v>46073</c:v>
                </c:pt>
                <c:pt idx="223">
                  <c:v>46080</c:v>
                </c:pt>
                <c:pt idx="224">
                  <c:v>46087</c:v>
                </c:pt>
                <c:pt idx="225">
                  <c:v>46094</c:v>
                </c:pt>
                <c:pt idx="226">
                  <c:v>46101</c:v>
                </c:pt>
                <c:pt idx="227">
                  <c:v>46108</c:v>
                </c:pt>
                <c:pt idx="228">
                  <c:v>46115</c:v>
                </c:pt>
                <c:pt idx="229">
                  <c:v>46122</c:v>
                </c:pt>
                <c:pt idx="230">
                  <c:v>46129</c:v>
                </c:pt>
                <c:pt idx="231">
                  <c:v>46136</c:v>
                </c:pt>
                <c:pt idx="232">
                  <c:v>46143</c:v>
                </c:pt>
                <c:pt idx="233">
                  <c:v>46150</c:v>
                </c:pt>
                <c:pt idx="234">
                  <c:v>46157</c:v>
                </c:pt>
                <c:pt idx="235">
                  <c:v>46164</c:v>
                </c:pt>
                <c:pt idx="236">
                  <c:v>46171</c:v>
                </c:pt>
                <c:pt idx="237">
                  <c:v>46178</c:v>
                </c:pt>
                <c:pt idx="238">
                  <c:v>46185</c:v>
                </c:pt>
                <c:pt idx="239">
                  <c:v>46192</c:v>
                </c:pt>
                <c:pt idx="240">
                  <c:v>46199</c:v>
                </c:pt>
                <c:pt idx="241">
                  <c:v>46206</c:v>
                </c:pt>
                <c:pt idx="242">
                  <c:v>46213</c:v>
                </c:pt>
                <c:pt idx="243">
                  <c:v>46220</c:v>
                </c:pt>
                <c:pt idx="244">
                  <c:v>46227</c:v>
                </c:pt>
                <c:pt idx="245">
                  <c:v>46234</c:v>
                </c:pt>
                <c:pt idx="246">
                  <c:v>46241</c:v>
                </c:pt>
                <c:pt idx="247">
                  <c:v>46248</c:v>
                </c:pt>
                <c:pt idx="248">
                  <c:v>46255</c:v>
                </c:pt>
                <c:pt idx="249">
                  <c:v>46262</c:v>
                </c:pt>
                <c:pt idx="250">
                  <c:v>46269</c:v>
                </c:pt>
                <c:pt idx="251">
                  <c:v>46276</c:v>
                </c:pt>
                <c:pt idx="252">
                  <c:v>46283</c:v>
                </c:pt>
              </c:numCache>
            </c:numRef>
          </c:cat>
          <c:val>
            <c:numRef>
              <c:f>Sheet1!$D$2:$D$254</c:f>
              <c:numCache>
                <c:formatCode>General</c:formatCode>
                <c:ptCount val="253"/>
                <c:pt idx="0">
                  <c:v>15.92445249907514</c:v>
                </c:pt>
                <c:pt idx="1">
                  <c:v>15.92445249907514</c:v>
                </c:pt>
                <c:pt idx="2">
                  <c:v>15.92445249907514</c:v>
                </c:pt>
                <c:pt idx="3">
                  <c:v>15.92445249907514</c:v>
                </c:pt>
                <c:pt idx="4">
                  <c:v>15.92445249907514</c:v>
                </c:pt>
                <c:pt idx="5">
                  <c:v>15.92445249907514</c:v>
                </c:pt>
                <c:pt idx="6">
                  <c:v>15.92445249907514</c:v>
                </c:pt>
                <c:pt idx="7">
                  <c:v>15.92445249907514</c:v>
                </c:pt>
                <c:pt idx="8">
                  <c:v>15.92445249907514</c:v>
                </c:pt>
                <c:pt idx="9">
                  <c:v>15.92445249907514</c:v>
                </c:pt>
                <c:pt idx="10">
                  <c:v>15.92445249907514</c:v>
                </c:pt>
                <c:pt idx="11">
                  <c:v>15.92445249907514</c:v>
                </c:pt>
                <c:pt idx="12">
                  <c:v>15.92445249907514</c:v>
                </c:pt>
                <c:pt idx="13">
                  <c:v>15.92445249907514</c:v>
                </c:pt>
                <c:pt idx="14">
                  <c:v>15.92445249907514</c:v>
                </c:pt>
                <c:pt idx="15">
                  <c:v>15.92445249907514</c:v>
                </c:pt>
                <c:pt idx="16">
                  <c:v>15.92445249907514</c:v>
                </c:pt>
                <c:pt idx="17">
                  <c:v>15.92445249907514</c:v>
                </c:pt>
                <c:pt idx="18">
                  <c:v>15.92445249907514</c:v>
                </c:pt>
                <c:pt idx="19">
                  <c:v>15.92445249907514</c:v>
                </c:pt>
                <c:pt idx="20">
                  <c:v>15.92445249907514</c:v>
                </c:pt>
                <c:pt idx="21">
                  <c:v>15.92445249907514</c:v>
                </c:pt>
                <c:pt idx="22">
                  <c:v>15.92445249907514</c:v>
                </c:pt>
                <c:pt idx="23">
                  <c:v>15.92445249907514</c:v>
                </c:pt>
                <c:pt idx="24">
                  <c:v>15.92445249907514</c:v>
                </c:pt>
                <c:pt idx="25">
                  <c:v>15.92445249907514</c:v>
                </c:pt>
                <c:pt idx="26">
                  <c:v>15.92445249907514</c:v>
                </c:pt>
                <c:pt idx="27">
                  <c:v>15.92445249907514</c:v>
                </c:pt>
                <c:pt idx="28">
                  <c:v>15.92445249907514</c:v>
                </c:pt>
                <c:pt idx="29">
                  <c:v>15.92445249907514</c:v>
                </c:pt>
                <c:pt idx="30">
                  <c:v>15.92445249907514</c:v>
                </c:pt>
                <c:pt idx="31">
                  <c:v>15.92445249907514</c:v>
                </c:pt>
                <c:pt idx="32">
                  <c:v>15.92445249907514</c:v>
                </c:pt>
                <c:pt idx="33">
                  <c:v>15.92445249907514</c:v>
                </c:pt>
                <c:pt idx="34">
                  <c:v>15.92445249907514</c:v>
                </c:pt>
                <c:pt idx="35">
                  <c:v>15.92445249907514</c:v>
                </c:pt>
                <c:pt idx="36">
                  <c:v>15.92445249907514</c:v>
                </c:pt>
                <c:pt idx="37">
                  <c:v>15.92445249907514</c:v>
                </c:pt>
                <c:pt idx="38">
                  <c:v>15.92445249907514</c:v>
                </c:pt>
                <c:pt idx="39">
                  <c:v>15.92445249907514</c:v>
                </c:pt>
                <c:pt idx="40">
                  <c:v>15.92445249907514</c:v>
                </c:pt>
                <c:pt idx="41">
                  <c:v>15.92445249907514</c:v>
                </c:pt>
                <c:pt idx="42">
                  <c:v>15.92445249907514</c:v>
                </c:pt>
                <c:pt idx="43">
                  <c:v>15.92445249907514</c:v>
                </c:pt>
                <c:pt idx="44">
                  <c:v>15.92445249907514</c:v>
                </c:pt>
                <c:pt idx="45">
                  <c:v>15.92445249907514</c:v>
                </c:pt>
                <c:pt idx="46">
                  <c:v>15.92445249907514</c:v>
                </c:pt>
                <c:pt idx="47">
                  <c:v>15.92445249907514</c:v>
                </c:pt>
                <c:pt idx="48">
                  <c:v>15.92445249907514</c:v>
                </c:pt>
                <c:pt idx="49">
                  <c:v>15.92445249907514</c:v>
                </c:pt>
                <c:pt idx="50">
                  <c:v>15.92445249907514</c:v>
                </c:pt>
                <c:pt idx="51">
                  <c:v>15.92445249907514</c:v>
                </c:pt>
                <c:pt idx="52">
                  <c:v>15.92445249907514</c:v>
                </c:pt>
                <c:pt idx="53">
                  <c:v>15.92445249907514</c:v>
                </c:pt>
                <c:pt idx="54">
                  <c:v>15.92445249907514</c:v>
                </c:pt>
                <c:pt idx="55">
                  <c:v>15.92445249907514</c:v>
                </c:pt>
                <c:pt idx="56">
                  <c:v>15.92445249907514</c:v>
                </c:pt>
                <c:pt idx="57">
                  <c:v>15.92445249907514</c:v>
                </c:pt>
                <c:pt idx="58">
                  <c:v>15.92445249907514</c:v>
                </c:pt>
                <c:pt idx="59">
                  <c:v>15.92445249907514</c:v>
                </c:pt>
                <c:pt idx="60">
                  <c:v>15.92445249907514</c:v>
                </c:pt>
                <c:pt idx="61">
                  <c:v>15.92445249907514</c:v>
                </c:pt>
                <c:pt idx="62">
                  <c:v>15.92445249907514</c:v>
                </c:pt>
                <c:pt idx="63">
                  <c:v>15.92445249907514</c:v>
                </c:pt>
                <c:pt idx="64">
                  <c:v>15.92445249907514</c:v>
                </c:pt>
                <c:pt idx="65">
                  <c:v>15.92445249907514</c:v>
                </c:pt>
                <c:pt idx="66">
                  <c:v>15.92445249907514</c:v>
                </c:pt>
                <c:pt idx="67">
                  <c:v>15.92445249907514</c:v>
                </c:pt>
                <c:pt idx="68">
                  <c:v>15.92445249907514</c:v>
                </c:pt>
                <c:pt idx="69">
                  <c:v>15.92445249907514</c:v>
                </c:pt>
                <c:pt idx="70">
                  <c:v>15.92445249907514</c:v>
                </c:pt>
                <c:pt idx="71">
                  <c:v>15.92445249907514</c:v>
                </c:pt>
                <c:pt idx="72">
                  <c:v>15.92445249907514</c:v>
                </c:pt>
                <c:pt idx="73">
                  <c:v>15.92445249907514</c:v>
                </c:pt>
                <c:pt idx="74">
                  <c:v>15.92445249907514</c:v>
                </c:pt>
                <c:pt idx="75">
                  <c:v>15.92445249907514</c:v>
                </c:pt>
                <c:pt idx="76">
                  <c:v>15.92445249907514</c:v>
                </c:pt>
                <c:pt idx="77">
                  <c:v>15.92445249907514</c:v>
                </c:pt>
                <c:pt idx="78">
                  <c:v>15.92445249907514</c:v>
                </c:pt>
                <c:pt idx="79">
                  <c:v>15.92445249907514</c:v>
                </c:pt>
                <c:pt idx="80">
                  <c:v>15.92445249907514</c:v>
                </c:pt>
                <c:pt idx="81">
                  <c:v>15.92445249907514</c:v>
                </c:pt>
                <c:pt idx="82">
                  <c:v>15.92445249907514</c:v>
                </c:pt>
                <c:pt idx="83">
                  <c:v>15.92445249907514</c:v>
                </c:pt>
                <c:pt idx="84">
                  <c:v>15.92445249907514</c:v>
                </c:pt>
                <c:pt idx="85">
                  <c:v>15.92445249907514</c:v>
                </c:pt>
                <c:pt idx="86">
                  <c:v>15.92445249907514</c:v>
                </c:pt>
                <c:pt idx="87">
                  <c:v>15.92445249907514</c:v>
                </c:pt>
                <c:pt idx="88">
                  <c:v>15.92445249907514</c:v>
                </c:pt>
                <c:pt idx="89">
                  <c:v>15.92445249907514</c:v>
                </c:pt>
                <c:pt idx="90">
                  <c:v>15.92445249907514</c:v>
                </c:pt>
                <c:pt idx="91">
                  <c:v>15.92445249907514</c:v>
                </c:pt>
                <c:pt idx="92">
                  <c:v>15.92445249907514</c:v>
                </c:pt>
                <c:pt idx="93">
                  <c:v>15.92445249907514</c:v>
                </c:pt>
                <c:pt idx="94">
                  <c:v>15.92445249907514</c:v>
                </c:pt>
                <c:pt idx="95">
                  <c:v>15.92445249907514</c:v>
                </c:pt>
                <c:pt idx="96">
                  <c:v>15.92445249907514</c:v>
                </c:pt>
                <c:pt idx="97">
                  <c:v>15.92445249907514</c:v>
                </c:pt>
                <c:pt idx="98">
                  <c:v>15.92445249907514</c:v>
                </c:pt>
                <c:pt idx="99">
                  <c:v>15.92445249907514</c:v>
                </c:pt>
                <c:pt idx="100">
                  <c:v>15.92445249907514</c:v>
                </c:pt>
                <c:pt idx="101">
                  <c:v>15.92445249907514</c:v>
                </c:pt>
                <c:pt idx="102">
                  <c:v>15.92445249907514</c:v>
                </c:pt>
                <c:pt idx="103">
                  <c:v>15.92445249907514</c:v>
                </c:pt>
                <c:pt idx="104">
                  <c:v>15.92445249907514</c:v>
                </c:pt>
                <c:pt idx="105">
                  <c:v>15.92445249907514</c:v>
                </c:pt>
                <c:pt idx="106">
                  <c:v>15.92445249907514</c:v>
                </c:pt>
                <c:pt idx="107">
                  <c:v>15.92445249907514</c:v>
                </c:pt>
                <c:pt idx="108">
                  <c:v>15.92445249907514</c:v>
                </c:pt>
                <c:pt idx="109">
                  <c:v>15.92445249907514</c:v>
                </c:pt>
                <c:pt idx="110">
                  <c:v>15.92445249907514</c:v>
                </c:pt>
                <c:pt idx="111">
                  <c:v>15.92445249907514</c:v>
                </c:pt>
                <c:pt idx="112">
                  <c:v>15.92445249907514</c:v>
                </c:pt>
                <c:pt idx="113">
                  <c:v>15.92445249907514</c:v>
                </c:pt>
                <c:pt idx="114">
                  <c:v>15.92445249907514</c:v>
                </c:pt>
                <c:pt idx="115">
                  <c:v>15.92445249907514</c:v>
                </c:pt>
                <c:pt idx="116">
                  <c:v>15.92445249907514</c:v>
                </c:pt>
                <c:pt idx="117">
                  <c:v>15.92445249907514</c:v>
                </c:pt>
                <c:pt idx="118">
                  <c:v>15.92445249907514</c:v>
                </c:pt>
                <c:pt idx="119">
                  <c:v>15.92445249907514</c:v>
                </c:pt>
                <c:pt idx="120">
                  <c:v>15.92445249907514</c:v>
                </c:pt>
                <c:pt idx="121">
                  <c:v>15.92445249907514</c:v>
                </c:pt>
                <c:pt idx="122">
                  <c:v>15.92445249907514</c:v>
                </c:pt>
                <c:pt idx="123">
                  <c:v>15.92445249907514</c:v>
                </c:pt>
                <c:pt idx="124">
                  <c:v>15.92445249907514</c:v>
                </c:pt>
                <c:pt idx="125">
                  <c:v>15.92445249907514</c:v>
                </c:pt>
                <c:pt idx="126">
                  <c:v>15.92445249907514</c:v>
                </c:pt>
                <c:pt idx="127">
                  <c:v>15.92445249907514</c:v>
                </c:pt>
                <c:pt idx="128">
                  <c:v>15.92445249907514</c:v>
                </c:pt>
                <c:pt idx="129">
                  <c:v>15.92445249907514</c:v>
                </c:pt>
                <c:pt idx="130">
                  <c:v>15.92445249907514</c:v>
                </c:pt>
                <c:pt idx="131">
                  <c:v>15.92445249907514</c:v>
                </c:pt>
                <c:pt idx="132">
                  <c:v>15.92445249907514</c:v>
                </c:pt>
                <c:pt idx="133">
                  <c:v>15.92445249907514</c:v>
                </c:pt>
                <c:pt idx="134">
                  <c:v>15.92445249907514</c:v>
                </c:pt>
                <c:pt idx="135">
                  <c:v>15.92445249907514</c:v>
                </c:pt>
                <c:pt idx="136">
                  <c:v>15.92445249907514</c:v>
                </c:pt>
                <c:pt idx="137">
                  <c:v>15.92445249907514</c:v>
                </c:pt>
                <c:pt idx="138">
                  <c:v>15.92445249907514</c:v>
                </c:pt>
                <c:pt idx="139">
                  <c:v>15.92445249907514</c:v>
                </c:pt>
                <c:pt idx="140">
                  <c:v>15.92445249907514</c:v>
                </c:pt>
                <c:pt idx="141">
                  <c:v>15.92445249907514</c:v>
                </c:pt>
                <c:pt idx="142">
                  <c:v>15.92445249907514</c:v>
                </c:pt>
                <c:pt idx="143">
                  <c:v>15.92445249907514</c:v>
                </c:pt>
                <c:pt idx="144">
                  <c:v>15.92445249907514</c:v>
                </c:pt>
                <c:pt idx="145">
                  <c:v>15.92445249907514</c:v>
                </c:pt>
                <c:pt idx="146">
                  <c:v>15.92445249907514</c:v>
                </c:pt>
                <c:pt idx="147">
                  <c:v>15.92445249907514</c:v>
                </c:pt>
                <c:pt idx="148">
                  <c:v>15.92445249907514</c:v>
                </c:pt>
                <c:pt idx="149">
                  <c:v>15.92445249907514</c:v>
                </c:pt>
                <c:pt idx="150">
                  <c:v>15.92445249907514</c:v>
                </c:pt>
                <c:pt idx="151">
                  <c:v>15.92445249907514</c:v>
                </c:pt>
                <c:pt idx="152">
                  <c:v>15.92445249907514</c:v>
                </c:pt>
                <c:pt idx="153">
                  <c:v>15.92445249907514</c:v>
                </c:pt>
                <c:pt idx="154">
                  <c:v>15.92445249907514</c:v>
                </c:pt>
                <c:pt idx="155">
                  <c:v>15.92445249907514</c:v>
                </c:pt>
                <c:pt idx="156">
                  <c:v>15.92445249907514</c:v>
                </c:pt>
                <c:pt idx="157">
                  <c:v>15.92445249907514</c:v>
                </c:pt>
                <c:pt idx="158">
                  <c:v>15.92445249907514</c:v>
                </c:pt>
                <c:pt idx="159">
                  <c:v>15.92445249907514</c:v>
                </c:pt>
                <c:pt idx="160">
                  <c:v>15.92445249907514</c:v>
                </c:pt>
                <c:pt idx="161">
                  <c:v>15.92445249907514</c:v>
                </c:pt>
                <c:pt idx="162">
                  <c:v>15.92445249907514</c:v>
                </c:pt>
                <c:pt idx="163">
                  <c:v>15.92445249907514</c:v>
                </c:pt>
                <c:pt idx="164">
                  <c:v>15.92445249907514</c:v>
                </c:pt>
                <c:pt idx="165">
                  <c:v>15.92445249907514</c:v>
                </c:pt>
                <c:pt idx="166">
                  <c:v>15.92445249907514</c:v>
                </c:pt>
                <c:pt idx="167">
                  <c:v>15.92445249907514</c:v>
                </c:pt>
                <c:pt idx="168">
                  <c:v>15.92445249907514</c:v>
                </c:pt>
                <c:pt idx="169">
                  <c:v>15.92445249907514</c:v>
                </c:pt>
                <c:pt idx="170">
                  <c:v>15.92445249907514</c:v>
                </c:pt>
                <c:pt idx="171">
                  <c:v>15.92445249907514</c:v>
                </c:pt>
                <c:pt idx="172">
                  <c:v>15.92445249907514</c:v>
                </c:pt>
                <c:pt idx="173">
                  <c:v>15.92445249907514</c:v>
                </c:pt>
                <c:pt idx="174">
                  <c:v>15.92445249907514</c:v>
                </c:pt>
                <c:pt idx="175">
                  <c:v>15.92445249907514</c:v>
                </c:pt>
                <c:pt idx="176">
                  <c:v>15.92445249907514</c:v>
                </c:pt>
                <c:pt idx="177">
                  <c:v>15.92445249907514</c:v>
                </c:pt>
                <c:pt idx="178">
                  <c:v>15.92445249907514</c:v>
                </c:pt>
                <c:pt idx="179">
                  <c:v>15.92445249907514</c:v>
                </c:pt>
                <c:pt idx="180">
                  <c:v>15.92445249907514</c:v>
                </c:pt>
                <c:pt idx="181">
                  <c:v>15.92445249907514</c:v>
                </c:pt>
                <c:pt idx="182">
                  <c:v>15.92445249907514</c:v>
                </c:pt>
                <c:pt idx="183">
                  <c:v>15.92445249907514</c:v>
                </c:pt>
                <c:pt idx="184">
                  <c:v>15.92445249907514</c:v>
                </c:pt>
                <c:pt idx="185">
                  <c:v>15.92445249907514</c:v>
                </c:pt>
                <c:pt idx="186">
                  <c:v>15.92445249907514</c:v>
                </c:pt>
                <c:pt idx="187">
                  <c:v>15.92445249907514</c:v>
                </c:pt>
                <c:pt idx="188">
                  <c:v>15.92445249907514</c:v>
                </c:pt>
                <c:pt idx="189">
                  <c:v>15.92445249907514</c:v>
                </c:pt>
                <c:pt idx="190">
                  <c:v>15.92445249907514</c:v>
                </c:pt>
                <c:pt idx="191">
                  <c:v>15.92445249907514</c:v>
                </c:pt>
                <c:pt idx="192">
                  <c:v>15.92445249907514</c:v>
                </c:pt>
                <c:pt idx="193">
                  <c:v>15.92445249907514</c:v>
                </c:pt>
                <c:pt idx="194">
                  <c:v>15.92445249907514</c:v>
                </c:pt>
                <c:pt idx="195">
                  <c:v>15.92445249907514</c:v>
                </c:pt>
                <c:pt idx="196">
                  <c:v>15.92445249907514</c:v>
                </c:pt>
                <c:pt idx="197">
                  <c:v>15.92445249907514</c:v>
                </c:pt>
                <c:pt idx="198">
                  <c:v>15.92445249907514</c:v>
                </c:pt>
                <c:pt idx="199">
                  <c:v>15.92445249907514</c:v>
                </c:pt>
                <c:pt idx="200">
                  <c:v>15.92445249907514</c:v>
                </c:pt>
                <c:pt idx="201">
                  <c:v>15.92445249907514</c:v>
                </c:pt>
                <c:pt idx="202">
                  <c:v>15.92445249907514</c:v>
                </c:pt>
                <c:pt idx="203">
                  <c:v>15.92445249907514</c:v>
                </c:pt>
                <c:pt idx="204">
                  <c:v>15.92445249907514</c:v>
                </c:pt>
                <c:pt idx="205">
                  <c:v>15.92445249907514</c:v>
                </c:pt>
                <c:pt idx="206">
                  <c:v>15.92445249907514</c:v>
                </c:pt>
                <c:pt idx="207">
                  <c:v>15.92445249907514</c:v>
                </c:pt>
                <c:pt idx="208">
                  <c:v>15.92445249907514</c:v>
                </c:pt>
                <c:pt idx="209">
                  <c:v>15.92445249907514</c:v>
                </c:pt>
                <c:pt idx="210">
                  <c:v>15.92445249907514</c:v>
                </c:pt>
                <c:pt idx="211">
                  <c:v>15.92445249907514</c:v>
                </c:pt>
                <c:pt idx="212">
                  <c:v>15.92445249907514</c:v>
                </c:pt>
                <c:pt idx="213">
                  <c:v>15.92445249907514</c:v>
                </c:pt>
                <c:pt idx="214">
                  <c:v>15.92445249907514</c:v>
                </c:pt>
                <c:pt idx="215">
                  <c:v>15.92445249907514</c:v>
                </c:pt>
                <c:pt idx="216">
                  <c:v>15.92445249907514</c:v>
                </c:pt>
                <c:pt idx="217">
                  <c:v>15.92445249907514</c:v>
                </c:pt>
                <c:pt idx="218">
                  <c:v>15.92445249907514</c:v>
                </c:pt>
                <c:pt idx="219">
                  <c:v>15.92445249907514</c:v>
                </c:pt>
                <c:pt idx="220">
                  <c:v>15.92445249907514</c:v>
                </c:pt>
                <c:pt idx="221">
                  <c:v>15.92445249907514</c:v>
                </c:pt>
                <c:pt idx="222">
                  <c:v>15.92445249907514</c:v>
                </c:pt>
                <c:pt idx="223">
                  <c:v>15.92445249907514</c:v>
                </c:pt>
                <c:pt idx="224">
                  <c:v>15.92445249907514</c:v>
                </c:pt>
                <c:pt idx="225">
                  <c:v>15.92445249907514</c:v>
                </c:pt>
                <c:pt idx="226">
                  <c:v>15.92445249907514</c:v>
                </c:pt>
                <c:pt idx="227">
                  <c:v>15.92445249907514</c:v>
                </c:pt>
                <c:pt idx="228">
                  <c:v>15.92445249907514</c:v>
                </c:pt>
                <c:pt idx="229">
                  <c:v>15.92445249907514</c:v>
                </c:pt>
                <c:pt idx="230">
                  <c:v>15.92445249907514</c:v>
                </c:pt>
                <c:pt idx="231">
                  <c:v>15.92445249907514</c:v>
                </c:pt>
                <c:pt idx="232">
                  <c:v>15.92445249907514</c:v>
                </c:pt>
                <c:pt idx="233">
                  <c:v>15.92445249907514</c:v>
                </c:pt>
                <c:pt idx="234">
                  <c:v>15.92445249907514</c:v>
                </c:pt>
                <c:pt idx="235">
                  <c:v>15.92445249907514</c:v>
                </c:pt>
                <c:pt idx="236">
                  <c:v>15.92445249907514</c:v>
                </c:pt>
                <c:pt idx="237">
                  <c:v>15.92445249907514</c:v>
                </c:pt>
                <c:pt idx="238">
                  <c:v>15.92445249907514</c:v>
                </c:pt>
                <c:pt idx="239">
                  <c:v>15.92445249907514</c:v>
                </c:pt>
                <c:pt idx="240">
                  <c:v>15.92445249907514</c:v>
                </c:pt>
                <c:pt idx="241">
                  <c:v>15.92445249907514</c:v>
                </c:pt>
                <c:pt idx="242">
                  <c:v>15.92445249907514</c:v>
                </c:pt>
                <c:pt idx="243">
                  <c:v>15.92445249907514</c:v>
                </c:pt>
                <c:pt idx="244">
                  <c:v>15.92445249907514</c:v>
                </c:pt>
                <c:pt idx="245">
                  <c:v>15.92445249907514</c:v>
                </c:pt>
                <c:pt idx="246">
                  <c:v>15.92445249907514</c:v>
                </c:pt>
                <c:pt idx="247">
                  <c:v>15.92445249907514</c:v>
                </c:pt>
                <c:pt idx="248">
                  <c:v>15.92445249907514</c:v>
                </c:pt>
                <c:pt idx="249">
                  <c:v>15.92445249907514</c:v>
                </c:pt>
                <c:pt idx="250">
                  <c:v>15.92445249907514</c:v>
                </c:pt>
                <c:pt idx="251">
                  <c:v>15.92445249907514</c:v>
                </c:pt>
                <c:pt idx="252">
                  <c:v>15.92445249907514</c:v>
                </c:pt>
              </c:numCache>
            </c:numRef>
          </c:val>
        </c:ser>
        <c:ser>
          <c:idx val="3"/>
          <c:order val="3"/>
          <c:tx>
            <c:v>-1 s.d.</c:v>
          </c:tx>
          <c:spPr>
            <a:ln w="19050">
              <a:solidFill>
                <a:srgbClr val="8EB3DF"/>
              </a:solidFill>
              <a:prstDash val="dash"/>
            </a:ln>
          </c:spPr>
          <c:marker>
            <c:symbol val="none"/>
          </c:marker>
          <c:cat>
            <c:numRef>
              <c:f>Sheet1!$A$2:$A$254</c:f>
              <c:numCache>
                <c:formatCode>yyyy\-mm\-dd</c:formatCode>
                <c:ptCount val="253"/>
                <c:pt idx="0">
                  <c:v>44519</c:v>
                </c:pt>
                <c:pt idx="1">
                  <c:v>44526</c:v>
                </c:pt>
                <c:pt idx="2">
                  <c:v>44533</c:v>
                </c:pt>
                <c:pt idx="3">
                  <c:v>44540</c:v>
                </c:pt>
                <c:pt idx="4">
                  <c:v>44547</c:v>
                </c:pt>
                <c:pt idx="5">
                  <c:v>44554</c:v>
                </c:pt>
                <c:pt idx="6">
                  <c:v>44561</c:v>
                </c:pt>
                <c:pt idx="7">
                  <c:v>44568</c:v>
                </c:pt>
                <c:pt idx="8">
                  <c:v>44575</c:v>
                </c:pt>
                <c:pt idx="9">
                  <c:v>44582</c:v>
                </c:pt>
                <c:pt idx="10">
                  <c:v>44589</c:v>
                </c:pt>
                <c:pt idx="11">
                  <c:v>44596</c:v>
                </c:pt>
                <c:pt idx="12">
                  <c:v>44603</c:v>
                </c:pt>
                <c:pt idx="13">
                  <c:v>44610</c:v>
                </c:pt>
                <c:pt idx="14">
                  <c:v>44617</c:v>
                </c:pt>
                <c:pt idx="15">
                  <c:v>44624</c:v>
                </c:pt>
                <c:pt idx="16">
                  <c:v>44631</c:v>
                </c:pt>
                <c:pt idx="17">
                  <c:v>44638</c:v>
                </c:pt>
                <c:pt idx="18">
                  <c:v>44645</c:v>
                </c:pt>
                <c:pt idx="19">
                  <c:v>44652</c:v>
                </c:pt>
                <c:pt idx="20">
                  <c:v>44659</c:v>
                </c:pt>
                <c:pt idx="21">
                  <c:v>44666</c:v>
                </c:pt>
                <c:pt idx="22">
                  <c:v>44673</c:v>
                </c:pt>
                <c:pt idx="23">
                  <c:v>44680</c:v>
                </c:pt>
                <c:pt idx="24">
                  <c:v>44687</c:v>
                </c:pt>
                <c:pt idx="25">
                  <c:v>44694</c:v>
                </c:pt>
                <c:pt idx="26">
                  <c:v>44701</c:v>
                </c:pt>
                <c:pt idx="27">
                  <c:v>44708</c:v>
                </c:pt>
                <c:pt idx="28">
                  <c:v>44715</c:v>
                </c:pt>
                <c:pt idx="29">
                  <c:v>44722</c:v>
                </c:pt>
                <c:pt idx="30">
                  <c:v>44729</c:v>
                </c:pt>
                <c:pt idx="31">
                  <c:v>44736</c:v>
                </c:pt>
                <c:pt idx="32">
                  <c:v>44743</c:v>
                </c:pt>
                <c:pt idx="33">
                  <c:v>44750</c:v>
                </c:pt>
                <c:pt idx="34">
                  <c:v>44757</c:v>
                </c:pt>
                <c:pt idx="35">
                  <c:v>44764</c:v>
                </c:pt>
                <c:pt idx="36">
                  <c:v>44771</c:v>
                </c:pt>
                <c:pt idx="37">
                  <c:v>44778</c:v>
                </c:pt>
                <c:pt idx="38">
                  <c:v>44785</c:v>
                </c:pt>
                <c:pt idx="39">
                  <c:v>44792</c:v>
                </c:pt>
                <c:pt idx="40">
                  <c:v>44799</c:v>
                </c:pt>
                <c:pt idx="41">
                  <c:v>44806</c:v>
                </c:pt>
                <c:pt idx="42">
                  <c:v>44813</c:v>
                </c:pt>
                <c:pt idx="43">
                  <c:v>44820</c:v>
                </c:pt>
                <c:pt idx="44">
                  <c:v>44827</c:v>
                </c:pt>
                <c:pt idx="45">
                  <c:v>44834</c:v>
                </c:pt>
                <c:pt idx="46">
                  <c:v>44841</c:v>
                </c:pt>
                <c:pt idx="47">
                  <c:v>44848</c:v>
                </c:pt>
                <c:pt idx="48">
                  <c:v>44855</c:v>
                </c:pt>
                <c:pt idx="49">
                  <c:v>44862</c:v>
                </c:pt>
                <c:pt idx="50">
                  <c:v>44869</c:v>
                </c:pt>
                <c:pt idx="51">
                  <c:v>44876</c:v>
                </c:pt>
                <c:pt idx="52">
                  <c:v>44883</c:v>
                </c:pt>
                <c:pt idx="53">
                  <c:v>44890</c:v>
                </c:pt>
                <c:pt idx="54">
                  <c:v>44897</c:v>
                </c:pt>
                <c:pt idx="55">
                  <c:v>44904</c:v>
                </c:pt>
                <c:pt idx="56">
                  <c:v>44911</c:v>
                </c:pt>
                <c:pt idx="57">
                  <c:v>44918</c:v>
                </c:pt>
                <c:pt idx="58">
                  <c:v>44925</c:v>
                </c:pt>
                <c:pt idx="59">
                  <c:v>44932</c:v>
                </c:pt>
                <c:pt idx="60">
                  <c:v>44939</c:v>
                </c:pt>
                <c:pt idx="61">
                  <c:v>44946</c:v>
                </c:pt>
                <c:pt idx="62">
                  <c:v>44953</c:v>
                </c:pt>
                <c:pt idx="63">
                  <c:v>44960</c:v>
                </c:pt>
                <c:pt idx="64">
                  <c:v>44967</c:v>
                </c:pt>
                <c:pt idx="65">
                  <c:v>44974</c:v>
                </c:pt>
                <c:pt idx="66">
                  <c:v>44981</c:v>
                </c:pt>
                <c:pt idx="67">
                  <c:v>44988</c:v>
                </c:pt>
                <c:pt idx="68">
                  <c:v>44995</c:v>
                </c:pt>
                <c:pt idx="69">
                  <c:v>45002</c:v>
                </c:pt>
                <c:pt idx="70">
                  <c:v>45009</c:v>
                </c:pt>
                <c:pt idx="71">
                  <c:v>45016</c:v>
                </c:pt>
                <c:pt idx="72">
                  <c:v>45023</c:v>
                </c:pt>
                <c:pt idx="73">
                  <c:v>45030</c:v>
                </c:pt>
                <c:pt idx="74">
                  <c:v>45037</c:v>
                </c:pt>
                <c:pt idx="75">
                  <c:v>45044</c:v>
                </c:pt>
                <c:pt idx="76">
                  <c:v>45051</c:v>
                </c:pt>
                <c:pt idx="77">
                  <c:v>45058</c:v>
                </c:pt>
                <c:pt idx="78">
                  <c:v>45065</c:v>
                </c:pt>
                <c:pt idx="79">
                  <c:v>45072</c:v>
                </c:pt>
                <c:pt idx="80">
                  <c:v>45079</c:v>
                </c:pt>
                <c:pt idx="81">
                  <c:v>45086</c:v>
                </c:pt>
                <c:pt idx="82">
                  <c:v>45093</c:v>
                </c:pt>
                <c:pt idx="83">
                  <c:v>45100</c:v>
                </c:pt>
                <c:pt idx="84">
                  <c:v>45107</c:v>
                </c:pt>
                <c:pt idx="85">
                  <c:v>45114</c:v>
                </c:pt>
                <c:pt idx="86">
                  <c:v>45121</c:v>
                </c:pt>
                <c:pt idx="87">
                  <c:v>45128</c:v>
                </c:pt>
                <c:pt idx="88">
                  <c:v>45135</c:v>
                </c:pt>
                <c:pt idx="89">
                  <c:v>45142</c:v>
                </c:pt>
                <c:pt idx="90">
                  <c:v>45149</c:v>
                </c:pt>
                <c:pt idx="91">
                  <c:v>45156</c:v>
                </c:pt>
                <c:pt idx="92">
                  <c:v>45163</c:v>
                </c:pt>
                <c:pt idx="93">
                  <c:v>45170</c:v>
                </c:pt>
                <c:pt idx="94">
                  <c:v>45177</c:v>
                </c:pt>
                <c:pt idx="95">
                  <c:v>45184</c:v>
                </c:pt>
                <c:pt idx="96">
                  <c:v>45191</c:v>
                </c:pt>
                <c:pt idx="97">
                  <c:v>45198</c:v>
                </c:pt>
                <c:pt idx="98">
                  <c:v>45205</c:v>
                </c:pt>
                <c:pt idx="99">
                  <c:v>45212</c:v>
                </c:pt>
                <c:pt idx="100">
                  <c:v>45219</c:v>
                </c:pt>
                <c:pt idx="101">
                  <c:v>45226</c:v>
                </c:pt>
                <c:pt idx="102">
                  <c:v>45233</c:v>
                </c:pt>
                <c:pt idx="103">
                  <c:v>45240</c:v>
                </c:pt>
                <c:pt idx="104">
                  <c:v>45247</c:v>
                </c:pt>
                <c:pt idx="105">
                  <c:v>45254</c:v>
                </c:pt>
                <c:pt idx="106">
                  <c:v>45261</c:v>
                </c:pt>
                <c:pt idx="107">
                  <c:v>45268</c:v>
                </c:pt>
                <c:pt idx="108">
                  <c:v>45275</c:v>
                </c:pt>
                <c:pt idx="109">
                  <c:v>45282</c:v>
                </c:pt>
                <c:pt idx="110">
                  <c:v>45289</c:v>
                </c:pt>
                <c:pt idx="111">
                  <c:v>45296</c:v>
                </c:pt>
                <c:pt idx="112">
                  <c:v>45303</c:v>
                </c:pt>
                <c:pt idx="113">
                  <c:v>45310</c:v>
                </c:pt>
                <c:pt idx="114">
                  <c:v>45317</c:v>
                </c:pt>
                <c:pt idx="115">
                  <c:v>45324</c:v>
                </c:pt>
                <c:pt idx="116">
                  <c:v>45331</c:v>
                </c:pt>
                <c:pt idx="117">
                  <c:v>45338</c:v>
                </c:pt>
                <c:pt idx="118">
                  <c:v>45345</c:v>
                </c:pt>
                <c:pt idx="119">
                  <c:v>45352</c:v>
                </c:pt>
                <c:pt idx="120">
                  <c:v>45359</c:v>
                </c:pt>
                <c:pt idx="121">
                  <c:v>45366</c:v>
                </c:pt>
                <c:pt idx="122">
                  <c:v>45373</c:v>
                </c:pt>
                <c:pt idx="123">
                  <c:v>45380</c:v>
                </c:pt>
                <c:pt idx="124">
                  <c:v>45387</c:v>
                </c:pt>
                <c:pt idx="125">
                  <c:v>45394</c:v>
                </c:pt>
                <c:pt idx="126">
                  <c:v>45401</c:v>
                </c:pt>
                <c:pt idx="127">
                  <c:v>45408</c:v>
                </c:pt>
                <c:pt idx="128">
                  <c:v>45415</c:v>
                </c:pt>
                <c:pt idx="129">
                  <c:v>45422</c:v>
                </c:pt>
                <c:pt idx="130">
                  <c:v>45429</c:v>
                </c:pt>
                <c:pt idx="131">
                  <c:v>45436</c:v>
                </c:pt>
                <c:pt idx="132">
                  <c:v>45443</c:v>
                </c:pt>
                <c:pt idx="133">
                  <c:v>45450</c:v>
                </c:pt>
                <c:pt idx="134">
                  <c:v>45457</c:v>
                </c:pt>
                <c:pt idx="135">
                  <c:v>45464</c:v>
                </c:pt>
                <c:pt idx="136">
                  <c:v>45471</c:v>
                </c:pt>
                <c:pt idx="137">
                  <c:v>45478</c:v>
                </c:pt>
                <c:pt idx="138">
                  <c:v>45485</c:v>
                </c:pt>
                <c:pt idx="139">
                  <c:v>45492</c:v>
                </c:pt>
                <c:pt idx="140">
                  <c:v>45499</c:v>
                </c:pt>
                <c:pt idx="141">
                  <c:v>45506</c:v>
                </c:pt>
                <c:pt idx="142">
                  <c:v>45513</c:v>
                </c:pt>
                <c:pt idx="143">
                  <c:v>45520</c:v>
                </c:pt>
                <c:pt idx="144">
                  <c:v>45527</c:v>
                </c:pt>
                <c:pt idx="145">
                  <c:v>45534</c:v>
                </c:pt>
                <c:pt idx="146">
                  <c:v>45541</c:v>
                </c:pt>
                <c:pt idx="147">
                  <c:v>45548</c:v>
                </c:pt>
                <c:pt idx="148">
                  <c:v>45555</c:v>
                </c:pt>
                <c:pt idx="149">
                  <c:v>45562</c:v>
                </c:pt>
                <c:pt idx="150">
                  <c:v>45569</c:v>
                </c:pt>
                <c:pt idx="151">
                  <c:v>45576</c:v>
                </c:pt>
                <c:pt idx="152">
                  <c:v>45583</c:v>
                </c:pt>
                <c:pt idx="153">
                  <c:v>45590</c:v>
                </c:pt>
                <c:pt idx="154">
                  <c:v>45597</c:v>
                </c:pt>
                <c:pt idx="155">
                  <c:v>45604</c:v>
                </c:pt>
                <c:pt idx="156">
                  <c:v>45611</c:v>
                </c:pt>
                <c:pt idx="157">
                  <c:v>45618</c:v>
                </c:pt>
                <c:pt idx="158">
                  <c:v>45625</c:v>
                </c:pt>
                <c:pt idx="159">
                  <c:v>45632</c:v>
                </c:pt>
                <c:pt idx="160">
                  <c:v>45639</c:v>
                </c:pt>
                <c:pt idx="161">
                  <c:v>45646</c:v>
                </c:pt>
                <c:pt idx="162">
                  <c:v>45653</c:v>
                </c:pt>
                <c:pt idx="163">
                  <c:v>45660</c:v>
                </c:pt>
                <c:pt idx="164">
                  <c:v>45667</c:v>
                </c:pt>
                <c:pt idx="165">
                  <c:v>45674</c:v>
                </c:pt>
                <c:pt idx="166">
                  <c:v>45681</c:v>
                </c:pt>
                <c:pt idx="167">
                  <c:v>45688</c:v>
                </c:pt>
                <c:pt idx="168">
                  <c:v>45695</c:v>
                </c:pt>
                <c:pt idx="169">
                  <c:v>45702</c:v>
                </c:pt>
                <c:pt idx="170">
                  <c:v>45709</c:v>
                </c:pt>
                <c:pt idx="171">
                  <c:v>45716</c:v>
                </c:pt>
                <c:pt idx="172">
                  <c:v>45723</c:v>
                </c:pt>
                <c:pt idx="173">
                  <c:v>45730</c:v>
                </c:pt>
                <c:pt idx="174">
                  <c:v>45737</c:v>
                </c:pt>
                <c:pt idx="175">
                  <c:v>45744</c:v>
                </c:pt>
                <c:pt idx="176">
                  <c:v>45751</c:v>
                </c:pt>
                <c:pt idx="177">
                  <c:v>45758</c:v>
                </c:pt>
                <c:pt idx="178">
                  <c:v>45765</c:v>
                </c:pt>
                <c:pt idx="179">
                  <c:v>45772</c:v>
                </c:pt>
                <c:pt idx="180">
                  <c:v>45779</c:v>
                </c:pt>
                <c:pt idx="181">
                  <c:v>45786</c:v>
                </c:pt>
                <c:pt idx="182">
                  <c:v>45793</c:v>
                </c:pt>
                <c:pt idx="183">
                  <c:v>45800</c:v>
                </c:pt>
                <c:pt idx="184">
                  <c:v>45807</c:v>
                </c:pt>
                <c:pt idx="185">
                  <c:v>45814</c:v>
                </c:pt>
                <c:pt idx="186">
                  <c:v>45821</c:v>
                </c:pt>
                <c:pt idx="187">
                  <c:v>45828</c:v>
                </c:pt>
                <c:pt idx="188">
                  <c:v>45835</c:v>
                </c:pt>
                <c:pt idx="189">
                  <c:v>45842</c:v>
                </c:pt>
                <c:pt idx="190">
                  <c:v>45849</c:v>
                </c:pt>
                <c:pt idx="191">
                  <c:v>45856</c:v>
                </c:pt>
                <c:pt idx="192">
                  <c:v>45863</c:v>
                </c:pt>
                <c:pt idx="193">
                  <c:v>45870</c:v>
                </c:pt>
                <c:pt idx="194">
                  <c:v>45877</c:v>
                </c:pt>
                <c:pt idx="195">
                  <c:v>45884</c:v>
                </c:pt>
                <c:pt idx="196">
                  <c:v>45891</c:v>
                </c:pt>
                <c:pt idx="197">
                  <c:v>45898</c:v>
                </c:pt>
                <c:pt idx="198">
                  <c:v>45905</c:v>
                </c:pt>
                <c:pt idx="199">
                  <c:v>45912</c:v>
                </c:pt>
                <c:pt idx="200">
                  <c:v>45919</c:v>
                </c:pt>
                <c:pt idx="201">
                  <c:v>45926</c:v>
                </c:pt>
                <c:pt idx="202">
                  <c:v>45933</c:v>
                </c:pt>
                <c:pt idx="203">
                  <c:v>45940</c:v>
                </c:pt>
                <c:pt idx="204">
                  <c:v>45947</c:v>
                </c:pt>
                <c:pt idx="205">
                  <c:v>45954</c:v>
                </c:pt>
                <c:pt idx="206">
                  <c:v>45961</c:v>
                </c:pt>
                <c:pt idx="207">
                  <c:v>45968</c:v>
                </c:pt>
                <c:pt idx="208">
                  <c:v>45975</c:v>
                </c:pt>
                <c:pt idx="209">
                  <c:v>45982</c:v>
                </c:pt>
                <c:pt idx="210">
                  <c:v>45989</c:v>
                </c:pt>
                <c:pt idx="211">
                  <c:v>45996</c:v>
                </c:pt>
                <c:pt idx="212">
                  <c:v>46003</c:v>
                </c:pt>
                <c:pt idx="213">
                  <c:v>46010</c:v>
                </c:pt>
                <c:pt idx="214">
                  <c:v>46017</c:v>
                </c:pt>
                <c:pt idx="215">
                  <c:v>46024</c:v>
                </c:pt>
                <c:pt idx="216">
                  <c:v>46031</c:v>
                </c:pt>
                <c:pt idx="217">
                  <c:v>46038</c:v>
                </c:pt>
                <c:pt idx="218">
                  <c:v>46045</c:v>
                </c:pt>
                <c:pt idx="219">
                  <c:v>46052</c:v>
                </c:pt>
                <c:pt idx="220">
                  <c:v>46059</c:v>
                </c:pt>
                <c:pt idx="221">
                  <c:v>46066</c:v>
                </c:pt>
                <c:pt idx="222">
                  <c:v>46073</c:v>
                </c:pt>
                <c:pt idx="223">
                  <c:v>46080</c:v>
                </c:pt>
                <c:pt idx="224">
                  <c:v>46087</c:v>
                </c:pt>
                <c:pt idx="225">
                  <c:v>46094</c:v>
                </c:pt>
                <c:pt idx="226">
                  <c:v>46101</c:v>
                </c:pt>
                <c:pt idx="227">
                  <c:v>46108</c:v>
                </c:pt>
                <c:pt idx="228">
                  <c:v>46115</c:v>
                </c:pt>
                <c:pt idx="229">
                  <c:v>46122</c:v>
                </c:pt>
                <c:pt idx="230">
                  <c:v>46129</c:v>
                </c:pt>
                <c:pt idx="231">
                  <c:v>46136</c:v>
                </c:pt>
                <c:pt idx="232">
                  <c:v>46143</c:v>
                </c:pt>
                <c:pt idx="233">
                  <c:v>46150</c:v>
                </c:pt>
                <c:pt idx="234">
                  <c:v>46157</c:v>
                </c:pt>
                <c:pt idx="235">
                  <c:v>46164</c:v>
                </c:pt>
                <c:pt idx="236">
                  <c:v>46171</c:v>
                </c:pt>
                <c:pt idx="237">
                  <c:v>46178</c:v>
                </c:pt>
                <c:pt idx="238">
                  <c:v>46185</c:v>
                </c:pt>
                <c:pt idx="239">
                  <c:v>46192</c:v>
                </c:pt>
                <c:pt idx="240">
                  <c:v>46199</c:v>
                </c:pt>
                <c:pt idx="241">
                  <c:v>46206</c:v>
                </c:pt>
                <c:pt idx="242">
                  <c:v>46213</c:v>
                </c:pt>
                <c:pt idx="243">
                  <c:v>46220</c:v>
                </c:pt>
                <c:pt idx="244">
                  <c:v>46227</c:v>
                </c:pt>
                <c:pt idx="245">
                  <c:v>46234</c:v>
                </c:pt>
                <c:pt idx="246">
                  <c:v>46241</c:v>
                </c:pt>
                <c:pt idx="247">
                  <c:v>46248</c:v>
                </c:pt>
                <c:pt idx="248">
                  <c:v>46255</c:v>
                </c:pt>
                <c:pt idx="249">
                  <c:v>46262</c:v>
                </c:pt>
                <c:pt idx="250">
                  <c:v>46269</c:v>
                </c:pt>
                <c:pt idx="251">
                  <c:v>46276</c:v>
                </c:pt>
                <c:pt idx="252">
                  <c:v>46283</c:v>
                </c:pt>
              </c:numCache>
            </c:numRef>
          </c:cat>
          <c:val>
            <c:numRef>
              <c:f>Sheet1!$E$2:$E$254</c:f>
              <c:numCache>
                <c:formatCode>General</c:formatCode>
                <c:ptCount val="253"/>
                <c:pt idx="0">
                  <c:v>8.365006491111817</c:v>
                </c:pt>
                <c:pt idx="1">
                  <c:v>8.365006491111817</c:v>
                </c:pt>
                <c:pt idx="2">
                  <c:v>8.365006491111817</c:v>
                </c:pt>
                <c:pt idx="3">
                  <c:v>8.365006491111817</c:v>
                </c:pt>
                <c:pt idx="4">
                  <c:v>8.365006491111817</c:v>
                </c:pt>
                <c:pt idx="5">
                  <c:v>8.365006491111817</c:v>
                </c:pt>
                <c:pt idx="6">
                  <c:v>8.365006491111817</c:v>
                </c:pt>
                <c:pt idx="7">
                  <c:v>8.365006491111817</c:v>
                </c:pt>
                <c:pt idx="8">
                  <c:v>8.365006491111817</c:v>
                </c:pt>
                <c:pt idx="9">
                  <c:v>8.365006491111817</c:v>
                </c:pt>
                <c:pt idx="10">
                  <c:v>8.365006491111817</c:v>
                </c:pt>
                <c:pt idx="11">
                  <c:v>8.365006491111817</c:v>
                </c:pt>
                <c:pt idx="12">
                  <c:v>8.365006491111817</c:v>
                </c:pt>
                <c:pt idx="13">
                  <c:v>8.365006491111817</c:v>
                </c:pt>
                <c:pt idx="14">
                  <c:v>8.365006491111817</c:v>
                </c:pt>
                <c:pt idx="15">
                  <c:v>8.365006491111817</c:v>
                </c:pt>
                <c:pt idx="16">
                  <c:v>8.365006491111817</c:v>
                </c:pt>
                <c:pt idx="17">
                  <c:v>8.365006491111817</c:v>
                </c:pt>
                <c:pt idx="18">
                  <c:v>8.365006491111817</c:v>
                </c:pt>
                <c:pt idx="19">
                  <c:v>8.365006491111817</c:v>
                </c:pt>
                <c:pt idx="20">
                  <c:v>8.365006491111817</c:v>
                </c:pt>
                <c:pt idx="21">
                  <c:v>8.365006491111817</c:v>
                </c:pt>
                <c:pt idx="22">
                  <c:v>8.365006491111817</c:v>
                </c:pt>
                <c:pt idx="23">
                  <c:v>8.365006491111817</c:v>
                </c:pt>
                <c:pt idx="24">
                  <c:v>8.365006491111817</c:v>
                </c:pt>
                <c:pt idx="25">
                  <c:v>8.365006491111817</c:v>
                </c:pt>
                <c:pt idx="26">
                  <c:v>8.365006491111817</c:v>
                </c:pt>
                <c:pt idx="27">
                  <c:v>8.365006491111817</c:v>
                </c:pt>
                <c:pt idx="28">
                  <c:v>8.365006491111817</c:v>
                </c:pt>
                <c:pt idx="29">
                  <c:v>8.365006491111817</c:v>
                </c:pt>
                <c:pt idx="30">
                  <c:v>8.365006491111817</c:v>
                </c:pt>
                <c:pt idx="31">
                  <c:v>8.365006491111817</c:v>
                </c:pt>
                <c:pt idx="32">
                  <c:v>8.365006491111817</c:v>
                </c:pt>
                <c:pt idx="33">
                  <c:v>8.365006491111817</c:v>
                </c:pt>
                <c:pt idx="34">
                  <c:v>8.365006491111817</c:v>
                </c:pt>
                <c:pt idx="35">
                  <c:v>8.365006491111817</c:v>
                </c:pt>
                <c:pt idx="36">
                  <c:v>8.365006491111817</c:v>
                </c:pt>
                <c:pt idx="37">
                  <c:v>8.365006491111817</c:v>
                </c:pt>
                <c:pt idx="38">
                  <c:v>8.365006491111817</c:v>
                </c:pt>
                <c:pt idx="39">
                  <c:v>8.365006491111817</c:v>
                </c:pt>
                <c:pt idx="40">
                  <c:v>8.365006491111817</c:v>
                </c:pt>
                <c:pt idx="41">
                  <c:v>8.365006491111817</c:v>
                </c:pt>
                <c:pt idx="42">
                  <c:v>8.365006491111817</c:v>
                </c:pt>
                <c:pt idx="43">
                  <c:v>8.365006491111817</c:v>
                </c:pt>
                <c:pt idx="44">
                  <c:v>8.365006491111817</c:v>
                </c:pt>
                <c:pt idx="45">
                  <c:v>8.365006491111817</c:v>
                </c:pt>
                <c:pt idx="46">
                  <c:v>8.365006491111817</c:v>
                </c:pt>
                <c:pt idx="47">
                  <c:v>8.365006491111817</c:v>
                </c:pt>
                <c:pt idx="48">
                  <c:v>8.365006491111817</c:v>
                </c:pt>
                <c:pt idx="49">
                  <c:v>8.365006491111817</c:v>
                </c:pt>
                <c:pt idx="50">
                  <c:v>8.365006491111817</c:v>
                </c:pt>
                <c:pt idx="51">
                  <c:v>8.365006491111817</c:v>
                </c:pt>
                <c:pt idx="52">
                  <c:v>8.365006491111817</c:v>
                </c:pt>
                <c:pt idx="53">
                  <c:v>8.365006491111817</c:v>
                </c:pt>
                <c:pt idx="54">
                  <c:v>8.365006491111817</c:v>
                </c:pt>
                <c:pt idx="55">
                  <c:v>8.365006491111817</c:v>
                </c:pt>
                <c:pt idx="56">
                  <c:v>8.365006491111817</c:v>
                </c:pt>
                <c:pt idx="57">
                  <c:v>8.365006491111817</c:v>
                </c:pt>
                <c:pt idx="58">
                  <c:v>8.365006491111817</c:v>
                </c:pt>
                <c:pt idx="59">
                  <c:v>8.365006491111817</c:v>
                </c:pt>
                <c:pt idx="60">
                  <c:v>8.365006491111817</c:v>
                </c:pt>
                <c:pt idx="61">
                  <c:v>8.365006491111817</c:v>
                </c:pt>
                <c:pt idx="62">
                  <c:v>8.365006491111817</c:v>
                </c:pt>
                <c:pt idx="63">
                  <c:v>8.365006491111817</c:v>
                </c:pt>
                <c:pt idx="64">
                  <c:v>8.365006491111817</c:v>
                </c:pt>
                <c:pt idx="65">
                  <c:v>8.365006491111817</c:v>
                </c:pt>
                <c:pt idx="66">
                  <c:v>8.365006491111817</c:v>
                </c:pt>
                <c:pt idx="67">
                  <c:v>8.365006491111817</c:v>
                </c:pt>
                <c:pt idx="68">
                  <c:v>8.365006491111817</c:v>
                </c:pt>
                <c:pt idx="69">
                  <c:v>8.365006491111817</c:v>
                </c:pt>
                <c:pt idx="70">
                  <c:v>8.365006491111817</c:v>
                </c:pt>
                <c:pt idx="71">
                  <c:v>8.365006491111817</c:v>
                </c:pt>
                <c:pt idx="72">
                  <c:v>8.365006491111817</c:v>
                </c:pt>
                <c:pt idx="73">
                  <c:v>8.365006491111817</c:v>
                </c:pt>
                <c:pt idx="74">
                  <c:v>8.365006491111817</c:v>
                </c:pt>
                <c:pt idx="75">
                  <c:v>8.365006491111817</c:v>
                </c:pt>
                <c:pt idx="76">
                  <c:v>8.365006491111817</c:v>
                </c:pt>
                <c:pt idx="77">
                  <c:v>8.365006491111817</c:v>
                </c:pt>
                <c:pt idx="78">
                  <c:v>8.365006491111817</c:v>
                </c:pt>
                <c:pt idx="79">
                  <c:v>8.365006491111817</c:v>
                </c:pt>
                <c:pt idx="80">
                  <c:v>8.365006491111817</c:v>
                </c:pt>
                <c:pt idx="81">
                  <c:v>8.365006491111817</c:v>
                </c:pt>
                <c:pt idx="82">
                  <c:v>8.365006491111817</c:v>
                </c:pt>
                <c:pt idx="83">
                  <c:v>8.365006491111817</c:v>
                </c:pt>
                <c:pt idx="84">
                  <c:v>8.365006491111817</c:v>
                </c:pt>
                <c:pt idx="85">
                  <c:v>8.365006491111817</c:v>
                </c:pt>
                <c:pt idx="86">
                  <c:v>8.365006491111817</c:v>
                </c:pt>
                <c:pt idx="87">
                  <c:v>8.365006491111817</c:v>
                </c:pt>
                <c:pt idx="88">
                  <c:v>8.365006491111817</c:v>
                </c:pt>
                <c:pt idx="89">
                  <c:v>8.365006491111817</c:v>
                </c:pt>
                <c:pt idx="90">
                  <c:v>8.365006491111817</c:v>
                </c:pt>
                <c:pt idx="91">
                  <c:v>8.365006491111817</c:v>
                </c:pt>
                <c:pt idx="92">
                  <c:v>8.365006491111817</c:v>
                </c:pt>
                <c:pt idx="93">
                  <c:v>8.365006491111817</c:v>
                </c:pt>
                <c:pt idx="94">
                  <c:v>8.365006491111817</c:v>
                </c:pt>
                <c:pt idx="95">
                  <c:v>8.365006491111817</c:v>
                </c:pt>
                <c:pt idx="96">
                  <c:v>8.365006491111817</c:v>
                </c:pt>
                <c:pt idx="97">
                  <c:v>8.365006491111817</c:v>
                </c:pt>
                <c:pt idx="98">
                  <c:v>8.365006491111817</c:v>
                </c:pt>
                <c:pt idx="99">
                  <c:v>8.365006491111817</c:v>
                </c:pt>
                <c:pt idx="100">
                  <c:v>8.365006491111817</c:v>
                </c:pt>
                <c:pt idx="101">
                  <c:v>8.365006491111817</c:v>
                </c:pt>
                <c:pt idx="102">
                  <c:v>8.365006491111817</c:v>
                </c:pt>
                <c:pt idx="103">
                  <c:v>8.365006491111817</c:v>
                </c:pt>
                <c:pt idx="104">
                  <c:v>8.365006491111817</c:v>
                </c:pt>
                <c:pt idx="105">
                  <c:v>8.365006491111817</c:v>
                </c:pt>
                <c:pt idx="106">
                  <c:v>8.365006491111817</c:v>
                </c:pt>
                <c:pt idx="107">
                  <c:v>8.365006491111817</c:v>
                </c:pt>
                <c:pt idx="108">
                  <c:v>8.365006491111817</c:v>
                </c:pt>
                <c:pt idx="109">
                  <c:v>8.365006491111817</c:v>
                </c:pt>
                <c:pt idx="110">
                  <c:v>8.365006491111817</c:v>
                </c:pt>
                <c:pt idx="111">
                  <c:v>8.365006491111817</c:v>
                </c:pt>
                <c:pt idx="112">
                  <c:v>8.365006491111817</c:v>
                </c:pt>
                <c:pt idx="113">
                  <c:v>8.365006491111817</c:v>
                </c:pt>
                <c:pt idx="114">
                  <c:v>8.365006491111817</c:v>
                </c:pt>
                <c:pt idx="115">
                  <c:v>8.365006491111817</c:v>
                </c:pt>
                <c:pt idx="116">
                  <c:v>8.365006491111817</c:v>
                </c:pt>
                <c:pt idx="117">
                  <c:v>8.365006491111817</c:v>
                </c:pt>
                <c:pt idx="118">
                  <c:v>8.365006491111817</c:v>
                </c:pt>
                <c:pt idx="119">
                  <c:v>8.365006491111817</c:v>
                </c:pt>
                <c:pt idx="120">
                  <c:v>8.365006491111817</c:v>
                </c:pt>
                <c:pt idx="121">
                  <c:v>8.365006491111817</c:v>
                </c:pt>
                <c:pt idx="122">
                  <c:v>8.365006491111817</c:v>
                </c:pt>
                <c:pt idx="123">
                  <c:v>8.365006491111817</c:v>
                </c:pt>
                <c:pt idx="124">
                  <c:v>8.365006491111817</c:v>
                </c:pt>
                <c:pt idx="125">
                  <c:v>8.365006491111817</c:v>
                </c:pt>
                <c:pt idx="126">
                  <c:v>8.365006491111817</c:v>
                </c:pt>
                <c:pt idx="127">
                  <c:v>8.365006491111817</c:v>
                </c:pt>
                <c:pt idx="128">
                  <c:v>8.365006491111817</c:v>
                </c:pt>
                <c:pt idx="129">
                  <c:v>8.365006491111817</c:v>
                </c:pt>
                <c:pt idx="130">
                  <c:v>8.365006491111817</c:v>
                </c:pt>
                <c:pt idx="131">
                  <c:v>8.365006491111817</c:v>
                </c:pt>
                <c:pt idx="132">
                  <c:v>8.365006491111817</c:v>
                </c:pt>
                <c:pt idx="133">
                  <c:v>8.365006491111817</c:v>
                </c:pt>
                <c:pt idx="134">
                  <c:v>8.365006491111817</c:v>
                </c:pt>
                <c:pt idx="135">
                  <c:v>8.365006491111817</c:v>
                </c:pt>
                <c:pt idx="136">
                  <c:v>8.365006491111817</c:v>
                </c:pt>
                <c:pt idx="137">
                  <c:v>8.365006491111817</c:v>
                </c:pt>
                <c:pt idx="138">
                  <c:v>8.365006491111817</c:v>
                </c:pt>
                <c:pt idx="139">
                  <c:v>8.365006491111817</c:v>
                </c:pt>
                <c:pt idx="140">
                  <c:v>8.365006491111817</c:v>
                </c:pt>
                <c:pt idx="141">
                  <c:v>8.365006491111817</c:v>
                </c:pt>
                <c:pt idx="142">
                  <c:v>8.365006491111817</c:v>
                </c:pt>
                <c:pt idx="143">
                  <c:v>8.365006491111817</c:v>
                </c:pt>
                <c:pt idx="144">
                  <c:v>8.365006491111817</c:v>
                </c:pt>
                <c:pt idx="145">
                  <c:v>8.365006491111817</c:v>
                </c:pt>
                <c:pt idx="146">
                  <c:v>8.365006491111817</c:v>
                </c:pt>
                <c:pt idx="147">
                  <c:v>8.365006491111817</c:v>
                </c:pt>
                <c:pt idx="148">
                  <c:v>8.365006491111817</c:v>
                </c:pt>
                <c:pt idx="149">
                  <c:v>8.365006491111817</c:v>
                </c:pt>
                <c:pt idx="150">
                  <c:v>8.365006491111817</c:v>
                </c:pt>
                <c:pt idx="151">
                  <c:v>8.365006491111817</c:v>
                </c:pt>
                <c:pt idx="152">
                  <c:v>8.365006491111817</c:v>
                </c:pt>
                <c:pt idx="153">
                  <c:v>8.365006491111817</c:v>
                </c:pt>
                <c:pt idx="154">
                  <c:v>8.365006491111817</c:v>
                </c:pt>
                <c:pt idx="155">
                  <c:v>8.365006491111817</c:v>
                </c:pt>
                <c:pt idx="156">
                  <c:v>8.365006491111817</c:v>
                </c:pt>
                <c:pt idx="157">
                  <c:v>8.365006491111817</c:v>
                </c:pt>
                <c:pt idx="158">
                  <c:v>8.365006491111817</c:v>
                </c:pt>
                <c:pt idx="159">
                  <c:v>8.365006491111817</c:v>
                </c:pt>
                <c:pt idx="160">
                  <c:v>8.365006491111817</c:v>
                </c:pt>
                <c:pt idx="161">
                  <c:v>8.365006491111817</c:v>
                </c:pt>
                <c:pt idx="162">
                  <c:v>8.365006491111817</c:v>
                </c:pt>
                <c:pt idx="163">
                  <c:v>8.365006491111817</c:v>
                </c:pt>
                <c:pt idx="164">
                  <c:v>8.365006491111817</c:v>
                </c:pt>
                <c:pt idx="165">
                  <c:v>8.365006491111817</c:v>
                </c:pt>
                <c:pt idx="166">
                  <c:v>8.365006491111817</c:v>
                </c:pt>
                <c:pt idx="167">
                  <c:v>8.365006491111817</c:v>
                </c:pt>
                <c:pt idx="168">
                  <c:v>8.365006491111817</c:v>
                </c:pt>
                <c:pt idx="169">
                  <c:v>8.365006491111817</c:v>
                </c:pt>
                <c:pt idx="170">
                  <c:v>8.365006491111817</c:v>
                </c:pt>
                <c:pt idx="171">
                  <c:v>8.365006491111817</c:v>
                </c:pt>
                <c:pt idx="172">
                  <c:v>8.365006491111817</c:v>
                </c:pt>
                <c:pt idx="173">
                  <c:v>8.365006491111817</c:v>
                </c:pt>
                <c:pt idx="174">
                  <c:v>8.365006491111817</c:v>
                </c:pt>
                <c:pt idx="175">
                  <c:v>8.365006491111817</c:v>
                </c:pt>
                <c:pt idx="176">
                  <c:v>8.365006491111817</c:v>
                </c:pt>
                <c:pt idx="177">
                  <c:v>8.365006491111817</c:v>
                </c:pt>
                <c:pt idx="178">
                  <c:v>8.365006491111817</c:v>
                </c:pt>
                <c:pt idx="179">
                  <c:v>8.365006491111817</c:v>
                </c:pt>
                <c:pt idx="180">
                  <c:v>8.365006491111817</c:v>
                </c:pt>
                <c:pt idx="181">
                  <c:v>8.365006491111817</c:v>
                </c:pt>
                <c:pt idx="182">
                  <c:v>8.365006491111817</c:v>
                </c:pt>
                <c:pt idx="183">
                  <c:v>8.365006491111817</c:v>
                </c:pt>
                <c:pt idx="184">
                  <c:v>8.365006491111817</c:v>
                </c:pt>
                <c:pt idx="185">
                  <c:v>8.365006491111817</c:v>
                </c:pt>
                <c:pt idx="186">
                  <c:v>8.365006491111817</c:v>
                </c:pt>
                <c:pt idx="187">
                  <c:v>8.365006491111817</c:v>
                </c:pt>
                <c:pt idx="188">
                  <c:v>8.365006491111817</c:v>
                </c:pt>
                <c:pt idx="189">
                  <c:v>8.365006491111817</c:v>
                </c:pt>
                <c:pt idx="190">
                  <c:v>8.365006491111817</c:v>
                </c:pt>
                <c:pt idx="191">
                  <c:v>8.365006491111817</c:v>
                </c:pt>
                <c:pt idx="192">
                  <c:v>8.365006491111817</c:v>
                </c:pt>
                <c:pt idx="193">
                  <c:v>8.365006491111817</c:v>
                </c:pt>
                <c:pt idx="194">
                  <c:v>8.365006491111817</c:v>
                </c:pt>
                <c:pt idx="195">
                  <c:v>8.365006491111817</c:v>
                </c:pt>
                <c:pt idx="196">
                  <c:v>8.365006491111817</c:v>
                </c:pt>
                <c:pt idx="197">
                  <c:v>8.365006491111817</c:v>
                </c:pt>
                <c:pt idx="198">
                  <c:v>8.365006491111817</c:v>
                </c:pt>
                <c:pt idx="199">
                  <c:v>8.365006491111817</c:v>
                </c:pt>
                <c:pt idx="200">
                  <c:v>8.365006491111817</c:v>
                </c:pt>
                <c:pt idx="201">
                  <c:v>8.365006491111817</c:v>
                </c:pt>
                <c:pt idx="202">
                  <c:v>8.365006491111817</c:v>
                </c:pt>
                <c:pt idx="203">
                  <c:v>8.365006491111817</c:v>
                </c:pt>
                <c:pt idx="204">
                  <c:v>8.365006491111817</c:v>
                </c:pt>
                <c:pt idx="205">
                  <c:v>8.365006491111817</c:v>
                </c:pt>
                <c:pt idx="206">
                  <c:v>8.365006491111817</c:v>
                </c:pt>
                <c:pt idx="207">
                  <c:v>8.365006491111817</c:v>
                </c:pt>
                <c:pt idx="208">
                  <c:v>8.365006491111817</c:v>
                </c:pt>
                <c:pt idx="209">
                  <c:v>8.365006491111817</c:v>
                </c:pt>
                <c:pt idx="210">
                  <c:v>8.365006491111817</c:v>
                </c:pt>
                <c:pt idx="211">
                  <c:v>8.365006491111817</c:v>
                </c:pt>
                <c:pt idx="212">
                  <c:v>8.365006491111817</c:v>
                </c:pt>
                <c:pt idx="213">
                  <c:v>8.365006491111817</c:v>
                </c:pt>
                <c:pt idx="214">
                  <c:v>8.365006491111817</c:v>
                </c:pt>
                <c:pt idx="215">
                  <c:v>8.365006491111817</c:v>
                </c:pt>
                <c:pt idx="216">
                  <c:v>8.365006491111817</c:v>
                </c:pt>
                <c:pt idx="217">
                  <c:v>8.365006491111817</c:v>
                </c:pt>
                <c:pt idx="218">
                  <c:v>8.365006491111817</c:v>
                </c:pt>
                <c:pt idx="219">
                  <c:v>8.365006491111817</c:v>
                </c:pt>
                <c:pt idx="220">
                  <c:v>8.365006491111817</c:v>
                </c:pt>
                <c:pt idx="221">
                  <c:v>8.365006491111817</c:v>
                </c:pt>
                <c:pt idx="222">
                  <c:v>8.365006491111817</c:v>
                </c:pt>
                <c:pt idx="223">
                  <c:v>8.365006491111817</c:v>
                </c:pt>
                <c:pt idx="224">
                  <c:v>8.365006491111817</c:v>
                </c:pt>
                <c:pt idx="225">
                  <c:v>8.365006491111817</c:v>
                </c:pt>
                <c:pt idx="226">
                  <c:v>8.365006491111817</c:v>
                </c:pt>
                <c:pt idx="227">
                  <c:v>8.365006491111817</c:v>
                </c:pt>
                <c:pt idx="228">
                  <c:v>8.365006491111817</c:v>
                </c:pt>
                <c:pt idx="229">
                  <c:v>8.365006491111817</c:v>
                </c:pt>
                <c:pt idx="230">
                  <c:v>8.365006491111817</c:v>
                </c:pt>
                <c:pt idx="231">
                  <c:v>8.365006491111817</c:v>
                </c:pt>
                <c:pt idx="232">
                  <c:v>8.365006491111817</c:v>
                </c:pt>
                <c:pt idx="233">
                  <c:v>8.365006491111817</c:v>
                </c:pt>
                <c:pt idx="234">
                  <c:v>8.365006491111817</c:v>
                </c:pt>
                <c:pt idx="235">
                  <c:v>8.365006491111817</c:v>
                </c:pt>
                <c:pt idx="236">
                  <c:v>8.365006491111817</c:v>
                </c:pt>
                <c:pt idx="237">
                  <c:v>8.365006491111817</c:v>
                </c:pt>
                <c:pt idx="238">
                  <c:v>8.365006491111817</c:v>
                </c:pt>
                <c:pt idx="239">
                  <c:v>8.365006491111817</c:v>
                </c:pt>
                <c:pt idx="240">
                  <c:v>8.365006491111817</c:v>
                </c:pt>
                <c:pt idx="241">
                  <c:v>8.365006491111817</c:v>
                </c:pt>
                <c:pt idx="242">
                  <c:v>8.365006491111817</c:v>
                </c:pt>
                <c:pt idx="243">
                  <c:v>8.365006491111817</c:v>
                </c:pt>
                <c:pt idx="244">
                  <c:v>8.365006491111817</c:v>
                </c:pt>
                <c:pt idx="245">
                  <c:v>8.365006491111817</c:v>
                </c:pt>
                <c:pt idx="246">
                  <c:v>8.365006491111817</c:v>
                </c:pt>
                <c:pt idx="247">
                  <c:v>8.365006491111817</c:v>
                </c:pt>
                <c:pt idx="248">
                  <c:v>8.365006491111817</c:v>
                </c:pt>
                <c:pt idx="249">
                  <c:v>8.365006491111817</c:v>
                </c:pt>
                <c:pt idx="250">
                  <c:v>8.365006491111817</c:v>
                </c:pt>
                <c:pt idx="251">
                  <c:v>8.365006491111817</c:v>
                </c:pt>
                <c:pt idx="252">
                  <c:v>8.365006491111817</c:v>
                </c:pt>
              </c:numCache>
            </c:numRef>
          </c:val>
        </c:ser>
        <c:marker val="1"/>
        <c:axId val="50010001"/>
        <c:axId val="50010002"/>
      </c:lineChart>
      <c:dateAx>
        <c:axId val="50010001"/>
        <c:scaling>
          <c:orientation val="minMax"/>
        </c:scaling>
        <c:delete val="0"/>
        <c:axPos val="b"/>
        <c:numFmt formatCode="yy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1"/>
        <c:majorTimeUnit val="years"/>
      </c:dateAx>
      <c:valAx>
        <c:axId val="50010002"/>
        <c:scaling>
          <c:orientation val="minMax"/>
          <c:min val="5.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egendEntry>
        <c:idx val="3"/>
        <c:delete val="1"/>
      </c:legendEntry>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ser>
          <c:idx val="0"/>
          <c:order val="0"/>
          <c:tx>
            <c:v>Net foreign inflow (R$ bn)</c:v>
          </c:tx>
          <c:spPr>
            <a:solidFill>
              <a:srgbClr val="1F2F44"/>
            </a:solidFill>
            <a:ln>
              <a:noFill/>
            </a:ln>
          </c:spPr>
          <c:invertIfNegative val="0"/>
          <c:dPt>
            <c:idx val="0"/>
            <c:invertIfNegative val="0"/>
            <c:spPr>
              <a:solidFill>
                <a:srgbClr val="8EB3DF"/>
              </a:solidFill>
              <a:ln>
                <a:noFill/>
              </a:ln>
            </c:spPr>
          </c:dPt>
          <c:dPt>
            <c:idx val="2"/>
            <c:invertIfNegative val="0"/>
            <c:spPr>
              <a:solidFill>
                <a:srgbClr val="8EB3DF"/>
              </a:solidFill>
              <a:ln>
                <a:noFill/>
              </a:ln>
            </c:spPr>
          </c:dPt>
          <c:dLbls>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strRef>
              <c:f>Sheet1!$A$2:$A$16</c:f>
              <c:strCache>
                <c:ptCount val="15"/>
                <c:pt idx="0">
                  <c:v>PETR4</c:v>
                </c:pt>
                <c:pt idx="1">
                  <c:v>VALE3</c:v>
                </c:pt>
                <c:pt idx="2">
                  <c:v>ITUB4</c:v>
                </c:pt>
                <c:pt idx="3">
                  <c:v>AXIA3</c:v>
                </c:pt>
                <c:pt idx="4">
                  <c:v>BBDC4</c:v>
                </c:pt>
                <c:pt idx="5">
                  <c:v>PRIO3</c:v>
                </c:pt>
                <c:pt idx="6">
                  <c:v>ITSA4</c:v>
                </c:pt>
                <c:pt idx="7">
                  <c:v>BPAC11</c:v>
                </c:pt>
                <c:pt idx="8">
                  <c:v>SBSP3</c:v>
                </c:pt>
                <c:pt idx="9">
                  <c:v>EQTL3</c:v>
                </c:pt>
                <c:pt idx="10">
                  <c:v>RENT3</c:v>
                </c:pt>
                <c:pt idx="11">
                  <c:v>SUZB3</c:v>
                </c:pt>
                <c:pt idx="12">
                  <c:v>PETR3</c:v>
                </c:pt>
                <c:pt idx="13">
                  <c:v>B3SA3</c:v>
                </c:pt>
                <c:pt idx="14">
                  <c:v>BBAS3</c:v>
                </c:pt>
              </c:strCache>
            </c:strRef>
          </c:cat>
          <c:val>
            <c:numRef>
              <c:f>Sheet1!$B$2:$B$16</c:f>
              <c:numCache>
                <c:formatCode>General</c:formatCode>
                <c:ptCount val="15"/>
                <c:pt idx="0">
                  <c:v>21.05445918374</c:v>
                </c:pt>
                <c:pt idx="1">
                  <c:v>13.98727942107</c:v>
                </c:pt>
                <c:pt idx="2">
                  <c:v>12.29509926165</c:v>
                </c:pt>
                <c:pt idx="3">
                  <c:v>11.30814277034</c:v>
                </c:pt>
                <c:pt idx="4">
                  <c:v>8.842097000369998</c:v>
                </c:pt>
                <c:pt idx="5">
                  <c:v>8.583653128069999</c:v>
                </c:pt>
                <c:pt idx="6">
                  <c:v>6.99943122256</c:v>
                </c:pt>
                <c:pt idx="7">
                  <c:v>6.895987853359999</c:v>
                </c:pt>
                <c:pt idx="8">
                  <c:v>5.219610159179999</c:v>
                </c:pt>
                <c:pt idx="9">
                  <c:v>5.06986350888</c:v>
                </c:pt>
                <c:pt idx="10">
                  <c:v>4.053760155750001</c:v>
                </c:pt>
                <c:pt idx="11">
                  <c:v>3.65765536549</c:v>
                </c:pt>
                <c:pt idx="12">
                  <c:v>3.64565471536</c:v>
                </c:pt>
                <c:pt idx="13">
                  <c:v>3.614485463</c:v>
                </c:pt>
                <c:pt idx="14">
                  <c:v>3.553712051110001</c:v>
                </c:pt>
              </c:numCache>
            </c:numRef>
          </c:val>
        </c:ser>
        <c:gapWidth val="60"/>
        <c:overlap val="-10"/>
        <c:axId val="50010001"/>
        <c:axId val="50010002"/>
      </c:barChart>
      <c:catAx>
        <c:axId val="50010001"/>
        <c:scaling>
          <c:orientation val="minMax"/>
        </c:scaling>
        <c:delete val="0"/>
        <c:axPos val="b"/>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Algn val="ctr"/>
        <c:lblOffset val="100"/>
        <c:tickLblSkip val="1"/>
        <c:tickMarkSkip val="1"/>
      </c:catAx>
      <c:valAx>
        <c:axId val="50010002"/>
        <c:scaling>
          <c:orientation val="minMax"/>
          <c:max val="24.212628061300997"/>
        </c:scaling>
        <c:delete val="1"/>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2026 Outlook</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Sheet1!$B$2:$B$187</c:f>
              <c:numCache>
                <c:formatCode>General</c:formatCode>
                <c:ptCount val="186"/>
                <c:pt idx="0">
                  <c:v>100</c:v>
                </c:pt>
                <c:pt idx="1">
                  <c:v>100</c:v>
                </c:pt>
                <c:pt idx="2">
                  <c:v>100</c:v>
                </c:pt>
                <c:pt idx="3">
                  <c:v>99.25980708124889</c:v>
                </c:pt>
                <c:pt idx="4">
                  <c:v>100.9969104736617</c:v>
                </c:pt>
                <c:pt idx="5">
                  <c:v>103.1006407485985</c:v>
                </c:pt>
                <c:pt idx="6">
                  <c:v>100.6135109448457</c:v>
                </c:pt>
                <c:pt idx="7">
                  <c:v>102.3848896686982</c:v>
                </c:pt>
                <c:pt idx="8">
                  <c:v>103.4872809786875</c:v>
                </c:pt>
                <c:pt idx="9">
                  <c:v>103.0943294338036</c:v>
                </c:pt>
                <c:pt idx="10">
                  <c:v>101.7042361638501</c:v>
                </c:pt>
                <c:pt idx="11">
                  <c:v>103.4980569538521</c:v>
                </c:pt>
                <c:pt idx="12">
                  <c:v>104.5721767727089</c:v>
                </c:pt>
                <c:pt idx="13">
                  <c:v>103.9558438066525</c:v>
                </c:pt>
                <c:pt idx="14">
                  <c:v>103.9478676948548</c:v>
                </c:pt>
                <c:pt idx="15">
                  <c:v>103.9309189886068</c:v>
                </c:pt>
                <c:pt idx="16">
                  <c:v>107.8379965643923</c:v>
                </c:pt>
                <c:pt idx="17">
                  <c:v>109.7284575603982</c:v>
                </c:pt>
                <c:pt idx="18">
                  <c:v>111.2410467069414</c:v>
                </c:pt>
                <c:pt idx="19">
                  <c:v>110.96887073428</c:v>
                </c:pt>
                <c:pt idx="20">
                  <c:v>113.5567059295367</c:v>
                </c:pt>
                <c:pt idx="21">
                  <c:v>115.0266871076219</c:v>
                </c:pt>
                <c:pt idx="22">
                  <c:v>113.4773946178431</c:v>
                </c:pt>
                <c:pt idx="23">
                  <c:v>112.1782208584724</c:v>
                </c:pt>
                <c:pt idx="24">
                  <c:v>113.3095909267535</c:v>
                </c:pt>
                <c:pt idx="25">
                  <c:v>114.4697971082857</c:v>
                </c:pt>
                <c:pt idx="26">
                  <c:v>110.5285481315959</c:v>
                </c:pt>
                <c:pt idx="27">
                  <c:v>112.6382168193186</c:v>
                </c:pt>
                <c:pt idx="28">
                  <c:v>114.7877705296967</c:v>
                </c:pt>
                <c:pt idx="29">
                  <c:v>116.5839097357759</c:v>
                </c:pt>
                <c:pt idx="30">
                  <c:v>116.0263491332028</c:v>
                </c:pt>
                <c:pt idx="31">
                  <c:v>116.5969354757075</c:v>
                </c:pt>
                <c:pt idx="32">
                  <c:v>116.0736861389084</c:v>
                </c:pt>
                <c:pt idx="33">
                  <c:v>115.7344068500182</c:v>
                </c:pt>
                <c:pt idx="34">
                  <c:v>115.7344068500182</c:v>
                </c:pt>
                <c:pt idx="35">
                  <c:v>115.7344068500182</c:v>
                </c:pt>
                <c:pt idx="36">
                  <c:v>116.3550128028734</c:v>
                </c:pt>
                <c:pt idx="37">
                  <c:v>119.00812327868</c:v>
                </c:pt>
                <c:pt idx="38">
                  <c:v>120.2772303817522</c:v>
                </c:pt>
                <c:pt idx="39">
                  <c:v>119.0784618932115</c:v>
                </c:pt>
                <c:pt idx="40">
                  <c:v>120.7549058367382</c:v>
                </c:pt>
                <c:pt idx="41">
                  <c:v>121.11629415021</c:v>
                </c:pt>
                <c:pt idx="42">
                  <c:v>122.083107839881</c:v>
                </c:pt>
                <c:pt idx="43">
                  <c:v>119.9122756338146</c:v>
                </c:pt>
                <c:pt idx="44">
                  <c:v>120.6949847058055</c:v>
                </c:pt>
                <c:pt idx="45">
                  <c:v>115.7785942388074</c:v>
                </c:pt>
                <c:pt idx="46">
                  <c:v>119.5372314500391</c:v>
                </c:pt>
                <c:pt idx="47">
                  <c:v>115.4910554270913</c:v>
                </c:pt>
                <c:pt idx="48">
                  <c:v>114.1694816475182</c:v>
                </c:pt>
                <c:pt idx="49">
                  <c:v>115.1659195044417</c:v>
                </c:pt>
                <c:pt idx="50">
                  <c:v>117.7489422383468</c:v>
                </c:pt>
                <c:pt idx="51">
                  <c:v>117.3237201403826</c:v>
                </c:pt>
                <c:pt idx="52">
                  <c:v>113.5537674667429</c:v>
                </c:pt>
                <c:pt idx="53">
                  <c:v>111.810561736232</c:v>
                </c:pt>
                <c:pt idx="54">
                  <c:v>113.9509136560511</c:v>
                </c:pt>
                <c:pt idx="55">
                  <c:v>113.2717426633503</c:v>
                </c:pt>
                <c:pt idx="56">
                  <c:v>111.8421085472432</c:v>
                </c:pt>
                <c:pt idx="57">
                  <c:v>111.9706650112932</c:v>
                </c:pt>
                <c:pt idx="58">
                  <c:v>107.119377013098</c:v>
                </c:pt>
                <c:pt idx="59">
                  <c:v>112.5906437242492</c:v>
                </c:pt>
                <c:pt idx="60">
                  <c:v>112.2728822160771</c:v>
                </c:pt>
                <c:pt idx="61">
                  <c:v>115.2753463450126</c:v>
                </c:pt>
                <c:pt idx="62">
                  <c:v>112.3033077911014</c:v>
                </c:pt>
                <c:pt idx="63">
                  <c:v>109.9568590032791</c:v>
                </c:pt>
                <c:pt idx="64">
                  <c:v>110.0276362655549</c:v>
                </c:pt>
                <c:pt idx="65">
                  <c:v>115.9464029423038</c:v>
                </c:pt>
                <c:pt idx="66">
                  <c:v>117.7582850123473</c:v>
                </c:pt>
                <c:pt idx="67">
                  <c:v>117.1680196747229</c:v>
                </c:pt>
                <c:pt idx="68">
                  <c:v>117.1680196747229</c:v>
                </c:pt>
                <c:pt idx="69">
                  <c:v>117.0162765481987</c:v>
                </c:pt>
                <c:pt idx="70">
                  <c:v>117.3297093294615</c:v>
                </c:pt>
                <c:pt idx="71">
                  <c:v>122.3416469462674</c:v>
                </c:pt>
                <c:pt idx="72">
                  <c:v>125.1115795257823</c:v>
                </c:pt>
                <c:pt idx="73">
                  <c:v>125.9901979373252</c:v>
                </c:pt>
                <c:pt idx="74">
                  <c:v>126.4619856008994</c:v>
                </c:pt>
                <c:pt idx="75">
                  <c:v>127.7394437580627</c:v>
                </c:pt>
                <c:pt idx="76">
                  <c:v>128.8399044554573</c:v>
                </c:pt>
                <c:pt idx="77">
                  <c:v>127.9326141626466</c:v>
                </c:pt>
                <c:pt idx="78">
                  <c:v>126.7030106800778</c:v>
                </c:pt>
                <c:pt idx="79">
                  <c:v>126.6411467515444</c:v>
                </c:pt>
                <c:pt idx="80">
                  <c:v>126.6411467515444</c:v>
                </c:pt>
                <c:pt idx="81">
                  <c:v>124.1297240495192</c:v>
                </c:pt>
                <c:pt idx="82">
                  <c:v>122.8315442673959</c:v>
                </c:pt>
                <c:pt idx="83">
                  <c:v>122.431296339015</c:v>
                </c:pt>
                <c:pt idx="84">
                  <c:v>121.1228181328603</c:v>
                </c:pt>
                <c:pt idx="85">
                  <c:v>120.039841688089</c:v>
                </c:pt>
                <c:pt idx="86">
                  <c:v>116.7341690207134</c:v>
                </c:pt>
                <c:pt idx="87">
                  <c:v>118.1869514318794</c:v>
                </c:pt>
                <c:pt idx="88">
                  <c:v>118.1869514318794</c:v>
                </c:pt>
                <c:pt idx="89">
                  <c:v>117.1452002618485</c:v>
                </c:pt>
                <c:pt idx="90">
                  <c:v>117.7544644511413</c:v>
                </c:pt>
                <c:pt idx="91">
                  <c:v>119.7443700084559</c:v>
                </c:pt>
                <c:pt idx="92">
                  <c:v>115.5149295074041</c:v>
                </c:pt>
                <c:pt idx="93">
                  <c:v>117.0127620336852</c:v>
                </c:pt>
                <c:pt idx="94">
                  <c:v>114.2672272455169</c:v>
                </c:pt>
                <c:pt idx="95">
                  <c:v>113.0957064542965</c:v>
                </c:pt>
                <c:pt idx="96">
                  <c:v>108.9046034387218</c:v>
                </c:pt>
                <c:pt idx="97">
                  <c:v>110.1037469992471</c:v>
                </c:pt>
                <c:pt idx="98">
                  <c:v>108.8024084924644</c:v>
                </c:pt>
                <c:pt idx="99">
                  <c:v>108.3896653081695</c:v>
                </c:pt>
                <c:pt idx="100">
                  <c:v>105.9780431180193</c:v>
                </c:pt>
                <c:pt idx="101">
                  <c:v>109.2568890594392</c:v>
                </c:pt>
                <c:pt idx="102">
                  <c:v>109.2967674914859</c:v>
                </c:pt>
                <c:pt idx="103">
                  <c:v>107.6212111099647</c:v>
                </c:pt>
                <c:pt idx="104">
                  <c:v>110.4575432664017</c:v>
                </c:pt>
                <c:pt idx="105">
                  <c:v>109.0054706924026</c:v>
                </c:pt>
                <c:pt idx="106">
                  <c:v>107.5858425799185</c:v>
                </c:pt>
                <c:pt idx="107">
                  <c:v>107.5076981732275</c:v>
                </c:pt>
                <c:pt idx="108">
                  <c:v>106.7968068727936</c:v>
                </c:pt>
                <c:pt idx="109">
                  <c:v>105.2964191305017</c:v>
                </c:pt>
                <c:pt idx="110">
                  <c:v>106.342768422111</c:v>
                </c:pt>
                <c:pt idx="111">
                  <c:v>102.2408542657858</c:v>
                </c:pt>
                <c:pt idx="112">
                  <c:v>102.2408542657858</c:v>
                </c:pt>
                <c:pt idx="113">
                  <c:v>101.8848938541073</c:v>
                </c:pt>
                <c:pt idx="114">
                  <c:v>101.1528413280006</c:v>
                </c:pt>
                <c:pt idx="115">
                  <c:v>101.9229797613223</c:v>
                </c:pt>
                <c:pt idx="116">
                  <c:v>100.2852819670666</c:v>
                </c:pt>
                <c:pt idx="117">
                  <c:v>102.8256508857289</c:v>
                </c:pt>
                <c:pt idx="118">
                  <c:v>102.2131281431438</c:v>
                </c:pt>
                <c:pt idx="119">
                  <c:v>101.9831166527018</c:v>
                </c:pt>
                <c:pt idx="120">
                  <c:v>101.3154662728055</c:v>
                </c:pt>
                <c:pt idx="121">
                  <c:v>99.87771578042108</c:v>
                </c:pt>
                <c:pt idx="122">
                  <c:v>99.52250289402294</c:v>
                </c:pt>
                <c:pt idx="123">
                  <c:v>99.653844086758</c:v>
                </c:pt>
                <c:pt idx="124">
                  <c:v>101.6174740680813</c:v>
                </c:pt>
                <c:pt idx="125">
                  <c:v>102.7293640159447</c:v>
                </c:pt>
                <c:pt idx="126">
                  <c:v>103.60620191331</c:v>
                </c:pt>
                <c:pt idx="127">
                  <c:v>104.6821854944146</c:v>
                </c:pt>
                <c:pt idx="128">
                  <c:v>106.1992064714453</c:v>
                </c:pt>
                <c:pt idx="129">
                  <c:v>105.5372610929396</c:v>
                </c:pt>
                <c:pt idx="130">
                  <c:v>104.7674235075017</c:v>
                </c:pt>
                <c:pt idx="131">
                  <c:v>104.2211280072196</c:v>
                </c:pt>
                <c:pt idx="132">
                  <c:v>105.3962356004735</c:v>
                </c:pt>
                <c:pt idx="133">
                  <c:v>106.3914055806488</c:v>
                </c:pt>
                <c:pt idx="134">
                  <c:v>104.9324990271497</c:v>
                </c:pt>
                <c:pt idx="135">
                  <c:v>104.6190534775682</c:v>
                </c:pt>
                <c:pt idx="136">
                  <c:v>103.611888543156</c:v>
                </c:pt>
                <c:pt idx="137">
                  <c:v>105.8428741779228</c:v>
                </c:pt>
                <c:pt idx="138">
                  <c:v>110.6815530774975</c:v>
                </c:pt>
                <c:pt idx="139">
                  <c:v>108.1764098356453</c:v>
                </c:pt>
                <c:pt idx="140">
                  <c:v>109.1635316023132</c:v>
                </c:pt>
                <c:pt idx="141">
                  <c:v>108.5329644921392</c:v>
                </c:pt>
                <c:pt idx="142">
                  <c:v>106.6279475916896</c:v>
                </c:pt>
                <c:pt idx="143">
                  <c:v>105.6397617380903</c:v>
                </c:pt>
                <c:pt idx="144">
                  <c:v>105.4556283366299</c:v>
                </c:pt>
                <c:pt idx="145">
                  <c:v>104.7746250121288</c:v>
                </c:pt>
                <c:pt idx="146">
                  <c:v>107.9725354817104</c:v>
                </c:pt>
                <c:pt idx="147">
                  <c:v>106.7161350514278</c:v>
                </c:pt>
                <c:pt idx="148">
                  <c:v>104.5358936348751</c:v>
                </c:pt>
                <c:pt idx="149">
                  <c:v>106.4612262244731</c:v>
                </c:pt>
                <c:pt idx="150">
                  <c:v>107.7650337611279</c:v>
                </c:pt>
                <c:pt idx="151">
                  <c:v>104.639969123122</c:v>
                </c:pt>
                <c:pt idx="152">
                  <c:v>107.6203945465179</c:v>
                </c:pt>
                <c:pt idx="153">
                  <c:v>107.6204462974681</c:v>
                </c:pt>
                <c:pt idx="154">
                  <c:v>108.4643702366404</c:v>
                </c:pt>
                <c:pt idx="155">
                  <c:v>108.7877238349969</c:v>
                </c:pt>
                <c:pt idx="156">
                  <c:v>108.0704232588687</c:v>
                </c:pt>
                <c:pt idx="157">
                  <c:v>106.3986345097054</c:v>
                </c:pt>
                <c:pt idx="158">
                  <c:v>103.8580877601279</c:v>
                </c:pt>
                <c:pt idx="159">
                  <c:v>103.0050048178006</c:v>
                </c:pt>
                <c:pt idx="160">
                  <c:v>99.18375536636567</c:v>
                </c:pt>
                <c:pt idx="161">
                  <c:v>99.34728044424081</c:v>
                </c:pt>
                <c:pt idx="162">
                  <c:v>99.79519558370164</c:v>
                </c:pt>
                <c:pt idx="163">
                  <c:v>99.75138469365538</c:v>
                </c:pt>
                <c:pt idx="164">
                  <c:v>98.83602100549636</c:v>
                </c:pt>
                <c:pt idx="165">
                  <c:v>98.51770895562933</c:v>
                </c:pt>
                <c:pt idx="166">
                  <c:v>99.25405566987079</c:v>
                </c:pt>
                <c:pt idx="167">
                  <c:v>98.34018033689718</c:v>
                </c:pt>
                <c:pt idx="168">
                  <c:v>101.7872940360376</c:v>
                </c:pt>
                <c:pt idx="169">
                  <c:v>103.1950192553263</c:v>
                </c:pt>
                <c:pt idx="170">
                  <c:v>106.0840664519588</c:v>
                </c:pt>
                <c:pt idx="171">
                  <c:v>106.2347249428022</c:v>
                </c:pt>
                <c:pt idx="172">
                  <c:v>105.4470692405605</c:v>
                </c:pt>
                <c:pt idx="173">
                  <c:v>105.8990428741946</c:v>
                </c:pt>
                <c:pt idx="174">
                  <c:v>107.2241572556634</c:v>
                </c:pt>
                <c:pt idx="175">
                  <c:v>109.3217885345411</c:v>
                </c:pt>
                <c:pt idx="176">
                  <c:v>113.4501033386103</c:v>
                </c:pt>
                <c:pt idx="177">
                  <c:v>114.6766395639352</c:v>
                </c:pt>
                <c:pt idx="178">
                  <c:v>114.5833575157031</c:v>
                </c:pt>
                <c:pt idx="179">
                  <c:v>114.5833575157031</c:v>
                </c:pt>
                <c:pt idx="180">
                  <c:v>115.8263836065456</c:v>
                </c:pt>
                <c:pt idx="181">
                  <c:v>113.5044100468658</c:v>
                </c:pt>
                <c:pt idx="182">
                  <c:v>115.8679212403879</c:v>
                </c:pt>
                <c:pt idx="183">
                  <c:v>114.6454242394994</c:v>
                </c:pt>
                <c:pt idx="184">
                  <c:v>114.3614756891399</c:v>
                </c:pt>
                <c:pt idx="185">
                  <c:v>114.4275173569047</c:v>
                </c:pt>
              </c:numCache>
            </c:numRef>
          </c:val>
        </c:ser>
        <c:ser>
          <c:idx val="1"/>
          <c:order val="1"/>
          <c:tx>
            <c:v>Ibovespa</c:v>
          </c:tx>
          <c:spPr>
            <a:ln w="19050">
              <a:solidFill>
                <a:srgbClr val="8EB3DF"/>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Sheet1!$A$2:$A$187</c:f>
              <c:numCache>
                <c:formatCode>yyyy\-mm\-dd</c:formatCode>
                <c:ptCount val="186"/>
                <c:pt idx="0">
                  <c:v>46021</c:v>
                </c:pt>
                <c:pt idx="1">
                  <c:v>46022</c:v>
                </c:pt>
                <c:pt idx="2">
                  <c:v>46023</c:v>
                </c:pt>
                <c:pt idx="3">
                  <c:v>46024</c:v>
                </c:pt>
                <c:pt idx="4">
                  <c:v>46027</c:v>
                </c:pt>
                <c:pt idx="5">
                  <c:v>46028</c:v>
                </c:pt>
                <c:pt idx="6">
                  <c:v>46029</c:v>
                </c:pt>
                <c:pt idx="7">
                  <c:v>46030</c:v>
                </c:pt>
                <c:pt idx="8">
                  <c:v>46031</c:v>
                </c:pt>
                <c:pt idx="9">
                  <c:v>46034</c:v>
                </c:pt>
                <c:pt idx="10">
                  <c:v>46035</c:v>
                </c:pt>
                <c:pt idx="11">
                  <c:v>46036</c:v>
                </c:pt>
                <c:pt idx="12">
                  <c:v>46037</c:v>
                </c:pt>
                <c:pt idx="13">
                  <c:v>46038</c:v>
                </c:pt>
                <c:pt idx="14">
                  <c:v>46041</c:v>
                </c:pt>
                <c:pt idx="15">
                  <c:v>46042</c:v>
                </c:pt>
                <c:pt idx="16">
                  <c:v>46043</c:v>
                </c:pt>
                <c:pt idx="17">
                  <c:v>46044</c:v>
                </c:pt>
                <c:pt idx="18">
                  <c:v>46045</c:v>
                </c:pt>
                <c:pt idx="19">
                  <c:v>46048</c:v>
                </c:pt>
                <c:pt idx="20">
                  <c:v>46049</c:v>
                </c:pt>
                <c:pt idx="21">
                  <c:v>46050</c:v>
                </c:pt>
                <c:pt idx="22">
                  <c:v>46051</c:v>
                </c:pt>
                <c:pt idx="23">
                  <c:v>46052</c:v>
                </c:pt>
                <c:pt idx="24">
                  <c:v>46055</c:v>
                </c:pt>
                <c:pt idx="25">
                  <c:v>46056</c:v>
                </c:pt>
                <c:pt idx="26">
                  <c:v>46057</c:v>
                </c:pt>
                <c:pt idx="27">
                  <c:v>46058</c:v>
                </c:pt>
                <c:pt idx="28">
                  <c:v>46059</c:v>
                </c:pt>
                <c:pt idx="29">
                  <c:v>46062</c:v>
                </c:pt>
                <c:pt idx="30">
                  <c:v>46063</c:v>
                </c:pt>
                <c:pt idx="31">
                  <c:v>46064</c:v>
                </c:pt>
                <c:pt idx="32">
                  <c:v>46065</c:v>
                </c:pt>
                <c:pt idx="33">
                  <c:v>46066</c:v>
                </c:pt>
                <c:pt idx="34">
                  <c:v>46069</c:v>
                </c:pt>
                <c:pt idx="35">
                  <c:v>46070</c:v>
                </c:pt>
                <c:pt idx="36">
                  <c:v>46071</c:v>
                </c:pt>
                <c:pt idx="37">
                  <c:v>46072</c:v>
                </c:pt>
                <c:pt idx="38">
                  <c:v>46073</c:v>
                </c:pt>
                <c:pt idx="39">
                  <c:v>46076</c:v>
                </c:pt>
                <c:pt idx="40">
                  <c:v>46077</c:v>
                </c:pt>
                <c:pt idx="41">
                  <c:v>46078</c:v>
                </c:pt>
                <c:pt idx="42">
                  <c:v>46079</c:v>
                </c:pt>
                <c:pt idx="43">
                  <c:v>46080</c:v>
                </c:pt>
                <c:pt idx="44">
                  <c:v>46083</c:v>
                </c:pt>
                <c:pt idx="45">
                  <c:v>46084</c:v>
                </c:pt>
                <c:pt idx="46">
                  <c:v>46085</c:v>
                </c:pt>
                <c:pt idx="47">
                  <c:v>46086</c:v>
                </c:pt>
                <c:pt idx="48">
                  <c:v>46087</c:v>
                </c:pt>
                <c:pt idx="49">
                  <c:v>46090</c:v>
                </c:pt>
                <c:pt idx="50">
                  <c:v>46091</c:v>
                </c:pt>
                <c:pt idx="51">
                  <c:v>46092</c:v>
                </c:pt>
                <c:pt idx="52">
                  <c:v>46093</c:v>
                </c:pt>
                <c:pt idx="53">
                  <c:v>46094</c:v>
                </c:pt>
                <c:pt idx="54">
                  <c:v>46097</c:v>
                </c:pt>
                <c:pt idx="55">
                  <c:v>46098</c:v>
                </c:pt>
                <c:pt idx="56">
                  <c:v>46099</c:v>
                </c:pt>
                <c:pt idx="57">
                  <c:v>46100</c:v>
                </c:pt>
                <c:pt idx="58">
                  <c:v>46101</c:v>
                </c:pt>
                <c:pt idx="59">
                  <c:v>46104</c:v>
                </c:pt>
                <c:pt idx="60">
                  <c:v>46105</c:v>
                </c:pt>
                <c:pt idx="61">
                  <c:v>46106</c:v>
                </c:pt>
                <c:pt idx="62">
                  <c:v>46107</c:v>
                </c:pt>
                <c:pt idx="63">
                  <c:v>46108</c:v>
                </c:pt>
                <c:pt idx="64">
                  <c:v>46111</c:v>
                </c:pt>
                <c:pt idx="65">
                  <c:v>46112</c:v>
                </c:pt>
                <c:pt idx="66">
                  <c:v>46113</c:v>
                </c:pt>
                <c:pt idx="67">
                  <c:v>46114</c:v>
                </c:pt>
                <c:pt idx="68">
                  <c:v>46115</c:v>
                </c:pt>
                <c:pt idx="69">
                  <c:v>46118</c:v>
                </c:pt>
                <c:pt idx="70">
                  <c:v>46119</c:v>
                </c:pt>
                <c:pt idx="71">
                  <c:v>46120</c:v>
                </c:pt>
                <c:pt idx="72">
                  <c:v>46121</c:v>
                </c:pt>
                <c:pt idx="73">
                  <c:v>46122</c:v>
                </c:pt>
                <c:pt idx="74">
                  <c:v>46125</c:v>
                </c:pt>
                <c:pt idx="75">
                  <c:v>46126</c:v>
                </c:pt>
                <c:pt idx="76">
                  <c:v>46127</c:v>
                </c:pt>
                <c:pt idx="77">
                  <c:v>46128</c:v>
                </c:pt>
                <c:pt idx="78">
                  <c:v>46129</c:v>
                </c:pt>
                <c:pt idx="79">
                  <c:v>46132</c:v>
                </c:pt>
                <c:pt idx="80">
                  <c:v>46133</c:v>
                </c:pt>
                <c:pt idx="81">
                  <c:v>46134</c:v>
                </c:pt>
                <c:pt idx="82">
                  <c:v>46135</c:v>
                </c:pt>
                <c:pt idx="83">
                  <c:v>46136</c:v>
                </c:pt>
                <c:pt idx="84">
                  <c:v>46139</c:v>
                </c:pt>
                <c:pt idx="85">
                  <c:v>46140</c:v>
                </c:pt>
                <c:pt idx="86">
                  <c:v>46141</c:v>
                </c:pt>
                <c:pt idx="87">
                  <c:v>46142</c:v>
                </c:pt>
                <c:pt idx="88">
                  <c:v>46143</c:v>
                </c:pt>
                <c:pt idx="89">
                  <c:v>46146</c:v>
                </c:pt>
                <c:pt idx="90">
                  <c:v>46147</c:v>
                </c:pt>
                <c:pt idx="91">
                  <c:v>46148</c:v>
                </c:pt>
                <c:pt idx="92">
                  <c:v>46149</c:v>
                </c:pt>
                <c:pt idx="93">
                  <c:v>46150</c:v>
                </c:pt>
                <c:pt idx="94">
                  <c:v>46153</c:v>
                </c:pt>
                <c:pt idx="95">
                  <c:v>46154</c:v>
                </c:pt>
                <c:pt idx="96">
                  <c:v>46155</c:v>
                </c:pt>
                <c:pt idx="97">
                  <c:v>46156</c:v>
                </c:pt>
                <c:pt idx="98">
                  <c:v>46157</c:v>
                </c:pt>
                <c:pt idx="99">
                  <c:v>46160</c:v>
                </c:pt>
                <c:pt idx="100">
                  <c:v>46161</c:v>
                </c:pt>
                <c:pt idx="101">
                  <c:v>46162</c:v>
                </c:pt>
                <c:pt idx="102">
                  <c:v>46163</c:v>
                </c:pt>
                <c:pt idx="103">
                  <c:v>46164</c:v>
                </c:pt>
                <c:pt idx="104">
                  <c:v>46167</c:v>
                </c:pt>
                <c:pt idx="105">
                  <c:v>46168</c:v>
                </c:pt>
                <c:pt idx="106">
                  <c:v>46169</c:v>
                </c:pt>
                <c:pt idx="107">
                  <c:v>46170</c:v>
                </c:pt>
                <c:pt idx="108">
                  <c:v>46171</c:v>
                </c:pt>
                <c:pt idx="109">
                  <c:v>46174</c:v>
                </c:pt>
                <c:pt idx="110">
                  <c:v>46175</c:v>
                </c:pt>
                <c:pt idx="111">
                  <c:v>46176</c:v>
                </c:pt>
                <c:pt idx="112">
                  <c:v>46177</c:v>
                </c:pt>
                <c:pt idx="113">
                  <c:v>46178</c:v>
                </c:pt>
                <c:pt idx="114">
                  <c:v>46181</c:v>
                </c:pt>
                <c:pt idx="115">
                  <c:v>46182</c:v>
                </c:pt>
                <c:pt idx="116">
                  <c:v>46183</c:v>
                </c:pt>
                <c:pt idx="117">
                  <c:v>46184</c:v>
                </c:pt>
                <c:pt idx="118">
                  <c:v>46185</c:v>
                </c:pt>
                <c:pt idx="119">
                  <c:v>46188</c:v>
                </c:pt>
                <c:pt idx="120">
                  <c:v>46189</c:v>
                </c:pt>
                <c:pt idx="121">
                  <c:v>46190</c:v>
                </c:pt>
                <c:pt idx="122">
                  <c:v>46191</c:v>
                </c:pt>
                <c:pt idx="123">
                  <c:v>46192</c:v>
                </c:pt>
                <c:pt idx="124">
                  <c:v>46195</c:v>
                </c:pt>
                <c:pt idx="125">
                  <c:v>46196</c:v>
                </c:pt>
                <c:pt idx="126">
                  <c:v>46197</c:v>
                </c:pt>
                <c:pt idx="127">
                  <c:v>46198</c:v>
                </c:pt>
                <c:pt idx="128">
                  <c:v>46199</c:v>
                </c:pt>
                <c:pt idx="129">
                  <c:v>46202</c:v>
                </c:pt>
                <c:pt idx="130">
                  <c:v>46203</c:v>
                </c:pt>
                <c:pt idx="131">
                  <c:v>46204</c:v>
                </c:pt>
                <c:pt idx="132">
                  <c:v>46205</c:v>
                </c:pt>
                <c:pt idx="133">
                  <c:v>46206</c:v>
                </c:pt>
                <c:pt idx="134">
                  <c:v>46209</c:v>
                </c:pt>
                <c:pt idx="135">
                  <c:v>46210</c:v>
                </c:pt>
                <c:pt idx="136">
                  <c:v>46211</c:v>
                </c:pt>
                <c:pt idx="137">
                  <c:v>46212</c:v>
                </c:pt>
                <c:pt idx="138">
                  <c:v>46213</c:v>
                </c:pt>
                <c:pt idx="139">
                  <c:v>46216</c:v>
                </c:pt>
                <c:pt idx="140">
                  <c:v>46217</c:v>
                </c:pt>
                <c:pt idx="141">
                  <c:v>46218</c:v>
                </c:pt>
                <c:pt idx="142">
                  <c:v>46219</c:v>
                </c:pt>
                <c:pt idx="143">
                  <c:v>46220</c:v>
                </c:pt>
                <c:pt idx="144">
                  <c:v>46223</c:v>
                </c:pt>
                <c:pt idx="145">
                  <c:v>46224</c:v>
                </c:pt>
                <c:pt idx="146">
                  <c:v>46225</c:v>
                </c:pt>
                <c:pt idx="147">
                  <c:v>46226</c:v>
                </c:pt>
                <c:pt idx="148">
                  <c:v>46227</c:v>
                </c:pt>
                <c:pt idx="149">
                  <c:v>46230</c:v>
                </c:pt>
                <c:pt idx="150">
                  <c:v>46231</c:v>
                </c:pt>
                <c:pt idx="151">
                  <c:v>46232</c:v>
                </c:pt>
                <c:pt idx="152">
                  <c:v>46233</c:v>
                </c:pt>
                <c:pt idx="153">
                  <c:v>46234</c:v>
                </c:pt>
                <c:pt idx="154">
                  <c:v>46237</c:v>
                </c:pt>
                <c:pt idx="155">
                  <c:v>46238</c:v>
                </c:pt>
                <c:pt idx="156">
                  <c:v>46239</c:v>
                </c:pt>
                <c:pt idx="157">
                  <c:v>46240</c:v>
                </c:pt>
                <c:pt idx="158">
                  <c:v>46241</c:v>
                </c:pt>
                <c:pt idx="159">
                  <c:v>46244</c:v>
                </c:pt>
                <c:pt idx="160">
                  <c:v>46245</c:v>
                </c:pt>
                <c:pt idx="161">
                  <c:v>46246</c:v>
                </c:pt>
                <c:pt idx="162">
                  <c:v>46247</c:v>
                </c:pt>
                <c:pt idx="163">
                  <c:v>46248</c:v>
                </c:pt>
                <c:pt idx="164">
                  <c:v>46251</c:v>
                </c:pt>
                <c:pt idx="165">
                  <c:v>46252</c:v>
                </c:pt>
                <c:pt idx="166">
                  <c:v>46253</c:v>
                </c:pt>
                <c:pt idx="167">
                  <c:v>46254</c:v>
                </c:pt>
                <c:pt idx="168">
                  <c:v>46255</c:v>
                </c:pt>
                <c:pt idx="169">
                  <c:v>46258</c:v>
                </c:pt>
                <c:pt idx="170">
                  <c:v>46259</c:v>
                </c:pt>
                <c:pt idx="171">
                  <c:v>46260</c:v>
                </c:pt>
                <c:pt idx="172">
                  <c:v>46261</c:v>
                </c:pt>
                <c:pt idx="173">
                  <c:v>46262</c:v>
                </c:pt>
                <c:pt idx="174">
                  <c:v>46265</c:v>
                </c:pt>
                <c:pt idx="175">
                  <c:v>46266</c:v>
                </c:pt>
                <c:pt idx="176">
                  <c:v>46267</c:v>
                </c:pt>
                <c:pt idx="177">
                  <c:v>46268</c:v>
                </c:pt>
                <c:pt idx="178">
                  <c:v>46269</c:v>
                </c:pt>
                <c:pt idx="179">
                  <c:v>46272</c:v>
                </c:pt>
                <c:pt idx="180">
                  <c:v>46273</c:v>
                </c:pt>
                <c:pt idx="181">
                  <c:v>46274</c:v>
                </c:pt>
                <c:pt idx="182">
                  <c:v>46275</c:v>
                </c:pt>
                <c:pt idx="183">
                  <c:v>46276</c:v>
                </c:pt>
                <c:pt idx="184">
                  <c:v>46279</c:v>
                </c:pt>
                <c:pt idx="185">
                  <c:v>46280</c:v>
                </c:pt>
              </c:numCache>
            </c:numRef>
          </c:cat>
          <c:val>
            <c:numRef>
              <c:f>Sheet1!$C$2:$C$187</c:f>
              <c:numCache>
                <c:formatCode>General</c:formatCode>
                <c:ptCount val="186"/>
                <c:pt idx="0">
                  <c:v>100</c:v>
                </c:pt>
                <c:pt idx="1">
                  <c:v>100</c:v>
                </c:pt>
                <c:pt idx="2">
                  <c:v>100</c:v>
                </c:pt>
                <c:pt idx="3">
                  <c:v>99.63588601844639</c:v>
                </c:pt>
                <c:pt idx="4">
                  <c:v>100.4619942843266</c:v>
                </c:pt>
                <c:pt idx="5">
                  <c:v>101.5754874604788</c:v>
                </c:pt>
                <c:pt idx="6">
                  <c:v>100.5274588353156</c:v>
                </c:pt>
                <c:pt idx="7">
                  <c:v>101.1240377601615</c:v>
                </c:pt>
                <c:pt idx="8">
                  <c:v>101.3932877237148</c:v>
                </c:pt>
                <c:pt idx="9">
                  <c:v>101.2567729091949</c:v>
                </c:pt>
                <c:pt idx="10">
                  <c:v>100.5260996452638</c:v>
                </c:pt>
                <c:pt idx="11">
                  <c:v>102.4953301891564</c:v>
                </c:pt>
                <c:pt idx="12">
                  <c:v>102.7574490596981</c:v>
                </c:pt>
                <c:pt idx="13">
                  <c:v>102.2805905736632</c:v>
                </c:pt>
                <c:pt idx="14">
                  <c:v>102.3111816593501</c:v>
                </c:pt>
                <c:pt idx="15">
                  <c:v>103.1972184144558</c:v>
                </c:pt>
                <c:pt idx="16">
                  <c:v>106.6353920552673</c:v>
                </c:pt>
                <c:pt idx="17">
                  <c:v>108.9768482765936</c:v>
                </c:pt>
                <c:pt idx="18">
                  <c:v>111.0058211192936</c:v>
                </c:pt>
                <c:pt idx="19">
                  <c:v>110.9202604158489</c:v>
                </c:pt>
                <c:pt idx="20">
                  <c:v>112.9053295579709</c:v>
                </c:pt>
                <c:pt idx="21">
                  <c:v>114.6256793700458</c:v>
                </c:pt>
                <c:pt idx="22">
                  <c:v>113.6591649099084</c:v>
                </c:pt>
                <c:pt idx="23">
                  <c:v>112.560734538577</c:v>
                </c:pt>
                <c:pt idx="24">
                  <c:v>113.4479318806219</c:v>
                </c:pt>
                <c:pt idx="25">
                  <c:v>115.2359991477444</c:v>
                </c:pt>
                <c:pt idx="26">
                  <c:v>112.7744376940764</c:v>
                </c:pt>
                <c:pt idx="27">
                  <c:v>113.0344960573248</c:v>
                </c:pt>
                <c:pt idx="28">
                  <c:v>113.5449867392081</c:v>
                </c:pt>
                <c:pt idx="29">
                  <c:v>115.5877252601499</c:v>
                </c:pt>
                <c:pt idx="30">
                  <c:v>115.3941989396207</c:v>
                </c:pt>
                <c:pt idx="31">
                  <c:v>117.7338615265864</c:v>
                </c:pt>
                <c:pt idx="32">
                  <c:v>116.5343607899861</c:v>
                </c:pt>
                <c:pt idx="33">
                  <c:v>115.7262198994485</c:v>
                </c:pt>
                <c:pt idx="34">
                  <c:v>115.7262198994485</c:v>
                </c:pt>
                <c:pt idx="35">
                  <c:v>115.7262198994485</c:v>
                </c:pt>
                <c:pt idx="36">
                  <c:v>115.4481817481629</c:v>
                </c:pt>
                <c:pt idx="37">
                  <c:v>117.0110082602138</c:v>
                </c:pt>
                <c:pt idx="38">
                  <c:v>118.2522777139317</c:v>
                </c:pt>
                <c:pt idx="39">
                  <c:v>117.2090341825127</c:v>
                </c:pt>
                <c:pt idx="40">
                  <c:v>118.8455921001143</c:v>
                </c:pt>
                <c:pt idx="41">
                  <c:v>118.6948150995712</c:v>
                </c:pt>
                <c:pt idx="42">
                  <c:v>118.5443484163915</c:v>
                </c:pt>
                <c:pt idx="43">
                  <c:v>117.1677557668293</c:v>
                </c:pt>
                <c:pt idx="44">
                  <c:v>117.490510650185</c:v>
                </c:pt>
                <c:pt idx="45">
                  <c:v>113.6412409789967</c:v>
                </c:pt>
                <c:pt idx="46">
                  <c:v>115.0448498582191</c:v>
                </c:pt>
                <c:pt idx="47">
                  <c:v>112.0021260463203</c:v>
                </c:pt>
                <c:pt idx="48">
                  <c:v>111.3200360688078</c:v>
                </c:pt>
                <c:pt idx="49">
                  <c:v>112.2823550381917</c:v>
                </c:pt>
                <c:pt idx="50">
                  <c:v>113.8535787380969</c:v>
                </c:pt>
                <c:pt idx="51">
                  <c:v>114.1777672876717</c:v>
                </c:pt>
                <c:pt idx="52">
                  <c:v>111.2701804811992</c:v>
                </c:pt>
                <c:pt idx="53">
                  <c:v>110.2578135274414</c:v>
                </c:pt>
                <c:pt idx="54">
                  <c:v>111.6369445730365</c:v>
                </c:pt>
                <c:pt idx="55">
                  <c:v>111.96854350125</c:v>
                </c:pt>
                <c:pt idx="56">
                  <c:v>111.4907664758194</c:v>
                </c:pt>
                <c:pt idx="57">
                  <c:v>111.8822070043966</c:v>
                </c:pt>
                <c:pt idx="58">
                  <c:v>109.3678791862511</c:v>
                </c:pt>
                <c:pt idx="59">
                  <c:v>112.9132736824747</c:v>
                </c:pt>
                <c:pt idx="60">
                  <c:v>113.271510253165</c:v>
                </c:pt>
                <c:pt idx="61">
                  <c:v>115.0807473708206</c:v>
                </c:pt>
                <c:pt idx="62">
                  <c:v>113.4102407336598</c:v>
                </c:pt>
                <c:pt idx="63">
                  <c:v>112.680430151999</c:v>
                </c:pt>
                <c:pt idx="64">
                  <c:v>113.2746506648829</c:v>
                </c:pt>
                <c:pt idx="65">
                  <c:v>116.3453278648794</c:v>
                </c:pt>
                <c:pt idx="66">
                  <c:v>116.650102960198</c:v>
                </c:pt>
                <c:pt idx="67">
                  <c:v>116.711614067977</c:v>
                </c:pt>
                <c:pt idx="68">
                  <c:v>116.711614067977</c:v>
                </c:pt>
                <c:pt idx="69">
                  <c:v>116.7798528561951</c:v>
                </c:pt>
                <c:pt idx="70">
                  <c:v>116.8400171866168</c:v>
                </c:pt>
                <c:pt idx="71">
                  <c:v>119.2867144385766</c:v>
                </c:pt>
                <c:pt idx="72">
                  <c:v>121.1039887759451</c:v>
                </c:pt>
                <c:pt idx="73">
                  <c:v>122.4660461602043</c:v>
                </c:pt>
                <c:pt idx="74">
                  <c:v>122.8861165687315</c:v>
                </c:pt>
                <c:pt idx="75">
                  <c:v>123.2936377430817</c:v>
                </c:pt>
                <c:pt idx="76">
                  <c:v>122.7228275720949</c:v>
                </c:pt>
                <c:pt idx="77">
                  <c:v>122.152451845417</c:v>
                </c:pt>
                <c:pt idx="78">
                  <c:v>121.4790135159969</c:v>
                </c:pt>
                <c:pt idx="79">
                  <c:v>121.7263674863866</c:v>
                </c:pt>
                <c:pt idx="80">
                  <c:v>121.7263674863866</c:v>
                </c:pt>
                <c:pt idx="81">
                  <c:v>119.7135870037102</c:v>
                </c:pt>
                <c:pt idx="82">
                  <c:v>118.7760996297479</c:v>
                </c:pt>
                <c:pt idx="83">
                  <c:v>118.3829833874082</c:v>
                </c:pt>
                <c:pt idx="84">
                  <c:v>117.6591805499035</c:v>
                </c:pt>
                <c:pt idx="85">
                  <c:v>117.0633091486462</c:v>
                </c:pt>
                <c:pt idx="86">
                  <c:v>114.6625264537795</c:v>
                </c:pt>
                <c:pt idx="87">
                  <c:v>116.2558323372663</c:v>
                </c:pt>
                <c:pt idx="88">
                  <c:v>116.2558323372663</c:v>
                </c:pt>
                <c:pt idx="89">
                  <c:v>115.1898797811915</c:v>
                </c:pt>
                <c:pt idx="90">
                  <c:v>115.9059060655687</c:v>
                </c:pt>
                <c:pt idx="91">
                  <c:v>116.4874656300246</c:v>
                </c:pt>
                <c:pt idx="92">
                  <c:v>113.7116147506752</c:v>
                </c:pt>
                <c:pt idx="93">
                  <c:v>114.2639982766215</c:v>
                </c:pt>
                <c:pt idx="94">
                  <c:v>112.8989618456733</c:v>
                </c:pt>
                <c:pt idx="95">
                  <c:v>111.9267127206597</c:v>
                </c:pt>
                <c:pt idx="96">
                  <c:v>109.9133488413401</c:v>
                </c:pt>
                <c:pt idx="97">
                  <c:v>110.7000468020648</c:v>
                </c:pt>
                <c:pt idx="98">
                  <c:v>110.0285014085615</c:v>
                </c:pt>
                <c:pt idx="99">
                  <c:v>109.8373397063417</c:v>
                </c:pt>
                <c:pt idx="100">
                  <c:v>108.1635126733921</c:v>
                </c:pt>
                <c:pt idx="101">
                  <c:v>110.0731250454227</c:v>
                </c:pt>
                <c:pt idx="102">
                  <c:v>110.2556723376337</c:v>
                </c:pt>
                <c:pt idx="103">
                  <c:v>109.3618031722751</c:v>
                </c:pt>
                <c:pt idx="104">
                  <c:v>110.3586108134306</c:v>
                </c:pt>
                <c:pt idx="105">
                  <c:v>109.5972844003399</c:v>
                </c:pt>
                <c:pt idx="106">
                  <c:v>109.0730590719512</c:v>
                </c:pt>
                <c:pt idx="107">
                  <c:v>108.6504316483494</c:v>
                </c:pt>
                <c:pt idx="108">
                  <c:v>107.8585513876555</c:v>
                </c:pt>
                <c:pt idx="109">
                  <c:v>106.8717235529079</c:v>
                </c:pt>
                <c:pt idx="110">
                  <c:v>108.1131047208767</c:v>
                </c:pt>
                <c:pt idx="111">
                  <c:v>105.7131040257658</c:v>
                </c:pt>
                <c:pt idx="112">
                  <c:v>105.7131040257658</c:v>
                </c:pt>
                <c:pt idx="113">
                  <c:v>104.899135375143</c:v>
                </c:pt>
                <c:pt idx="114">
                  <c:v>104.6816649668516</c:v>
                </c:pt>
                <c:pt idx="115">
                  <c:v>105.3919379673108</c:v>
                </c:pt>
                <c:pt idx="116">
                  <c:v>104.6509683732612</c:v>
                </c:pt>
                <c:pt idx="117">
                  <c:v>106.4371427044667</c:v>
                </c:pt>
                <c:pt idx="118">
                  <c:v>106.2108716957485</c:v>
                </c:pt>
                <c:pt idx="119">
                  <c:v>105.7655476601853</c:v>
                </c:pt>
                <c:pt idx="120">
                  <c:v>105.2897318404917</c:v>
                </c:pt>
                <c:pt idx="121">
                  <c:v>104.5483588338695</c:v>
                </c:pt>
                <c:pt idx="122">
                  <c:v>104.4388912807462</c:v>
                </c:pt>
                <c:pt idx="123">
                  <c:v>104.4736840635339</c:v>
                </c:pt>
                <c:pt idx="124">
                  <c:v>105.7377742561584</c:v>
                </c:pt>
                <c:pt idx="125">
                  <c:v>106.2892020046254</c:v>
                </c:pt>
                <c:pt idx="126">
                  <c:v>105.8223543567348</c:v>
                </c:pt>
                <c:pt idx="127">
                  <c:v>106.7430907994191</c:v>
                </c:pt>
                <c:pt idx="128">
                  <c:v>107.5529818798865</c:v>
                </c:pt>
                <c:pt idx="129">
                  <c:v>107.4972550877618</c:v>
                </c:pt>
                <c:pt idx="130">
                  <c:v>106.7641427293542</c:v>
                </c:pt>
                <c:pt idx="131">
                  <c:v>106.5559135721457</c:v>
                </c:pt>
                <c:pt idx="132">
                  <c:v>107.237997343311</c:v>
                </c:pt>
                <c:pt idx="133">
                  <c:v>108.0340544757166</c:v>
                </c:pt>
                <c:pt idx="134">
                  <c:v>107.0269567107899</c:v>
                </c:pt>
                <c:pt idx="135">
                  <c:v>106.7620077458938</c:v>
                </c:pt>
                <c:pt idx="136">
                  <c:v>105.9134573282904</c:v>
                </c:pt>
                <c:pt idx="137">
                  <c:v>107.2097584632389</c:v>
                </c:pt>
                <c:pt idx="138">
                  <c:v>110.390045962346</c:v>
                </c:pt>
                <c:pt idx="139">
                  <c:v>109.0697759142462</c:v>
                </c:pt>
                <c:pt idx="140">
                  <c:v>109.6296008505675</c:v>
                </c:pt>
                <c:pt idx="141">
                  <c:v>109.238476845701</c:v>
                </c:pt>
                <c:pt idx="142">
                  <c:v>107.8819989676362</c:v>
                </c:pt>
                <c:pt idx="143">
                  <c:v>107.8129905923567</c:v>
                </c:pt>
                <c:pt idx="144">
                  <c:v>107.6002804524204</c:v>
                </c:pt>
                <c:pt idx="145">
                  <c:v>107.5719174454029</c:v>
                </c:pt>
                <c:pt idx="146">
                  <c:v>110.1921876114233</c:v>
                </c:pt>
                <c:pt idx="147">
                  <c:v>109.6808156282279</c:v>
                </c:pt>
                <c:pt idx="148">
                  <c:v>108.016478100252</c:v>
                </c:pt>
                <c:pt idx="149">
                  <c:v>108.8186546910645</c:v>
                </c:pt>
                <c:pt idx="150">
                  <c:v>109.5822153891718</c:v>
                </c:pt>
                <c:pt idx="151">
                  <c:v>107.9192804956786</c:v>
                </c:pt>
                <c:pt idx="152">
                  <c:v>109.950940686746</c:v>
                </c:pt>
                <c:pt idx="153">
                  <c:v>110.4723607461693</c:v>
                </c:pt>
                <c:pt idx="154">
                  <c:v>110.4731303332306</c:v>
                </c:pt>
                <c:pt idx="155">
                  <c:v>110.4077961155341</c:v>
                </c:pt>
                <c:pt idx="156">
                  <c:v>110.3030329736403</c:v>
                </c:pt>
                <c:pt idx="157">
                  <c:v>108.9501671896859</c:v>
                </c:pt>
                <c:pt idx="158">
                  <c:v>107.0678193012063</c:v>
                </c:pt>
                <c:pt idx="159">
                  <c:v>106.8608438261461</c:v>
                </c:pt>
                <c:pt idx="160">
                  <c:v>104.1888313429474</c:v>
                </c:pt>
                <c:pt idx="161">
                  <c:v>103.9507744807661</c:v>
                </c:pt>
                <c:pt idx="162">
                  <c:v>103.7086524611239</c:v>
                </c:pt>
                <c:pt idx="163">
                  <c:v>103.6051616204202</c:v>
                </c:pt>
                <c:pt idx="164">
                  <c:v>103.5116754115134</c:v>
                </c:pt>
                <c:pt idx="165">
                  <c:v>103.2331904032245</c:v>
                </c:pt>
                <c:pt idx="166">
                  <c:v>104.1612937801167</c:v>
                </c:pt>
                <c:pt idx="167">
                  <c:v>104.2214208724548</c:v>
                </c:pt>
                <c:pt idx="168">
                  <c:v>106.1482310327666</c:v>
                </c:pt>
                <c:pt idx="169">
                  <c:v>106.6912802124209</c:v>
                </c:pt>
                <c:pt idx="170">
                  <c:v>108.3484245839125</c:v>
                </c:pt>
                <c:pt idx="171">
                  <c:v>108.3542957884286</c:v>
                </c:pt>
                <c:pt idx="172">
                  <c:v>108.6951173486832</c:v>
                </c:pt>
                <c:pt idx="173">
                  <c:v>109.0235634524842</c:v>
                </c:pt>
                <c:pt idx="174">
                  <c:v>110.1122560649512</c:v>
                </c:pt>
                <c:pt idx="175">
                  <c:v>111.5420122852162</c:v>
                </c:pt>
                <c:pt idx="176">
                  <c:v>114.9447104450404</c:v>
                </c:pt>
                <c:pt idx="177">
                  <c:v>114.9341844800729</c:v>
                </c:pt>
                <c:pt idx="178">
                  <c:v>114.9087508689662</c:v>
                </c:pt>
                <c:pt idx="179">
                  <c:v>114.9087508689662</c:v>
                </c:pt>
                <c:pt idx="180">
                  <c:v>116.2863675658278</c:v>
                </c:pt>
                <c:pt idx="181">
                  <c:v>115.2078285374923</c:v>
                </c:pt>
                <c:pt idx="182">
                  <c:v>116.8460249307729</c:v>
                </c:pt>
                <c:pt idx="183">
                  <c:v>116.1870970412667</c:v>
                </c:pt>
                <c:pt idx="184">
                  <c:v>115.128287990898</c:v>
                </c:pt>
                <c:pt idx="185">
                  <c:v>115.7500150348763</c:v>
                </c:pt>
              </c:numCache>
            </c:numRef>
          </c:val>
        </c:ser>
        <c:marker val="1"/>
        <c:axId val="50010001"/>
        <c:axId val="50010002"/>
      </c:lineChart>
      <c:dateAx>
        <c:axId val="50010001"/>
        <c:scaling>
          <c:orientation val="minMax"/>
          <c:max val="46280.0"/>
          <c:min val="46023.0"/>
        </c:scaling>
        <c:delete val="0"/>
        <c:axPos val="b"/>
        <c:numFmt formatCode="[$-409]mmm\-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months"/>
      </c:dateAx>
      <c:valAx>
        <c:axId val="50010002"/>
        <c:scaling>
          <c:orientation val="minMax"/>
          <c:min val="8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ser>
          <c:idx val="0"/>
          <c:order val="0"/>
          <c:tx>
            <c:v>Forward P/E</c:v>
          </c:tx>
          <c:spPr>
            <a:ln w="28575">
              <a:solidFill>
                <a:srgbClr val="1F2F44"/>
              </a:solidFill>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dLbl>
              <c:idx val="46"/>
              <c:delete val="1"/>
            </c:dLbl>
            <c:dLbl>
              <c:idx val="47"/>
              <c:delete val="1"/>
            </c:dLbl>
            <c:dLbl>
              <c:idx val="48"/>
              <c:delete val="1"/>
            </c:dLbl>
            <c:dLbl>
              <c:idx val="49"/>
              <c:delete val="1"/>
            </c:dLbl>
            <c:dLbl>
              <c:idx val="50"/>
              <c:delete val="1"/>
            </c:dLbl>
            <c:dLbl>
              <c:idx val="51"/>
              <c:delete val="1"/>
            </c:dLbl>
            <c:dLbl>
              <c:idx val="52"/>
              <c:delete val="1"/>
            </c:dLbl>
            <c:dLbl>
              <c:idx val="53"/>
              <c:delete val="1"/>
            </c:dLbl>
            <c:dLbl>
              <c:idx val="54"/>
              <c:delete val="1"/>
            </c:dLbl>
            <c:dLbl>
              <c:idx val="55"/>
              <c:delete val="1"/>
            </c:dLbl>
            <c:dLbl>
              <c:idx val="56"/>
              <c:delete val="1"/>
            </c:dLbl>
            <c:dLbl>
              <c:idx val="57"/>
              <c:delete val="1"/>
            </c:dLbl>
            <c:dLbl>
              <c:idx val="58"/>
              <c:delete val="1"/>
            </c:dLbl>
            <c:dLbl>
              <c:idx val="59"/>
              <c:delete val="1"/>
            </c:dLbl>
            <c:dLbl>
              <c:idx val="60"/>
              <c:delete val="1"/>
            </c:dLbl>
            <c:dLbl>
              <c:idx val="61"/>
              <c:delete val="1"/>
            </c:dLbl>
            <c:dLbl>
              <c:idx val="62"/>
              <c:delete val="1"/>
            </c:dLbl>
            <c:dLbl>
              <c:idx val="63"/>
              <c:delete val="1"/>
            </c:dLbl>
            <c:dLbl>
              <c:idx val="64"/>
              <c:delete val="1"/>
            </c:dLbl>
            <c:dLbl>
              <c:idx val="65"/>
              <c:delete val="1"/>
            </c:dLbl>
            <c:dLbl>
              <c:idx val="66"/>
              <c:delete val="1"/>
            </c:dLbl>
            <c:dLbl>
              <c:idx val="67"/>
              <c:delete val="1"/>
            </c:dLbl>
            <c:dLbl>
              <c:idx val="68"/>
              <c:delete val="1"/>
            </c:dLbl>
            <c:dLbl>
              <c:idx val="69"/>
              <c:delete val="1"/>
            </c:dLbl>
            <c:dLbl>
              <c:idx val="70"/>
              <c:delete val="1"/>
            </c:dLbl>
            <c:dLbl>
              <c:idx val="71"/>
              <c:delete val="1"/>
            </c:dLbl>
            <c:dLbl>
              <c:idx val="72"/>
              <c:delete val="1"/>
            </c:dLbl>
            <c:dLbl>
              <c:idx val="73"/>
              <c:delete val="1"/>
            </c:dLbl>
            <c:dLbl>
              <c:idx val="74"/>
              <c:delete val="1"/>
            </c:dLbl>
            <c:dLbl>
              <c:idx val="75"/>
              <c:delete val="1"/>
            </c:dLbl>
            <c:dLbl>
              <c:idx val="76"/>
              <c:delete val="1"/>
            </c:dLbl>
            <c:dLbl>
              <c:idx val="77"/>
              <c:delete val="1"/>
            </c:dLbl>
            <c:dLbl>
              <c:idx val="78"/>
              <c:delete val="1"/>
            </c:dLbl>
            <c:dLbl>
              <c:idx val="79"/>
              <c:delete val="1"/>
            </c:dLbl>
            <c:dLbl>
              <c:idx val="80"/>
              <c:delete val="1"/>
            </c:dLbl>
            <c:dLbl>
              <c:idx val="81"/>
              <c:delete val="1"/>
            </c:dLbl>
            <c:dLbl>
              <c:idx val="82"/>
              <c:delete val="1"/>
            </c:dLbl>
            <c:dLbl>
              <c:idx val="83"/>
              <c:delete val="1"/>
            </c:dLbl>
            <c:dLbl>
              <c:idx val="84"/>
              <c:delete val="1"/>
            </c:dLbl>
            <c:dLbl>
              <c:idx val="85"/>
              <c:delete val="1"/>
            </c:dLbl>
            <c:dLbl>
              <c:idx val="86"/>
              <c:delete val="1"/>
            </c:dLbl>
            <c:dLbl>
              <c:idx val="87"/>
              <c:delete val="1"/>
            </c:dLbl>
            <c:dLbl>
              <c:idx val="88"/>
              <c:delete val="1"/>
            </c:dLbl>
            <c:dLbl>
              <c:idx val="89"/>
              <c:delete val="1"/>
            </c:dLbl>
            <c:dLbl>
              <c:idx val="90"/>
              <c:delete val="1"/>
            </c:dLbl>
            <c:dLbl>
              <c:idx val="91"/>
              <c:delete val="1"/>
            </c:dLbl>
            <c:dLbl>
              <c:idx val="92"/>
              <c:delete val="1"/>
            </c:dLbl>
            <c:dLbl>
              <c:idx val="93"/>
              <c:delete val="1"/>
            </c:dLbl>
            <c:dLbl>
              <c:idx val="94"/>
              <c:delete val="1"/>
            </c:dLbl>
            <c:dLbl>
              <c:idx val="95"/>
              <c:delete val="1"/>
            </c:dLbl>
            <c:dLbl>
              <c:idx val="96"/>
              <c:delete val="1"/>
            </c:dLbl>
            <c:dLbl>
              <c:idx val="97"/>
              <c:delete val="1"/>
            </c:dLbl>
            <c:dLbl>
              <c:idx val="98"/>
              <c:delete val="1"/>
            </c:dLbl>
            <c:dLbl>
              <c:idx val="99"/>
              <c:delete val="1"/>
            </c:dLbl>
            <c:dLbl>
              <c:idx val="100"/>
              <c:delete val="1"/>
            </c:dLbl>
            <c:dLbl>
              <c:idx val="101"/>
              <c:delete val="1"/>
            </c:dLbl>
            <c:dLbl>
              <c:idx val="102"/>
              <c:delete val="1"/>
            </c:dLbl>
            <c:dLbl>
              <c:idx val="103"/>
              <c:delete val="1"/>
            </c:dLbl>
            <c:dLbl>
              <c:idx val="104"/>
              <c:delete val="1"/>
            </c:dLbl>
            <c:dLbl>
              <c:idx val="105"/>
              <c:delete val="1"/>
            </c:dLbl>
            <c:dLbl>
              <c:idx val="106"/>
              <c:delete val="1"/>
            </c:dLbl>
            <c:dLbl>
              <c:idx val="107"/>
              <c:delete val="1"/>
            </c:dLbl>
            <c:dLbl>
              <c:idx val="108"/>
              <c:delete val="1"/>
            </c:dLbl>
            <c:dLbl>
              <c:idx val="109"/>
              <c:delete val="1"/>
            </c:dLbl>
            <c:dLbl>
              <c:idx val="110"/>
              <c:delete val="1"/>
            </c:dLbl>
            <c:dLbl>
              <c:idx val="111"/>
              <c:delete val="1"/>
            </c:dLbl>
            <c:dLbl>
              <c:idx val="112"/>
              <c:delete val="1"/>
            </c:dLbl>
            <c:dLbl>
              <c:idx val="113"/>
              <c:delete val="1"/>
            </c:dLbl>
            <c:dLbl>
              <c:idx val="114"/>
              <c:delete val="1"/>
            </c:dLbl>
            <c:dLbl>
              <c:idx val="115"/>
              <c:delete val="1"/>
            </c:dLbl>
            <c:dLbl>
              <c:idx val="116"/>
              <c:delete val="1"/>
            </c:dLbl>
            <c:dLbl>
              <c:idx val="117"/>
              <c:delete val="1"/>
            </c:dLbl>
            <c:dLbl>
              <c:idx val="118"/>
              <c:delete val="1"/>
            </c:dLbl>
            <c:dLbl>
              <c:idx val="119"/>
              <c:delete val="1"/>
            </c:dLbl>
            <c:dLbl>
              <c:idx val="120"/>
              <c:delete val="1"/>
            </c:dLbl>
            <c:dLbl>
              <c:idx val="121"/>
              <c:delete val="1"/>
            </c:dLbl>
            <c:dLbl>
              <c:idx val="122"/>
              <c:delete val="1"/>
            </c:dLbl>
            <c:dLbl>
              <c:idx val="123"/>
              <c:delete val="1"/>
            </c:dLbl>
            <c:dLbl>
              <c:idx val="124"/>
              <c:delete val="1"/>
            </c:dLbl>
            <c:dLbl>
              <c:idx val="125"/>
              <c:delete val="1"/>
            </c:dLbl>
            <c:dLbl>
              <c:idx val="126"/>
              <c:delete val="1"/>
            </c:dLbl>
            <c:dLbl>
              <c:idx val="127"/>
              <c:delete val="1"/>
            </c:dLbl>
            <c:dLbl>
              <c:idx val="128"/>
              <c:delete val="1"/>
            </c:dLbl>
            <c:dLbl>
              <c:idx val="129"/>
              <c:delete val="1"/>
            </c:dLbl>
            <c:dLbl>
              <c:idx val="130"/>
              <c:delete val="1"/>
            </c:dLbl>
            <c:dLbl>
              <c:idx val="131"/>
              <c:delete val="1"/>
            </c:dLbl>
            <c:dLbl>
              <c:idx val="132"/>
              <c:delete val="1"/>
            </c:dLbl>
            <c:dLbl>
              <c:idx val="133"/>
              <c:delete val="1"/>
            </c:dLbl>
            <c:dLbl>
              <c:idx val="134"/>
              <c:delete val="1"/>
            </c:dLbl>
            <c:dLbl>
              <c:idx val="135"/>
              <c:delete val="1"/>
            </c:dLbl>
            <c:dLbl>
              <c:idx val="136"/>
              <c:delete val="1"/>
            </c:dLbl>
            <c:dLbl>
              <c:idx val="137"/>
              <c:delete val="1"/>
            </c:dLbl>
            <c:dLbl>
              <c:idx val="138"/>
              <c:delete val="1"/>
            </c:dLbl>
            <c:dLbl>
              <c:idx val="139"/>
              <c:delete val="1"/>
            </c:dLbl>
            <c:dLbl>
              <c:idx val="140"/>
              <c:delete val="1"/>
            </c:dLbl>
            <c:dLbl>
              <c:idx val="141"/>
              <c:delete val="1"/>
            </c:dLbl>
            <c:dLbl>
              <c:idx val="142"/>
              <c:delete val="1"/>
            </c:dLbl>
            <c:dLbl>
              <c:idx val="143"/>
              <c:delete val="1"/>
            </c:dLbl>
            <c:dLbl>
              <c:idx val="144"/>
              <c:delete val="1"/>
            </c:dLbl>
            <c:dLbl>
              <c:idx val="145"/>
              <c:delete val="1"/>
            </c:dLbl>
            <c:dLbl>
              <c:idx val="146"/>
              <c:delete val="1"/>
            </c:dLbl>
            <c:dLbl>
              <c:idx val="147"/>
              <c:delete val="1"/>
            </c:dLbl>
            <c:dLbl>
              <c:idx val="148"/>
              <c:delete val="1"/>
            </c:dLbl>
            <c:dLbl>
              <c:idx val="149"/>
              <c:delete val="1"/>
            </c:dLbl>
            <c:dLbl>
              <c:idx val="150"/>
              <c:delete val="1"/>
            </c:dLbl>
            <c:dLbl>
              <c:idx val="151"/>
              <c:delete val="1"/>
            </c:dLbl>
            <c:dLbl>
              <c:idx val="152"/>
              <c:delete val="1"/>
            </c:dLbl>
            <c:dLbl>
              <c:idx val="153"/>
              <c:delete val="1"/>
            </c:dLbl>
            <c:dLbl>
              <c:idx val="154"/>
              <c:delete val="1"/>
            </c:dLbl>
            <c:dLbl>
              <c:idx val="155"/>
              <c:delete val="1"/>
            </c:dLbl>
            <c:dLbl>
              <c:idx val="156"/>
              <c:delete val="1"/>
            </c:dLbl>
            <c:dLbl>
              <c:idx val="157"/>
              <c:delete val="1"/>
            </c:dLbl>
            <c:dLbl>
              <c:idx val="158"/>
              <c:delete val="1"/>
            </c:dLbl>
            <c:dLbl>
              <c:idx val="159"/>
              <c:delete val="1"/>
            </c:dLbl>
            <c:dLbl>
              <c:idx val="160"/>
              <c:delete val="1"/>
            </c:dLbl>
            <c:dLbl>
              <c:idx val="161"/>
              <c:delete val="1"/>
            </c:dLbl>
            <c:dLbl>
              <c:idx val="162"/>
              <c:delete val="1"/>
            </c:dLbl>
            <c:dLbl>
              <c:idx val="163"/>
              <c:delete val="1"/>
            </c:dLbl>
            <c:dLbl>
              <c:idx val="164"/>
              <c:delete val="1"/>
            </c:dLbl>
            <c:dLbl>
              <c:idx val="165"/>
              <c:delete val="1"/>
            </c:dLbl>
            <c:dLbl>
              <c:idx val="166"/>
              <c:delete val="1"/>
            </c:dLbl>
            <c:dLbl>
              <c:idx val="167"/>
              <c:delete val="1"/>
            </c:dLbl>
            <c:dLbl>
              <c:idx val="168"/>
              <c:delete val="1"/>
            </c:dLbl>
            <c:dLbl>
              <c:idx val="169"/>
              <c:delete val="1"/>
            </c:dLbl>
            <c:dLbl>
              <c:idx val="170"/>
              <c:delete val="1"/>
            </c:dLbl>
            <c:dLbl>
              <c:idx val="171"/>
              <c:delete val="1"/>
            </c:dLbl>
            <c:dLbl>
              <c:idx val="172"/>
              <c:delete val="1"/>
            </c:dLbl>
            <c:dLbl>
              <c:idx val="173"/>
              <c:delete val="1"/>
            </c:dLbl>
            <c:dLbl>
              <c:idx val="174"/>
              <c:delete val="1"/>
            </c:dLbl>
            <c:dLbl>
              <c:idx val="175"/>
              <c:delete val="1"/>
            </c:dLbl>
            <c:dLbl>
              <c:idx val="176"/>
              <c:delete val="1"/>
            </c:dLbl>
            <c:dLbl>
              <c:idx val="177"/>
              <c:delete val="1"/>
            </c:dLbl>
            <c:dLbl>
              <c:idx val="178"/>
              <c:delete val="1"/>
            </c:dLbl>
            <c:dLbl>
              <c:idx val="179"/>
              <c:delete val="1"/>
            </c:dLbl>
            <c:dLbl>
              <c:idx val="180"/>
              <c:delete val="1"/>
            </c:dLbl>
            <c:dLbl>
              <c:idx val="181"/>
              <c:delete val="1"/>
            </c:dLbl>
            <c:dLbl>
              <c:idx val="182"/>
              <c:delete val="1"/>
            </c:dLbl>
            <c:dLbl>
              <c:idx val="183"/>
              <c:delete val="1"/>
            </c:dLbl>
            <c:dLbl>
              <c:idx val="184"/>
              <c:delete val="1"/>
            </c:dLbl>
            <c:dLbl>
              <c:idx val="185"/>
              <c:delete val="1"/>
            </c:dLbl>
            <c:dLbl>
              <c:idx val="186"/>
              <c:delete val="1"/>
            </c:dLbl>
            <c:dLbl>
              <c:idx val="187"/>
              <c:delete val="1"/>
            </c:dLbl>
            <c:dLbl>
              <c:idx val="188"/>
              <c:delete val="1"/>
            </c:dLbl>
            <c:dLbl>
              <c:idx val="189"/>
              <c:delete val="1"/>
            </c:dLbl>
            <c:dLbl>
              <c:idx val="190"/>
              <c:delete val="1"/>
            </c:dLbl>
            <c:dLbl>
              <c:idx val="191"/>
              <c:delete val="1"/>
            </c:dLbl>
            <c:dLbl>
              <c:idx val="192"/>
              <c:delete val="1"/>
            </c:dLbl>
            <c:dLbl>
              <c:idx val="193"/>
              <c:delete val="1"/>
            </c:dLbl>
            <c:dLbl>
              <c:idx val="194"/>
              <c:delete val="1"/>
            </c:dLbl>
            <c:dLbl>
              <c:idx val="195"/>
              <c:delete val="1"/>
            </c:dLbl>
            <c:dLbl>
              <c:idx val="196"/>
              <c:delete val="1"/>
            </c:dLbl>
            <c:dLbl>
              <c:idx val="197"/>
              <c:delete val="1"/>
            </c:dLbl>
            <c:dLbl>
              <c:idx val="198"/>
              <c:delete val="1"/>
            </c:dLbl>
            <c:dLbl>
              <c:idx val="199"/>
              <c:delete val="1"/>
            </c:dLbl>
            <c:dLbl>
              <c:idx val="200"/>
              <c:delete val="1"/>
            </c:dLbl>
            <c:dLbl>
              <c:idx val="201"/>
              <c:delete val="1"/>
            </c:dLbl>
            <c:dLbl>
              <c:idx val="202"/>
              <c:delete val="1"/>
            </c:dLbl>
            <c:dLbl>
              <c:idx val="203"/>
              <c:delete val="1"/>
            </c:dLbl>
            <c:dLbl>
              <c:idx val="204"/>
              <c:delete val="1"/>
            </c:dLbl>
            <c:dLbl>
              <c:idx val="205"/>
              <c:delete val="1"/>
            </c:dLbl>
            <c:dLbl>
              <c:idx val="206"/>
              <c:delete val="1"/>
            </c:dLbl>
            <c:dLbl>
              <c:idx val="207"/>
              <c:delete val="1"/>
            </c:dLbl>
            <c:dLbl>
              <c:idx val="208"/>
              <c:delete val="1"/>
            </c:dLbl>
            <c:dLbl>
              <c:idx val="209"/>
              <c:delete val="1"/>
            </c:dLbl>
            <c:dLbl>
              <c:idx val="210"/>
              <c:delete val="1"/>
            </c:dLbl>
            <c:dLbl>
              <c:idx val="211"/>
              <c:delete val="1"/>
            </c:dLbl>
            <c:dLbl>
              <c:idx val="212"/>
              <c:delete val="1"/>
            </c:dLbl>
            <c:dLbl>
              <c:idx val="213"/>
              <c:delete val="1"/>
            </c:dLbl>
            <c:dLbl>
              <c:idx val="214"/>
              <c:delete val="1"/>
            </c:dLbl>
            <c:dLbl>
              <c:idx val="215"/>
              <c:delete val="1"/>
            </c:dLbl>
            <c:dLbl>
              <c:idx val="216"/>
              <c:delete val="1"/>
            </c:dLbl>
            <c:dLbl>
              <c:idx val="217"/>
              <c:delete val="1"/>
            </c:dLbl>
            <c:dLbl>
              <c:idx val="218"/>
              <c:delete val="1"/>
            </c:dLbl>
            <c:dLbl>
              <c:idx val="219"/>
              <c:delete val="1"/>
            </c:dLbl>
            <c:dLbl>
              <c:idx val="220"/>
              <c:delete val="1"/>
            </c:dLbl>
            <c:dLbl>
              <c:idx val="221"/>
              <c:delete val="1"/>
            </c:dLbl>
            <c:dLbl>
              <c:idx val="222"/>
              <c:delete val="1"/>
            </c:dLbl>
            <c:dLbl>
              <c:idx val="223"/>
              <c:delete val="1"/>
            </c:dLbl>
            <c:dLbl>
              <c:idx val="224"/>
              <c:delete val="1"/>
            </c:dLbl>
            <c:dLbl>
              <c:idx val="225"/>
              <c:delete val="1"/>
            </c:dLbl>
            <c:dLbl>
              <c:idx val="226"/>
              <c:delete val="1"/>
            </c:dLbl>
            <c:dLbl>
              <c:idx val="227"/>
              <c:delete val="1"/>
            </c:dLbl>
            <c:dLbl>
              <c:idx val="228"/>
              <c:delete val="1"/>
            </c:dLbl>
            <c:dLbl>
              <c:idx val="229"/>
              <c:delete val="1"/>
            </c:dLbl>
            <c:dLbl>
              <c:idx val="230"/>
              <c:delete val="1"/>
            </c:dLbl>
            <c:dLbl>
              <c:idx val="231"/>
              <c:delete val="1"/>
            </c:dLbl>
            <c:dLbl>
              <c:idx val="232"/>
              <c:delete val="1"/>
            </c:dLbl>
            <c:dLbl>
              <c:idx val="233"/>
              <c:delete val="1"/>
            </c:dLbl>
            <c:dLbl>
              <c:idx val="234"/>
              <c:delete val="1"/>
            </c:dLbl>
            <c:dLbl>
              <c:idx val="235"/>
              <c:delete val="1"/>
            </c:dLbl>
            <c:dLbl>
              <c:idx val="236"/>
              <c:delete val="1"/>
            </c:dLbl>
            <c:dLbl>
              <c:idx val="237"/>
              <c:delete val="1"/>
            </c:dLbl>
            <c:dLbl>
              <c:idx val="238"/>
              <c:delete val="1"/>
            </c:dLbl>
            <c:dLbl>
              <c:idx val="239"/>
              <c:delete val="1"/>
            </c:dLbl>
            <c:dLbl>
              <c:idx val="240"/>
              <c:delete val="1"/>
            </c:dLbl>
            <c:dLbl>
              <c:idx val="241"/>
              <c:delete val="1"/>
            </c:dLbl>
            <c:dLbl>
              <c:idx val="242"/>
              <c:delete val="1"/>
            </c:dLbl>
            <c:dLbl>
              <c:idx val="243"/>
              <c:delete val="1"/>
            </c:dLbl>
            <c:dLbl>
              <c:idx val="244"/>
              <c:delete val="1"/>
            </c:dLbl>
            <c:dLbl>
              <c:idx val="245"/>
              <c:delete val="1"/>
            </c:dLbl>
            <c:dLbl>
              <c:idx val="246"/>
              <c:delete val="1"/>
            </c:dLbl>
            <c:dLbl>
              <c:idx val="247"/>
              <c:delete val="1"/>
            </c:dLbl>
            <c:dLbl>
              <c:idx val="248"/>
              <c:delete val="1"/>
            </c:dLbl>
            <c:dLbl>
              <c:idx val="249"/>
              <c:delete val="1"/>
            </c:dLbl>
            <c:dLbl>
              <c:idx val="250"/>
              <c:delete val="1"/>
            </c:dLbl>
            <c:dLbl>
              <c:idx val="251"/>
              <c:delete val="1"/>
            </c:dLbl>
            <c:dLbl>
              <c:idx val="252"/>
              <c:delete val="1"/>
            </c:dLbl>
            <c:dLbl>
              <c:idx val="253"/>
              <c:delete val="1"/>
            </c:dLbl>
            <c:dLbl>
              <c:idx val="254"/>
              <c:delete val="1"/>
            </c:dLbl>
            <c:dLbl>
              <c:idx val="255"/>
              <c:delete val="1"/>
            </c:dLbl>
            <c:dLbl>
              <c:idx val="256"/>
              <c:delete val="1"/>
            </c:dLbl>
            <c:dLbl>
              <c:idx val="257"/>
              <c:delete val="1"/>
            </c:dLbl>
            <c:dLbl>
              <c:idx val="258"/>
              <c:delete val="1"/>
            </c:dLbl>
            <c:dLbl>
              <c:idx val="259"/>
              <c:delete val="1"/>
            </c:dLbl>
            <c:dLbl>
              <c:idx val="260"/>
              <c:delete val="1"/>
            </c:dLbl>
            <c:dLbl>
              <c:idx val="261"/>
              <c:delete val="1"/>
            </c:dLbl>
            <c:dLbl>
              <c:idx val="262"/>
              <c:delete val="1"/>
            </c:dLbl>
            <c:dLbl>
              <c:idx val="263"/>
              <c:delete val="1"/>
            </c:dLbl>
            <c:dLbl>
              <c:idx val="264"/>
              <c:delete val="1"/>
            </c:dLbl>
            <c:dLbl>
              <c:idx val="265"/>
              <c:delete val="1"/>
            </c:dLbl>
            <c:dLbl>
              <c:idx val="266"/>
              <c:delete val="1"/>
            </c:dLbl>
            <c:dLbl>
              <c:idx val="267"/>
              <c:delete val="1"/>
            </c:dLbl>
            <c:dLbl>
              <c:idx val="268"/>
              <c:delete val="1"/>
            </c:dLbl>
            <c:dLbl>
              <c:idx val="269"/>
              <c:delete val="1"/>
            </c:dLbl>
            <c:dLbl>
              <c:idx val="270"/>
              <c:delete val="1"/>
            </c:dLbl>
            <c:dLbl>
              <c:idx val="271"/>
              <c:delete val="1"/>
            </c:dLbl>
            <c:dLbl>
              <c:idx val="272"/>
              <c:delete val="1"/>
            </c:dLbl>
            <c:dLbl>
              <c:idx val="273"/>
              <c:delete val="1"/>
            </c:dLbl>
            <c:dLbl>
              <c:idx val="274"/>
              <c:delete val="1"/>
            </c:dLbl>
            <c:dLbl>
              <c:idx val="275"/>
              <c:delete val="1"/>
            </c:dLbl>
            <c:dLbl>
              <c:idx val="276"/>
              <c:delete val="1"/>
            </c:dLbl>
            <c:dLbl>
              <c:idx val="277"/>
              <c:delete val="1"/>
            </c:dLbl>
            <c:dLbl>
              <c:idx val="278"/>
              <c:delete val="1"/>
            </c:dLbl>
            <c:dLbl>
              <c:idx val="279"/>
              <c:delete val="1"/>
            </c:dLbl>
            <c:dLbl>
              <c:idx val="280"/>
              <c:delete val="1"/>
            </c:dLbl>
            <c:dLbl>
              <c:idx val="281"/>
              <c:delete val="1"/>
            </c:dLbl>
            <c:dLbl>
              <c:idx val="282"/>
              <c:delete val="1"/>
            </c:dLbl>
            <c:dLbl>
              <c:idx val="283"/>
              <c:delete val="1"/>
            </c:dLbl>
            <c:dLbl>
              <c:idx val="284"/>
              <c:delete val="1"/>
            </c:dLbl>
            <c:dLbl>
              <c:idx val="285"/>
              <c:delete val="1"/>
            </c:dLbl>
            <c:dLbl>
              <c:idx val="286"/>
              <c:delete val="1"/>
            </c:dLbl>
            <c:dLbl>
              <c:idx val="287"/>
              <c:delete val="1"/>
            </c:dLbl>
            <c:dLbl>
              <c:idx val="288"/>
              <c:delete val="1"/>
            </c:dLbl>
            <c:dLbl>
              <c:idx val="289"/>
              <c:delete val="1"/>
            </c:dLbl>
            <c:dLbl>
              <c:idx val="290"/>
              <c:delete val="1"/>
            </c:dLbl>
            <c:dLbl>
              <c:idx val="291"/>
              <c:delete val="1"/>
            </c:dLbl>
            <c:dLbl>
              <c:idx val="292"/>
              <c:delete val="1"/>
            </c:dLbl>
            <c:dLbl>
              <c:idx val="293"/>
              <c:delete val="1"/>
            </c:dLbl>
            <c:dLbl>
              <c:idx val="294"/>
              <c:delete val="1"/>
            </c:dLbl>
            <c:dLbl>
              <c:idx val="295"/>
              <c:delete val="1"/>
            </c:dLbl>
            <c:dLbl>
              <c:idx val="296"/>
              <c:delete val="1"/>
            </c:dLbl>
            <c:numFmt formatCode="0.0" sourceLinked="0"/>
            <c:txPr>
              <a:bodyPr/>
              <a:lstStyle/>
              <a:p>
                <a:pPr>
                  <a:defRPr sz="900" b="0" baseline="0">
                    <a:solidFill>
                      <a:srgbClr val="000000"/>
                    </a:solidFill>
                    <a:latin typeface="Roboto Light"/>
                  </a:defRPr>
                </a:pPr>
                <a:endParaRPr lang="en-US"/>
              </a:p>
            </c:txPr>
            <c:showLegendKey val="0"/>
            <c:showVal val="1"/>
            <c:showCatName val="0"/>
            <c:showSerName val="0"/>
            <c:showPercent val="0"/>
            <c:showBubbleSize val="0"/>
          </c:dLbls>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Sheet1!$B$2:$B$299</c:f>
              <c:numCache>
                <c:formatCode>General</c:formatCode>
                <c:ptCount val="298"/>
                <c:pt idx="0">
                  <c:v>13.563461396407</c:v>
                </c:pt>
                <c:pt idx="1">
                  <c:v>13.0935499255081</c:v>
                </c:pt>
                <c:pt idx="2">
                  <c:v>13.42021920013526</c:v>
                </c:pt>
                <c:pt idx="3">
                  <c:v>12.41432442106218</c:v>
                </c:pt>
                <c:pt idx="4">
                  <c:v>13.94823414097249</c:v>
                </c:pt>
                <c:pt idx="5">
                  <c:v>13.82974097741056</c:v>
                </c:pt>
                <c:pt idx="6">
                  <c:v>13.47703924166098</c:v>
                </c:pt>
                <c:pt idx="7">
                  <c:v>11.73421759554441</c:v>
                </c:pt>
                <c:pt idx="8">
                  <c:v>11.30553485479759</c:v>
                </c:pt>
                <c:pt idx="9">
                  <c:v>11.28118972874758</c:v>
                </c:pt>
                <c:pt idx="10">
                  <c:v>11.32773006693481</c:v>
                </c:pt>
                <c:pt idx="11">
                  <c:v>12.02901481691438</c:v>
                </c:pt>
                <c:pt idx="12">
                  <c:v>12.19529276234041</c:v>
                </c:pt>
                <c:pt idx="13">
                  <c:v>12.41517644547922</c:v>
                </c:pt>
                <c:pt idx="14">
                  <c:v>12.65056383099501</c:v>
                </c:pt>
                <c:pt idx="15">
                  <c:v>12.20289089506428</c:v>
                </c:pt>
                <c:pt idx="16">
                  <c:v>12.78000201756572</c:v>
                </c:pt>
                <c:pt idx="17">
                  <c:v>13.03794488109002</c:v>
                </c:pt>
                <c:pt idx="18">
                  <c:v>13.09259506415962</c:v>
                </c:pt>
                <c:pt idx="19">
                  <c:v>13.76169981960434</c:v>
                </c:pt>
                <c:pt idx="20">
                  <c:v>13.48560788871954</c:v>
                </c:pt>
                <c:pt idx="21">
                  <c:v>13.55251509036918</c:v>
                </c:pt>
                <c:pt idx="22">
                  <c:v>13.14726050135651</c:v>
                </c:pt>
                <c:pt idx="23">
                  <c:v>13.10630313652317</c:v>
                </c:pt>
                <c:pt idx="24">
                  <c:v>12.57811028652623</c:v>
                </c:pt>
                <c:pt idx="25">
                  <c:v>13.28162419393689</c:v>
                </c:pt>
                <c:pt idx="26">
                  <c:v>12.98388101417299</c:v>
                </c:pt>
                <c:pt idx="27">
                  <c:v>13.34991662206521</c:v>
                </c:pt>
                <c:pt idx="28">
                  <c:v>12.9055236060848</c:v>
                </c:pt>
                <c:pt idx="29">
                  <c:v>11.81840568002089</c:v>
                </c:pt>
                <c:pt idx="30">
                  <c:v>12.16799058064263</c:v>
                </c:pt>
                <c:pt idx="31">
                  <c:v>11.25272564994177</c:v>
                </c:pt>
                <c:pt idx="32">
                  <c:v>10.92306218716846</c:v>
                </c:pt>
                <c:pt idx="33">
                  <c:v>10.71555212320029</c:v>
                </c:pt>
                <c:pt idx="34">
                  <c:v>10.66007957871683</c:v>
                </c:pt>
                <c:pt idx="35">
                  <c:v>10.45011674710635</c:v>
                </c:pt>
                <c:pt idx="36">
                  <c:v>10.54723192437962</c:v>
                </c:pt>
                <c:pt idx="37">
                  <c:v>10.53257871947853</c:v>
                </c:pt>
                <c:pt idx="38">
                  <c:v>10.17649503505485</c:v>
                </c:pt>
                <c:pt idx="39">
                  <c:v>9.773706009074846</c:v>
                </c:pt>
                <c:pt idx="40">
                  <c:v>10.13298393933021</c:v>
                </c:pt>
                <c:pt idx="41">
                  <c:v>8.945086542578695</c:v>
                </c:pt>
                <c:pt idx="42">
                  <c:v>8.528518025577174</c:v>
                </c:pt>
                <c:pt idx="43">
                  <c:v>9.148126395173454</c:v>
                </c:pt>
                <c:pt idx="44">
                  <c:v>8.785954326189168</c:v>
                </c:pt>
                <c:pt idx="45">
                  <c:v>8.140875203216218</c:v>
                </c:pt>
                <c:pt idx="46">
                  <c:v>8.385417235948513</c:v>
                </c:pt>
                <c:pt idx="47">
                  <c:v>8.652466393307472</c:v>
                </c:pt>
                <c:pt idx="48">
                  <c:v>9.055735603094263</c:v>
                </c:pt>
                <c:pt idx="49">
                  <c:v>12.33101978856059</c:v>
                </c:pt>
                <c:pt idx="50">
                  <c:v>11.65644541010321</c:v>
                </c:pt>
                <c:pt idx="51">
                  <c:v>11.4979802955665</c:v>
                </c:pt>
                <c:pt idx="52">
                  <c:v>10.25716354625551</c:v>
                </c:pt>
                <c:pt idx="53">
                  <c:v>10.92671700192891</c:v>
                </c:pt>
                <c:pt idx="54">
                  <c:v>11.75809754753376</c:v>
                </c:pt>
                <c:pt idx="55">
                  <c:v>12.98860022148394</c:v>
                </c:pt>
                <c:pt idx="56">
                  <c:v>12.74821606648199</c:v>
                </c:pt>
                <c:pt idx="57">
                  <c:v>12.83172520775623</c:v>
                </c:pt>
                <c:pt idx="58">
                  <c:v>13.92360298177802</c:v>
                </c:pt>
                <c:pt idx="59">
                  <c:v>14.13599339570721</c:v>
                </c:pt>
                <c:pt idx="60">
                  <c:v>12.76733828207847</c:v>
                </c:pt>
                <c:pt idx="61">
                  <c:v>12.72351612903226</c:v>
                </c:pt>
                <c:pt idx="62">
                  <c:v>13.35375488917862</c:v>
                </c:pt>
                <c:pt idx="63">
                  <c:v>13.86522633744856</c:v>
                </c:pt>
                <c:pt idx="64">
                  <c:v>13.34050300601202</c:v>
                </c:pt>
                <c:pt idx="65">
                  <c:v>12.7891704147926</c:v>
                </c:pt>
                <c:pt idx="66">
                  <c:v>12.40536199654065</c:v>
                </c:pt>
                <c:pt idx="67">
                  <c:v>12.35408797653959</c:v>
                </c:pt>
                <c:pt idx="68">
                  <c:v>11.25862701121404</c:v>
                </c:pt>
                <c:pt idx="69">
                  <c:v>10.64796207148067</c:v>
                </c:pt>
                <c:pt idx="70">
                  <c:v>11.76080601357905</c:v>
                </c:pt>
                <c:pt idx="71">
                  <c:v>11.88027835299783</c:v>
                </c:pt>
                <c:pt idx="72">
                  <c:v>12.00570421528935</c:v>
                </c:pt>
                <c:pt idx="73">
                  <c:v>11.48312452830188</c:v>
                </c:pt>
                <c:pt idx="74">
                  <c:v>10.47670621205044</c:v>
                </c:pt>
                <c:pt idx="75">
                  <c:v>9.994101071262225</c:v>
                </c:pt>
                <c:pt idx="76">
                  <c:v>10.40594933767139</c:v>
                </c:pt>
                <c:pt idx="77">
                  <c:v>10.48960575139147</c:v>
                </c:pt>
                <c:pt idx="78">
                  <c:v>10.40577875491785</c:v>
                </c:pt>
                <c:pt idx="79">
                  <c:v>9.975019164165323</c:v>
                </c:pt>
                <c:pt idx="80">
                  <c:v>10.31579797979798</c:v>
                </c:pt>
                <c:pt idx="81">
                  <c:v>10.25086689419795</c:v>
                </c:pt>
                <c:pt idx="82">
                  <c:v>11.19023574835339</c:v>
                </c:pt>
                <c:pt idx="83">
                  <c:v>11.83595926680244</c:v>
                </c:pt>
                <c:pt idx="84">
                  <c:v>11.65051397655545</c:v>
                </c:pt>
                <c:pt idx="85">
                  <c:v>11.23541546643031</c:v>
                </c:pt>
                <c:pt idx="86">
                  <c:v>11.62073446327683</c:v>
                </c:pt>
                <c:pt idx="87">
                  <c:v>11.51696956426538</c:v>
                </c:pt>
                <c:pt idx="88">
                  <c:v>11.58753224043716</c:v>
                </c:pt>
                <c:pt idx="89">
                  <c:v>11.49731238214959</c:v>
                </c:pt>
                <c:pt idx="90">
                  <c:v>10.96582692307692</c:v>
                </c:pt>
                <c:pt idx="91">
                  <c:v>11.77704200586128</c:v>
                </c:pt>
                <c:pt idx="92">
                  <c:v>11.52282182297676</c:v>
                </c:pt>
                <c:pt idx="93">
                  <c:v>12.83467544437129</c:v>
                </c:pt>
                <c:pt idx="94">
                  <c:v>12.26997326118097</c:v>
                </c:pt>
                <c:pt idx="95">
                  <c:v>12.59416474919466</c:v>
                </c:pt>
                <c:pt idx="96">
                  <c:v>10.95738778625954</c:v>
                </c:pt>
                <c:pt idx="97">
                  <c:v>10.65426808510638</c:v>
                </c:pt>
                <c:pt idx="98">
                  <c:v>10.24904416986224</c:v>
                </c:pt>
                <c:pt idx="99">
                  <c:v>10.57730485036119</c:v>
                </c:pt>
                <c:pt idx="100">
                  <c:v>9.42316206185567</c:v>
                </c:pt>
                <c:pt idx="101">
                  <c:v>8.905074716568775</c:v>
                </c:pt>
                <c:pt idx="102">
                  <c:v>9.988969059656219</c:v>
                </c:pt>
                <c:pt idx="103">
                  <c:v>9.604453178263485</c:v>
                </c:pt>
                <c:pt idx="104">
                  <c:v>9.166077646587953</c:v>
                </c:pt>
                <c:pt idx="105">
                  <c:v>9.155624394966118</c:v>
                </c:pt>
                <c:pt idx="106">
                  <c:v>8.935835957825553</c:v>
                </c:pt>
                <c:pt idx="107">
                  <c:v>8.939541054921154</c:v>
                </c:pt>
                <c:pt idx="108">
                  <c:v>8.225481239804241</c:v>
                </c:pt>
                <c:pt idx="109">
                  <c:v>8.28015084269663</c:v>
                </c:pt>
                <c:pt idx="110">
                  <c:v>8.238967137503606</c:v>
                </c:pt>
                <c:pt idx="111">
                  <c:v>8.026368483412323</c:v>
                </c:pt>
                <c:pt idx="112">
                  <c:v>7.615965639810427</c:v>
                </c:pt>
                <c:pt idx="113">
                  <c:v>7.895834123222749</c:v>
                </c:pt>
                <c:pt idx="114">
                  <c:v>7.873113132911392</c:v>
                </c:pt>
                <c:pt idx="115">
                  <c:v>7.349845758354756</c:v>
                </c:pt>
                <c:pt idx="116">
                  <c:v>7.756375838926176</c:v>
                </c:pt>
                <c:pt idx="117">
                  <c:v>8.062082397003744</c:v>
                </c:pt>
                <c:pt idx="118">
                  <c:v>9.03126972260476</c:v>
                </c:pt>
                <c:pt idx="119">
                  <c:v>8.868615984405459</c:v>
                </c:pt>
                <c:pt idx="120">
                  <c:v>9.056216508795671</c:v>
                </c:pt>
                <c:pt idx="121">
                  <c:v>9.217441591040741</c:v>
                </c:pt>
                <c:pt idx="122">
                  <c:v>9.837871478193748</c:v>
                </c:pt>
                <c:pt idx="123">
                  <c:v>10.17525245901639</c:v>
                </c:pt>
                <c:pt idx="124">
                  <c:v>10.43701442030379</c:v>
                </c:pt>
                <c:pt idx="125">
                  <c:v>10.8290650796698</c:v>
                </c:pt>
                <c:pt idx="126">
                  <c:v>11.15118972786508</c:v>
                </c:pt>
                <c:pt idx="127">
                  <c:v>11.36349179702404</c:v>
                </c:pt>
                <c:pt idx="128">
                  <c:v>11.54707879710697</c:v>
                </c:pt>
                <c:pt idx="129">
                  <c:v>11.9441200151918</c:v>
                </c:pt>
                <c:pt idx="130">
                  <c:v>12.12256304102371</c:v>
                </c:pt>
                <c:pt idx="131">
                  <c:v>11.98387234841374</c:v>
                </c:pt>
                <c:pt idx="132">
                  <c:v>12.74505347793568</c:v>
                </c:pt>
                <c:pt idx="133">
                  <c:v>12.56447744570261</c:v>
                </c:pt>
                <c:pt idx="134">
                  <c:v>12.14516307352128</c:v>
                </c:pt>
                <c:pt idx="135">
                  <c:v>11.71307801161103</c:v>
                </c:pt>
                <c:pt idx="136">
                  <c:v>11.00209281490772</c:v>
                </c:pt>
                <c:pt idx="137">
                  <c:v>11.26308938254329</c:v>
                </c:pt>
                <c:pt idx="138">
                  <c:v>11.26919937205652</c:v>
                </c:pt>
                <c:pt idx="139">
                  <c:v>10.44789572329187</c:v>
                </c:pt>
                <c:pt idx="140">
                  <c:v>11.14351282486835</c:v>
                </c:pt>
                <c:pt idx="141">
                  <c:v>10.51026935456547</c:v>
                </c:pt>
                <c:pt idx="142">
                  <c:v>10.34756902581182</c:v>
                </c:pt>
                <c:pt idx="143">
                  <c:v>10.26164432647644</c:v>
                </c:pt>
                <c:pt idx="144">
                  <c:v>10.23250173525037</c:v>
                </c:pt>
                <c:pt idx="145">
                  <c:v>9.628189425135893</c:v>
                </c:pt>
                <c:pt idx="146">
                  <c:v>9.935025464103829</c:v>
                </c:pt>
                <c:pt idx="147">
                  <c:v>10.46522802422655</c:v>
                </c:pt>
                <c:pt idx="148">
                  <c:v>11.06584419402254</c:v>
                </c:pt>
                <c:pt idx="149">
                  <c:v>10.90714001629992</c:v>
                </c:pt>
                <c:pt idx="150">
                  <c:v>10.87279947916667</c:v>
                </c:pt>
                <c:pt idx="151">
                  <c:v>11.42717242497972</c:v>
                </c:pt>
                <c:pt idx="152">
                  <c:v>11.10735821619001</c:v>
                </c:pt>
                <c:pt idx="153">
                  <c:v>11.76485106382979</c:v>
                </c:pt>
                <c:pt idx="154">
                  <c:v>11.83007103825137</c:v>
                </c:pt>
                <c:pt idx="155">
                  <c:v>12.04215488</c:v>
                </c:pt>
                <c:pt idx="156">
                  <c:v>11.71869942565412</c:v>
                </c:pt>
                <c:pt idx="157">
                  <c:v>12.19825393794749</c:v>
                </c:pt>
                <c:pt idx="158">
                  <c:v>11.6840241193272</c:v>
                </c:pt>
                <c:pt idx="159">
                  <c:v>11.6659121398205</c:v>
                </c:pt>
                <c:pt idx="160">
                  <c:v>11.4258588565197</c:v>
                </c:pt>
                <c:pt idx="161">
                  <c:v>11.67627097576134</c:v>
                </c:pt>
                <c:pt idx="162">
                  <c:v>11.2516740305886</c:v>
                </c:pt>
                <c:pt idx="163">
                  <c:v>11.33971516267649</c:v>
                </c:pt>
                <c:pt idx="164">
                  <c:v>10.96513093788063</c:v>
                </c:pt>
                <c:pt idx="165">
                  <c:v>10.7863732405025</c:v>
                </c:pt>
                <c:pt idx="166">
                  <c:v>10.95431073531632</c:v>
                </c:pt>
                <c:pt idx="167">
                  <c:v>11.04833368468604</c:v>
                </c:pt>
                <c:pt idx="168">
                  <c:v>10.94252139960955</c:v>
                </c:pt>
                <c:pt idx="169">
                  <c:v>10.56410922112802</c:v>
                </c:pt>
                <c:pt idx="170">
                  <c:v>10.15691560556707</c:v>
                </c:pt>
                <c:pt idx="171">
                  <c:v>9.632181898715487</c:v>
                </c:pt>
                <c:pt idx="172">
                  <c:v>10.04047879858657</c:v>
                </c:pt>
                <c:pt idx="173">
                  <c:v>10.37397385812895</c:v>
                </c:pt>
                <c:pt idx="174">
                  <c:v>9.821408351648351</c:v>
                </c:pt>
                <c:pt idx="175">
                  <c:v>10.25015645562217</c:v>
                </c:pt>
                <c:pt idx="176">
                  <c:v>9.356487975513772</c:v>
                </c:pt>
                <c:pt idx="177">
                  <c:v>9.180459816887081</c:v>
                </c:pt>
                <c:pt idx="178">
                  <c:v>9.473329468038846</c:v>
                </c:pt>
                <c:pt idx="179">
                  <c:v>9.220378612716763</c:v>
                </c:pt>
                <c:pt idx="180">
                  <c:v>9.295680354843325</c:v>
                </c:pt>
                <c:pt idx="181">
                  <c:v>8.843</c:v>
                </c:pt>
                <c:pt idx="182">
                  <c:v>9.301964010282775</c:v>
                </c:pt>
                <c:pt idx="183">
                  <c:v>9.30516640434969</c:v>
                </c:pt>
                <c:pt idx="184">
                  <c:v>9.103083010752687</c:v>
                </c:pt>
                <c:pt idx="185">
                  <c:v>9.342047311827958</c:v>
                </c:pt>
                <c:pt idx="186">
                  <c:v>9.387854623655913</c:v>
                </c:pt>
                <c:pt idx="187">
                  <c:v>9.879427590154551</c:v>
                </c:pt>
                <c:pt idx="188">
                  <c:v>10.30316554777889</c:v>
                </c:pt>
                <c:pt idx="189">
                  <c:v>10.35930692504987</c:v>
                </c:pt>
                <c:pt idx="190">
                  <c:v>10.08696737588653</c:v>
                </c:pt>
                <c:pt idx="191">
                  <c:v>9.869715091678421</c:v>
                </c:pt>
                <c:pt idx="192">
                  <c:v>9.760269854586131</c:v>
                </c:pt>
                <c:pt idx="193">
                  <c:v>9.309685798072895</c:v>
                </c:pt>
                <c:pt idx="194">
                  <c:v>9.507438929168991</c:v>
                </c:pt>
                <c:pt idx="195">
                  <c:v>9.048128619153674</c:v>
                </c:pt>
                <c:pt idx="196">
                  <c:v>8.937008478109799</c:v>
                </c:pt>
                <c:pt idx="197">
                  <c:v>9.19116049382716</c:v>
                </c:pt>
                <c:pt idx="198">
                  <c:v>9.024106385926027</c:v>
                </c:pt>
                <c:pt idx="199">
                  <c:v>8.766434024896267</c:v>
                </c:pt>
                <c:pt idx="200">
                  <c:v>8.96753924679266</c:v>
                </c:pt>
                <c:pt idx="201">
                  <c:v>9.407352779306549</c:v>
                </c:pt>
                <c:pt idx="202">
                  <c:v>9.139458836443469</c:v>
                </c:pt>
                <c:pt idx="203">
                  <c:v>8.229250713412149</c:v>
                </c:pt>
                <c:pt idx="204">
                  <c:v>8.275650175723168</c:v>
                </c:pt>
                <c:pt idx="205">
                  <c:v>8.130239762931035</c:v>
                </c:pt>
                <c:pt idx="206">
                  <c:v>7.672616987179488</c:v>
                </c:pt>
                <c:pt idx="207">
                  <c:v>7.355018666666666</c:v>
                </c:pt>
                <c:pt idx="208">
                  <c:v>7.10686010638298</c:v>
                </c:pt>
                <c:pt idx="209">
                  <c:v>7.353262264651286</c:v>
                </c:pt>
                <c:pt idx="210">
                  <c:v>7.951348504895475</c:v>
                </c:pt>
                <c:pt idx="211">
                  <c:v>8.180689545934531</c:v>
                </c:pt>
                <c:pt idx="212">
                  <c:v>8.571463157894737</c:v>
                </c:pt>
                <c:pt idx="213">
                  <c:v>8.437311794063568</c:v>
                </c:pt>
                <c:pt idx="214">
                  <c:v>8.674408768705698</c:v>
                </c:pt>
                <c:pt idx="215">
                  <c:v>8.742000000000001</c:v>
                </c:pt>
                <c:pt idx="216">
                  <c:v>8.270396542692509</c:v>
                </c:pt>
                <c:pt idx="217">
                  <c:v>8.301444947599949</c:v>
                </c:pt>
                <c:pt idx="218">
                  <c:v>8.669996679013924</c:v>
                </c:pt>
                <c:pt idx="219">
                  <c:v>9.11952037697402</c:v>
                </c:pt>
                <c:pt idx="220">
                  <c:v>8.87934291528873</c:v>
                </c:pt>
                <c:pt idx="221">
                  <c:v>8.363000633151829</c:v>
                </c:pt>
                <c:pt idx="222">
                  <c:v>8.480448907414425</c:v>
                </c:pt>
                <c:pt idx="223">
                  <c:v>8.765489780469341</c:v>
                </c:pt>
                <c:pt idx="224">
                  <c:v>9.231996973518287</c:v>
                </c:pt>
                <c:pt idx="225">
                  <c:v>9.519799495586382</c:v>
                </c:pt>
                <c:pt idx="226">
                  <c:v>10.29292786885246</c:v>
                </c:pt>
                <c:pt idx="227">
                  <c:v>10.04966683442375</c:v>
                </c:pt>
                <c:pt idx="228">
                  <c:v>9.93098298724043</c:v>
                </c:pt>
                <c:pt idx="229">
                  <c:v>9.85113325031133</c:v>
                </c:pt>
                <c:pt idx="230">
                  <c:v>9.930473128956187</c:v>
                </c:pt>
                <c:pt idx="231">
                  <c:v>9.999340491176108</c:v>
                </c:pt>
                <c:pt idx="232">
                  <c:v>10.29368270769231</c:v>
                </c:pt>
                <c:pt idx="233">
                  <c:v>10.23574076347122</c:v>
                </c:pt>
                <c:pt idx="234">
                  <c:v>10.38857503059976</c:v>
                </c:pt>
                <c:pt idx="235">
                  <c:v>9.961531291936074</c:v>
                </c:pt>
                <c:pt idx="236">
                  <c:v>9.810407736285123</c:v>
                </c:pt>
                <c:pt idx="237">
                  <c:v>9.56231778425656</c:v>
                </c:pt>
                <c:pt idx="238">
                  <c:v>9.448881364131092</c:v>
                </c:pt>
                <c:pt idx="239">
                  <c:v>10.09910843718665</c:v>
                </c:pt>
                <c:pt idx="240">
                  <c:v>10.69176380036079</c:v>
                </c:pt>
                <c:pt idx="241">
                  <c:v>10.74689943074004</c:v>
                </c:pt>
                <c:pt idx="242">
                  <c:v>11.45226517571885</c:v>
                </c:pt>
                <c:pt idx="243">
                  <c:v>11.54494394904459</c:v>
                </c:pt>
                <c:pt idx="244">
                  <c:v>11.18893489148581</c:v>
                </c:pt>
                <c:pt idx="245">
                  <c:v>10.78120104438642</c:v>
                </c:pt>
                <c:pt idx="246">
                  <c:v>10.88232415902141</c:v>
                </c:pt>
                <c:pt idx="247">
                  <c:v>11.4286086749285</c:v>
                </c:pt>
                <c:pt idx="248">
                  <c:v>10.94894486692015</c:v>
                </c:pt>
                <c:pt idx="249">
                  <c:v>11.01211137440758</c:v>
                </c:pt>
                <c:pt idx="250">
                  <c:v>11.53837381852552</c:v>
                </c:pt>
                <c:pt idx="251">
                  <c:v>11.41286710407822</c:v>
                </c:pt>
                <c:pt idx="252">
                  <c:v>11.96401075681906</c:v>
                </c:pt>
                <c:pt idx="253">
                  <c:v>12.77265154427784</c:v>
                </c:pt>
                <c:pt idx="254">
                  <c:v>12.43903984355903</c:v>
                </c:pt>
                <c:pt idx="255">
                  <c:v>12.8928583984375</c:v>
                </c:pt>
                <c:pt idx="256">
                  <c:v>12.31596927578639</c:v>
                </c:pt>
                <c:pt idx="257">
                  <c:v>12.69056089821821</c:v>
                </c:pt>
                <c:pt idx="258">
                  <c:v>12.12882051282051</c:v>
                </c:pt>
                <c:pt idx="259">
                  <c:v>12.0344656212304</c:v>
                </c:pt>
                <c:pt idx="260">
                  <c:v>11.99472040302267</c:v>
                </c:pt>
                <c:pt idx="261">
                  <c:v>12.28009803921569</c:v>
                </c:pt>
                <c:pt idx="262">
                  <c:v>11.98444974486769</c:v>
                </c:pt>
                <c:pt idx="263">
                  <c:v>12.78535637860082</c:v>
                </c:pt>
                <c:pt idx="264">
                  <c:v>12.68482967802147</c:v>
                </c:pt>
                <c:pt idx="265">
                  <c:v>13.19707694069155</c:v>
                </c:pt>
                <c:pt idx="266">
                  <c:v>13.31280328055587</c:v>
                </c:pt>
                <c:pt idx="267">
                  <c:v>13.92266090319645</c:v>
                </c:pt>
                <c:pt idx="268">
                  <c:v>13.9014044242768</c:v>
                </c:pt>
                <c:pt idx="269">
                  <c:v>13.13411499760422</c:v>
                </c:pt>
                <c:pt idx="270">
                  <c:v>12.49874078862314</c:v>
                </c:pt>
                <c:pt idx="271">
                  <c:v>11.97427003765465</c:v>
                </c:pt>
                <c:pt idx="272">
                  <c:v>12.07564789644013</c:v>
                </c:pt>
                <c:pt idx="273">
                  <c:v>12.90963653265164</c:v>
                </c:pt>
                <c:pt idx="274">
                  <c:v>13.52842837273992</c:v>
                </c:pt>
                <c:pt idx="275">
                  <c:v>13.8105116380248</c:v>
                </c:pt>
                <c:pt idx="276">
                  <c:v>13.40815994881638</c:v>
                </c:pt>
                <c:pt idx="277">
                  <c:v>12.60921755027422</c:v>
                </c:pt>
                <c:pt idx="278">
                  <c:v>11.38204184424641</c:v>
                </c:pt>
                <c:pt idx="279">
                  <c:v>10.5527904642409</c:v>
                </c:pt>
                <c:pt idx="280">
                  <c:v>11.62533557800224</c:v>
                </c:pt>
                <c:pt idx="281">
                  <c:v>11.56836931311329</c:v>
                </c:pt>
                <c:pt idx="282">
                  <c:v>11.0375162294353</c:v>
                </c:pt>
                <c:pt idx="283">
                  <c:v>10.89657599289994</c:v>
                </c:pt>
                <c:pt idx="284">
                  <c:v>10.35981394335512</c:v>
                </c:pt>
                <c:pt idx="285">
                  <c:v>11.11516109422493</c:v>
                </c:pt>
                <c:pt idx="286">
                  <c:v>11.16563514390825</c:v>
                </c:pt>
                <c:pt idx="287">
                  <c:v>11.46277679534181</c:v>
                </c:pt>
                <c:pt idx="288">
                  <c:v>10.84333089658138</c:v>
                </c:pt>
                <c:pt idx="289">
                  <c:v>10.43382216494845</c:v>
                </c:pt>
                <c:pt idx="290">
                  <c:v>10.2714924647545</c:v>
                </c:pt>
                <c:pt idx="291">
                  <c:v>10.41809164882227</c:v>
                </c:pt>
                <c:pt idx="292">
                  <c:v>9.978897877452944</c:v>
                </c:pt>
                <c:pt idx="293">
                  <c:v>10.06913175314969</c:v>
                </c:pt>
                <c:pt idx="294">
                  <c:v>10.33348008565311</c:v>
                </c:pt>
                <c:pt idx="295">
                  <c:v>11.2142523326572</c:v>
                </c:pt>
                <c:pt idx="296">
                  <c:v>11.01688902291918</c:v>
                </c:pt>
                <c:pt idx="297">
                  <c:v>11.01253723564198</c:v>
                </c:pt>
              </c:numCache>
            </c:numRef>
          </c:val>
        </c:ser>
        <c:ser>
          <c:idx val="1"/>
          <c:order val="1"/>
          <c:tx>
            <c:v>Average</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Sheet1!$C$2:$C$299</c:f>
              <c:numCache>
                <c:formatCode>General</c:formatCode>
                <c:ptCount val="298"/>
                <c:pt idx="0">
                  <c:v>10.80745839317488</c:v>
                </c:pt>
                <c:pt idx="1">
                  <c:v>10.80745839317488</c:v>
                </c:pt>
                <c:pt idx="2">
                  <c:v>10.80745839317488</c:v>
                </c:pt>
                <c:pt idx="3">
                  <c:v>10.80745839317488</c:v>
                </c:pt>
                <c:pt idx="4">
                  <c:v>10.80745839317488</c:v>
                </c:pt>
                <c:pt idx="5">
                  <c:v>10.80745839317488</c:v>
                </c:pt>
                <c:pt idx="6">
                  <c:v>10.80745839317488</c:v>
                </c:pt>
                <c:pt idx="7">
                  <c:v>10.80745839317488</c:v>
                </c:pt>
                <c:pt idx="8">
                  <c:v>10.80745839317488</c:v>
                </c:pt>
                <c:pt idx="9">
                  <c:v>10.80745839317488</c:v>
                </c:pt>
                <c:pt idx="10">
                  <c:v>10.80745839317488</c:v>
                </c:pt>
                <c:pt idx="11">
                  <c:v>10.80745839317488</c:v>
                </c:pt>
                <c:pt idx="12">
                  <c:v>10.80745839317488</c:v>
                </c:pt>
                <c:pt idx="13">
                  <c:v>10.80745839317488</c:v>
                </c:pt>
                <c:pt idx="14">
                  <c:v>10.80745839317488</c:v>
                </c:pt>
                <c:pt idx="15">
                  <c:v>10.80745839317488</c:v>
                </c:pt>
                <c:pt idx="16">
                  <c:v>10.80745839317488</c:v>
                </c:pt>
                <c:pt idx="17">
                  <c:v>10.80745839317488</c:v>
                </c:pt>
                <c:pt idx="18">
                  <c:v>10.80745839317488</c:v>
                </c:pt>
                <c:pt idx="19">
                  <c:v>10.80745839317488</c:v>
                </c:pt>
                <c:pt idx="20">
                  <c:v>10.80745839317488</c:v>
                </c:pt>
                <c:pt idx="21">
                  <c:v>10.80745839317488</c:v>
                </c:pt>
                <c:pt idx="22">
                  <c:v>10.80745839317488</c:v>
                </c:pt>
                <c:pt idx="23">
                  <c:v>10.80745839317488</c:v>
                </c:pt>
                <c:pt idx="24">
                  <c:v>10.80745839317488</c:v>
                </c:pt>
                <c:pt idx="25">
                  <c:v>10.80745839317488</c:v>
                </c:pt>
                <c:pt idx="26">
                  <c:v>10.80745839317488</c:v>
                </c:pt>
                <c:pt idx="27">
                  <c:v>10.80745839317488</c:v>
                </c:pt>
                <c:pt idx="28">
                  <c:v>10.80745839317488</c:v>
                </c:pt>
                <c:pt idx="29">
                  <c:v>10.80745839317488</c:v>
                </c:pt>
                <c:pt idx="30">
                  <c:v>10.80745839317488</c:v>
                </c:pt>
                <c:pt idx="31">
                  <c:v>10.80745839317488</c:v>
                </c:pt>
                <c:pt idx="32">
                  <c:v>10.80745839317488</c:v>
                </c:pt>
                <c:pt idx="33">
                  <c:v>10.80745839317488</c:v>
                </c:pt>
                <c:pt idx="34">
                  <c:v>10.80745839317488</c:v>
                </c:pt>
                <c:pt idx="35">
                  <c:v>10.80745839317488</c:v>
                </c:pt>
                <c:pt idx="36">
                  <c:v>10.80745839317488</c:v>
                </c:pt>
                <c:pt idx="37">
                  <c:v>10.80745839317488</c:v>
                </c:pt>
                <c:pt idx="38">
                  <c:v>10.80745839317488</c:v>
                </c:pt>
                <c:pt idx="39">
                  <c:v>10.80745839317488</c:v>
                </c:pt>
                <c:pt idx="40">
                  <c:v>10.80745839317488</c:v>
                </c:pt>
                <c:pt idx="41">
                  <c:v>10.80745839317488</c:v>
                </c:pt>
                <c:pt idx="42">
                  <c:v>10.80745839317488</c:v>
                </c:pt>
                <c:pt idx="43">
                  <c:v>10.80745839317488</c:v>
                </c:pt>
                <c:pt idx="44">
                  <c:v>10.80745839317488</c:v>
                </c:pt>
                <c:pt idx="45">
                  <c:v>10.80745839317488</c:v>
                </c:pt>
                <c:pt idx="46">
                  <c:v>10.80745839317488</c:v>
                </c:pt>
                <c:pt idx="47">
                  <c:v>10.80745839317488</c:v>
                </c:pt>
                <c:pt idx="48">
                  <c:v>10.80745839317488</c:v>
                </c:pt>
                <c:pt idx="49">
                  <c:v>10.80745839317488</c:v>
                </c:pt>
                <c:pt idx="50">
                  <c:v>10.80745839317488</c:v>
                </c:pt>
                <c:pt idx="51">
                  <c:v>10.80745839317488</c:v>
                </c:pt>
                <c:pt idx="52">
                  <c:v>10.80745839317488</c:v>
                </c:pt>
                <c:pt idx="53">
                  <c:v>10.80745839317488</c:v>
                </c:pt>
                <c:pt idx="54">
                  <c:v>10.80745839317488</c:v>
                </c:pt>
                <c:pt idx="55">
                  <c:v>10.80745839317488</c:v>
                </c:pt>
                <c:pt idx="56">
                  <c:v>10.80745839317488</c:v>
                </c:pt>
                <c:pt idx="57">
                  <c:v>10.80745839317488</c:v>
                </c:pt>
                <c:pt idx="58">
                  <c:v>10.80745839317488</c:v>
                </c:pt>
                <c:pt idx="59">
                  <c:v>10.80745839317488</c:v>
                </c:pt>
                <c:pt idx="60">
                  <c:v>10.80745839317488</c:v>
                </c:pt>
                <c:pt idx="61">
                  <c:v>10.80745839317488</c:v>
                </c:pt>
                <c:pt idx="62">
                  <c:v>10.80745839317488</c:v>
                </c:pt>
                <c:pt idx="63">
                  <c:v>10.80745839317488</c:v>
                </c:pt>
                <c:pt idx="64">
                  <c:v>10.80745839317488</c:v>
                </c:pt>
                <c:pt idx="65">
                  <c:v>10.80745839317488</c:v>
                </c:pt>
                <c:pt idx="66">
                  <c:v>10.80745839317488</c:v>
                </c:pt>
                <c:pt idx="67">
                  <c:v>10.80745839317488</c:v>
                </c:pt>
                <c:pt idx="68">
                  <c:v>10.80745839317488</c:v>
                </c:pt>
                <c:pt idx="69">
                  <c:v>10.80745839317488</c:v>
                </c:pt>
                <c:pt idx="70">
                  <c:v>10.80745839317488</c:v>
                </c:pt>
                <c:pt idx="71">
                  <c:v>10.80745839317488</c:v>
                </c:pt>
                <c:pt idx="72">
                  <c:v>10.80745839317488</c:v>
                </c:pt>
                <c:pt idx="73">
                  <c:v>10.80745839317488</c:v>
                </c:pt>
                <c:pt idx="74">
                  <c:v>10.80745839317488</c:v>
                </c:pt>
                <c:pt idx="75">
                  <c:v>10.80745839317488</c:v>
                </c:pt>
                <c:pt idx="76">
                  <c:v>10.80745839317488</c:v>
                </c:pt>
                <c:pt idx="77">
                  <c:v>10.80745839317488</c:v>
                </c:pt>
                <c:pt idx="78">
                  <c:v>10.80745839317488</c:v>
                </c:pt>
                <c:pt idx="79">
                  <c:v>10.80745839317488</c:v>
                </c:pt>
                <c:pt idx="80">
                  <c:v>10.80745839317488</c:v>
                </c:pt>
                <c:pt idx="81">
                  <c:v>10.80745839317488</c:v>
                </c:pt>
                <c:pt idx="82">
                  <c:v>10.80745839317488</c:v>
                </c:pt>
                <c:pt idx="83">
                  <c:v>10.80745839317488</c:v>
                </c:pt>
                <c:pt idx="84">
                  <c:v>10.80745839317488</c:v>
                </c:pt>
                <c:pt idx="85">
                  <c:v>10.80745839317488</c:v>
                </c:pt>
                <c:pt idx="86">
                  <c:v>10.80745839317488</c:v>
                </c:pt>
                <c:pt idx="87">
                  <c:v>10.80745839317488</c:v>
                </c:pt>
                <c:pt idx="88">
                  <c:v>10.80745839317488</c:v>
                </c:pt>
                <c:pt idx="89">
                  <c:v>10.80745839317488</c:v>
                </c:pt>
                <c:pt idx="90">
                  <c:v>10.80745839317488</c:v>
                </c:pt>
                <c:pt idx="91">
                  <c:v>10.80745839317488</c:v>
                </c:pt>
                <c:pt idx="92">
                  <c:v>10.80745839317488</c:v>
                </c:pt>
                <c:pt idx="93">
                  <c:v>10.80745839317488</c:v>
                </c:pt>
                <c:pt idx="94">
                  <c:v>10.80745839317488</c:v>
                </c:pt>
                <c:pt idx="95">
                  <c:v>10.80745839317488</c:v>
                </c:pt>
                <c:pt idx="96">
                  <c:v>10.80745839317488</c:v>
                </c:pt>
                <c:pt idx="97">
                  <c:v>10.80745839317488</c:v>
                </c:pt>
                <c:pt idx="98">
                  <c:v>10.80745839317488</c:v>
                </c:pt>
                <c:pt idx="99">
                  <c:v>10.80745839317488</c:v>
                </c:pt>
                <c:pt idx="100">
                  <c:v>10.80745839317488</c:v>
                </c:pt>
                <c:pt idx="101">
                  <c:v>10.80745839317488</c:v>
                </c:pt>
                <c:pt idx="102">
                  <c:v>10.80745839317488</c:v>
                </c:pt>
                <c:pt idx="103">
                  <c:v>10.80745839317488</c:v>
                </c:pt>
                <c:pt idx="104">
                  <c:v>10.80745839317488</c:v>
                </c:pt>
                <c:pt idx="105">
                  <c:v>10.80745839317488</c:v>
                </c:pt>
                <c:pt idx="106">
                  <c:v>10.80745839317488</c:v>
                </c:pt>
                <c:pt idx="107">
                  <c:v>10.80745839317488</c:v>
                </c:pt>
                <c:pt idx="108">
                  <c:v>10.80745839317488</c:v>
                </c:pt>
                <c:pt idx="109">
                  <c:v>10.80745839317488</c:v>
                </c:pt>
                <c:pt idx="110">
                  <c:v>10.80745839317488</c:v>
                </c:pt>
                <c:pt idx="111">
                  <c:v>10.80745839317488</c:v>
                </c:pt>
                <c:pt idx="112">
                  <c:v>10.80745839317488</c:v>
                </c:pt>
                <c:pt idx="113">
                  <c:v>10.80745839317488</c:v>
                </c:pt>
                <c:pt idx="114">
                  <c:v>10.80745839317488</c:v>
                </c:pt>
                <c:pt idx="115">
                  <c:v>10.80745839317488</c:v>
                </c:pt>
                <c:pt idx="116">
                  <c:v>10.80745839317488</c:v>
                </c:pt>
                <c:pt idx="117">
                  <c:v>10.80745839317488</c:v>
                </c:pt>
                <c:pt idx="118">
                  <c:v>10.80745839317488</c:v>
                </c:pt>
                <c:pt idx="119">
                  <c:v>10.80745839317488</c:v>
                </c:pt>
                <c:pt idx="120">
                  <c:v>10.80745839317488</c:v>
                </c:pt>
                <c:pt idx="121">
                  <c:v>10.80745839317488</c:v>
                </c:pt>
                <c:pt idx="122">
                  <c:v>10.80745839317488</c:v>
                </c:pt>
                <c:pt idx="123">
                  <c:v>10.80745839317488</c:v>
                </c:pt>
                <c:pt idx="124">
                  <c:v>10.80745839317488</c:v>
                </c:pt>
                <c:pt idx="125">
                  <c:v>10.80745839317488</c:v>
                </c:pt>
                <c:pt idx="126">
                  <c:v>10.80745839317488</c:v>
                </c:pt>
                <c:pt idx="127">
                  <c:v>10.80745839317488</c:v>
                </c:pt>
                <c:pt idx="128">
                  <c:v>10.80745839317488</c:v>
                </c:pt>
                <c:pt idx="129">
                  <c:v>10.80745839317488</c:v>
                </c:pt>
                <c:pt idx="130">
                  <c:v>10.80745839317488</c:v>
                </c:pt>
                <c:pt idx="131">
                  <c:v>10.80745839317488</c:v>
                </c:pt>
                <c:pt idx="132">
                  <c:v>10.80745839317488</c:v>
                </c:pt>
                <c:pt idx="133">
                  <c:v>10.80745839317488</c:v>
                </c:pt>
                <c:pt idx="134">
                  <c:v>10.80745839317488</c:v>
                </c:pt>
                <c:pt idx="135">
                  <c:v>10.80745839317488</c:v>
                </c:pt>
                <c:pt idx="136">
                  <c:v>10.80745839317488</c:v>
                </c:pt>
                <c:pt idx="137">
                  <c:v>10.80745839317488</c:v>
                </c:pt>
                <c:pt idx="138">
                  <c:v>10.80745839317488</c:v>
                </c:pt>
                <c:pt idx="139">
                  <c:v>10.80745839317488</c:v>
                </c:pt>
                <c:pt idx="140">
                  <c:v>10.80745839317488</c:v>
                </c:pt>
                <c:pt idx="141">
                  <c:v>10.80745839317488</c:v>
                </c:pt>
                <c:pt idx="142">
                  <c:v>10.80745839317488</c:v>
                </c:pt>
                <c:pt idx="143">
                  <c:v>10.80745839317488</c:v>
                </c:pt>
                <c:pt idx="144">
                  <c:v>10.80745839317488</c:v>
                </c:pt>
                <c:pt idx="145">
                  <c:v>10.80745839317488</c:v>
                </c:pt>
                <c:pt idx="146">
                  <c:v>10.80745839317488</c:v>
                </c:pt>
                <c:pt idx="147">
                  <c:v>10.80745839317488</c:v>
                </c:pt>
                <c:pt idx="148">
                  <c:v>10.80745839317488</c:v>
                </c:pt>
                <c:pt idx="149">
                  <c:v>10.80745839317488</c:v>
                </c:pt>
                <c:pt idx="150">
                  <c:v>10.80745839317488</c:v>
                </c:pt>
                <c:pt idx="151">
                  <c:v>10.80745839317488</c:v>
                </c:pt>
                <c:pt idx="152">
                  <c:v>10.80745839317488</c:v>
                </c:pt>
                <c:pt idx="153">
                  <c:v>10.80745839317488</c:v>
                </c:pt>
                <c:pt idx="154">
                  <c:v>10.80745839317488</c:v>
                </c:pt>
                <c:pt idx="155">
                  <c:v>10.80745839317488</c:v>
                </c:pt>
                <c:pt idx="156">
                  <c:v>10.80745839317488</c:v>
                </c:pt>
                <c:pt idx="157">
                  <c:v>10.80745839317488</c:v>
                </c:pt>
                <c:pt idx="158">
                  <c:v>10.80745839317488</c:v>
                </c:pt>
                <c:pt idx="159">
                  <c:v>10.80745839317488</c:v>
                </c:pt>
                <c:pt idx="160">
                  <c:v>10.80745839317488</c:v>
                </c:pt>
                <c:pt idx="161">
                  <c:v>10.80745839317488</c:v>
                </c:pt>
                <c:pt idx="162">
                  <c:v>10.80745839317488</c:v>
                </c:pt>
                <c:pt idx="163">
                  <c:v>10.80745839317488</c:v>
                </c:pt>
                <c:pt idx="164">
                  <c:v>10.80745839317488</c:v>
                </c:pt>
                <c:pt idx="165">
                  <c:v>10.80745839317488</c:v>
                </c:pt>
                <c:pt idx="166">
                  <c:v>10.80745839317488</c:v>
                </c:pt>
                <c:pt idx="167">
                  <c:v>10.80745839317488</c:v>
                </c:pt>
                <c:pt idx="168">
                  <c:v>10.80745839317488</c:v>
                </c:pt>
                <c:pt idx="169">
                  <c:v>10.80745839317488</c:v>
                </c:pt>
                <c:pt idx="170">
                  <c:v>10.80745839317488</c:v>
                </c:pt>
                <c:pt idx="171">
                  <c:v>10.80745839317488</c:v>
                </c:pt>
                <c:pt idx="172">
                  <c:v>10.80745839317488</c:v>
                </c:pt>
                <c:pt idx="173">
                  <c:v>10.80745839317488</c:v>
                </c:pt>
                <c:pt idx="174">
                  <c:v>10.80745839317488</c:v>
                </c:pt>
                <c:pt idx="175">
                  <c:v>10.80745839317488</c:v>
                </c:pt>
                <c:pt idx="176">
                  <c:v>10.80745839317488</c:v>
                </c:pt>
                <c:pt idx="177">
                  <c:v>10.80745839317488</c:v>
                </c:pt>
                <c:pt idx="178">
                  <c:v>10.80745839317488</c:v>
                </c:pt>
                <c:pt idx="179">
                  <c:v>10.80745839317488</c:v>
                </c:pt>
                <c:pt idx="180">
                  <c:v>10.80745839317488</c:v>
                </c:pt>
                <c:pt idx="181">
                  <c:v>10.80745839317488</c:v>
                </c:pt>
                <c:pt idx="182">
                  <c:v>10.80745839317488</c:v>
                </c:pt>
                <c:pt idx="183">
                  <c:v>10.80745839317488</c:v>
                </c:pt>
                <c:pt idx="184">
                  <c:v>10.80745839317488</c:v>
                </c:pt>
                <c:pt idx="185">
                  <c:v>10.80745839317488</c:v>
                </c:pt>
                <c:pt idx="186">
                  <c:v>10.80745839317488</c:v>
                </c:pt>
                <c:pt idx="187">
                  <c:v>10.80745839317488</c:v>
                </c:pt>
                <c:pt idx="188">
                  <c:v>10.80745839317488</c:v>
                </c:pt>
                <c:pt idx="189">
                  <c:v>10.80745839317488</c:v>
                </c:pt>
                <c:pt idx="190">
                  <c:v>10.80745839317488</c:v>
                </c:pt>
                <c:pt idx="191">
                  <c:v>10.80745839317488</c:v>
                </c:pt>
                <c:pt idx="192">
                  <c:v>10.80745839317488</c:v>
                </c:pt>
                <c:pt idx="193">
                  <c:v>10.80745839317488</c:v>
                </c:pt>
                <c:pt idx="194">
                  <c:v>10.80745839317488</c:v>
                </c:pt>
                <c:pt idx="195">
                  <c:v>10.80745839317488</c:v>
                </c:pt>
                <c:pt idx="196">
                  <c:v>10.80745839317488</c:v>
                </c:pt>
                <c:pt idx="197">
                  <c:v>10.80745839317488</c:v>
                </c:pt>
                <c:pt idx="198">
                  <c:v>10.80745839317488</c:v>
                </c:pt>
                <c:pt idx="199">
                  <c:v>10.80745839317488</c:v>
                </c:pt>
                <c:pt idx="200">
                  <c:v>10.80745839317488</c:v>
                </c:pt>
                <c:pt idx="201">
                  <c:v>10.80745839317488</c:v>
                </c:pt>
                <c:pt idx="202">
                  <c:v>10.80745839317488</c:v>
                </c:pt>
                <c:pt idx="203">
                  <c:v>10.80745839317488</c:v>
                </c:pt>
                <c:pt idx="204">
                  <c:v>10.80745839317488</c:v>
                </c:pt>
                <c:pt idx="205">
                  <c:v>10.80745839317488</c:v>
                </c:pt>
                <c:pt idx="206">
                  <c:v>10.80745839317488</c:v>
                </c:pt>
                <c:pt idx="207">
                  <c:v>10.80745839317488</c:v>
                </c:pt>
                <c:pt idx="208">
                  <c:v>10.80745839317488</c:v>
                </c:pt>
                <c:pt idx="209">
                  <c:v>10.80745839317488</c:v>
                </c:pt>
                <c:pt idx="210">
                  <c:v>10.80745839317488</c:v>
                </c:pt>
                <c:pt idx="211">
                  <c:v>10.80745839317488</c:v>
                </c:pt>
                <c:pt idx="212">
                  <c:v>10.80745839317488</c:v>
                </c:pt>
                <c:pt idx="213">
                  <c:v>10.80745839317488</c:v>
                </c:pt>
                <c:pt idx="214">
                  <c:v>10.80745839317488</c:v>
                </c:pt>
                <c:pt idx="215">
                  <c:v>10.80745839317488</c:v>
                </c:pt>
                <c:pt idx="216">
                  <c:v>10.80745839317488</c:v>
                </c:pt>
                <c:pt idx="217">
                  <c:v>10.80745839317488</c:v>
                </c:pt>
                <c:pt idx="218">
                  <c:v>10.80745839317488</c:v>
                </c:pt>
                <c:pt idx="219">
                  <c:v>10.80745839317488</c:v>
                </c:pt>
                <c:pt idx="220">
                  <c:v>10.80745839317488</c:v>
                </c:pt>
                <c:pt idx="221">
                  <c:v>10.80745839317488</c:v>
                </c:pt>
                <c:pt idx="222">
                  <c:v>10.80745839317488</c:v>
                </c:pt>
                <c:pt idx="223">
                  <c:v>10.80745839317488</c:v>
                </c:pt>
                <c:pt idx="224">
                  <c:v>10.80745839317488</c:v>
                </c:pt>
                <c:pt idx="225">
                  <c:v>10.80745839317488</c:v>
                </c:pt>
                <c:pt idx="226">
                  <c:v>10.80745839317488</c:v>
                </c:pt>
                <c:pt idx="227">
                  <c:v>10.80745839317488</c:v>
                </c:pt>
                <c:pt idx="228">
                  <c:v>10.80745839317488</c:v>
                </c:pt>
                <c:pt idx="229">
                  <c:v>10.80745839317488</c:v>
                </c:pt>
                <c:pt idx="230">
                  <c:v>10.80745839317488</c:v>
                </c:pt>
                <c:pt idx="231">
                  <c:v>10.80745839317488</c:v>
                </c:pt>
                <c:pt idx="232">
                  <c:v>10.80745839317488</c:v>
                </c:pt>
                <c:pt idx="233">
                  <c:v>10.80745839317488</c:v>
                </c:pt>
                <c:pt idx="234">
                  <c:v>10.80745839317488</c:v>
                </c:pt>
                <c:pt idx="235">
                  <c:v>10.80745839317488</c:v>
                </c:pt>
                <c:pt idx="236">
                  <c:v>10.80745839317488</c:v>
                </c:pt>
                <c:pt idx="237">
                  <c:v>10.80745839317488</c:v>
                </c:pt>
                <c:pt idx="238">
                  <c:v>10.80745839317488</c:v>
                </c:pt>
                <c:pt idx="239">
                  <c:v>10.80745839317488</c:v>
                </c:pt>
                <c:pt idx="240">
                  <c:v>10.80745839317488</c:v>
                </c:pt>
                <c:pt idx="241">
                  <c:v>10.80745839317488</c:v>
                </c:pt>
                <c:pt idx="242">
                  <c:v>10.80745839317488</c:v>
                </c:pt>
                <c:pt idx="243">
                  <c:v>10.80745839317488</c:v>
                </c:pt>
                <c:pt idx="244">
                  <c:v>10.80745839317488</c:v>
                </c:pt>
                <c:pt idx="245">
                  <c:v>10.80745839317488</c:v>
                </c:pt>
                <c:pt idx="246">
                  <c:v>10.80745839317488</c:v>
                </c:pt>
                <c:pt idx="247">
                  <c:v>10.80745839317488</c:v>
                </c:pt>
                <c:pt idx="248">
                  <c:v>10.80745839317488</c:v>
                </c:pt>
                <c:pt idx="249">
                  <c:v>10.80745839317488</c:v>
                </c:pt>
                <c:pt idx="250">
                  <c:v>10.80745839317488</c:v>
                </c:pt>
                <c:pt idx="251">
                  <c:v>10.80745839317488</c:v>
                </c:pt>
                <c:pt idx="252">
                  <c:v>10.80745839317488</c:v>
                </c:pt>
                <c:pt idx="253">
                  <c:v>10.80745839317488</c:v>
                </c:pt>
                <c:pt idx="254">
                  <c:v>10.80745839317488</c:v>
                </c:pt>
                <c:pt idx="255">
                  <c:v>10.80745839317488</c:v>
                </c:pt>
                <c:pt idx="256">
                  <c:v>10.80745839317488</c:v>
                </c:pt>
                <c:pt idx="257">
                  <c:v>10.80745839317488</c:v>
                </c:pt>
                <c:pt idx="258">
                  <c:v>10.80745839317488</c:v>
                </c:pt>
                <c:pt idx="259">
                  <c:v>10.80745839317488</c:v>
                </c:pt>
                <c:pt idx="260">
                  <c:v>10.80745839317488</c:v>
                </c:pt>
                <c:pt idx="261">
                  <c:v>10.80745839317488</c:v>
                </c:pt>
                <c:pt idx="262">
                  <c:v>10.80745839317488</c:v>
                </c:pt>
                <c:pt idx="263">
                  <c:v>10.80745839317488</c:v>
                </c:pt>
                <c:pt idx="264">
                  <c:v>10.80745839317488</c:v>
                </c:pt>
                <c:pt idx="265">
                  <c:v>10.80745839317488</c:v>
                </c:pt>
                <c:pt idx="266">
                  <c:v>10.80745839317488</c:v>
                </c:pt>
                <c:pt idx="267">
                  <c:v>10.80745839317488</c:v>
                </c:pt>
                <c:pt idx="268">
                  <c:v>10.80745839317488</c:v>
                </c:pt>
                <c:pt idx="269">
                  <c:v>10.80745839317488</c:v>
                </c:pt>
                <c:pt idx="270">
                  <c:v>10.80745839317488</c:v>
                </c:pt>
                <c:pt idx="271">
                  <c:v>10.80745839317488</c:v>
                </c:pt>
                <c:pt idx="272">
                  <c:v>10.80745839317488</c:v>
                </c:pt>
                <c:pt idx="273">
                  <c:v>10.80745839317488</c:v>
                </c:pt>
                <c:pt idx="274">
                  <c:v>10.80745839317488</c:v>
                </c:pt>
                <c:pt idx="275">
                  <c:v>10.80745839317488</c:v>
                </c:pt>
                <c:pt idx="276">
                  <c:v>10.80745839317488</c:v>
                </c:pt>
                <c:pt idx="277">
                  <c:v>10.80745839317488</c:v>
                </c:pt>
                <c:pt idx="278">
                  <c:v>10.80745839317488</c:v>
                </c:pt>
                <c:pt idx="279">
                  <c:v>10.80745839317488</c:v>
                </c:pt>
                <c:pt idx="280">
                  <c:v>10.80745839317488</c:v>
                </c:pt>
                <c:pt idx="281">
                  <c:v>10.80745839317488</c:v>
                </c:pt>
                <c:pt idx="282">
                  <c:v>10.80745839317488</c:v>
                </c:pt>
                <c:pt idx="283">
                  <c:v>10.80745839317488</c:v>
                </c:pt>
                <c:pt idx="284">
                  <c:v>10.80745839317488</c:v>
                </c:pt>
                <c:pt idx="285">
                  <c:v>10.80745839317488</c:v>
                </c:pt>
                <c:pt idx="286">
                  <c:v>10.80745839317488</c:v>
                </c:pt>
                <c:pt idx="287">
                  <c:v>10.80745839317488</c:v>
                </c:pt>
                <c:pt idx="288">
                  <c:v>10.80745839317488</c:v>
                </c:pt>
                <c:pt idx="289">
                  <c:v>10.80745839317488</c:v>
                </c:pt>
                <c:pt idx="290">
                  <c:v>10.80745839317488</c:v>
                </c:pt>
                <c:pt idx="291">
                  <c:v>10.80745839317488</c:v>
                </c:pt>
                <c:pt idx="292">
                  <c:v>10.80745839317488</c:v>
                </c:pt>
                <c:pt idx="293">
                  <c:v>10.80745839317488</c:v>
                </c:pt>
                <c:pt idx="294">
                  <c:v>10.80745839317488</c:v>
                </c:pt>
                <c:pt idx="295">
                  <c:v>10.80745839317488</c:v>
                </c:pt>
                <c:pt idx="296">
                  <c:v>10.80745839317488</c:v>
                </c:pt>
                <c:pt idx="297">
                  <c:v>10.80745839317488</c:v>
                </c:pt>
              </c:numCache>
            </c:numRef>
          </c:val>
        </c:ser>
        <c:ser>
          <c:idx val="2"/>
          <c:order val="2"/>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Sheet1!$D$2:$D$299</c:f>
              <c:numCache>
                <c:formatCode>General</c:formatCode>
                <c:ptCount val="298"/>
                <c:pt idx="0">
                  <c:v>12.40161799576375</c:v>
                </c:pt>
                <c:pt idx="1">
                  <c:v>12.40161799576375</c:v>
                </c:pt>
                <c:pt idx="2">
                  <c:v>12.40161799576375</c:v>
                </c:pt>
                <c:pt idx="3">
                  <c:v>12.40161799576375</c:v>
                </c:pt>
                <c:pt idx="4">
                  <c:v>12.40161799576375</c:v>
                </c:pt>
                <c:pt idx="5">
                  <c:v>12.40161799576375</c:v>
                </c:pt>
                <c:pt idx="6">
                  <c:v>12.40161799576375</c:v>
                </c:pt>
                <c:pt idx="7">
                  <c:v>12.40161799576375</c:v>
                </c:pt>
                <c:pt idx="8">
                  <c:v>12.40161799576375</c:v>
                </c:pt>
                <c:pt idx="9">
                  <c:v>12.40161799576375</c:v>
                </c:pt>
                <c:pt idx="10">
                  <c:v>12.40161799576375</c:v>
                </c:pt>
                <c:pt idx="11">
                  <c:v>12.40161799576375</c:v>
                </c:pt>
                <c:pt idx="12">
                  <c:v>12.40161799576375</c:v>
                </c:pt>
                <c:pt idx="13">
                  <c:v>12.40161799576375</c:v>
                </c:pt>
                <c:pt idx="14">
                  <c:v>12.40161799576375</c:v>
                </c:pt>
                <c:pt idx="15">
                  <c:v>12.40161799576375</c:v>
                </c:pt>
                <c:pt idx="16">
                  <c:v>12.40161799576375</c:v>
                </c:pt>
                <c:pt idx="17">
                  <c:v>12.40161799576375</c:v>
                </c:pt>
                <c:pt idx="18">
                  <c:v>12.40161799576375</c:v>
                </c:pt>
                <c:pt idx="19">
                  <c:v>12.40161799576375</c:v>
                </c:pt>
                <c:pt idx="20">
                  <c:v>12.40161799576375</c:v>
                </c:pt>
                <c:pt idx="21">
                  <c:v>12.40161799576375</c:v>
                </c:pt>
                <c:pt idx="22">
                  <c:v>12.40161799576375</c:v>
                </c:pt>
                <c:pt idx="23">
                  <c:v>12.40161799576375</c:v>
                </c:pt>
                <c:pt idx="24">
                  <c:v>12.40161799576375</c:v>
                </c:pt>
                <c:pt idx="25">
                  <c:v>12.40161799576375</c:v>
                </c:pt>
                <c:pt idx="26">
                  <c:v>12.40161799576375</c:v>
                </c:pt>
                <c:pt idx="27">
                  <c:v>12.40161799576375</c:v>
                </c:pt>
                <c:pt idx="28">
                  <c:v>12.40161799576375</c:v>
                </c:pt>
                <c:pt idx="29">
                  <c:v>12.40161799576375</c:v>
                </c:pt>
                <c:pt idx="30">
                  <c:v>12.40161799576375</c:v>
                </c:pt>
                <c:pt idx="31">
                  <c:v>12.40161799576375</c:v>
                </c:pt>
                <c:pt idx="32">
                  <c:v>12.40161799576375</c:v>
                </c:pt>
                <c:pt idx="33">
                  <c:v>12.40161799576375</c:v>
                </c:pt>
                <c:pt idx="34">
                  <c:v>12.40161799576375</c:v>
                </c:pt>
                <c:pt idx="35">
                  <c:v>12.40161799576375</c:v>
                </c:pt>
                <c:pt idx="36">
                  <c:v>12.40161799576375</c:v>
                </c:pt>
                <c:pt idx="37">
                  <c:v>12.40161799576375</c:v>
                </c:pt>
                <c:pt idx="38">
                  <c:v>12.40161799576375</c:v>
                </c:pt>
                <c:pt idx="39">
                  <c:v>12.40161799576375</c:v>
                </c:pt>
                <c:pt idx="40">
                  <c:v>12.40161799576375</c:v>
                </c:pt>
                <c:pt idx="41">
                  <c:v>12.40161799576375</c:v>
                </c:pt>
                <c:pt idx="42">
                  <c:v>12.40161799576375</c:v>
                </c:pt>
                <c:pt idx="43">
                  <c:v>12.40161799576375</c:v>
                </c:pt>
                <c:pt idx="44">
                  <c:v>12.40161799576375</c:v>
                </c:pt>
                <c:pt idx="45">
                  <c:v>12.40161799576375</c:v>
                </c:pt>
                <c:pt idx="46">
                  <c:v>12.40161799576375</c:v>
                </c:pt>
                <c:pt idx="47">
                  <c:v>12.40161799576375</c:v>
                </c:pt>
                <c:pt idx="48">
                  <c:v>12.40161799576375</c:v>
                </c:pt>
                <c:pt idx="49">
                  <c:v>12.40161799576375</c:v>
                </c:pt>
                <c:pt idx="50">
                  <c:v>12.40161799576375</c:v>
                </c:pt>
                <c:pt idx="51">
                  <c:v>12.40161799576375</c:v>
                </c:pt>
                <c:pt idx="52">
                  <c:v>12.40161799576375</c:v>
                </c:pt>
                <c:pt idx="53">
                  <c:v>12.40161799576375</c:v>
                </c:pt>
                <c:pt idx="54">
                  <c:v>12.40161799576375</c:v>
                </c:pt>
                <c:pt idx="55">
                  <c:v>12.40161799576375</c:v>
                </c:pt>
                <c:pt idx="56">
                  <c:v>12.40161799576375</c:v>
                </c:pt>
                <c:pt idx="57">
                  <c:v>12.40161799576375</c:v>
                </c:pt>
                <c:pt idx="58">
                  <c:v>12.40161799576375</c:v>
                </c:pt>
                <c:pt idx="59">
                  <c:v>12.40161799576375</c:v>
                </c:pt>
                <c:pt idx="60">
                  <c:v>12.40161799576375</c:v>
                </c:pt>
                <c:pt idx="61">
                  <c:v>12.40161799576375</c:v>
                </c:pt>
                <c:pt idx="62">
                  <c:v>12.40161799576375</c:v>
                </c:pt>
                <c:pt idx="63">
                  <c:v>12.40161799576375</c:v>
                </c:pt>
                <c:pt idx="64">
                  <c:v>12.40161799576375</c:v>
                </c:pt>
                <c:pt idx="65">
                  <c:v>12.40161799576375</c:v>
                </c:pt>
                <c:pt idx="66">
                  <c:v>12.40161799576375</c:v>
                </c:pt>
                <c:pt idx="67">
                  <c:v>12.40161799576375</c:v>
                </c:pt>
                <c:pt idx="68">
                  <c:v>12.40161799576375</c:v>
                </c:pt>
                <c:pt idx="69">
                  <c:v>12.40161799576375</c:v>
                </c:pt>
                <c:pt idx="70">
                  <c:v>12.40161799576375</c:v>
                </c:pt>
                <c:pt idx="71">
                  <c:v>12.40161799576375</c:v>
                </c:pt>
                <c:pt idx="72">
                  <c:v>12.40161799576375</c:v>
                </c:pt>
                <c:pt idx="73">
                  <c:v>12.40161799576375</c:v>
                </c:pt>
                <c:pt idx="74">
                  <c:v>12.40161799576375</c:v>
                </c:pt>
                <c:pt idx="75">
                  <c:v>12.40161799576375</c:v>
                </c:pt>
                <c:pt idx="76">
                  <c:v>12.40161799576375</c:v>
                </c:pt>
                <c:pt idx="77">
                  <c:v>12.40161799576375</c:v>
                </c:pt>
                <c:pt idx="78">
                  <c:v>12.40161799576375</c:v>
                </c:pt>
                <c:pt idx="79">
                  <c:v>12.40161799576375</c:v>
                </c:pt>
                <c:pt idx="80">
                  <c:v>12.40161799576375</c:v>
                </c:pt>
                <c:pt idx="81">
                  <c:v>12.40161799576375</c:v>
                </c:pt>
                <c:pt idx="82">
                  <c:v>12.40161799576375</c:v>
                </c:pt>
                <c:pt idx="83">
                  <c:v>12.40161799576375</c:v>
                </c:pt>
                <c:pt idx="84">
                  <c:v>12.40161799576375</c:v>
                </c:pt>
                <c:pt idx="85">
                  <c:v>12.40161799576375</c:v>
                </c:pt>
                <c:pt idx="86">
                  <c:v>12.40161799576375</c:v>
                </c:pt>
                <c:pt idx="87">
                  <c:v>12.40161799576375</c:v>
                </c:pt>
                <c:pt idx="88">
                  <c:v>12.40161799576375</c:v>
                </c:pt>
                <c:pt idx="89">
                  <c:v>12.40161799576375</c:v>
                </c:pt>
                <c:pt idx="90">
                  <c:v>12.40161799576375</c:v>
                </c:pt>
                <c:pt idx="91">
                  <c:v>12.40161799576375</c:v>
                </c:pt>
                <c:pt idx="92">
                  <c:v>12.40161799576375</c:v>
                </c:pt>
                <c:pt idx="93">
                  <c:v>12.40161799576375</c:v>
                </c:pt>
                <c:pt idx="94">
                  <c:v>12.40161799576375</c:v>
                </c:pt>
                <c:pt idx="95">
                  <c:v>12.40161799576375</c:v>
                </c:pt>
                <c:pt idx="96">
                  <c:v>12.40161799576375</c:v>
                </c:pt>
                <c:pt idx="97">
                  <c:v>12.40161799576375</c:v>
                </c:pt>
                <c:pt idx="98">
                  <c:v>12.40161799576375</c:v>
                </c:pt>
                <c:pt idx="99">
                  <c:v>12.40161799576375</c:v>
                </c:pt>
                <c:pt idx="100">
                  <c:v>12.40161799576375</c:v>
                </c:pt>
                <c:pt idx="101">
                  <c:v>12.40161799576375</c:v>
                </c:pt>
                <c:pt idx="102">
                  <c:v>12.40161799576375</c:v>
                </c:pt>
                <c:pt idx="103">
                  <c:v>12.40161799576375</c:v>
                </c:pt>
                <c:pt idx="104">
                  <c:v>12.40161799576375</c:v>
                </c:pt>
                <c:pt idx="105">
                  <c:v>12.40161799576375</c:v>
                </c:pt>
                <c:pt idx="106">
                  <c:v>12.40161799576375</c:v>
                </c:pt>
                <c:pt idx="107">
                  <c:v>12.40161799576375</c:v>
                </c:pt>
                <c:pt idx="108">
                  <c:v>12.40161799576375</c:v>
                </c:pt>
                <c:pt idx="109">
                  <c:v>12.40161799576375</c:v>
                </c:pt>
                <c:pt idx="110">
                  <c:v>12.40161799576375</c:v>
                </c:pt>
                <c:pt idx="111">
                  <c:v>12.40161799576375</c:v>
                </c:pt>
                <c:pt idx="112">
                  <c:v>12.40161799576375</c:v>
                </c:pt>
                <c:pt idx="113">
                  <c:v>12.40161799576375</c:v>
                </c:pt>
                <c:pt idx="114">
                  <c:v>12.40161799576375</c:v>
                </c:pt>
                <c:pt idx="115">
                  <c:v>12.40161799576375</c:v>
                </c:pt>
                <c:pt idx="116">
                  <c:v>12.40161799576375</c:v>
                </c:pt>
                <c:pt idx="117">
                  <c:v>12.40161799576375</c:v>
                </c:pt>
                <c:pt idx="118">
                  <c:v>12.40161799576375</c:v>
                </c:pt>
                <c:pt idx="119">
                  <c:v>12.40161799576375</c:v>
                </c:pt>
                <c:pt idx="120">
                  <c:v>12.40161799576375</c:v>
                </c:pt>
                <c:pt idx="121">
                  <c:v>12.40161799576375</c:v>
                </c:pt>
                <c:pt idx="122">
                  <c:v>12.40161799576375</c:v>
                </c:pt>
                <c:pt idx="123">
                  <c:v>12.40161799576375</c:v>
                </c:pt>
                <c:pt idx="124">
                  <c:v>12.40161799576375</c:v>
                </c:pt>
                <c:pt idx="125">
                  <c:v>12.40161799576375</c:v>
                </c:pt>
                <c:pt idx="126">
                  <c:v>12.40161799576375</c:v>
                </c:pt>
                <c:pt idx="127">
                  <c:v>12.40161799576375</c:v>
                </c:pt>
                <c:pt idx="128">
                  <c:v>12.40161799576375</c:v>
                </c:pt>
                <c:pt idx="129">
                  <c:v>12.40161799576375</c:v>
                </c:pt>
                <c:pt idx="130">
                  <c:v>12.40161799576375</c:v>
                </c:pt>
                <c:pt idx="131">
                  <c:v>12.40161799576375</c:v>
                </c:pt>
                <c:pt idx="132">
                  <c:v>12.40161799576375</c:v>
                </c:pt>
                <c:pt idx="133">
                  <c:v>12.40161799576375</c:v>
                </c:pt>
                <c:pt idx="134">
                  <c:v>12.40161799576375</c:v>
                </c:pt>
                <c:pt idx="135">
                  <c:v>12.40161799576375</c:v>
                </c:pt>
                <c:pt idx="136">
                  <c:v>12.40161799576375</c:v>
                </c:pt>
                <c:pt idx="137">
                  <c:v>12.40161799576375</c:v>
                </c:pt>
                <c:pt idx="138">
                  <c:v>12.40161799576375</c:v>
                </c:pt>
                <c:pt idx="139">
                  <c:v>12.40161799576375</c:v>
                </c:pt>
                <c:pt idx="140">
                  <c:v>12.40161799576375</c:v>
                </c:pt>
                <c:pt idx="141">
                  <c:v>12.40161799576375</c:v>
                </c:pt>
                <c:pt idx="142">
                  <c:v>12.40161799576375</c:v>
                </c:pt>
                <c:pt idx="143">
                  <c:v>12.40161799576375</c:v>
                </c:pt>
                <c:pt idx="144">
                  <c:v>12.40161799576375</c:v>
                </c:pt>
                <c:pt idx="145">
                  <c:v>12.40161799576375</c:v>
                </c:pt>
                <c:pt idx="146">
                  <c:v>12.40161799576375</c:v>
                </c:pt>
                <c:pt idx="147">
                  <c:v>12.40161799576375</c:v>
                </c:pt>
                <c:pt idx="148">
                  <c:v>12.40161799576375</c:v>
                </c:pt>
                <c:pt idx="149">
                  <c:v>12.40161799576375</c:v>
                </c:pt>
                <c:pt idx="150">
                  <c:v>12.40161799576375</c:v>
                </c:pt>
                <c:pt idx="151">
                  <c:v>12.40161799576375</c:v>
                </c:pt>
                <c:pt idx="152">
                  <c:v>12.40161799576375</c:v>
                </c:pt>
                <c:pt idx="153">
                  <c:v>12.40161799576375</c:v>
                </c:pt>
                <c:pt idx="154">
                  <c:v>12.40161799576375</c:v>
                </c:pt>
                <c:pt idx="155">
                  <c:v>12.40161799576375</c:v>
                </c:pt>
                <c:pt idx="156">
                  <c:v>12.40161799576375</c:v>
                </c:pt>
                <c:pt idx="157">
                  <c:v>12.40161799576375</c:v>
                </c:pt>
                <c:pt idx="158">
                  <c:v>12.40161799576375</c:v>
                </c:pt>
                <c:pt idx="159">
                  <c:v>12.40161799576375</c:v>
                </c:pt>
                <c:pt idx="160">
                  <c:v>12.40161799576375</c:v>
                </c:pt>
                <c:pt idx="161">
                  <c:v>12.40161799576375</c:v>
                </c:pt>
                <c:pt idx="162">
                  <c:v>12.40161799576375</c:v>
                </c:pt>
                <c:pt idx="163">
                  <c:v>12.40161799576375</c:v>
                </c:pt>
                <c:pt idx="164">
                  <c:v>12.40161799576375</c:v>
                </c:pt>
                <c:pt idx="165">
                  <c:v>12.40161799576375</c:v>
                </c:pt>
                <c:pt idx="166">
                  <c:v>12.40161799576375</c:v>
                </c:pt>
                <c:pt idx="167">
                  <c:v>12.40161799576375</c:v>
                </c:pt>
                <c:pt idx="168">
                  <c:v>12.40161799576375</c:v>
                </c:pt>
                <c:pt idx="169">
                  <c:v>12.40161799576375</c:v>
                </c:pt>
                <c:pt idx="170">
                  <c:v>12.40161799576375</c:v>
                </c:pt>
                <c:pt idx="171">
                  <c:v>12.40161799576375</c:v>
                </c:pt>
                <c:pt idx="172">
                  <c:v>12.40161799576375</c:v>
                </c:pt>
                <c:pt idx="173">
                  <c:v>12.40161799576375</c:v>
                </c:pt>
                <c:pt idx="174">
                  <c:v>12.40161799576375</c:v>
                </c:pt>
                <c:pt idx="175">
                  <c:v>12.40161799576375</c:v>
                </c:pt>
                <c:pt idx="176">
                  <c:v>12.40161799576375</c:v>
                </c:pt>
                <c:pt idx="177">
                  <c:v>12.40161799576375</c:v>
                </c:pt>
                <c:pt idx="178">
                  <c:v>12.40161799576375</c:v>
                </c:pt>
                <c:pt idx="179">
                  <c:v>12.40161799576375</c:v>
                </c:pt>
                <c:pt idx="180">
                  <c:v>12.40161799576375</c:v>
                </c:pt>
                <c:pt idx="181">
                  <c:v>12.40161799576375</c:v>
                </c:pt>
                <c:pt idx="182">
                  <c:v>12.40161799576375</c:v>
                </c:pt>
                <c:pt idx="183">
                  <c:v>12.40161799576375</c:v>
                </c:pt>
                <c:pt idx="184">
                  <c:v>12.40161799576375</c:v>
                </c:pt>
                <c:pt idx="185">
                  <c:v>12.40161799576375</c:v>
                </c:pt>
                <c:pt idx="186">
                  <c:v>12.40161799576375</c:v>
                </c:pt>
                <c:pt idx="187">
                  <c:v>12.40161799576375</c:v>
                </c:pt>
                <c:pt idx="188">
                  <c:v>12.40161799576375</c:v>
                </c:pt>
                <c:pt idx="189">
                  <c:v>12.40161799576375</c:v>
                </c:pt>
                <c:pt idx="190">
                  <c:v>12.40161799576375</c:v>
                </c:pt>
                <c:pt idx="191">
                  <c:v>12.40161799576375</c:v>
                </c:pt>
                <c:pt idx="192">
                  <c:v>12.40161799576375</c:v>
                </c:pt>
                <c:pt idx="193">
                  <c:v>12.40161799576375</c:v>
                </c:pt>
                <c:pt idx="194">
                  <c:v>12.40161799576375</c:v>
                </c:pt>
                <c:pt idx="195">
                  <c:v>12.40161799576375</c:v>
                </c:pt>
                <c:pt idx="196">
                  <c:v>12.40161799576375</c:v>
                </c:pt>
                <c:pt idx="197">
                  <c:v>12.40161799576375</c:v>
                </c:pt>
                <c:pt idx="198">
                  <c:v>12.40161799576375</c:v>
                </c:pt>
                <c:pt idx="199">
                  <c:v>12.40161799576375</c:v>
                </c:pt>
                <c:pt idx="200">
                  <c:v>12.40161799576375</c:v>
                </c:pt>
                <c:pt idx="201">
                  <c:v>12.40161799576375</c:v>
                </c:pt>
                <c:pt idx="202">
                  <c:v>12.40161799576375</c:v>
                </c:pt>
                <c:pt idx="203">
                  <c:v>12.40161799576375</c:v>
                </c:pt>
                <c:pt idx="204">
                  <c:v>12.40161799576375</c:v>
                </c:pt>
                <c:pt idx="205">
                  <c:v>12.40161799576375</c:v>
                </c:pt>
                <c:pt idx="206">
                  <c:v>12.40161799576375</c:v>
                </c:pt>
                <c:pt idx="207">
                  <c:v>12.40161799576375</c:v>
                </c:pt>
                <c:pt idx="208">
                  <c:v>12.40161799576375</c:v>
                </c:pt>
                <c:pt idx="209">
                  <c:v>12.40161799576375</c:v>
                </c:pt>
                <c:pt idx="210">
                  <c:v>12.40161799576375</c:v>
                </c:pt>
                <c:pt idx="211">
                  <c:v>12.40161799576375</c:v>
                </c:pt>
                <c:pt idx="212">
                  <c:v>12.40161799576375</c:v>
                </c:pt>
                <c:pt idx="213">
                  <c:v>12.40161799576375</c:v>
                </c:pt>
                <c:pt idx="214">
                  <c:v>12.40161799576375</c:v>
                </c:pt>
                <c:pt idx="215">
                  <c:v>12.40161799576375</c:v>
                </c:pt>
                <c:pt idx="216">
                  <c:v>12.40161799576375</c:v>
                </c:pt>
                <c:pt idx="217">
                  <c:v>12.40161799576375</c:v>
                </c:pt>
                <c:pt idx="218">
                  <c:v>12.40161799576375</c:v>
                </c:pt>
                <c:pt idx="219">
                  <c:v>12.40161799576375</c:v>
                </c:pt>
                <c:pt idx="220">
                  <c:v>12.40161799576375</c:v>
                </c:pt>
                <c:pt idx="221">
                  <c:v>12.40161799576375</c:v>
                </c:pt>
                <c:pt idx="222">
                  <c:v>12.40161799576375</c:v>
                </c:pt>
                <c:pt idx="223">
                  <c:v>12.40161799576375</c:v>
                </c:pt>
                <c:pt idx="224">
                  <c:v>12.40161799576375</c:v>
                </c:pt>
                <c:pt idx="225">
                  <c:v>12.40161799576375</c:v>
                </c:pt>
                <c:pt idx="226">
                  <c:v>12.40161799576375</c:v>
                </c:pt>
                <c:pt idx="227">
                  <c:v>12.40161799576375</c:v>
                </c:pt>
                <c:pt idx="228">
                  <c:v>12.40161799576375</c:v>
                </c:pt>
                <c:pt idx="229">
                  <c:v>12.40161799576375</c:v>
                </c:pt>
                <c:pt idx="230">
                  <c:v>12.40161799576375</c:v>
                </c:pt>
                <c:pt idx="231">
                  <c:v>12.40161799576375</c:v>
                </c:pt>
                <c:pt idx="232">
                  <c:v>12.40161799576375</c:v>
                </c:pt>
                <c:pt idx="233">
                  <c:v>12.40161799576375</c:v>
                </c:pt>
                <c:pt idx="234">
                  <c:v>12.40161799576375</c:v>
                </c:pt>
                <c:pt idx="235">
                  <c:v>12.40161799576375</c:v>
                </c:pt>
                <c:pt idx="236">
                  <c:v>12.40161799576375</c:v>
                </c:pt>
                <c:pt idx="237">
                  <c:v>12.40161799576375</c:v>
                </c:pt>
                <c:pt idx="238">
                  <c:v>12.40161799576375</c:v>
                </c:pt>
                <c:pt idx="239">
                  <c:v>12.40161799576375</c:v>
                </c:pt>
                <c:pt idx="240">
                  <c:v>12.40161799576375</c:v>
                </c:pt>
                <c:pt idx="241">
                  <c:v>12.40161799576375</c:v>
                </c:pt>
                <c:pt idx="242">
                  <c:v>12.40161799576375</c:v>
                </c:pt>
                <c:pt idx="243">
                  <c:v>12.40161799576375</c:v>
                </c:pt>
                <c:pt idx="244">
                  <c:v>12.40161799576375</c:v>
                </c:pt>
                <c:pt idx="245">
                  <c:v>12.40161799576375</c:v>
                </c:pt>
                <c:pt idx="246">
                  <c:v>12.40161799576375</c:v>
                </c:pt>
                <c:pt idx="247">
                  <c:v>12.40161799576375</c:v>
                </c:pt>
                <c:pt idx="248">
                  <c:v>12.40161799576375</c:v>
                </c:pt>
                <c:pt idx="249">
                  <c:v>12.40161799576375</c:v>
                </c:pt>
                <c:pt idx="250">
                  <c:v>12.40161799576375</c:v>
                </c:pt>
                <c:pt idx="251">
                  <c:v>12.40161799576375</c:v>
                </c:pt>
                <c:pt idx="252">
                  <c:v>12.40161799576375</c:v>
                </c:pt>
                <c:pt idx="253">
                  <c:v>12.40161799576375</c:v>
                </c:pt>
                <c:pt idx="254">
                  <c:v>12.40161799576375</c:v>
                </c:pt>
                <c:pt idx="255">
                  <c:v>12.40161799576375</c:v>
                </c:pt>
                <c:pt idx="256">
                  <c:v>12.40161799576375</c:v>
                </c:pt>
                <c:pt idx="257">
                  <c:v>12.40161799576375</c:v>
                </c:pt>
                <c:pt idx="258">
                  <c:v>12.40161799576375</c:v>
                </c:pt>
                <c:pt idx="259">
                  <c:v>12.40161799576375</c:v>
                </c:pt>
                <c:pt idx="260">
                  <c:v>12.40161799576375</c:v>
                </c:pt>
                <c:pt idx="261">
                  <c:v>12.40161799576375</c:v>
                </c:pt>
                <c:pt idx="262">
                  <c:v>12.40161799576375</c:v>
                </c:pt>
                <c:pt idx="263">
                  <c:v>12.40161799576375</c:v>
                </c:pt>
                <c:pt idx="264">
                  <c:v>12.40161799576375</c:v>
                </c:pt>
                <c:pt idx="265">
                  <c:v>12.40161799576375</c:v>
                </c:pt>
                <c:pt idx="266">
                  <c:v>12.40161799576375</c:v>
                </c:pt>
                <c:pt idx="267">
                  <c:v>12.40161799576375</c:v>
                </c:pt>
                <c:pt idx="268">
                  <c:v>12.40161799576375</c:v>
                </c:pt>
                <c:pt idx="269">
                  <c:v>12.40161799576375</c:v>
                </c:pt>
                <c:pt idx="270">
                  <c:v>12.40161799576375</c:v>
                </c:pt>
                <c:pt idx="271">
                  <c:v>12.40161799576375</c:v>
                </c:pt>
                <c:pt idx="272">
                  <c:v>12.40161799576375</c:v>
                </c:pt>
                <c:pt idx="273">
                  <c:v>12.40161799576375</c:v>
                </c:pt>
                <c:pt idx="274">
                  <c:v>12.40161799576375</c:v>
                </c:pt>
                <c:pt idx="275">
                  <c:v>12.40161799576375</c:v>
                </c:pt>
                <c:pt idx="276">
                  <c:v>12.40161799576375</c:v>
                </c:pt>
                <c:pt idx="277">
                  <c:v>12.40161799576375</c:v>
                </c:pt>
                <c:pt idx="278">
                  <c:v>12.40161799576375</c:v>
                </c:pt>
                <c:pt idx="279">
                  <c:v>12.40161799576375</c:v>
                </c:pt>
                <c:pt idx="280">
                  <c:v>12.40161799576375</c:v>
                </c:pt>
                <c:pt idx="281">
                  <c:v>12.40161799576375</c:v>
                </c:pt>
                <c:pt idx="282">
                  <c:v>12.40161799576375</c:v>
                </c:pt>
                <c:pt idx="283">
                  <c:v>12.40161799576375</c:v>
                </c:pt>
                <c:pt idx="284">
                  <c:v>12.40161799576375</c:v>
                </c:pt>
                <c:pt idx="285">
                  <c:v>12.40161799576375</c:v>
                </c:pt>
                <c:pt idx="286">
                  <c:v>12.40161799576375</c:v>
                </c:pt>
                <c:pt idx="287">
                  <c:v>12.40161799576375</c:v>
                </c:pt>
                <c:pt idx="288">
                  <c:v>12.40161799576375</c:v>
                </c:pt>
                <c:pt idx="289">
                  <c:v>12.40161799576375</c:v>
                </c:pt>
                <c:pt idx="290">
                  <c:v>12.40161799576375</c:v>
                </c:pt>
                <c:pt idx="291">
                  <c:v>12.40161799576375</c:v>
                </c:pt>
                <c:pt idx="292">
                  <c:v>12.40161799576375</c:v>
                </c:pt>
                <c:pt idx="293">
                  <c:v>12.40161799576375</c:v>
                </c:pt>
                <c:pt idx="294">
                  <c:v>12.40161799576375</c:v>
                </c:pt>
                <c:pt idx="295">
                  <c:v>12.40161799576375</c:v>
                </c:pt>
                <c:pt idx="296">
                  <c:v>12.40161799576375</c:v>
                </c:pt>
                <c:pt idx="297">
                  <c:v>12.40161799576375</c:v>
                </c:pt>
              </c:numCache>
            </c:numRef>
          </c:val>
        </c:ser>
        <c:ser>
          <c:idx val="3"/>
          <c:order val="3"/>
          <c:tx>
            <c:v>-1 s.d.</c:v>
          </c:tx>
          <c:spPr>
            <a:ln w="19050">
              <a:solidFill>
                <a:srgbClr val="8EB3DF"/>
              </a:solidFill>
              <a:prstDash val="dash"/>
            </a:ln>
          </c:spPr>
          <c:marker>
            <c:symbol val="none"/>
          </c:marker>
          <c:cat>
            <c:numRef>
              <c:f>Sheet1!$A$2:$A$299</c:f>
              <c:numCache>
                <c:formatCode>yyyy\-mm\-dd</c:formatCode>
                <c:ptCount val="298"/>
                <c:pt idx="0">
                  <c:v>44204</c:v>
                </c:pt>
                <c:pt idx="1">
                  <c:v>44211</c:v>
                </c:pt>
                <c:pt idx="2">
                  <c:v>44218</c:v>
                </c:pt>
                <c:pt idx="3">
                  <c:v>44225</c:v>
                </c:pt>
                <c:pt idx="4">
                  <c:v>44232</c:v>
                </c:pt>
                <c:pt idx="5">
                  <c:v>44239</c:v>
                </c:pt>
                <c:pt idx="6">
                  <c:v>44246</c:v>
                </c:pt>
                <c:pt idx="7">
                  <c:v>44253</c:v>
                </c:pt>
                <c:pt idx="8">
                  <c:v>44260</c:v>
                </c:pt>
                <c:pt idx="9">
                  <c:v>44267</c:v>
                </c:pt>
                <c:pt idx="10">
                  <c:v>44274</c:v>
                </c:pt>
                <c:pt idx="11">
                  <c:v>44281</c:v>
                </c:pt>
                <c:pt idx="12">
                  <c:v>44288</c:v>
                </c:pt>
                <c:pt idx="13">
                  <c:v>44295</c:v>
                </c:pt>
                <c:pt idx="14">
                  <c:v>44302</c:v>
                </c:pt>
                <c:pt idx="15">
                  <c:v>44309</c:v>
                </c:pt>
                <c:pt idx="16">
                  <c:v>44316</c:v>
                </c:pt>
                <c:pt idx="17">
                  <c:v>44323</c:v>
                </c:pt>
                <c:pt idx="18">
                  <c:v>44330</c:v>
                </c:pt>
                <c:pt idx="19">
                  <c:v>44337</c:v>
                </c:pt>
                <c:pt idx="20">
                  <c:v>44344</c:v>
                </c:pt>
                <c:pt idx="21">
                  <c:v>44351</c:v>
                </c:pt>
                <c:pt idx="22">
                  <c:v>44358</c:v>
                </c:pt>
                <c:pt idx="23">
                  <c:v>44365</c:v>
                </c:pt>
                <c:pt idx="24">
                  <c:v>44372</c:v>
                </c:pt>
                <c:pt idx="25">
                  <c:v>44379</c:v>
                </c:pt>
                <c:pt idx="26">
                  <c:v>44386</c:v>
                </c:pt>
                <c:pt idx="27">
                  <c:v>44393</c:v>
                </c:pt>
                <c:pt idx="28">
                  <c:v>44400</c:v>
                </c:pt>
                <c:pt idx="29">
                  <c:v>44407</c:v>
                </c:pt>
                <c:pt idx="30">
                  <c:v>44414</c:v>
                </c:pt>
                <c:pt idx="31">
                  <c:v>44421</c:v>
                </c:pt>
                <c:pt idx="32">
                  <c:v>44428</c:v>
                </c:pt>
                <c:pt idx="33">
                  <c:v>44435</c:v>
                </c:pt>
                <c:pt idx="34">
                  <c:v>44442</c:v>
                </c:pt>
                <c:pt idx="35">
                  <c:v>44449</c:v>
                </c:pt>
                <c:pt idx="36">
                  <c:v>44456</c:v>
                </c:pt>
                <c:pt idx="37">
                  <c:v>44463</c:v>
                </c:pt>
                <c:pt idx="38">
                  <c:v>44470</c:v>
                </c:pt>
                <c:pt idx="39">
                  <c:v>44477</c:v>
                </c:pt>
                <c:pt idx="40">
                  <c:v>44484</c:v>
                </c:pt>
                <c:pt idx="41">
                  <c:v>44491</c:v>
                </c:pt>
                <c:pt idx="42">
                  <c:v>44498</c:v>
                </c:pt>
                <c:pt idx="43">
                  <c:v>44505</c:v>
                </c:pt>
                <c:pt idx="44">
                  <c:v>44512</c:v>
                </c:pt>
                <c:pt idx="45">
                  <c:v>44519</c:v>
                </c:pt>
                <c:pt idx="46">
                  <c:v>44526</c:v>
                </c:pt>
                <c:pt idx="47">
                  <c:v>44533</c:v>
                </c:pt>
                <c:pt idx="48">
                  <c:v>44540</c:v>
                </c:pt>
                <c:pt idx="49">
                  <c:v>44547</c:v>
                </c:pt>
                <c:pt idx="50">
                  <c:v>44554</c:v>
                </c:pt>
                <c:pt idx="51">
                  <c:v>44561</c:v>
                </c:pt>
                <c:pt idx="52">
                  <c:v>44568</c:v>
                </c:pt>
                <c:pt idx="53">
                  <c:v>44575</c:v>
                </c:pt>
                <c:pt idx="54">
                  <c:v>44582</c:v>
                </c:pt>
                <c:pt idx="55">
                  <c:v>44589</c:v>
                </c:pt>
                <c:pt idx="56">
                  <c:v>44596</c:v>
                </c:pt>
                <c:pt idx="57">
                  <c:v>44603</c:v>
                </c:pt>
                <c:pt idx="58">
                  <c:v>44610</c:v>
                </c:pt>
                <c:pt idx="59">
                  <c:v>44617</c:v>
                </c:pt>
                <c:pt idx="60">
                  <c:v>44624</c:v>
                </c:pt>
                <c:pt idx="61">
                  <c:v>44631</c:v>
                </c:pt>
                <c:pt idx="62">
                  <c:v>44638</c:v>
                </c:pt>
                <c:pt idx="63">
                  <c:v>44645</c:v>
                </c:pt>
                <c:pt idx="64">
                  <c:v>44652</c:v>
                </c:pt>
                <c:pt idx="65">
                  <c:v>44659</c:v>
                </c:pt>
                <c:pt idx="66">
                  <c:v>44666</c:v>
                </c:pt>
                <c:pt idx="67">
                  <c:v>44673</c:v>
                </c:pt>
                <c:pt idx="68">
                  <c:v>44680</c:v>
                </c:pt>
                <c:pt idx="69">
                  <c:v>44687</c:v>
                </c:pt>
                <c:pt idx="70">
                  <c:v>44694</c:v>
                </c:pt>
                <c:pt idx="71">
                  <c:v>44701</c:v>
                </c:pt>
                <c:pt idx="72">
                  <c:v>44708</c:v>
                </c:pt>
                <c:pt idx="73">
                  <c:v>44715</c:v>
                </c:pt>
                <c:pt idx="74">
                  <c:v>44722</c:v>
                </c:pt>
                <c:pt idx="75">
                  <c:v>44729</c:v>
                </c:pt>
                <c:pt idx="76">
                  <c:v>44736</c:v>
                </c:pt>
                <c:pt idx="77">
                  <c:v>44743</c:v>
                </c:pt>
                <c:pt idx="78">
                  <c:v>44750</c:v>
                </c:pt>
                <c:pt idx="79">
                  <c:v>44757</c:v>
                </c:pt>
                <c:pt idx="80">
                  <c:v>44764</c:v>
                </c:pt>
                <c:pt idx="81">
                  <c:v>44771</c:v>
                </c:pt>
                <c:pt idx="82">
                  <c:v>44778</c:v>
                </c:pt>
                <c:pt idx="83">
                  <c:v>44785</c:v>
                </c:pt>
                <c:pt idx="84">
                  <c:v>44792</c:v>
                </c:pt>
                <c:pt idx="85">
                  <c:v>44799</c:v>
                </c:pt>
                <c:pt idx="86">
                  <c:v>44806</c:v>
                </c:pt>
                <c:pt idx="87">
                  <c:v>44813</c:v>
                </c:pt>
                <c:pt idx="88">
                  <c:v>44820</c:v>
                </c:pt>
                <c:pt idx="89">
                  <c:v>44827</c:v>
                </c:pt>
                <c:pt idx="90">
                  <c:v>44834</c:v>
                </c:pt>
                <c:pt idx="91">
                  <c:v>44841</c:v>
                </c:pt>
                <c:pt idx="92">
                  <c:v>44848</c:v>
                </c:pt>
                <c:pt idx="93">
                  <c:v>44855</c:v>
                </c:pt>
                <c:pt idx="94">
                  <c:v>44862</c:v>
                </c:pt>
                <c:pt idx="95">
                  <c:v>44869</c:v>
                </c:pt>
                <c:pt idx="96">
                  <c:v>44876</c:v>
                </c:pt>
                <c:pt idx="97">
                  <c:v>44883</c:v>
                </c:pt>
                <c:pt idx="98">
                  <c:v>44890</c:v>
                </c:pt>
                <c:pt idx="99">
                  <c:v>44897</c:v>
                </c:pt>
                <c:pt idx="100">
                  <c:v>44904</c:v>
                </c:pt>
                <c:pt idx="101">
                  <c:v>44911</c:v>
                </c:pt>
                <c:pt idx="102">
                  <c:v>44918</c:v>
                </c:pt>
                <c:pt idx="103">
                  <c:v>44925</c:v>
                </c:pt>
                <c:pt idx="104">
                  <c:v>44932</c:v>
                </c:pt>
                <c:pt idx="105">
                  <c:v>44939</c:v>
                </c:pt>
                <c:pt idx="106">
                  <c:v>44946</c:v>
                </c:pt>
                <c:pt idx="107">
                  <c:v>44953</c:v>
                </c:pt>
                <c:pt idx="108">
                  <c:v>44960</c:v>
                </c:pt>
                <c:pt idx="109">
                  <c:v>44967</c:v>
                </c:pt>
                <c:pt idx="110">
                  <c:v>44974</c:v>
                </c:pt>
                <c:pt idx="111">
                  <c:v>44981</c:v>
                </c:pt>
                <c:pt idx="112">
                  <c:v>44988</c:v>
                </c:pt>
                <c:pt idx="113">
                  <c:v>44995</c:v>
                </c:pt>
                <c:pt idx="114">
                  <c:v>45002</c:v>
                </c:pt>
                <c:pt idx="115">
                  <c:v>45009</c:v>
                </c:pt>
                <c:pt idx="116">
                  <c:v>45016</c:v>
                </c:pt>
                <c:pt idx="117">
                  <c:v>45023</c:v>
                </c:pt>
                <c:pt idx="118">
                  <c:v>45030</c:v>
                </c:pt>
                <c:pt idx="119">
                  <c:v>45037</c:v>
                </c:pt>
                <c:pt idx="120">
                  <c:v>45044</c:v>
                </c:pt>
                <c:pt idx="121">
                  <c:v>45051</c:v>
                </c:pt>
                <c:pt idx="122">
                  <c:v>45058</c:v>
                </c:pt>
                <c:pt idx="123">
                  <c:v>45065</c:v>
                </c:pt>
                <c:pt idx="124">
                  <c:v>45072</c:v>
                </c:pt>
                <c:pt idx="125">
                  <c:v>45079</c:v>
                </c:pt>
                <c:pt idx="126">
                  <c:v>45086</c:v>
                </c:pt>
                <c:pt idx="127">
                  <c:v>45093</c:v>
                </c:pt>
                <c:pt idx="128">
                  <c:v>45100</c:v>
                </c:pt>
                <c:pt idx="129">
                  <c:v>45107</c:v>
                </c:pt>
                <c:pt idx="130">
                  <c:v>45114</c:v>
                </c:pt>
                <c:pt idx="131">
                  <c:v>45121</c:v>
                </c:pt>
                <c:pt idx="132">
                  <c:v>45128</c:v>
                </c:pt>
                <c:pt idx="133">
                  <c:v>45135</c:v>
                </c:pt>
                <c:pt idx="134">
                  <c:v>45142</c:v>
                </c:pt>
                <c:pt idx="135">
                  <c:v>45149</c:v>
                </c:pt>
                <c:pt idx="136">
                  <c:v>45156</c:v>
                </c:pt>
                <c:pt idx="137">
                  <c:v>45163</c:v>
                </c:pt>
                <c:pt idx="138">
                  <c:v>45170</c:v>
                </c:pt>
                <c:pt idx="139">
                  <c:v>45177</c:v>
                </c:pt>
                <c:pt idx="140">
                  <c:v>45184</c:v>
                </c:pt>
                <c:pt idx="141">
                  <c:v>45191</c:v>
                </c:pt>
                <c:pt idx="142">
                  <c:v>45198</c:v>
                </c:pt>
                <c:pt idx="143">
                  <c:v>45205</c:v>
                </c:pt>
                <c:pt idx="144">
                  <c:v>45212</c:v>
                </c:pt>
                <c:pt idx="145">
                  <c:v>45219</c:v>
                </c:pt>
                <c:pt idx="146">
                  <c:v>45226</c:v>
                </c:pt>
                <c:pt idx="147">
                  <c:v>45233</c:v>
                </c:pt>
                <c:pt idx="148">
                  <c:v>45240</c:v>
                </c:pt>
                <c:pt idx="149">
                  <c:v>45247</c:v>
                </c:pt>
                <c:pt idx="150">
                  <c:v>45254</c:v>
                </c:pt>
                <c:pt idx="151">
                  <c:v>45261</c:v>
                </c:pt>
                <c:pt idx="152">
                  <c:v>45268</c:v>
                </c:pt>
                <c:pt idx="153">
                  <c:v>45275</c:v>
                </c:pt>
                <c:pt idx="154">
                  <c:v>45282</c:v>
                </c:pt>
                <c:pt idx="155">
                  <c:v>45289</c:v>
                </c:pt>
                <c:pt idx="156">
                  <c:v>45296</c:v>
                </c:pt>
                <c:pt idx="157">
                  <c:v>45303</c:v>
                </c:pt>
                <c:pt idx="158">
                  <c:v>45310</c:v>
                </c:pt>
                <c:pt idx="159">
                  <c:v>45317</c:v>
                </c:pt>
                <c:pt idx="160">
                  <c:v>45324</c:v>
                </c:pt>
                <c:pt idx="161">
                  <c:v>45331</c:v>
                </c:pt>
                <c:pt idx="162">
                  <c:v>45338</c:v>
                </c:pt>
                <c:pt idx="163">
                  <c:v>45345</c:v>
                </c:pt>
                <c:pt idx="164">
                  <c:v>45352</c:v>
                </c:pt>
                <c:pt idx="165">
                  <c:v>45359</c:v>
                </c:pt>
                <c:pt idx="166">
                  <c:v>45366</c:v>
                </c:pt>
                <c:pt idx="167">
                  <c:v>45373</c:v>
                </c:pt>
                <c:pt idx="168">
                  <c:v>45380</c:v>
                </c:pt>
                <c:pt idx="169">
                  <c:v>45387</c:v>
                </c:pt>
                <c:pt idx="170">
                  <c:v>45394</c:v>
                </c:pt>
                <c:pt idx="171">
                  <c:v>45401</c:v>
                </c:pt>
                <c:pt idx="172">
                  <c:v>45408</c:v>
                </c:pt>
                <c:pt idx="173">
                  <c:v>45415</c:v>
                </c:pt>
                <c:pt idx="174">
                  <c:v>45422</c:v>
                </c:pt>
                <c:pt idx="175">
                  <c:v>45429</c:v>
                </c:pt>
                <c:pt idx="176">
                  <c:v>45436</c:v>
                </c:pt>
                <c:pt idx="177">
                  <c:v>45443</c:v>
                </c:pt>
                <c:pt idx="178">
                  <c:v>45450</c:v>
                </c:pt>
                <c:pt idx="179">
                  <c:v>45457</c:v>
                </c:pt>
                <c:pt idx="180">
                  <c:v>45464</c:v>
                </c:pt>
                <c:pt idx="181">
                  <c:v>45471</c:v>
                </c:pt>
                <c:pt idx="182">
                  <c:v>45478</c:v>
                </c:pt>
                <c:pt idx="183">
                  <c:v>45485</c:v>
                </c:pt>
                <c:pt idx="184">
                  <c:v>45492</c:v>
                </c:pt>
                <c:pt idx="185">
                  <c:v>45499</c:v>
                </c:pt>
                <c:pt idx="186">
                  <c:v>45506</c:v>
                </c:pt>
                <c:pt idx="187">
                  <c:v>45513</c:v>
                </c:pt>
                <c:pt idx="188">
                  <c:v>45520</c:v>
                </c:pt>
                <c:pt idx="189">
                  <c:v>45527</c:v>
                </c:pt>
                <c:pt idx="190">
                  <c:v>45534</c:v>
                </c:pt>
                <c:pt idx="191">
                  <c:v>45541</c:v>
                </c:pt>
                <c:pt idx="192">
                  <c:v>45548</c:v>
                </c:pt>
                <c:pt idx="193">
                  <c:v>45555</c:v>
                </c:pt>
                <c:pt idx="194">
                  <c:v>45562</c:v>
                </c:pt>
                <c:pt idx="195">
                  <c:v>45569</c:v>
                </c:pt>
                <c:pt idx="196">
                  <c:v>45576</c:v>
                </c:pt>
                <c:pt idx="197">
                  <c:v>45583</c:v>
                </c:pt>
                <c:pt idx="198">
                  <c:v>45590</c:v>
                </c:pt>
                <c:pt idx="199">
                  <c:v>45597</c:v>
                </c:pt>
                <c:pt idx="200">
                  <c:v>45604</c:v>
                </c:pt>
                <c:pt idx="201">
                  <c:v>45611</c:v>
                </c:pt>
                <c:pt idx="202">
                  <c:v>45618</c:v>
                </c:pt>
                <c:pt idx="203">
                  <c:v>45625</c:v>
                </c:pt>
                <c:pt idx="204">
                  <c:v>45632</c:v>
                </c:pt>
                <c:pt idx="205">
                  <c:v>45639</c:v>
                </c:pt>
                <c:pt idx="206">
                  <c:v>45646</c:v>
                </c:pt>
                <c:pt idx="207">
                  <c:v>45653</c:v>
                </c:pt>
                <c:pt idx="208">
                  <c:v>45660</c:v>
                </c:pt>
                <c:pt idx="209">
                  <c:v>45667</c:v>
                </c:pt>
                <c:pt idx="210">
                  <c:v>45674</c:v>
                </c:pt>
                <c:pt idx="211">
                  <c:v>45681</c:v>
                </c:pt>
                <c:pt idx="212">
                  <c:v>45688</c:v>
                </c:pt>
                <c:pt idx="213">
                  <c:v>45695</c:v>
                </c:pt>
                <c:pt idx="214">
                  <c:v>45702</c:v>
                </c:pt>
                <c:pt idx="215">
                  <c:v>45709</c:v>
                </c:pt>
                <c:pt idx="216">
                  <c:v>45716</c:v>
                </c:pt>
                <c:pt idx="217">
                  <c:v>45723</c:v>
                </c:pt>
                <c:pt idx="218">
                  <c:v>45730</c:v>
                </c:pt>
                <c:pt idx="219">
                  <c:v>45737</c:v>
                </c:pt>
                <c:pt idx="220">
                  <c:v>45744</c:v>
                </c:pt>
                <c:pt idx="221">
                  <c:v>45751</c:v>
                </c:pt>
                <c:pt idx="222">
                  <c:v>45758</c:v>
                </c:pt>
                <c:pt idx="223">
                  <c:v>45765</c:v>
                </c:pt>
                <c:pt idx="224">
                  <c:v>45772</c:v>
                </c:pt>
                <c:pt idx="225">
                  <c:v>45779</c:v>
                </c:pt>
                <c:pt idx="226">
                  <c:v>45786</c:v>
                </c:pt>
                <c:pt idx="227">
                  <c:v>45793</c:v>
                </c:pt>
                <c:pt idx="228">
                  <c:v>45800</c:v>
                </c:pt>
                <c:pt idx="229">
                  <c:v>45807</c:v>
                </c:pt>
                <c:pt idx="230">
                  <c:v>45814</c:v>
                </c:pt>
                <c:pt idx="231">
                  <c:v>45821</c:v>
                </c:pt>
                <c:pt idx="232">
                  <c:v>45828</c:v>
                </c:pt>
                <c:pt idx="233">
                  <c:v>45835</c:v>
                </c:pt>
                <c:pt idx="234">
                  <c:v>45842</c:v>
                </c:pt>
                <c:pt idx="235">
                  <c:v>45849</c:v>
                </c:pt>
                <c:pt idx="236">
                  <c:v>45856</c:v>
                </c:pt>
                <c:pt idx="237">
                  <c:v>45863</c:v>
                </c:pt>
                <c:pt idx="238">
                  <c:v>45870</c:v>
                </c:pt>
                <c:pt idx="239">
                  <c:v>45877</c:v>
                </c:pt>
                <c:pt idx="240">
                  <c:v>45884</c:v>
                </c:pt>
                <c:pt idx="241">
                  <c:v>45891</c:v>
                </c:pt>
                <c:pt idx="242">
                  <c:v>45898</c:v>
                </c:pt>
                <c:pt idx="243">
                  <c:v>45905</c:v>
                </c:pt>
                <c:pt idx="244">
                  <c:v>45912</c:v>
                </c:pt>
                <c:pt idx="245">
                  <c:v>45919</c:v>
                </c:pt>
                <c:pt idx="246">
                  <c:v>45926</c:v>
                </c:pt>
                <c:pt idx="247">
                  <c:v>45933</c:v>
                </c:pt>
                <c:pt idx="248">
                  <c:v>45940</c:v>
                </c:pt>
                <c:pt idx="249">
                  <c:v>45947</c:v>
                </c:pt>
                <c:pt idx="250">
                  <c:v>45954</c:v>
                </c:pt>
                <c:pt idx="251">
                  <c:v>45961</c:v>
                </c:pt>
                <c:pt idx="252">
                  <c:v>45968</c:v>
                </c:pt>
                <c:pt idx="253">
                  <c:v>45975</c:v>
                </c:pt>
                <c:pt idx="254">
                  <c:v>45982</c:v>
                </c:pt>
                <c:pt idx="255">
                  <c:v>45989</c:v>
                </c:pt>
                <c:pt idx="256">
                  <c:v>45996</c:v>
                </c:pt>
                <c:pt idx="257">
                  <c:v>46003</c:v>
                </c:pt>
                <c:pt idx="258">
                  <c:v>46010</c:v>
                </c:pt>
                <c:pt idx="259">
                  <c:v>46017</c:v>
                </c:pt>
                <c:pt idx="260">
                  <c:v>46024</c:v>
                </c:pt>
                <c:pt idx="261">
                  <c:v>46031</c:v>
                </c:pt>
                <c:pt idx="262">
                  <c:v>46038</c:v>
                </c:pt>
                <c:pt idx="263">
                  <c:v>46045</c:v>
                </c:pt>
                <c:pt idx="264">
                  <c:v>46052</c:v>
                </c:pt>
                <c:pt idx="265">
                  <c:v>46059</c:v>
                </c:pt>
                <c:pt idx="266">
                  <c:v>46066</c:v>
                </c:pt>
                <c:pt idx="267">
                  <c:v>46073</c:v>
                </c:pt>
                <c:pt idx="268">
                  <c:v>46080</c:v>
                </c:pt>
                <c:pt idx="269">
                  <c:v>46087</c:v>
                </c:pt>
                <c:pt idx="270">
                  <c:v>46094</c:v>
                </c:pt>
                <c:pt idx="271">
                  <c:v>46101</c:v>
                </c:pt>
                <c:pt idx="272">
                  <c:v>46108</c:v>
                </c:pt>
                <c:pt idx="273">
                  <c:v>46115</c:v>
                </c:pt>
                <c:pt idx="274">
                  <c:v>46122</c:v>
                </c:pt>
                <c:pt idx="275">
                  <c:v>46129</c:v>
                </c:pt>
                <c:pt idx="276">
                  <c:v>46136</c:v>
                </c:pt>
                <c:pt idx="277">
                  <c:v>46143</c:v>
                </c:pt>
                <c:pt idx="278">
                  <c:v>46150</c:v>
                </c:pt>
                <c:pt idx="279">
                  <c:v>46157</c:v>
                </c:pt>
                <c:pt idx="280">
                  <c:v>46164</c:v>
                </c:pt>
                <c:pt idx="281">
                  <c:v>46171</c:v>
                </c:pt>
                <c:pt idx="282">
                  <c:v>46178</c:v>
                </c:pt>
                <c:pt idx="283">
                  <c:v>46185</c:v>
                </c:pt>
                <c:pt idx="284">
                  <c:v>46192</c:v>
                </c:pt>
                <c:pt idx="285">
                  <c:v>46199</c:v>
                </c:pt>
                <c:pt idx="286">
                  <c:v>46206</c:v>
                </c:pt>
                <c:pt idx="287">
                  <c:v>46213</c:v>
                </c:pt>
                <c:pt idx="288">
                  <c:v>46220</c:v>
                </c:pt>
                <c:pt idx="289">
                  <c:v>46227</c:v>
                </c:pt>
                <c:pt idx="290">
                  <c:v>46234</c:v>
                </c:pt>
                <c:pt idx="291">
                  <c:v>46241</c:v>
                </c:pt>
                <c:pt idx="292">
                  <c:v>46248</c:v>
                </c:pt>
                <c:pt idx="293">
                  <c:v>46255</c:v>
                </c:pt>
                <c:pt idx="294">
                  <c:v>46262</c:v>
                </c:pt>
                <c:pt idx="295">
                  <c:v>46269</c:v>
                </c:pt>
                <c:pt idx="296">
                  <c:v>46276</c:v>
                </c:pt>
                <c:pt idx="297">
                  <c:v>46283</c:v>
                </c:pt>
              </c:numCache>
            </c:numRef>
          </c:cat>
          <c:val>
            <c:numRef>
              <c:f>Sheet1!$E$2:$E$299</c:f>
              <c:numCache>
                <c:formatCode>General</c:formatCode>
                <c:ptCount val="298"/>
                <c:pt idx="0">
                  <c:v>9.213298790585998</c:v>
                </c:pt>
                <c:pt idx="1">
                  <c:v>9.213298790585998</c:v>
                </c:pt>
                <c:pt idx="2">
                  <c:v>9.213298790585998</c:v>
                </c:pt>
                <c:pt idx="3">
                  <c:v>9.213298790585998</c:v>
                </c:pt>
                <c:pt idx="4">
                  <c:v>9.213298790585998</c:v>
                </c:pt>
                <c:pt idx="5">
                  <c:v>9.213298790585998</c:v>
                </c:pt>
                <c:pt idx="6">
                  <c:v>9.213298790585998</c:v>
                </c:pt>
                <c:pt idx="7">
                  <c:v>9.213298790585998</c:v>
                </c:pt>
                <c:pt idx="8">
                  <c:v>9.213298790585998</c:v>
                </c:pt>
                <c:pt idx="9">
                  <c:v>9.213298790585998</c:v>
                </c:pt>
                <c:pt idx="10">
                  <c:v>9.213298790585998</c:v>
                </c:pt>
                <c:pt idx="11">
                  <c:v>9.213298790585998</c:v>
                </c:pt>
                <c:pt idx="12">
                  <c:v>9.213298790585998</c:v>
                </c:pt>
                <c:pt idx="13">
                  <c:v>9.213298790585998</c:v>
                </c:pt>
                <c:pt idx="14">
                  <c:v>9.213298790585998</c:v>
                </c:pt>
                <c:pt idx="15">
                  <c:v>9.213298790585998</c:v>
                </c:pt>
                <c:pt idx="16">
                  <c:v>9.213298790585998</c:v>
                </c:pt>
                <c:pt idx="17">
                  <c:v>9.213298790585998</c:v>
                </c:pt>
                <c:pt idx="18">
                  <c:v>9.213298790585998</c:v>
                </c:pt>
                <c:pt idx="19">
                  <c:v>9.213298790585998</c:v>
                </c:pt>
                <c:pt idx="20">
                  <c:v>9.213298790585998</c:v>
                </c:pt>
                <c:pt idx="21">
                  <c:v>9.213298790585998</c:v>
                </c:pt>
                <c:pt idx="22">
                  <c:v>9.213298790585998</c:v>
                </c:pt>
                <c:pt idx="23">
                  <c:v>9.213298790585998</c:v>
                </c:pt>
                <c:pt idx="24">
                  <c:v>9.213298790585998</c:v>
                </c:pt>
                <c:pt idx="25">
                  <c:v>9.213298790585998</c:v>
                </c:pt>
                <c:pt idx="26">
                  <c:v>9.213298790585998</c:v>
                </c:pt>
                <c:pt idx="27">
                  <c:v>9.213298790585998</c:v>
                </c:pt>
                <c:pt idx="28">
                  <c:v>9.213298790585998</c:v>
                </c:pt>
                <c:pt idx="29">
                  <c:v>9.213298790585998</c:v>
                </c:pt>
                <c:pt idx="30">
                  <c:v>9.213298790585998</c:v>
                </c:pt>
                <c:pt idx="31">
                  <c:v>9.213298790585998</c:v>
                </c:pt>
                <c:pt idx="32">
                  <c:v>9.213298790585998</c:v>
                </c:pt>
                <c:pt idx="33">
                  <c:v>9.213298790585998</c:v>
                </c:pt>
                <c:pt idx="34">
                  <c:v>9.213298790585998</c:v>
                </c:pt>
                <c:pt idx="35">
                  <c:v>9.213298790585998</c:v>
                </c:pt>
                <c:pt idx="36">
                  <c:v>9.213298790585998</c:v>
                </c:pt>
                <c:pt idx="37">
                  <c:v>9.213298790585998</c:v>
                </c:pt>
                <c:pt idx="38">
                  <c:v>9.213298790585998</c:v>
                </c:pt>
                <c:pt idx="39">
                  <c:v>9.213298790585998</c:v>
                </c:pt>
                <c:pt idx="40">
                  <c:v>9.213298790585998</c:v>
                </c:pt>
                <c:pt idx="41">
                  <c:v>9.213298790585998</c:v>
                </c:pt>
                <c:pt idx="42">
                  <c:v>9.213298790585998</c:v>
                </c:pt>
                <c:pt idx="43">
                  <c:v>9.213298790585998</c:v>
                </c:pt>
                <c:pt idx="44">
                  <c:v>9.213298790585998</c:v>
                </c:pt>
                <c:pt idx="45">
                  <c:v>9.213298790585998</c:v>
                </c:pt>
                <c:pt idx="46">
                  <c:v>9.213298790585998</c:v>
                </c:pt>
                <c:pt idx="47">
                  <c:v>9.213298790585998</c:v>
                </c:pt>
                <c:pt idx="48">
                  <c:v>9.213298790585998</c:v>
                </c:pt>
                <c:pt idx="49">
                  <c:v>9.213298790585998</c:v>
                </c:pt>
                <c:pt idx="50">
                  <c:v>9.213298790585998</c:v>
                </c:pt>
                <c:pt idx="51">
                  <c:v>9.213298790585998</c:v>
                </c:pt>
                <c:pt idx="52">
                  <c:v>9.213298790585998</c:v>
                </c:pt>
                <c:pt idx="53">
                  <c:v>9.213298790585998</c:v>
                </c:pt>
                <c:pt idx="54">
                  <c:v>9.213298790585998</c:v>
                </c:pt>
                <c:pt idx="55">
                  <c:v>9.213298790585998</c:v>
                </c:pt>
                <c:pt idx="56">
                  <c:v>9.213298790585998</c:v>
                </c:pt>
                <c:pt idx="57">
                  <c:v>9.213298790585998</c:v>
                </c:pt>
                <c:pt idx="58">
                  <c:v>9.213298790585998</c:v>
                </c:pt>
                <c:pt idx="59">
                  <c:v>9.213298790585998</c:v>
                </c:pt>
                <c:pt idx="60">
                  <c:v>9.213298790585998</c:v>
                </c:pt>
                <c:pt idx="61">
                  <c:v>9.213298790585998</c:v>
                </c:pt>
                <c:pt idx="62">
                  <c:v>9.213298790585998</c:v>
                </c:pt>
                <c:pt idx="63">
                  <c:v>9.213298790585998</c:v>
                </c:pt>
                <c:pt idx="64">
                  <c:v>9.213298790585998</c:v>
                </c:pt>
                <c:pt idx="65">
                  <c:v>9.213298790585998</c:v>
                </c:pt>
                <c:pt idx="66">
                  <c:v>9.213298790585998</c:v>
                </c:pt>
                <c:pt idx="67">
                  <c:v>9.213298790585998</c:v>
                </c:pt>
                <c:pt idx="68">
                  <c:v>9.213298790585998</c:v>
                </c:pt>
                <c:pt idx="69">
                  <c:v>9.213298790585998</c:v>
                </c:pt>
                <c:pt idx="70">
                  <c:v>9.213298790585998</c:v>
                </c:pt>
                <c:pt idx="71">
                  <c:v>9.213298790585998</c:v>
                </c:pt>
                <c:pt idx="72">
                  <c:v>9.213298790585998</c:v>
                </c:pt>
                <c:pt idx="73">
                  <c:v>9.213298790585998</c:v>
                </c:pt>
                <c:pt idx="74">
                  <c:v>9.213298790585998</c:v>
                </c:pt>
                <c:pt idx="75">
                  <c:v>9.213298790585998</c:v>
                </c:pt>
                <c:pt idx="76">
                  <c:v>9.213298790585998</c:v>
                </c:pt>
                <c:pt idx="77">
                  <c:v>9.213298790585998</c:v>
                </c:pt>
                <c:pt idx="78">
                  <c:v>9.213298790585998</c:v>
                </c:pt>
                <c:pt idx="79">
                  <c:v>9.213298790585998</c:v>
                </c:pt>
                <c:pt idx="80">
                  <c:v>9.213298790585998</c:v>
                </c:pt>
                <c:pt idx="81">
                  <c:v>9.213298790585998</c:v>
                </c:pt>
                <c:pt idx="82">
                  <c:v>9.213298790585998</c:v>
                </c:pt>
                <c:pt idx="83">
                  <c:v>9.213298790585998</c:v>
                </c:pt>
                <c:pt idx="84">
                  <c:v>9.213298790585998</c:v>
                </c:pt>
                <c:pt idx="85">
                  <c:v>9.213298790585998</c:v>
                </c:pt>
                <c:pt idx="86">
                  <c:v>9.213298790585998</c:v>
                </c:pt>
                <c:pt idx="87">
                  <c:v>9.213298790585998</c:v>
                </c:pt>
                <c:pt idx="88">
                  <c:v>9.213298790585998</c:v>
                </c:pt>
                <c:pt idx="89">
                  <c:v>9.213298790585998</c:v>
                </c:pt>
                <c:pt idx="90">
                  <c:v>9.213298790585998</c:v>
                </c:pt>
                <c:pt idx="91">
                  <c:v>9.213298790585998</c:v>
                </c:pt>
                <c:pt idx="92">
                  <c:v>9.213298790585998</c:v>
                </c:pt>
                <c:pt idx="93">
                  <c:v>9.213298790585998</c:v>
                </c:pt>
                <c:pt idx="94">
                  <c:v>9.213298790585998</c:v>
                </c:pt>
                <c:pt idx="95">
                  <c:v>9.213298790585998</c:v>
                </c:pt>
                <c:pt idx="96">
                  <c:v>9.213298790585998</c:v>
                </c:pt>
                <c:pt idx="97">
                  <c:v>9.213298790585998</c:v>
                </c:pt>
                <c:pt idx="98">
                  <c:v>9.213298790585998</c:v>
                </c:pt>
                <c:pt idx="99">
                  <c:v>9.213298790585998</c:v>
                </c:pt>
                <c:pt idx="100">
                  <c:v>9.213298790585998</c:v>
                </c:pt>
                <c:pt idx="101">
                  <c:v>9.213298790585998</c:v>
                </c:pt>
                <c:pt idx="102">
                  <c:v>9.213298790585998</c:v>
                </c:pt>
                <c:pt idx="103">
                  <c:v>9.213298790585998</c:v>
                </c:pt>
                <c:pt idx="104">
                  <c:v>9.213298790585998</c:v>
                </c:pt>
                <c:pt idx="105">
                  <c:v>9.213298790585998</c:v>
                </c:pt>
                <c:pt idx="106">
                  <c:v>9.213298790585998</c:v>
                </c:pt>
                <c:pt idx="107">
                  <c:v>9.213298790585998</c:v>
                </c:pt>
                <c:pt idx="108">
                  <c:v>9.213298790585998</c:v>
                </c:pt>
                <c:pt idx="109">
                  <c:v>9.213298790585998</c:v>
                </c:pt>
                <c:pt idx="110">
                  <c:v>9.213298790585998</c:v>
                </c:pt>
                <c:pt idx="111">
                  <c:v>9.213298790585998</c:v>
                </c:pt>
                <c:pt idx="112">
                  <c:v>9.213298790585998</c:v>
                </c:pt>
                <c:pt idx="113">
                  <c:v>9.213298790585998</c:v>
                </c:pt>
                <c:pt idx="114">
                  <c:v>9.213298790585998</c:v>
                </c:pt>
                <c:pt idx="115">
                  <c:v>9.213298790585998</c:v>
                </c:pt>
                <c:pt idx="116">
                  <c:v>9.213298790585998</c:v>
                </c:pt>
                <c:pt idx="117">
                  <c:v>9.213298790585998</c:v>
                </c:pt>
                <c:pt idx="118">
                  <c:v>9.213298790585998</c:v>
                </c:pt>
                <c:pt idx="119">
                  <c:v>9.213298790585998</c:v>
                </c:pt>
                <c:pt idx="120">
                  <c:v>9.213298790585998</c:v>
                </c:pt>
                <c:pt idx="121">
                  <c:v>9.213298790585998</c:v>
                </c:pt>
                <c:pt idx="122">
                  <c:v>9.213298790585998</c:v>
                </c:pt>
                <c:pt idx="123">
                  <c:v>9.213298790585998</c:v>
                </c:pt>
                <c:pt idx="124">
                  <c:v>9.213298790585998</c:v>
                </c:pt>
                <c:pt idx="125">
                  <c:v>9.213298790585998</c:v>
                </c:pt>
                <c:pt idx="126">
                  <c:v>9.213298790585998</c:v>
                </c:pt>
                <c:pt idx="127">
                  <c:v>9.213298790585998</c:v>
                </c:pt>
                <c:pt idx="128">
                  <c:v>9.213298790585998</c:v>
                </c:pt>
                <c:pt idx="129">
                  <c:v>9.213298790585998</c:v>
                </c:pt>
                <c:pt idx="130">
                  <c:v>9.213298790585998</c:v>
                </c:pt>
                <c:pt idx="131">
                  <c:v>9.213298790585998</c:v>
                </c:pt>
                <c:pt idx="132">
                  <c:v>9.213298790585998</c:v>
                </c:pt>
                <c:pt idx="133">
                  <c:v>9.213298790585998</c:v>
                </c:pt>
                <c:pt idx="134">
                  <c:v>9.213298790585998</c:v>
                </c:pt>
                <c:pt idx="135">
                  <c:v>9.213298790585998</c:v>
                </c:pt>
                <c:pt idx="136">
                  <c:v>9.213298790585998</c:v>
                </c:pt>
                <c:pt idx="137">
                  <c:v>9.213298790585998</c:v>
                </c:pt>
                <c:pt idx="138">
                  <c:v>9.213298790585998</c:v>
                </c:pt>
                <c:pt idx="139">
                  <c:v>9.213298790585998</c:v>
                </c:pt>
                <c:pt idx="140">
                  <c:v>9.213298790585998</c:v>
                </c:pt>
                <c:pt idx="141">
                  <c:v>9.213298790585998</c:v>
                </c:pt>
                <c:pt idx="142">
                  <c:v>9.213298790585998</c:v>
                </c:pt>
                <c:pt idx="143">
                  <c:v>9.213298790585998</c:v>
                </c:pt>
                <c:pt idx="144">
                  <c:v>9.213298790585998</c:v>
                </c:pt>
                <c:pt idx="145">
                  <c:v>9.213298790585998</c:v>
                </c:pt>
                <c:pt idx="146">
                  <c:v>9.213298790585998</c:v>
                </c:pt>
                <c:pt idx="147">
                  <c:v>9.213298790585998</c:v>
                </c:pt>
                <c:pt idx="148">
                  <c:v>9.213298790585998</c:v>
                </c:pt>
                <c:pt idx="149">
                  <c:v>9.213298790585998</c:v>
                </c:pt>
                <c:pt idx="150">
                  <c:v>9.213298790585998</c:v>
                </c:pt>
                <c:pt idx="151">
                  <c:v>9.213298790585998</c:v>
                </c:pt>
                <c:pt idx="152">
                  <c:v>9.213298790585998</c:v>
                </c:pt>
                <c:pt idx="153">
                  <c:v>9.213298790585998</c:v>
                </c:pt>
                <c:pt idx="154">
                  <c:v>9.213298790585998</c:v>
                </c:pt>
                <c:pt idx="155">
                  <c:v>9.213298790585998</c:v>
                </c:pt>
                <c:pt idx="156">
                  <c:v>9.213298790585998</c:v>
                </c:pt>
                <c:pt idx="157">
                  <c:v>9.213298790585998</c:v>
                </c:pt>
                <c:pt idx="158">
                  <c:v>9.213298790585998</c:v>
                </c:pt>
                <c:pt idx="159">
                  <c:v>9.213298790585998</c:v>
                </c:pt>
                <c:pt idx="160">
                  <c:v>9.213298790585998</c:v>
                </c:pt>
                <c:pt idx="161">
                  <c:v>9.213298790585998</c:v>
                </c:pt>
                <c:pt idx="162">
                  <c:v>9.213298790585998</c:v>
                </c:pt>
                <c:pt idx="163">
                  <c:v>9.213298790585998</c:v>
                </c:pt>
                <c:pt idx="164">
                  <c:v>9.213298790585998</c:v>
                </c:pt>
                <c:pt idx="165">
                  <c:v>9.213298790585998</c:v>
                </c:pt>
                <c:pt idx="166">
                  <c:v>9.213298790585998</c:v>
                </c:pt>
                <c:pt idx="167">
                  <c:v>9.213298790585998</c:v>
                </c:pt>
                <c:pt idx="168">
                  <c:v>9.213298790585998</c:v>
                </c:pt>
                <c:pt idx="169">
                  <c:v>9.213298790585998</c:v>
                </c:pt>
                <c:pt idx="170">
                  <c:v>9.213298790585998</c:v>
                </c:pt>
                <c:pt idx="171">
                  <c:v>9.213298790585998</c:v>
                </c:pt>
                <c:pt idx="172">
                  <c:v>9.213298790585998</c:v>
                </c:pt>
                <c:pt idx="173">
                  <c:v>9.213298790585998</c:v>
                </c:pt>
                <c:pt idx="174">
                  <c:v>9.213298790585998</c:v>
                </c:pt>
                <c:pt idx="175">
                  <c:v>9.213298790585998</c:v>
                </c:pt>
                <c:pt idx="176">
                  <c:v>9.213298790585998</c:v>
                </c:pt>
                <c:pt idx="177">
                  <c:v>9.213298790585998</c:v>
                </c:pt>
                <c:pt idx="178">
                  <c:v>9.213298790585998</c:v>
                </c:pt>
                <c:pt idx="179">
                  <c:v>9.213298790585998</c:v>
                </c:pt>
                <c:pt idx="180">
                  <c:v>9.213298790585998</c:v>
                </c:pt>
                <c:pt idx="181">
                  <c:v>9.213298790585998</c:v>
                </c:pt>
                <c:pt idx="182">
                  <c:v>9.213298790585998</c:v>
                </c:pt>
                <c:pt idx="183">
                  <c:v>9.213298790585998</c:v>
                </c:pt>
                <c:pt idx="184">
                  <c:v>9.213298790585998</c:v>
                </c:pt>
                <c:pt idx="185">
                  <c:v>9.213298790585998</c:v>
                </c:pt>
                <c:pt idx="186">
                  <c:v>9.213298790585998</c:v>
                </c:pt>
                <c:pt idx="187">
                  <c:v>9.213298790585998</c:v>
                </c:pt>
                <c:pt idx="188">
                  <c:v>9.213298790585998</c:v>
                </c:pt>
                <c:pt idx="189">
                  <c:v>9.213298790585998</c:v>
                </c:pt>
                <c:pt idx="190">
                  <c:v>9.213298790585998</c:v>
                </c:pt>
                <c:pt idx="191">
                  <c:v>9.213298790585998</c:v>
                </c:pt>
                <c:pt idx="192">
                  <c:v>9.213298790585998</c:v>
                </c:pt>
                <c:pt idx="193">
                  <c:v>9.213298790585998</c:v>
                </c:pt>
                <c:pt idx="194">
                  <c:v>9.213298790585998</c:v>
                </c:pt>
                <c:pt idx="195">
                  <c:v>9.213298790585998</c:v>
                </c:pt>
                <c:pt idx="196">
                  <c:v>9.213298790585998</c:v>
                </c:pt>
                <c:pt idx="197">
                  <c:v>9.213298790585998</c:v>
                </c:pt>
                <c:pt idx="198">
                  <c:v>9.213298790585998</c:v>
                </c:pt>
                <c:pt idx="199">
                  <c:v>9.213298790585998</c:v>
                </c:pt>
                <c:pt idx="200">
                  <c:v>9.213298790585998</c:v>
                </c:pt>
                <c:pt idx="201">
                  <c:v>9.213298790585998</c:v>
                </c:pt>
                <c:pt idx="202">
                  <c:v>9.213298790585998</c:v>
                </c:pt>
                <c:pt idx="203">
                  <c:v>9.213298790585998</c:v>
                </c:pt>
                <c:pt idx="204">
                  <c:v>9.213298790585998</c:v>
                </c:pt>
                <c:pt idx="205">
                  <c:v>9.213298790585998</c:v>
                </c:pt>
                <c:pt idx="206">
                  <c:v>9.213298790585998</c:v>
                </c:pt>
                <c:pt idx="207">
                  <c:v>9.213298790585998</c:v>
                </c:pt>
                <c:pt idx="208">
                  <c:v>9.213298790585998</c:v>
                </c:pt>
                <c:pt idx="209">
                  <c:v>9.213298790585998</c:v>
                </c:pt>
                <c:pt idx="210">
                  <c:v>9.213298790585998</c:v>
                </c:pt>
                <c:pt idx="211">
                  <c:v>9.213298790585998</c:v>
                </c:pt>
                <c:pt idx="212">
                  <c:v>9.213298790585998</c:v>
                </c:pt>
                <c:pt idx="213">
                  <c:v>9.213298790585998</c:v>
                </c:pt>
                <c:pt idx="214">
                  <c:v>9.213298790585998</c:v>
                </c:pt>
                <c:pt idx="215">
                  <c:v>9.213298790585998</c:v>
                </c:pt>
                <c:pt idx="216">
                  <c:v>9.213298790585998</c:v>
                </c:pt>
                <c:pt idx="217">
                  <c:v>9.213298790585998</c:v>
                </c:pt>
                <c:pt idx="218">
                  <c:v>9.213298790585998</c:v>
                </c:pt>
                <c:pt idx="219">
                  <c:v>9.213298790585998</c:v>
                </c:pt>
                <c:pt idx="220">
                  <c:v>9.213298790585998</c:v>
                </c:pt>
                <c:pt idx="221">
                  <c:v>9.213298790585998</c:v>
                </c:pt>
                <c:pt idx="222">
                  <c:v>9.213298790585998</c:v>
                </c:pt>
                <c:pt idx="223">
                  <c:v>9.213298790585998</c:v>
                </c:pt>
                <c:pt idx="224">
                  <c:v>9.213298790585998</c:v>
                </c:pt>
                <c:pt idx="225">
                  <c:v>9.213298790585998</c:v>
                </c:pt>
                <c:pt idx="226">
                  <c:v>9.213298790585998</c:v>
                </c:pt>
                <c:pt idx="227">
                  <c:v>9.213298790585998</c:v>
                </c:pt>
                <c:pt idx="228">
                  <c:v>9.213298790585998</c:v>
                </c:pt>
                <c:pt idx="229">
                  <c:v>9.213298790585998</c:v>
                </c:pt>
                <c:pt idx="230">
                  <c:v>9.213298790585998</c:v>
                </c:pt>
                <c:pt idx="231">
                  <c:v>9.213298790585998</c:v>
                </c:pt>
                <c:pt idx="232">
                  <c:v>9.213298790585998</c:v>
                </c:pt>
                <c:pt idx="233">
                  <c:v>9.213298790585998</c:v>
                </c:pt>
                <c:pt idx="234">
                  <c:v>9.213298790585998</c:v>
                </c:pt>
                <c:pt idx="235">
                  <c:v>9.213298790585998</c:v>
                </c:pt>
                <c:pt idx="236">
                  <c:v>9.213298790585998</c:v>
                </c:pt>
                <c:pt idx="237">
                  <c:v>9.213298790585998</c:v>
                </c:pt>
                <c:pt idx="238">
                  <c:v>9.213298790585998</c:v>
                </c:pt>
                <c:pt idx="239">
                  <c:v>9.213298790585998</c:v>
                </c:pt>
                <c:pt idx="240">
                  <c:v>9.213298790585998</c:v>
                </c:pt>
                <c:pt idx="241">
                  <c:v>9.213298790585998</c:v>
                </c:pt>
                <c:pt idx="242">
                  <c:v>9.213298790585998</c:v>
                </c:pt>
                <c:pt idx="243">
                  <c:v>9.213298790585998</c:v>
                </c:pt>
                <c:pt idx="244">
                  <c:v>9.213298790585998</c:v>
                </c:pt>
                <c:pt idx="245">
                  <c:v>9.213298790585998</c:v>
                </c:pt>
                <c:pt idx="246">
                  <c:v>9.213298790585998</c:v>
                </c:pt>
                <c:pt idx="247">
                  <c:v>9.213298790585998</c:v>
                </c:pt>
                <c:pt idx="248">
                  <c:v>9.213298790585998</c:v>
                </c:pt>
                <c:pt idx="249">
                  <c:v>9.213298790585998</c:v>
                </c:pt>
                <c:pt idx="250">
                  <c:v>9.213298790585998</c:v>
                </c:pt>
                <c:pt idx="251">
                  <c:v>9.213298790585998</c:v>
                </c:pt>
                <c:pt idx="252">
                  <c:v>9.213298790585998</c:v>
                </c:pt>
                <c:pt idx="253">
                  <c:v>9.213298790585998</c:v>
                </c:pt>
                <c:pt idx="254">
                  <c:v>9.213298790585998</c:v>
                </c:pt>
                <c:pt idx="255">
                  <c:v>9.213298790585998</c:v>
                </c:pt>
                <c:pt idx="256">
                  <c:v>9.213298790585998</c:v>
                </c:pt>
                <c:pt idx="257">
                  <c:v>9.213298790585998</c:v>
                </c:pt>
                <c:pt idx="258">
                  <c:v>9.213298790585998</c:v>
                </c:pt>
                <c:pt idx="259">
                  <c:v>9.213298790585998</c:v>
                </c:pt>
                <c:pt idx="260">
                  <c:v>9.213298790585998</c:v>
                </c:pt>
                <c:pt idx="261">
                  <c:v>9.213298790585998</c:v>
                </c:pt>
                <c:pt idx="262">
                  <c:v>9.213298790585998</c:v>
                </c:pt>
                <c:pt idx="263">
                  <c:v>9.213298790585998</c:v>
                </c:pt>
                <c:pt idx="264">
                  <c:v>9.213298790585998</c:v>
                </c:pt>
                <c:pt idx="265">
                  <c:v>9.213298790585998</c:v>
                </c:pt>
                <c:pt idx="266">
                  <c:v>9.213298790585998</c:v>
                </c:pt>
                <c:pt idx="267">
                  <c:v>9.213298790585998</c:v>
                </c:pt>
                <c:pt idx="268">
                  <c:v>9.213298790585998</c:v>
                </c:pt>
                <c:pt idx="269">
                  <c:v>9.213298790585998</c:v>
                </c:pt>
                <c:pt idx="270">
                  <c:v>9.213298790585998</c:v>
                </c:pt>
                <c:pt idx="271">
                  <c:v>9.213298790585998</c:v>
                </c:pt>
                <c:pt idx="272">
                  <c:v>9.213298790585998</c:v>
                </c:pt>
                <c:pt idx="273">
                  <c:v>9.213298790585998</c:v>
                </c:pt>
                <c:pt idx="274">
                  <c:v>9.213298790585998</c:v>
                </c:pt>
                <c:pt idx="275">
                  <c:v>9.213298790585998</c:v>
                </c:pt>
                <c:pt idx="276">
                  <c:v>9.213298790585998</c:v>
                </c:pt>
                <c:pt idx="277">
                  <c:v>9.213298790585998</c:v>
                </c:pt>
                <c:pt idx="278">
                  <c:v>9.213298790585998</c:v>
                </c:pt>
                <c:pt idx="279">
                  <c:v>9.213298790585998</c:v>
                </c:pt>
                <c:pt idx="280">
                  <c:v>9.213298790585998</c:v>
                </c:pt>
                <c:pt idx="281">
                  <c:v>9.213298790585998</c:v>
                </c:pt>
                <c:pt idx="282">
                  <c:v>9.213298790585998</c:v>
                </c:pt>
                <c:pt idx="283">
                  <c:v>9.213298790585998</c:v>
                </c:pt>
                <c:pt idx="284">
                  <c:v>9.213298790585998</c:v>
                </c:pt>
                <c:pt idx="285">
                  <c:v>9.213298790585998</c:v>
                </c:pt>
                <c:pt idx="286">
                  <c:v>9.213298790585998</c:v>
                </c:pt>
                <c:pt idx="287">
                  <c:v>9.213298790585998</c:v>
                </c:pt>
                <c:pt idx="288">
                  <c:v>9.213298790585998</c:v>
                </c:pt>
                <c:pt idx="289">
                  <c:v>9.213298790585998</c:v>
                </c:pt>
                <c:pt idx="290">
                  <c:v>9.213298790585998</c:v>
                </c:pt>
                <c:pt idx="291">
                  <c:v>9.213298790585998</c:v>
                </c:pt>
                <c:pt idx="292">
                  <c:v>9.213298790585998</c:v>
                </c:pt>
                <c:pt idx="293">
                  <c:v>9.213298790585998</c:v>
                </c:pt>
                <c:pt idx="294">
                  <c:v>9.213298790585998</c:v>
                </c:pt>
                <c:pt idx="295">
                  <c:v>9.213298790585998</c:v>
                </c:pt>
                <c:pt idx="296">
                  <c:v>9.213298790585998</c:v>
                </c:pt>
                <c:pt idx="297">
                  <c:v>9.213298790585998</c:v>
                </c:pt>
              </c:numCache>
            </c:numRef>
          </c:val>
        </c:ser>
        <c:marker val="1"/>
        <c:axId val="50010001"/>
        <c:axId val="50010002"/>
      </c:lineChart>
      <c:dateAx>
        <c:axId val="50010001"/>
        <c:scaling>
          <c:orientation val="minMax"/>
        </c:scaling>
        <c:delete val="0"/>
        <c:axPos val="b"/>
        <c:numFmt formatCode="yyyy" sourceLinked="0"/>
        <c:majorTickMark val="out"/>
        <c:tickLblPos val="low"/>
        <c:spPr>
          <a:ln w="9525">
            <a:solidFill>
              <a:srgbClr val="D9D9D9"/>
            </a:solidFill>
          </a:ln>
        </c:spPr>
        <c:txPr>
          <a:bodyPr/>
          <a:lstStyle/>
          <a:p>
            <a:pPr>
              <a:defRPr sz="900" b="0" baseline="0">
                <a:solidFill>
                  <a:srgbClr val="000000"/>
                </a:solidFill>
                <a:latin typeface="Roboto Light"/>
              </a:defRPr>
            </a:pPr>
            <a:endParaRPr lang="en-US"/>
          </a:p>
        </c:txPr>
        <c:crossAx val="50010002"/>
        <c:crosses val="autoZero"/>
        <c:auto val="1"/>
        <c:lblOffset val="100"/>
        <c:baseTimeUnit val="days"/>
        <c:majorUnit val="2"/>
        <c:majorTimeUnit val="years"/>
      </c:dateAx>
      <c:valAx>
        <c:axId val="50010002"/>
        <c:scaling>
          <c:orientation val="minMax"/>
          <c:min val="5.0"/>
        </c:scaling>
        <c:delete val="0"/>
        <c:axPos val="l"/>
        <c:majorGridlines>
          <c:spPr>
            <a:ln w="6350">
              <a:solidFill>
                <a:srgbClr val="D9D9D9"/>
              </a:solidFill>
              <a:prstDash val="dash"/>
            </a:ln>
          </c:spPr>
        </c:majorGridlines>
        <c:numFmt formatCode="0" sourceLinked="0"/>
        <c:majorTickMark val="none"/>
        <c:tickLblPos val="nextTo"/>
        <c:spPr>
          <a:ln>
            <a:noFill/>
          </a:ln>
        </c:spPr>
        <c:txPr>
          <a:bodyPr/>
          <a:lstStyle/>
          <a:p>
            <a:pPr>
              <a:defRPr sz="900" b="0" baseline="0">
                <a:solidFill>
                  <a:srgbClr val="000000"/>
                </a:solidFill>
                <a:latin typeface="Roboto Light"/>
              </a:defRPr>
            </a:pPr>
            <a:endParaRPr lang="en-US"/>
          </a:p>
        </c:txPr>
        <c:crossAx val="50010001"/>
        <c:crosses val="autoZero"/>
        <c:crossBetween val="between"/>
      </c:valAx>
      <c:spPr>
        <a:noFill/>
        <a:ln>
          <a:noFill/>
        </a:ln>
      </c:spPr>
    </c:plotArea>
    <c:legend>
      <c:legendPos val="t"/>
      <c:legendEntry>
        <c:idx val="3"/>
        <c:delete val="1"/>
      </c:legendEntry>
      <c:layout/>
      <c:overlay val="0"/>
      <c:txPr>
        <a:bodyPr/>
        <a:lstStyle/>
        <a:p>
          <a:pPr>
            <a:defRPr sz="900" b="0" baseline="0">
              <a:solidFill>
                <a:srgbClr val="000000"/>
              </a:solidFill>
              <a:latin typeface="Roboto Light"/>
            </a:defRPr>
          </a:pPr>
          <a:endParaRPr lang="en-US"/>
        </a:p>
      </c:txPr>
    </c:legend>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A90491-CC92-EFB0-1401-5B4509250D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a:extLst>
              <a:ext uri="{FF2B5EF4-FFF2-40B4-BE49-F238E27FC236}">
                <a16:creationId xmlns:a16="http://schemas.microsoft.com/office/drawing/2014/main" id="{D1F40F6F-405D-B346-A67C-4AC7EB3C81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0AE48B-1166-47B2-B2CC-F641C70AD9F4}" type="datetimeFigureOut">
              <a:rPr lang="pt-BR" smtClean="0"/>
              <a:t>22/09/2026</a:t>
            </a:fld>
            <a:endParaRPr lang="pt-BR"/>
          </a:p>
        </p:txBody>
      </p:sp>
      <p:sp>
        <p:nvSpPr>
          <p:cNvPr id="4" name="Footer Placeholder 3">
            <a:extLst>
              <a:ext uri="{FF2B5EF4-FFF2-40B4-BE49-F238E27FC236}">
                <a16:creationId xmlns:a16="http://schemas.microsoft.com/office/drawing/2014/main" id="{30E9A6A1-22A2-E02D-10C5-C9334659D6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Slide Number Placeholder 4">
            <a:extLst>
              <a:ext uri="{FF2B5EF4-FFF2-40B4-BE49-F238E27FC236}">
                <a16:creationId xmlns:a16="http://schemas.microsoft.com/office/drawing/2014/main" id="{F58904C8-4DE5-BEA4-DEAB-DDDCC883F5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4DF4CA-886D-45F0-912E-AA6D3950FF3D}" type="slidenum">
              <a:rPr lang="pt-BR" smtClean="0"/>
              <a:t>‹#›</a:t>
            </a:fld>
            <a:endParaRPr lang="pt-BR"/>
          </a:p>
        </p:txBody>
      </p:sp>
    </p:spTree>
    <p:extLst>
      <p:ext uri="{BB962C8B-B14F-4D97-AF65-F5344CB8AC3E}">
        <p14:creationId xmlns:p14="http://schemas.microsoft.com/office/powerpoint/2010/main" val="40588869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9/22/2026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2.png"/><Relationship Id="rId5" Type="http://schemas.microsoft.com/office/2007/relationships/hdphoto" Target="../media/hdphoto1.wdp"/><Relationship Id="rId6" Type="http://schemas.openxmlformats.org/officeDocument/2006/relationships/image" Target="../media/image3.svg"/><Relationship Id="rId7" Type="http://schemas.openxmlformats.org/officeDocument/2006/relationships/image" Target="../media/image4.png"/><Relationship Id="rId8" Type="http://schemas.microsoft.com/office/2007/relationships/hdphoto" Target="../media/hdphoto2.wdp"/></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5.png"/><Relationship Id="rId5" Type="http://schemas.microsoft.com/office/2007/relationships/hdphoto" Target="../media/hdphoto3.wdp"/><Relationship Id="rId6"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7.png"/><Relationship Id="rId5" Type="http://schemas.microsoft.com/office/2007/relationships/hdphoto" Target="../media/hdphoto4.wdp"/><Relationship Id="rId6"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3.svg"/><Relationship Id="rId5" Type="http://schemas.openxmlformats.org/officeDocument/2006/relationships/image" Target="../media/image8.png"/><Relationship Id="rId6" Type="http://schemas.microsoft.com/office/2007/relationships/hdphoto" Target="../media/hdphoto5.wdp"/></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1.svg"/><Relationship Id="rId4" Type="http://schemas.openxmlformats.org/officeDocument/2006/relationships/image" Target="../media/image3.svg"/><Relationship Id="rId5" Type="http://schemas.openxmlformats.org/officeDocument/2006/relationships/image" Target="../media/image8.png"/><Relationship Id="rId6" Type="http://schemas.microsoft.com/office/2007/relationships/hdphoto" Target="../media/hdphoto5.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27193" t="22453" r="47498" b="7994"/>
          <a:stretch/>
        </p:blipFill>
        <p:spPr>
          <a:xfrm>
            <a:off x="0" y="1133591"/>
            <a:ext cx="6858000" cy="8738553"/>
          </a:xfrm>
          <a:prstGeom prst="rect">
            <a:avLst/>
          </a:prstGeom>
        </p:spPr>
      </p:pic>
      <p:pic>
        <p:nvPicPr>
          <p:cNvPr id="14" name="Picture 2">
            <a:extLst>
              <a:ext uri="{FF2B5EF4-FFF2-40B4-BE49-F238E27FC236}">
                <a16:creationId xmlns:a16="http://schemas.microsoft.com/office/drawing/2014/main" id="{3B09E524-E24A-5DE5-8887-7C969586703D}"/>
              </a:ext>
            </a:extLst>
          </p:cNvPr>
          <p:cNvPicPr>
            <a:picLocks noChangeAspect="1" noChangeArrowheads="1"/>
          </p:cNvPicPr>
          <p:nvPr userDrawn="1"/>
        </p:nvPicPr>
        <p:blipFill>
          <a:blip r:embed="rId7">
            <a:alphaModFix amt="25000"/>
            <a:extLst>
              <a:ext uri="{BEBA8EAE-BF5A-486C-A8C5-ECC9F3942E4B}">
                <a14:imgProps xmlns:a14="http://schemas.microsoft.com/office/drawing/2010/main">
                  <a14:imgLayer r:embed="rId8">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0" y="1160194"/>
            <a:ext cx="6862621" cy="88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September 22, 2026</a:t>
            </a:fld>
            <a:endParaRPr lang="en-US" dirty="0"/>
          </a:p>
        </p:txBody>
      </p:sp>
    </p:spTree>
    <p:extLst>
      <p:ext uri="{BB962C8B-B14F-4D97-AF65-F5344CB8AC3E}">
        <p14:creationId xmlns:p14="http://schemas.microsoft.com/office/powerpoint/2010/main" val="425166022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 name="Rectangle 2">
            <a:extLst>
              <a:ext uri="{FF2B5EF4-FFF2-40B4-BE49-F238E27FC236}">
                <a16:creationId xmlns:a16="http://schemas.microsoft.com/office/drawing/2014/main" id="{13223387-3725-FC20-F192-6D6716DE37D5}"/>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Tree>
    <p:extLst>
      <p:ext uri="{BB962C8B-B14F-4D97-AF65-F5344CB8AC3E}">
        <p14:creationId xmlns:p14="http://schemas.microsoft.com/office/powerpoint/2010/main" val="3117013153"/>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22" name="Graphic 21">
            <a:extLst>
              <a:ext uri="{FF2B5EF4-FFF2-40B4-BE49-F238E27FC236}">
                <a16:creationId xmlns:a16="http://schemas.microsoft.com/office/drawing/2014/main" id="{4CAB420E-0A94-D115-0077-F9F55F89139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3" name="Picture 22" descr="A blue and white dot pattern&#10;&#10;AI-generated content may be incorrect.">
            <a:extLst>
              <a:ext uri="{FF2B5EF4-FFF2-40B4-BE49-F238E27FC236}">
                <a16:creationId xmlns:a16="http://schemas.microsoft.com/office/drawing/2014/main" id="{7F805A88-8B36-4FC0-2BAC-7102017DAE07}"/>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37" name="Graphic 36">
            <a:extLst>
              <a:ext uri="{FF2B5EF4-FFF2-40B4-BE49-F238E27FC236}">
                <a16:creationId xmlns:a16="http://schemas.microsoft.com/office/drawing/2014/main" id="{635058DA-5475-8BF5-129B-1EE343C5E3C6}"/>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41" name="Rectangle 40">
            <a:extLst>
              <a:ext uri="{FF2B5EF4-FFF2-40B4-BE49-F238E27FC236}">
                <a16:creationId xmlns:a16="http://schemas.microsoft.com/office/drawing/2014/main" id="{8CBEA2C4-70F8-1154-FB31-9D26C9A42D0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C47910B7-568C-3E88-95FA-56FAB4778E2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50445D10-5B4D-1FC3-55EF-1D91917A065A}"/>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FF71E2E5-E6E2-0C32-655B-4E016B2592F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A1160CB9-1491-3F15-932D-6F25368647FB}"/>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AC720A55-3697-F62E-3140-B4B6F386517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3184EE8E-9FAA-955A-267B-4CDB02A7A3C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CD1F6BEB-4C47-857A-7BC0-5AA4F690B1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28423AA-7459-6F7E-819C-5DE5E497CD6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4CEB9D67-85BF-A5AC-4D96-8BFC4C3760B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5075832-6ABB-B69D-B6EF-F5AF63922CFC}"/>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9F517DAC-F307-7045-2FA5-846E86E2E93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A406673A-0EDD-0165-F953-A4D02C86C1F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5" name="Espaço Reservado para Texto 6">
            <a:extLst>
              <a:ext uri="{FF2B5EF4-FFF2-40B4-BE49-F238E27FC236}">
                <a16:creationId xmlns:a16="http://schemas.microsoft.com/office/drawing/2014/main" id="{EEDF3783-FF4C-74D1-C6CF-53A7F73D871C}"/>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6" name="Date Placeholder 1">
            <a:extLst>
              <a:ext uri="{FF2B5EF4-FFF2-40B4-BE49-F238E27FC236}">
                <a16:creationId xmlns:a16="http://schemas.microsoft.com/office/drawing/2014/main" id="{DD5E9FA3-7626-82A6-0ECD-999CE74FFEE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57" name="Espaço Reservado para Texto 6">
            <a:extLst>
              <a:ext uri="{FF2B5EF4-FFF2-40B4-BE49-F238E27FC236}">
                <a16:creationId xmlns:a16="http://schemas.microsoft.com/office/drawing/2014/main" id="{629D0B6B-57EC-157E-009C-9AAD86067E5D}"/>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6B23C9D9-D221-14FE-B73D-CEDC08C3A69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7DE368EF-9DBD-D2EB-FE88-5082F657D82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92F8F97F-64C3-B5F1-CC17-D7DD0BA445B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E08EE3C-A447-126D-DDD8-AA16CB5FBCC5}"/>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5" name="Rectangle 34">
            <a:extLst>
              <a:ext uri="{FF2B5EF4-FFF2-40B4-BE49-F238E27FC236}">
                <a16:creationId xmlns:a16="http://schemas.microsoft.com/office/drawing/2014/main" id="{6F30ED1A-F839-4155-2DF1-3B08CC622F3C}"/>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Espaço Reservado para Texto 6">
            <a:extLst>
              <a:ext uri="{FF2B5EF4-FFF2-40B4-BE49-F238E27FC236}">
                <a16:creationId xmlns:a16="http://schemas.microsoft.com/office/drawing/2014/main" id="{765BBC64-340B-AEE8-3114-AC48D39E3DC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51" name="Group 50">
            <a:extLst>
              <a:ext uri="{FF2B5EF4-FFF2-40B4-BE49-F238E27FC236}">
                <a16:creationId xmlns:a16="http://schemas.microsoft.com/office/drawing/2014/main" id="{DB04402B-D0F7-6E96-DF15-6F460AD07D70}"/>
              </a:ext>
            </a:extLst>
          </p:cNvPr>
          <p:cNvGrpSpPr/>
          <p:nvPr userDrawn="1"/>
        </p:nvGrpSpPr>
        <p:grpSpPr>
          <a:xfrm>
            <a:off x="390154" y="406178"/>
            <a:ext cx="1240285" cy="341910"/>
            <a:chOff x="2700591" y="2522601"/>
            <a:chExt cx="6428993" cy="1772284"/>
          </a:xfrm>
        </p:grpSpPr>
        <p:sp>
          <p:nvSpPr>
            <p:cNvPr id="53" name="Freeform: Shape 40">
              <a:extLst>
                <a:ext uri="{FF2B5EF4-FFF2-40B4-BE49-F238E27FC236}">
                  <a16:creationId xmlns:a16="http://schemas.microsoft.com/office/drawing/2014/main" id="{DF551665-3C6D-B239-C827-584E974971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084CE03A-3B82-E1CE-CA1E-2980BB054ABB}"/>
                </a:ext>
              </a:extLst>
            </p:cNvPr>
            <p:cNvGrpSpPr/>
            <p:nvPr/>
          </p:nvGrpSpPr>
          <p:grpSpPr>
            <a:xfrm>
              <a:off x="5034660" y="3339528"/>
              <a:ext cx="4094924" cy="747077"/>
              <a:chOff x="5034660" y="3339528"/>
              <a:chExt cx="4094924" cy="747077"/>
            </a:xfrm>
            <a:solidFill>
              <a:srgbClr val="FFFFFF"/>
            </a:solidFill>
          </p:grpSpPr>
          <p:sp>
            <p:nvSpPr>
              <p:cNvPr id="55" name="Freeform: Shape 42">
                <a:extLst>
                  <a:ext uri="{FF2B5EF4-FFF2-40B4-BE49-F238E27FC236}">
                    <a16:creationId xmlns:a16="http://schemas.microsoft.com/office/drawing/2014/main" id="{5DD8F7C7-C66B-0E88-0338-C15BB7C4829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7" name="Freeform: Shape 43">
                <a:extLst>
                  <a:ext uri="{FF2B5EF4-FFF2-40B4-BE49-F238E27FC236}">
                    <a16:creationId xmlns:a16="http://schemas.microsoft.com/office/drawing/2014/main" id="{8EB900E1-B6FE-5006-C7AB-386F591035F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61" name="Freeform: Shape 44">
                <a:extLst>
                  <a:ext uri="{FF2B5EF4-FFF2-40B4-BE49-F238E27FC236}">
                    <a16:creationId xmlns:a16="http://schemas.microsoft.com/office/drawing/2014/main" id="{3E68FD6F-A3BA-8ED9-44C9-548F7ECB58F1}"/>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62" name="Freeform: Shape 45">
                <a:extLst>
                  <a:ext uri="{FF2B5EF4-FFF2-40B4-BE49-F238E27FC236}">
                    <a16:creationId xmlns:a16="http://schemas.microsoft.com/office/drawing/2014/main" id="{2A0F1337-B604-F12F-4E54-B9BB6B1DE57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63" name="Freeform: Shape 46">
                <a:extLst>
                  <a:ext uri="{FF2B5EF4-FFF2-40B4-BE49-F238E27FC236}">
                    <a16:creationId xmlns:a16="http://schemas.microsoft.com/office/drawing/2014/main" id="{43843578-116B-0B3C-9613-5806743ED7F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64" name="Freeform: Shape 47">
                <a:extLst>
                  <a:ext uri="{FF2B5EF4-FFF2-40B4-BE49-F238E27FC236}">
                    <a16:creationId xmlns:a16="http://schemas.microsoft.com/office/drawing/2014/main" id="{E198D074-C2A9-27A2-DD70-95716758771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5" name="Freeform: Shape 48">
                <a:extLst>
                  <a:ext uri="{FF2B5EF4-FFF2-40B4-BE49-F238E27FC236}">
                    <a16:creationId xmlns:a16="http://schemas.microsoft.com/office/drawing/2014/main" id="{2B87AE26-76BA-EF21-EC91-226F3E2FD9A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66" name="Freeform: Shape 49">
                <a:extLst>
                  <a:ext uri="{FF2B5EF4-FFF2-40B4-BE49-F238E27FC236}">
                    <a16:creationId xmlns:a16="http://schemas.microsoft.com/office/drawing/2014/main" id="{9A6F990E-C626-7C53-CAB3-36C7F46AE35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67" name="Espaço Reservado para Texto 6">
            <a:extLst>
              <a:ext uri="{FF2B5EF4-FFF2-40B4-BE49-F238E27FC236}">
                <a16:creationId xmlns:a16="http://schemas.microsoft.com/office/drawing/2014/main" id="{4FD74D62-0AC6-7F8E-2129-D927075C87F0}"/>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68" name="Date Placeholder 1">
            <a:extLst>
              <a:ext uri="{FF2B5EF4-FFF2-40B4-BE49-F238E27FC236}">
                <a16:creationId xmlns:a16="http://schemas.microsoft.com/office/drawing/2014/main" id="{5D5AFE9C-9406-C324-70B7-61AE233586C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69" name="Espaço Reservado para Texto 6">
            <a:extLst>
              <a:ext uri="{FF2B5EF4-FFF2-40B4-BE49-F238E27FC236}">
                <a16:creationId xmlns:a16="http://schemas.microsoft.com/office/drawing/2014/main" id="{F3241822-E5AA-2070-1435-F2979768E6E8}"/>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1" name="Espaço Reservado para Texto 6">
            <a:extLst>
              <a:ext uri="{FF2B5EF4-FFF2-40B4-BE49-F238E27FC236}">
                <a16:creationId xmlns:a16="http://schemas.microsoft.com/office/drawing/2014/main" id="{0DD40EF2-E1A6-2835-E898-623CF332E356}"/>
              </a:ext>
            </a:extLst>
          </p:cNvPr>
          <p:cNvSpPr>
            <a:spLocks noGrp="1"/>
          </p:cNvSpPr>
          <p:nvPr>
            <p:ph type="body" sz="quarter" idx="42"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61702F68-FFD9-B47A-24D6-FB4506C6B0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716ABA5D-E64F-E6EF-5E63-D6E6006C9F91}"/>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83049380-F600-F3AE-2363-8FA5D2D44D8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377F840C-4848-8FD0-AE07-3B51C318DADB}"/>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3585AAF1-3147-FDB2-5B06-85003F14462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37421BC8-DDB6-46AC-A3C0-B055281C82A4}"/>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16260E95-5264-E4C5-3829-286A826581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00D097C2-8BB4-7B32-F34A-A899E253B8A0}"/>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BFA97F36-57EE-E468-54A2-DF08D8D9D44F}"/>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F7CE59F9-AB81-752A-B62C-2100C7950E4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2FB3C421-2916-72F4-8E8E-88519EA758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AC35BF6-52DE-5DF5-F0AD-96AAEEEEEB2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6FF35EB8-24E5-6D40-BBF9-B8CCFBED2E53}"/>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DB01190-7F20-A520-581F-25C0E40D56E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600B6F24-2926-E3E9-041B-FC5D4571C3FD}"/>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0C932134-D252-1E17-4385-CAB35EB4F74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Espaço Reservado para Texto 6">
            <a:extLst>
              <a:ext uri="{FF2B5EF4-FFF2-40B4-BE49-F238E27FC236}">
                <a16:creationId xmlns:a16="http://schemas.microsoft.com/office/drawing/2014/main" id="{43EAF689-CC3A-27D8-5F70-B2E76B851A6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5" name="Date Placeholder 1">
            <a:extLst>
              <a:ext uri="{FF2B5EF4-FFF2-40B4-BE49-F238E27FC236}">
                <a16:creationId xmlns:a16="http://schemas.microsoft.com/office/drawing/2014/main" id="{0AFB8DEE-33AF-703A-08FB-D291C8039FF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56" name="Espaço Reservado para Texto 6">
            <a:extLst>
              <a:ext uri="{FF2B5EF4-FFF2-40B4-BE49-F238E27FC236}">
                <a16:creationId xmlns:a16="http://schemas.microsoft.com/office/drawing/2014/main" id="{90C61F80-6C94-B7A4-4E3B-C5D6EA510DD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F9B4A42F-00FD-EC2E-3D05-CC0FAC3D111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60" name="Graphic 59">
            <a:extLst>
              <a:ext uri="{FF2B5EF4-FFF2-40B4-BE49-F238E27FC236}">
                <a16:creationId xmlns:a16="http://schemas.microsoft.com/office/drawing/2014/main" id="{488913DE-64DE-725E-2901-ACC6D7ED67D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61" name="Picture 60" descr="A blue and white dot pattern&#10;&#10;AI-generated content may be incorrect.">
            <a:extLst>
              <a:ext uri="{FF2B5EF4-FFF2-40B4-BE49-F238E27FC236}">
                <a16:creationId xmlns:a16="http://schemas.microsoft.com/office/drawing/2014/main" id="{CD3B1B4D-4EB1-96E9-9DD0-F60C97FA17B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62" name="Graphic 61">
            <a:extLst>
              <a:ext uri="{FF2B5EF4-FFF2-40B4-BE49-F238E27FC236}">
                <a16:creationId xmlns:a16="http://schemas.microsoft.com/office/drawing/2014/main" id="{041A732F-BCCC-2457-2DC2-372E9B0E3236}"/>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3" name="Rectangle 62">
            <a:extLst>
              <a:ext uri="{FF2B5EF4-FFF2-40B4-BE49-F238E27FC236}">
                <a16:creationId xmlns:a16="http://schemas.microsoft.com/office/drawing/2014/main" id="{42656AAB-8730-CADD-E968-CE6ADF729A23}"/>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Espaço Reservado para Texto 6">
            <a:extLst>
              <a:ext uri="{FF2B5EF4-FFF2-40B4-BE49-F238E27FC236}">
                <a16:creationId xmlns:a16="http://schemas.microsoft.com/office/drawing/2014/main" id="{D00FF986-E161-ED01-B9B0-044B5618655B}"/>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65" name="Group 64">
            <a:extLst>
              <a:ext uri="{FF2B5EF4-FFF2-40B4-BE49-F238E27FC236}">
                <a16:creationId xmlns:a16="http://schemas.microsoft.com/office/drawing/2014/main" id="{2DF15460-A64C-A507-8247-BC8BCAB27008}"/>
              </a:ext>
            </a:extLst>
          </p:cNvPr>
          <p:cNvGrpSpPr/>
          <p:nvPr userDrawn="1"/>
        </p:nvGrpSpPr>
        <p:grpSpPr>
          <a:xfrm>
            <a:off x="390154" y="406178"/>
            <a:ext cx="1240285" cy="341910"/>
            <a:chOff x="2700591" y="2522601"/>
            <a:chExt cx="6428993" cy="1772284"/>
          </a:xfrm>
        </p:grpSpPr>
        <p:sp>
          <p:nvSpPr>
            <p:cNvPr id="66" name="Freeform: Shape 40">
              <a:extLst>
                <a:ext uri="{FF2B5EF4-FFF2-40B4-BE49-F238E27FC236}">
                  <a16:creationId xmlns:a16="http://schemas.microsoft.com/office/drawing/2014/main" id="{A5735508-84B2-C333-E17F-988AFC579FC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67" name="Graphic 20">
              <a:extLst>
                <a:ext uri="{FF2B5EF4-FFF2-40B4-BE49-F238E27FC236}">
                  <a16:creationId xmlns:a16="http://schemas.microsoft.com/office/drawing/2014/main" id="{5DD881CB-BD90-77BB-EC8F-24C359EC2E9D}"/>
                </a:ext>
              </a:extLst>
            </p:cNvPr>
            <p:cNvGrpSpPr/>
            <p:nvPr/>
          </p:nvGrpSpPr>
          <p:grpSpPr>
            <a:xfrm>
              <a:off x="5034660" y="3339528"/>
              <a:ext cx="4094924" cy="747077"/>
              <a:chOff x="5034660" y="3339528"/>
              <a:chExt cx="4094924" cy="747077"/>
            </a:xfrm>
            <a:solidFill>
              <a:srgbClr val="FFFFFF"/>
            </a:solidFill>
          </p:grpSpPr>
          <p:sp>
            <p:nvSpPr>
              <p:cNvPr id="68" name="Freeform: Shape 42">
                <a:extLst>
                  <a:ext uri="{FF2B5EF4-FFF2-40B4-BE49-F238E27FC236}">
                    <a16:creationId xmlns:a16="http://schemas.microsoft.com/office/drawing/2014/main" id="{23186555-8418-5293-C5B9-8E2D68B1DAD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9" name="Freeform: Shape 43">
                <a:extLst>
                  <a:ext uri="{FF2B5EF4-FFF2-40B4-BE49-F238E27FC236}">
                    <a16:creationId xmlns:a16="http://schemas.microsoft.com/office/drawing/2014/main" id="{CC458950-6FEB-E061-6B8B-78F0939A8A1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70" name="Freeform: Shape 44">
                <a:extLst>
                  <a:ext uri="{FF2B5EF4-FFF2-40B4-BE49-F238E27FC236}">
                    <a16:creationId xmlns:a16="http://schemas.microsoft.com/office/drawing/2014/main" id="{E5048AC9-B827-5C33-BB02-DAC97FB1831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71" name="Freeform: Shape 45">
                <a:extLst>
                  <a:ext uri="{FF2B5EF4-FFF2-40B4-BE49-F238E27FC236}">
                    <a16:creationId xmlns:a16="http://schemas.microsoft.com/office/drawing/2014/main" id="{3F279BFE-4205-1161-0B52-6749E9664DA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72" name="Freeform: Shape 46">
                <a:extLst>
                  <a:ext uri="{FF2B5EF4-FFF2-40B4-BE49-F238E27FC236}">
                    <a16:creationId xmlns:a16="http://schemas.microsoft.com/office/drawing/2014/main" id="{FA1584E1-5813-7134-3D53-606754F4CDF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73" name="Freeform: Shape 47">
                <a:extLst>
                  <a:ext uri="{FF2B5EF4-FFF2-40B4-BE49-F238E27FC236}">
                    <a16:creationId xmlns:a16="http://schemas.microsoft.com/office/drawing/2014/main" id="{F51B60BC-97AB-DF48-54FF-4BAF933DC69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74" name="Freeform: Shape 48">
                <a:extLst>
                  <a:ext uri="{FF2B5EF4-FFF2-40B4-BE49-F238E27FC236}">
                    <a16:creationId xmlns:a16="http://schemas.microsoft.com/office/drawing/2014/main" id="{664716FE-A3FD-CD9E-95FA-D16A95DF5F23}"/>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75" name="Freeform: Shape 49">
                <a:extLst>
                  <a:ext uri="{FF2B5EF4-FFF2-40B4-BE49-F238E27FC236}">
                    <a16:creationId xmlns:a16="http://schemas.microsoft.com/office/drawing/2014/main" id="{9C8E083D-9044-1216-0736-D79B7E5CB7E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76" name="Espaço Reservado para Texto 6">
            <a:extLst>
              <a:ext uri="{FF2B5EF4-FFF2-40B4-BE49-F238E27FC236}">
                <a16:creationId xmlns:a16="http://schemas.microsoft.com/office/drawing/2014/main" id="{7C298CFA-A669-5222-A96E-32F03BCFA7F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77" name="Date Placeholder 1">
            <a:extLst>
              <a:ext uri="{FF2B5EF4-FFF2-40B4-BE49-F238E27FC236}">
                <a16:creationId xmlns:a16="http://schemas.microsoft.com/office/drawing/2014/main" id="{54C0798F-039A-A3EC-EAA9-427170CC4215}"/>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78" name="Espaço Reservado para Texto 6">
            <a:extLst>
              <a:ext uri="{FF2B5EF4-FFF2-40B4-BE49-F238E27FC236}">
                <a16:creationId xmlns:a16="http://schemas.microsoft.com/office/drawing/2014/main" id="{6B13DFE6-D448-CFBC-B8D1-60EF9BFE657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9" name="Espaço Reservado para Texto 6">
            <a:extLst>
              <a:ext uri="{FF2B5EF4-FFF2-40B4-BE49-F238E27FC236}">
                <a16:creationId xmlns:a16="http://schemas.microsoft.com/office/drawing/2014/main" id="{428403CC-42AD-1E37-3FBF-2895B87B8BA4}"/>
              </a:ext>
            </a:extLst>
          </p:cNvPr>
          <p:cNvSpPr>
            <a:spLocks noGrp="1"/>
          </p:cNvSpPr>
          <p:nvPr>
            <p:ph type="body" sz="quarter" idx="5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05BB9D5A-EBDE-C175-CD3E-E0B507A11BB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E247E6EB-E84C-0DD6-761F-7C783AE1C85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B940E1D-D282-572B-9FA1-16CEBA5BF58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7" name="Rectangle 36">
            <a:extLst>
              <a:ext uri="{FF2B5EF4-FFF2-40B4-BE49-F238E27FC236}">
                <a16:creationId xmlns:a16="http://schemas.microsoft.com/office/drawing/2014/main" id="{07F2DFBC-A822-DD8E-3CC6-647666F476F6}"/>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6AC03389-438B-A71B-B298-F45CEE93008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3F70470F-88B3-C8C1-6D31-C3AC721DD7A0}"/>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FA38B550-E69A-14BF-7816-DC6FCB871E19}"/>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6691A48E-6730-90AB-EEEC-ED1B9915CE2E}"/>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5B874800-9A82-0C18-70B7-60FFD09CC37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0259C9DA-CB4D-D241-4687-D7E02A62A05D}"/>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FD90D22C-AB1D-687C-F41E-F0962B87050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02D21845-2E7F-6152-F430-C6C2E393E45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2BE651EB-2E73-D5E7-C720-62FAB08CDC6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A95C3E20-FF5E-A0EB-88B7-DF350ACA995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A44196F-EB7E-7BFB-B9D9-79C4F7170F2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2" name="Freeform: Shape 49">
                <a:extLst>
                  <a:ext uri="{FF2B5EF4-FFF2-40B4-BE49-F238E27FC236}">
                    <a16:creationId xmlns:a16="http://schemas.microsoft.com/office/drawing/2014/main" id="{BB84E2C9-366C-61C6-EF98-739C95F3BCD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3" name="Espaço Reservado para Texto 6">
            <a:extLst>
              <a:ext uri="{FF2B5EF4-FFF2-40B4-BE49-F238E27FC236}">
                <a16:creationId xmlns:a16="http://schemas.microsoft.com/office/drawing/2014/main" id="{09F7EE18-A3CE-B647-3F7D-F46C103DD4D9}"/>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4" name="Date Placeholder 1">
            <a:extLst>
              <a:ext uri="{FF2B5EF4-FFF2-40B4-BE49-F238E27FC236}">
                <a16:creationId xmlns:a16="http://schemas.microsoft.com/office/drawing/2014/main" id="{8E5AB956-024E-968E-D4E7-BEECA616A51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56" name="Espaço Reservado para Texto 6">
            <a:extLst>
              <a:ext uri="{FF2B5EF4-FFF2-40B4-BE49-F238E27FC236}">
                <a16:creationId xmlns:a16="http://schemas.microsoft.com/office/drawing/2014/main" id="{D51BA7C7-F6B6-3F30-55F1-536EE9CD935B}"/>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32394EDD-DF82-E908-FC7C-D719F162DC7B}"/>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487905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35506383-B761-D6BF-E9C5-213A99292D8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47D37BCB-8BD1-530F-56F4-52C5492387D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4253F920-37E1-2CCC-D0AD-0BD23A49910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E3A5AFDE-C0AE-61B1-43A2-060D526B8D00}"/>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Espaço Reservado para Texto 6">
            <a:extLst>
              <a:ext uri="{FF2B5EF4-FFF2-40B4-BE49-F238E27FC236}">
                <a16:creationId xmlns:a16="http://schemas.microsoft.com/office/drawing/2014/main" id="{ABC67BA8-3B7B-64ED-E732-64AB943B73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0" name="Group 39">
            <a:extLst>
              <a:ext uri="{FF2B5EF4-FFF2-40B4-BE49-F238E27FC236}">
                <a16:creationId xmlns:a16="http://schemas.microsoft.com/office/drawing/2014/main" id="{8180E645-A281-578A-9584-040B1B360A76}"/>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C2A4BCDC-C853-CEEC-FDC4-37A7DDB5273C}"/>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99AF96D5-788D-A4B8-E8B9-9DB8B25439A4}"/>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70473335-3A57-EADC-D22A-2CB0F56A1F2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5C36AE0-F013-88E6-CE9C-9FE55D18312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DCB93B2-FF33-AE52-CE4C-1894F302393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163FF1D-01B0-986B-BAC6-648384EFBD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949DC71-6D26-236E-9F09-DA4F2A5D36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478D96D-1F00-583E-2831-8AE7D9E00C6B}"/>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CBDB0BC-490E-2746-BE69-4945759C771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A6763E9-4D09-7546-0D6F-D7300AF97A4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1" name="Espaço Reservado para Texto 6">
            <a:extLst>
              <a:ext uri="{FF2B5EF4-FFF2-40B4-BE49-F238E27FC236}">
                <a16:creationId xmlns:a16="http://schemas.microsoft.com/office/drawing/2014/main" id="{96A76248-D278-A93C-29A0-F3B678A4A76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2" name="Date Placeholder 1">
            <a:extLst>
              <a:ext uri="{FF2B5EF4-FFF2-40B4-BE49-F238E27FC236}">
                <a16:creationId xmlns:a16="http://schemas.microsoft.com/office/drawing/2014/main" id="{50D3FFE1-1214-4FAD-7C1E-F096A11C5683}"/>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53" name="Espaço Reservado para Texto 6">
            <a:extLst>
              <a:ext uri="{FF2B5EF4-FFF2-40B4-BE49-F238E27FC236}">
                <a16:creationId xmlns:a16="http://schemas.microsoft.com/office/drawing/2014/main" id="{1A4BAC10-6E9D-8385-641C-6B58829F3F4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91B88A0C-F37B-BB3A-DBD6-ABA7F32903D2}"/>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56491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A14C112E-6DCA-347F-EE5D-94BD1FF4690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266E850E-7816-E3FB-7226-A8CEE21A4F54}"/>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A19085B0-E61E-AC5E-FDC5-AA0B2FF285F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33" name="Rectangle 32">
            <a:extLst>
              <a:ext uri="{FF2B5EF4-FFF2-40B4-BE49-F238E27FC236}">
                <a16:creationId xmlns:a16="http://schemas.microsoft.com/office/drawing/2014/main" id="{87A6E124-C454-3CB2-445A-4AF1960A1BA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77A0EA1E-B1C6-89A3-CA3F-DBA7725D0861}"/>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4355ED90-9BB0-9B47-3D12-3994341D7F5E}"/>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B4CAC0FC-6CB6-396E-D603-01B7C63AEBAB}"/>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93640F19-A573-6591-D881-F7514B92A0EC}"/>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980A1C3B-BDD6-1624-9D56-F6146136668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ACB0653D-D9CE-184D-870B-0AF98AAF0011}"/>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1EBF33D-BB2A-5D47-B614-77FEC291A0B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B827DE25-E39B-23AF-347D-00DD1BE6296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A30F8FB0-7C17-CC2E-8551-19F64F34E9F6}"/>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67257BAD-B632-E55E-00DD-D18DB6D1847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1AD43897-A594-3DAC-1F4A-264F898BF90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031F5F64-E36B-432B-EB75-281EF5EF779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042E2818-2681-CC77-2A2E-5C0F5876E115}"/>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Date Placeholder 1">
            <a:extLst>
              <a:ext uri="{FF2B5EF4-FFF2-40B4-BE49-F238E27FC236}">
                <a16:creationId xmlns:a16="http://schemas.microsoft.com/office/drawing/2014/main" id="{DF3A696C-8363-F4F9-A4F9-E35C8C06A8D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September 22, 2026</a:t>
            </a:fld>
            <a:endParaRPr lang="en-US" dirty="0"/>
          </a:p>
        </p:txBody>
      </p:sp>
      <p:sp>
        <p:nvSpPr>
          <p:cNvPr id="55" name="Espaço Reservado para Texto 6">
            <a:extLst>
              <a:ext uri="{FF2B5EF4-FFF2-40B4-BE49-F238E27FC236}">
                <a16:creationId xmlns:a16="http://schemas.microsoft.com/office/drawing/2014/main" id="{BE80DB58-0BEF-DBD0-C931-338EC79821A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6" name="Espaço Reservado para Texto 6">
            <a:extLst>
              <a:ext uri="{FF2B5EF4-FFF2-40B4-BE49-F238E27FC236}">
                <a16:creationId xmlns:a16="http://schemas.microsoft.com/office/drawing/2014/main" id="{882E17B6-41EA-9697-2836-56691F98857A}"/>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018643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Table</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of</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contents</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September 22,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September 22,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September 22,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0858086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September 22,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September 22,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September 22,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592096"/>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considering the product risk classification in order to generate allocation results for each investor profile.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analysts are obligated to comply with all the rules laid down in the APIMEC </a:t>
            </a:r>
            <a:r>
              <a:rPr lang="en-US" sz="700" kern="1200" spc="-10" baseline="0" dirty="0" err="1">
                <a:solidFill>
                  <a:schemeClr val="tx2"/>
                </a:solidFill>
                <a:effectLst/>
                <a:latin typeface="XP" pitchFamily="2" charset="77"/>
                <a:ea typeface="XP" pitchFamily="2" charset="77"/>
                <a:cs typeface="+mn-cs"/>
              </a:rPr>
              <a:t>Brasil’s</a:t>
            </a:r>
            <a:r>
              <a:rPr lang="en-US" sz="700" kern="1200" spc="-10" baseline="0" dirty="0">
                <a:solidFill>
                  <a:schemeClr val="tx2"/>
                </a:solidFill>
                <a:effectLst/>
                <a:latin typeface="XP" pitchFamily="2" charset="77"/>
                <a:ea typeface="XP" pitchFamily="2" charset="77"/>
                <a:cs typeface="+mn-cs"/>
              </a:rPr>
              <a:t> conduct code for the securities analyst and XP Investimentos’ analyst of securities conduct policy.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Customer service is carried out by XP Investimentos employees or by investments advisors who perform their activities through XP, in accordance with CVM Resolution 178/2023, which are registered in the national association of brokers and distributors of securities (“ANCORD”). The investments advisors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is intended exclusively for to the XP Investimentos’ network, including XP’s investments advisors and XP’s customers, and may also be released on XP’s website. It is prohibited to reproduce or redistribute this report to any person, in whole or in part, whatever the purpose, without the prior express consent of XP Investimentos.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lang="en-US" sz="700" kern="1200" spc="-10" baseline="0" dirty="0" err="1">
                <a:solidFill>
                  <a:schemeClr val="tx2"/>
                </a:solidFill>
                <a:effectLst/>
                <a:latin typeface="XP" pitchFamily="2" charset="77"/>
                <a:ea typeface="XP" pitchFamily="2" charset="77"/>
                <a:cs typeface="+mn-cs"/>
              </a:rPr>
              <a:t>ttps</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institucional.xpi.com.br</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ouvidoria.aspx</a:t>
            </a:r>
            <a:r>
              <a:rPr lang="en-US" sz="700" kern="1200" spc="-10" baseline="0" dirty="0">
                <a:solidFill>
                  <a:schemeClr val="tx2"/>
                </a:solidFill>
                <a:effectLst/>
                <a:latin typeface="XP" pitchFamily="2" charset="77"/>
                <a:ea typeface="XP" pitchFamily="2" charset="77"/>
                <a:cs typeface="+mn-cs"/>
              </a:rPr>
              <a: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cost of the transactions billing policies are defined in the operational cost tables which are made available on XP Investimentos website: </a:t>
            </a:r>
            <a:r>
              <a:rPr lang="en-US" sz="700" kern="1200" spc="-10" baseline="0" dirty="0" err="1">
                <a:solidFill>
                  <a:schemeClr val="tx2"/>
                </a:solidFill>
                <a:effectLst/>
                <a:latin typeface="XP" pitchFamily="2" charset="77"/>
                <a:ea typeface="XP" pitchFamily="2" charset="77"/>
                <a:cs typeface="+mn-cs"/>
              </a:rPr>
              <a:t>www.xpi.com.br</a:t>
            </a:r>
            <a:r>
              <a:rPr lang="en-US" sz="700" kern="1200" spc="-10" baseline="0" dirty="0">
                <a:solidFill>
                  <a:schemeClr val="tx2"/>
                </a:solidFill>
                <a:effectLst/>
                <a:latin typeface="XP" pitchFamily="2" charset="77"/>
                <a:ea typeface="XP" pitchFamily="2" charset="77"/>
                <a:cs typeface="+mn-cs"/>
              </a:rPr>
              <a: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is exempt from any liability for any damages, direct or indirect, that come from the use of this report or its contents.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institution is adhering ANBIMA Code of Regulation for Distribution of Investment Products.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Investments US, LLC, a broker-dealer registered with the U.S. Securities and Exchange Commission, has assumed responsibility for this research for purposes of U.S. law.  All transactions arising from this research should be directed to XP Investments US, LLC, at +1 646-664-0525.</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023449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September 22,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Brazil Equity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16" r:id="rId1"/>
    <p:sldLayoutId id="2147483721" r:id="rId2"/>
    <p:sldLayoutId id="2147483709" r:id="rId3"/>
    <p:sldLayoutId id="2147483700" r:id="rId4"/>
    <p:sldLayoutId id="2147483707" r:id="rId5"/>
    <p:sldLayoutId id="2147483706" r:id="rId6"/>
    <p:sldLayoutId id="2147483718" r:id="rId7"/>
    <p:sldLayoutId id="2147483708" r:id="rId8"/>
    <p:sldLayoutId id="2147483719" r:id="rId9"/>
    <p:sldLayoutId id="2147483705" r:id="rId10"/>
    <p:sldLayoutId id="2147483699" r:id="rId11"/>
    <p:sldLayoutId id="2147483697" r:id="rId12"/>
    <p:sldLayoutId id="2147483695" r:id="rId13"/>
    <p:sldLayoutId id="2147483713" r:id="rId14"/>
    <p:sldLayoutId id="2147483696" r:id="rId15"/>
    <p:sldLayoutId id="2147483694" r:id="rId16"/>
    <p:sldLayoutId id="2147483698" r:id="rId17"/>
    <p:sldLayoutId id="2147483710" r:id="rId18"/>
    <p:sldLayoutId id="2147483702" r:id="rId19"/>
    <p:sldLayoutId id="2147483717"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3.xml"/><Relationship Id="rId3"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5.xml"/><Relationship Id="rId3"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7.xml"/><Relationship Id="rId3" Type="http://schemas.openxmlformats.org/officeDocument/2006/relationships/chart" Target="../charts/char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2.xml"/><Relationship Id="rId3" Type="http://schemas.openxmlformats.org/officeDocument/2006/relationships/chart" Target="../charts/chart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US"/>
              <a:t>Thematic Baskets: what</a:t>
            </a:r>
          </a:p>
          <a:p>
            <a:r>
              <a:rPr lang="en-US"/>
              <a:t>our baskets are pricing</a:t>
            </a:r>
          </a:p>
        </p:txBody>
      </p:sp>
      <p:sp>
        <p:nvSpPr>
          <p:cNvPr id="3" name="Text Placeholder 2"/>
          <p:cNvSpPr>
            <a:spLocks noGrp="1"/>
          </p:cNvSpPr>
          <p:nvPr>
            <p:ph type="body" idx="12" sz="quarter"/>
          </p:nvPr>
        </p:nvSpPr>
        <p:spPr/>
        <p:txBody>
          <a:bodyPr/>
          <a:lstStyle/>
          <a:p>
            <a:r>
              <a:rPr lang="en-US"/>
              <a:t>XP-Ray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rPr lang="en-US" b="1"/>
              <a:t>Rationale. </a:t>
            </a:r>
            <a:r>
              <a:rPr lang="en-US" b="0"/>
              <a:t>A bet on a more business-friendly policy mix through two channels: a lower risk premium for state-linked and regulated companies and yield-curve compression, which benefits rate-sensitive names.</a:t>
            </a:r>
          </a:p>
          <a:p>
            <a:r>
              <a:rPr lang="en-US" b="1"/>
              <a:t>Where it stands. </a:t>
            </a:r>
            <a:r>
              <a:rPr lang="en-US" b="0"/>
              <a:t>+17.2% YTD (+1.5 p.p. vs. the Ibovespa) and +6.9% in September, the best among our baskets, with Petrobras (+74%) as the main driver. At 8.1x, the basket trades 1.3 standard deviations below its own average since 2021.</a:t>
            </a:r>
          </a:p>
          <a:p>
            <a:r>
              <a:rPr lang="en-US" b="1"/>
              <a:t>Event study. </a:t>
            </a:r>
            <a:r>
              <a:rPr lang="en-US" b="0"/>
              <a:t>The basket pays when the policy premium compresses: it beat the Ibovespa in five of the six strongest episodes of BRL and fixed-rate bonds rallying together since 2021, by up to 6.0 p.p.</a:t>
            </a:r>
          </a:p>
        </p:txBody>
      </p:sp>
      <p:sp>
        <p:nvSpPr>
          <p:cNvPr id="5" name="Content Placeholder 4"/>
          <p:cNvSpPr>
            <a:spLocks noGrp="1"/>
          </p:cNvSpPr>
          <p:nvPr>
            <p:ph idx="23" sz="quarter"/>
          </p:nvPr>
        </p:nvSpPr>
        <p:spPr>
          <a:xfrm>
            <a:off x="382829" y="7607837"/>
            <a:ext cx="6098400" cy="246221"/>
          </a:xfrm>
        </p:spPr>
        <p:txBody>
          <a:bodyPr/>
          <a:lstStyle/>
          <a:p>
            <a:r>
              <a:rPr lang="en-US"/>
              <a:t>Table 2: Event study: the six strongest policy-relief episodes since 2021</a:t>
            </a:r>
          </a:p>
        </p:txBody>
      </p:sp>
      <p:sp>
        <p:nvSpPr>
          <p:cNvPr id="9" name="Content Placeholder 8"/>
          <p:cNvSpPr>
            <a:spLocks noGrp="1"/>
          </p:cNvSpPr>
          <p:nvPr>
            <p:ph idx="27" sz="quarter"/>
          </p:nvPr>
        </p:nvSpPr>
        <p:spPr/>
        <p:txBody>
          <a:bodyPr/>
          <a:lstStyle/>
          <a:p>
            <a:r>
              <a:rPr lang="en-US"/>
              <a:t>Chart 1: YTD performance vs. Ibovespa (base 100)</a:t>
            </a:r>
          </a:p>
        </p:txBody>
      </p:sp>
      <p:sp>
        <p:nvSpPr>
          <p:cNvPr id="10" name="Content Placeholder 9"/>
          <p:cNvSpPr>
            <a:spLocks noGrp="1"/>
          </p:cNvSpPr>
          <p:nvPr>
            <p:ph idx="28" sz="quarter"/>
          </p:nvPr>
        </p:nvSpPr>
        <p:spPr/>
        <p:txBody>
          <a:bodyPr/>
          <a:lstStyle/>
          <a:p>
            <a:r>
              <a:rPr lang="en-US"/>
              <a:t>Chart 2: Forward P/E since 2021 (median)</a:t>
            </a:r>
          </a:p>
        </p:txBody>
      </p:sp>
      <p:sp>
        <p:nvSpPr>
          <p:cNvPr id="12" name="Content Placeholder 11"/>
          <p:cNvSpPr>
            <a:spLocks noGrp="1"/>
          </p:cNvSpPr>
          <p:nvPr>
            <p:ph idx="30" sz="quarter"/>
          </p:nvPr>
        </p:nvSpPr>
        <p:spPr/>
        <p:txBody>
          <a:bodyPr/>
          <a:lstStyle/>
          <a:p>
            <a:r>
              <a:rPr lang="en-US"/>
              <a:t>Table 1: Alternative Policy basket: composition</a:t>
            </a:r>
          </a:p>
        </p:txBody>
      </p:sp>
      <p:sp>
        <p:nvSpPr>
          <p:cNvPr id="13" name="Text Placeholder 12"/>
          <p:cNvSpPr>
            <a:spLocks noGrp="1"/>
          </p:cNvSpPr>
          <p:nvPr>
            <p:ph type="body" idx="16" sz="quarter"/>
          </p:nvPr>
        </p:nvSpPr>
        <p:spPr/>
        <p:txBody>
          <a:bodyPr/>
          <a:lstStyle/>
          <a:p>
            <a:r>
              <a:rPr lang="en-US"/>
              <a:t>Thematic Baskets</a:t>
            </a:r>
          </a:p>
        </p:txBody>
      </p:sp>
      <p:sp>
        <p:nvSpPr>
          <p:cNvPr id="14" name="Text Placeholder 13"/>
          <p:cNvSpPr>
            <a:spLocks noGrp="1"/>
          </p:cNvSpPr>
          <p:nvPr>
            <p:ph type="body" idx="17" sz="quarter"/>
          </p:nvPr>
        </p:nvSpPr>
        <p:spPr/>
        <p:txBody>
          <a:bodyPr/>
          <a:lstStyle/>
          <a:p>
            <a:r>
              <a:rPr lang="en-US"/>
              <a:t>Alternative Policy: a friendlier policy mix, led by Petrobras</a:t>
            </a:r>
          </a:p>
        </p:txBody>
      </p:sp>
      <p:sp>
        <p:nvSpPr>
          <p:cNvPr id="15" name="Text Placeholder 14"/>
          <p:cNvSpPr>
            <a:spLocks noGrp="1"/>
          </p:cNvSpPr>
          <p:nvPr>
            <p:ph type="body" idx="31" sz="quarter"/>
          </p:nvPr>
        </p:nvSpPr>
        <p:spPr/>
        <p:txBody>
          <a:bodyPr/>
          <a:lstStyle/>
          <a:p>
            <a:r>
              <a:rPr lang="en-US"/>
              <a:t>Source: Economatica, B3, Bloomberg, XP Research. Data as of Sep-15-2026. Equal-weighted, base Dec-30-25; event study applies today's composition back. Episodes: 20-day windows of joint BRL/IDKA Pre 5Y rally. Rec., target (R$) and net debt/EBITDA 2026E: XP Research. ¹Bloomberg 12M-fwd consensus. ²3M change in 12M-fwd EPS.</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graphicFrame>
        <p:nvGraphicFramePr>
          <p:cNvPr id="25" name="Table 24"/>
          <p:cNvGraphicFramePr>
            <a:graphicFrameLocks noGrp="1"/>
          </p:cNvGraphicFramePr>
          <p:nvPr/>
        </p:nvGraphicFramePr>
        <p:xfrm>
          <a:off x="382829" y="3929789"/>
          <a:ext cx="6105734" cy="1165860"/>
        </p:xfrm>
        <a:graphic>
          <a:graphicData uri="http://schemas.openxmlformats.org/drawingml/2006/table">
            <a:tbl>
              <a:tblPr firstRow="0" bandRow="0">
                <a:tableStyleId>{2D5ABB26-0587-4C30-8999-92F81FD0307C}</a:tableStyleId>
              </a:tblPr>
              <a:tblGrid>
                <a:gridCol w="548830"/>
                <a:gridCol w="1234868"/>
                <a:gridCol w="891849"/>
                <a:gridCol w="686037"/>
                <a:gridCol w="617434"/>
                <a:gridCol w="548830"/>
                <a:gridCol w="823245"/>
                <a:gridCol w="754641"/>
              </a:tblGrid>
              <a:tr h="274320">
                <a:tc>
                  <a:txBody>
                    <a:bodyPr wrap="square"/>
                    <a:lstStyle/>
                    <a:p>
                      <a:pPr algn="ctr"/>
                      <a:r>
                        <a:rPr b="1" sz="800">
                          <a:solidFill>
                            <a:srgbClr val="FFFFFF"/>
                          </a:solidFill>
                          <a:latin typeface="Roboto"/>
                        </a:rPr>
                        <a:t>Ticker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Sector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Recommendation</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Target price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Return YTD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 fwd¹</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3M earnings momentum²</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Net debt/EBITDA</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PETR4</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Oil &amp; Gas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63.00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74.0%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5.2x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B3SA3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Financials ex-Banks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Neutral</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16.00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31.4%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14.1x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0.2x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SBSP3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Sanitation</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36.84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12.6x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2.6x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BBAS3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Banks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Neutral</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21.00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5.5x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n.m.</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RENT3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Transportation</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65.00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-16.1%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8.1x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2.1x</a:t>
                      </a:r>
                    </a:p>
                  </a:txBody>
                  <a:tcPr marL="36000" marR="36000" marT="4095" marB="0" anchor="ctr">
                    <a:lnL>
                      <a:noFill/>
                    </a:lnL>
                    <a:lnR>
                      <a:noFill/>
                    </a:lnR>
                    <a:lnT>
                      <a:noFill/>
                    </a:lnT>
                    <a:lnB>
                      <a:noFill/>
                    </a:lnB>
                    <a:solidFill>
                      <a:srgbClr val="F2F2F2"/>
                    </a:solidFill>
                  </a:tcPr>
                </a:tc>
              </a:tr>
            </a:tbl>
          </a:graphicData>
        </a:graphic>
      </p:graphicFrame>
      <p:graphicFrame>
        <p:nvGraphicFramePr>
          <p:cNvPr id="26" name="Chart 25"/>
          <p:cNvGraphicFramePr>
            <a:graphicFrameLocks noGrp="1"/>
          </p:cNvGraphicFramePr>
          <p:nvPr/>
        </p:nvGraphicFramePr>
        <p:xfrm>
          <a:off x="377825" y="5908439"/>
          <a:ext cx="2938221" cy="1578834"/>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3531947" y="5908439"/>
          <a:ext cx="2965558" cy="1578834"/>
        </p:xfrm>
        <a:graphic>
          <a:graphicData uri="http://schemas.openxmlformats.org/drawingml/2006/chart">
            <c:chart xmlns:c="http://schemas.openxmlformats.org/drawingml/2006/chart" r:id="rId3"/>
          </a:graphicData>
        </a:graphic>
      </p:graphicFrame>
      <p:graphicFrame>
        <p:nvGraphicFramePr>
          <p:cNvPr id="28" name="Table 27"/>
          <p:cNvGraphicFramePr>
            <a:graphicFrameLocks noGrp="1"/>
          </p:cNvGraphicFramePr>
          <p:nvPr/>
        </p:nvGraphicFramePr>
        <p:xfrm>
          <a:off x="381600" y="7896455"/>
          <a:ext cx="6105600" cy="1344168"/>
        </p:xfrm>
        <a:graphic>
          <a:graphicData uri="http://schemas.openxmlformats.org/drawingml/2006/table">
            <a:tbl>
              <a:tblPr firstRow="0" bandRow="0">
                <a:tableStyleId>{2D5ABB26-0587-4C30-8999-92F81FD0307C}</a:tableStyleId>
              </a:tblPr>
              <a:tblGrid>
                <a:gridCol w="746240"/>
                <a:gridCol w="1628160"/>
                <a:gridCol w="746240"/>
                <a:gridCol w="746240"/>
                <a:gridCol w="746240"/>
                <a:gridCol w="746240"/>
                <a:gridCol w="746240"/>
              </a:tblGrid>
              <a:tr h="274320">
                <a:tc>
                  <a:txBody>
                    <a:bodyPr wrap="square"/>
                    <a:lstStyle/>
                    <a:p>
                      <a:pPr algn="ctr"/>
                      <a:r>
                        <a:rPr b="1" sz="800">
                          <a:solidFill>
                            <a:srgbClr val="FFFFFF"/>
                          </a:solidFill>
                          <a:latin typeface="Roboto"/>
                        </a:rPr>
                        <a:t>Episode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Period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USDBRL</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IDKA Pre 5Y</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Ibovespa</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Basket</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Excess (p.p.)</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May-21</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13-Apr-21 to 11-May-21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-1.9</a:t>
                      </a:r>
                    </a:p>
                  </a:txBody>
                  <a:tcPr marL="36000" marR="36000" marT="4095" marB="0" anchor="ctr">
                    <a:lnL>
                      <a:noFill/>
                    </a:lnL>
                    <a:lnR>
                      <a:noFill/>
                    </a:lnR>
                    <a:lnT>
                      <a:noFill/>
                    </a:lnT>
                    <a:lnB>
                      <a:noFill/>
                    </a:lnB>
                    <a:solidFill>
                      <a:srgbClr val="FCCECF"/>
                    </a:solidFill>
                  </a:tcPr>
                </a:tc>
              </a:tr>
              <a:tr h="178308">
                <a:tc>
                  <a:txBody>
                    <a:bodyPr wrap="square"/>
                    <a:lstStyle/>
                    <a:p>
                      <a:pPr algn="l"/>
                      <a:r>
                        <a:rPr b="0" sz="800">
                          <a:solidFill>
                            <a:srgbClr val="000000"/>
                          </a:solidFill>
                          <a:latin typeface="Roboto Light"/>
                        </a:rPr>
                        <a:t>Apr-22</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07-Mar-22 to 04-Apr-22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+14.7%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+6.0</a:t>
                      </a:r>
                    </a:p>
                  </a:txBody>
                  <a:tcPr marL="36000" marR="36000" marT="4095" marB="0" anchor="ctr">
                    <a:lnL>
                      <a:noFill/>
                    </a:lnL>
                    <a:lnR>
                      <a:noFill/>
                    </a:lnR>
                    <a:lnT>
                      <a:noFill/>
                    </a:lnT>
                    <a:lnB>
                      <a:noFill/>
                    </a:lnB>
                    <a:solidFill>
                      <a:srgbClr val="63BE7B"/>
                    </a:solidFill>
                  </a:tcPr>
                </a:tc>
              </a:tr>
              <a:tr h="178308">
                <a:tc>
                  <a:txBody>
                    <a:bodyPr wrap="square"/>
                    <a:lstStyle/>
                    <a:p>
                      <a:pPr algn="l"/>
                      <a:r>
                        <a:rPr b="0" sz="800">
                          <a:solidFill>
                            <a:srgbClr val="000000"/>
                          </a:solidFill>
                          <a:latin typeface="Roboto Light"/>
                        </a:rPr>
                        <a:t>Aug-22</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19-Jul-22 to 16-Aug-22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-4.8%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+15.5%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+21.5%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+6.0</a:t>
                      </a:r>
                    </a:p>
                  </a:txBody>
                  <a:tcPr marL="36000" marR="36000" marT="4095" marB="0" anchor="ctr">
                    <a:lnL>
                      <a:noFill/>
                    </a:lnL>
                    <a:lnR>
                      <a:noFill/>
                    </a:lnR>
                    <a:lnT>
                      <a:noFill/>
                    </a:lnT>
                    <a:lnB>
                      <a:noFill/>
                    </a:lnB>
                    <a:solidFill>
                      <a:srgbClr val="63BE7B"/>
                    </a:solidFill>
                  </a:tcPr>
                </a:tc>
              </a:tr>
              <a:tr h="178308">
                <a:tc>
                  <a:txBody>
                    <a:bodyPr wrap="square"/>
                    <a:lstStyle/>
                    <a:p>
                      <a:pPr algn="l"/>
                      <a:r>
                        <a:rPr b="0" sz="800">
                          <a:solidFill>
                            <a:srgbClr val="000000"/>
                          </a:solidFill>
                          <a:latin typeface="Roboto Light"/>
                        </a:rPr>
                        <a:t>Jan-23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16-Dec-22 to 13-Jan-23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+7.8%</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+9.7%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+1.8</a:t>
                      </a:r>
                    </a:p>
                  </a:txBody>
                  <a:tcPr marL="36000" marR="36000" marT="4095" marB="0" anchor="ctr">
                    <a:lnL>
                      <a:noFill/>
                    </a:lnL>
                    <a:lnR>
                      <a:noFill/>
                    </a:lnR>
                    <a:lnT>
                      <a:noFill/>
                    </a:lnT>
                    <a:lnB>
                      <a:noFill/>
                    </a:lnB>
                    <a:solidFill>
                      <a:srgbClr val="CFEBD6"/>
                    </a:solidFill>
                  </a:tcPr>
                </a:tc>
              </a:tr>
              <a:tr h="178308">
                <a:tc>
                  <a:txBody>
                    <a:bodyPr wrap="square"/>
                    <a:lstStyle/>
                    <a:p>
                      <a:pPr algn="l"/>
                      <a:r>
                        <a:rPr b="0" sz="800">
                          <a:solidFill>
                            <a:srgbClr val="000000"/>
                          </a:solidFill>
                          <a:latin typeface="Roboto Light"/>
                        </a:rPr>
                        <a:t>Apr-23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16-Mar-23 to 13-Apr-23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+4.9%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+2.0</a:t>
                      </a:r>
                    </a:p>
                  </a:txBody>
                  <a:tcPr marL="36000" marR="36000" marT="4095" marB="0" anchor="ctr">
                    <a:lnL>
                      <a:noFill/>
                    </a:lnL>
                    <a:lnR>
                      <a:noFill/>
                    </a:lnR>
                    <a:lnT>
                      <a:noFill/>
                    </a:lnT>
                    <a:lnB>
                      <a:noFill/>
                    </a:lnB>
                    <a:solidFill>
                      <a:srgbClr val="CAE9D2"/>
                    </a:solidFill>
                  </a:tcPr>
                </a:tc>
              </a:tr>
              <a:tr h="178308">
                <a:tc>
                  <a:txBody>
                    <a:bodyPr wrap="square"/>
                    <a:lstStyle/>
                    <a:p>
                      <a:pPr algn="l"/>
                      <a:r>
                        <a:rPr b="0" sz="800">
                          <a:solidFill>
                            <a:srgbClr val="000000"/>
                          </a:solidFill>
                          <a:latin typeface="Roboto Light"/>
                        </a:rPr>
                        <a:t>May-25</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09-Apr-25 to 07-May-25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+2.8</a:t>
                      </a:r>
                    </a:p>
                  </a:txBody>
                  <a:tcPr marL="36000" marR="36000" marT="4095" marB="0" anchor="ctr">
                    <a:lnL>
                      <a:noFill/>
                    </a:lnL>
                    <a:lnR>
                      <a:noFill/>
                    </a:lnR>
                    <a:lnT>
                      <a:noFill/>
                    </a:lnT>
                    <a:lnB>
                      <a:noFill/>
                    </a:lnB>
                    <a:solidFill>
                      <a:srgbClr val="B5E0C0"/>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rPr lang="en-US" b="1"/>
              <a:t>Rationale. </a:t>
            </a:r>
            <a:r>
              <a:rPr lang="en-US" b="0"/>
              <a:t>A defensive hedge against a worsening fiscal outlook: exporters and FX-sensitive names, defensive sectors and high-margin, low-leverage companies with lower sensitivity to a high-rate scenario.</a:t>
            </a:r>
          </a:p>
          <a:p>
            <a:r>
              <a:rPr lang="en-US" b="1"/>
              <a:t>Where it stands. </a:t>
            </a:r>
            <a:r>
              <a:rPr lang="en-US" b="0"/>
              <a:t>Our best basket in 2026, at +35.9% YTD (+20.1 p.p. vs. the Ibovespa), backed by earnings (EPS +29% YTD) at Aura, Petrobras and Gerdau. At 9.0x, it trades 1.1 standard deviations above its own average.</a:t>
            </a:r>
          </a:p>
          <a:p>
            <a:r>
              <a:rPr lang="en-US" b="1"/>
              <a:t>Event study. </a:t>
            </a:r>
            <a:r>
              <a:rPr lang="en-US" b="0"/>
              <a:t>It beat the Ibovespa in all six worst BRL/bond sell-offs since 2021, including the Dec-24 fiscal package (+11.2 p.p.), helped by low leverage: a median net debt/EBITDA of 0.6x, half that of XP's coverage.</a:t>
            </a:r>
          </a:p>
        </p:txBody>
      </p:sp>
      <p:sp>
        <p:nvSpPr>
          <p:cNvPr id="5" name="Content Placeholder 4"/>
          <p:cNvSpPr>
            <a:spLocks noGrp="1"/>
          </p:cNvSpPr>
          <p:nvPr>
            <p:ph idx="23" sz="quarter"/>
          </p:nvPr>
        </p:nvSpPr>
        <p:spPr>
          <a:xfrm>
            <a:off x="382829" y="7607837"/>
            <a:ext cx="6098400" cy="246221"/>
          </a:xfrm>
        </p:spPr>
        <p:txBody>
          <a:bodyPr/>
          <a:lstStyle/>
          <a:p>
            <a:r>
              <a:rPr lang="en-US"/>
              <a:t>Table 4: Event study: the six worst BRL/bond sell-offs since 2021</a:t>
            </a:r>
          </a:p>
        </p:txBody>
      </p:sp>
      <p:sp>
        <p:nvSpPr>
          <p:cNvPr id="9" name="Content Placeholder 8"/>
          <p:cNvSpPr>
            <a:spLocks noGrp="1"/>
          </p:cNvSpPr>
          <p:nvPr>
            <p:ph idx="27" sz="quarter"/>
          </p:nvPr>
        </p:nvSpPr>
        <p:spPr/>
        <p:txBody>
          <a:bodyPr/>
          <a:lstStyle/>
          <a:p>
            <a:r>
              <a:rPr lang="en-US"/>
              <a:t>Chart 3: YTD performance vs. Ibovespa (base 100)</a:t>
            </a:r>
          </a:p>
        </p:txBody>
      </p:sp>
      <p:sp>
        <p:nvSpPr>
          <p:cNvPr id="10" name="Content Placeholder 9"/>
          <p:cNvSpPr>
            <a:spLocks noGrp="1"/>
          </p:cNvSpPr>
          <p:nvPr>
            <p:ph idx="28" sz="quarter"/>
          </p:nvPr>
        </p:nvSpPr>
        <p:spPr/>
        <p:txBody>
          <a:bodyPr/>
          <a:lstStyle/>
          <a:p>
            <a:r>
              <a:rPr lang="en-US"/>
              <a:t>Chart 4: Forward P/E since 2021 (median)</a:t>
            </a:r>
          </a:p>
        </p:txBody>
      </p:sp>
      <p:sp>
        <p:nvSpPr>
          <p:cNvPr id="12" name="Content Placeholder 11"/>
          <p:cNvSpPr>
            <a:spLocks noGrp="1"/>
          </p:cNvSpPr>
          <p:nvPr>
            <p:ph idx="30" sz="quarter"/>
          </p:nvPr>
        </p:nvSpPr>
        <p:spPr/>
        <p:txBody>
          <a:bodyPr/>
          <a:lstStyle/>
          <a:p>
            <a:r>
              <a:rPr lang="en-US"/>
              <a:t>Table 3: Fiscal Deterioration basket: composition</a:t>
            </a:r>
          </a:p>
        </p:txBody>
      </p:sp>
      <p:sp>
        <p:nvSpPr>
          <p:cNvPr id="13" name="Text Placeholder 12"/>
          <p:cNvSpPr>
            <a:spLocks noGrp="1"/>
          </p:cNvSpPr>
          <p:nvPr>
            <p:ph type="body" idx="16" sz="quarter"/>
          </p:nvPr>
        </p:nvSpPr>
        <p:spPr/>
        <p:txBody>
          <a:bodyPr/>
          <a:lstStyle/>
          <a:p>
            <a:r>
              <a:rPr lang="en-US"/>
              <a:t>Thematic Baskets</a:t>
            </a:r>
          </a:p>
        </p:txBody>
      </p:sp>
      <p:sp>
        <p:nvSpPr>
          <p:cNvPr id="14" name="Text Placeholder 13"/>
          <p:cNvSpPr>
            <a:spLocks noGrp="1"/>
          </p:cNvSpPr>
          <p:nvPr>
            <p:ph type="body" idx="17" sz="quarter"/>
          </p:nvPr>
        </p:nvSpPr>
        <p:spPr/>
        <p:txBody>
          <a:bodyPr/>
          <a:lstStyle/>
          <a:p>
            <a:r>
              <a:rPr lang="en-US"/>
              <a:t>Fiscal Deterioration: it pays when fiscal risk flares up</a:t>
            </a:r>
          </a:p>
        </p:txBody>
      </p:sp>
      <p:sp>
        <p:nvSpPr>
          <p:cNvPr id="15" name="Text Placeholder 14"/>
          <p:cNvSpPr>
            <a:spLocks noGrp="1"/>
          </p:cNvSpPr>
          <p:nvPr>
            <p:ph type="body" idx="31" sz="quarter"/>
          </p:nvPr>
        </p:nvSpPr>
        <p:spPr/>
        <p:txBody>
          <a:bodyPr/>
          <a:lstStyle/>
          <a:p>
            <a:r>
              <a:rPr lang="en-US"/>
              <a:t>Source: Economatica, B3, Bloomberg, XP Research. Data as of Sep-15-2026. Equal-weighted, base Dec-30-25; event study applies today's composition back. Episodes: 20-day windows of joint BRL/IDKA Pre 5Y sell-off; *global (S&amp;P 500 -7% to -9%). Rec., target (R$) and net debt/EBITDA 2026E: XP Research. ¹Bloomberg 12M-fwd consensus. ²3M change in 12M-fwd EPS.</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graphicFrame>
        <p:nvGraphicFramePr>
          <p:cNvPr id="25" name="Table 24"/>
          <p:cNvGraphicFramePr>
            <a:graphicFrameLocks noGrp="1"/>
          </p:cNvGraphicFramePr>
          <p:nvPr/>
        </p:nvGraphicFramePr>
        <p:xfrm>
          <a:off x="382829" y="3929789"/>
          <a:ext cx="6105734" cy="1165860"/>
        </p:xfrm>
        <a:graphic>
          <a:graphicData uri="http://schemas.openxmlformats.org/drawingml/2006/table">
            <a:tbl>
              <a:tblPr firstRow="0" bandRow="0">
                <a:tableStyleId>{2D5ABB26-0587-4C30-8999-92F81FD0307C}</a:tableStyleId>
              </a:tblPr>
              <a:tblGrid>
                <a:gridCol w="548830"/>
                <a:gridCol w="1234868"/>
                <a:gridCol w="891849"/>
                <a:gridCol w="686037"/>
                <a:gridCol w="617434"/>
                <a:gridCol w="548830"/>
                <a:gridCol w="823245"/>
                <a:gridCol w="754641"/>
              </a:tblGrid>
              <a:tr h="274320">
                <a:tc>
                  <a:txBody>
                    <a:bodyPr wrap="square"/>
                    <a:lstStyle/>
                    <a:p>
                      <a:pPr algn="ctr"/>
                      <a:r>
                        <a:rPr b="1" sz="800">
                          <a:solidFill>
                            <a:srgbClr val="FFFFFF"/>
                          </a:solidFill>
                          <a:latin typeface="Roboto"/>
                        </a:rPr>
                        <a:t>Ticker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Sector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Recommendation</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Target price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Return YTD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 fwd¹</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3M earnings momentum²</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Net debt/EBITDA</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AURA33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Metals &amp; Mining</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145.00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66.6%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10.5x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0.1x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PETR4</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Oil &amp; Gas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63.00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74.0%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5.2x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GGBR4</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Metals &amp; Mining</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30.00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29.7%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9.0x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0.6x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WEGE3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Capital Goods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Neutral</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50.00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29.4x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-0.2x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SUZB3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Pulp &amp; Paper</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66.00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7.5x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3.2x</a:t>
                      </a:r>
                    </a:p>
                  </a:txBody>
                  <a:tcPr marL="36000" marR="36000" marT="4095" marB="0" anchor="ctr">
                    <a:lnL>
                      <a:noFill/>
                    </a:lnL>
                    <a:lnR>
                      <a:noFill/>
                    </a:lnR>
                    <a:lnT>
                      <a:noFill/>
                    </a:lnT>
                    <a:lnB>
                      <a:noFill/>
                    </a:lnB>
                    <a:solidFill>
                      <a:srgbClr val="F2F2F2"/>
                    </a:solidFill>
                  </a:tcPr>
                </a:tc>
              </a:tr>
            </a:tbl>
          </a:graphicData>
        </a:graphic>
      </p:graphicFrame>
      <p:graphicFrame>
        <p:nvGraphicFramePr>
          <p:cNvPr id="26" name="Chart 25"/>
          <p:cNvGraphicFramePr>
            <a:graphicFrameLocks noGrp="1"/>
          </p:cNvGraphicFramePr>
          <p:nvPr/>
        </p:nvGraphicFramePr>
        <p:xfrm>
          <a:off x="377825" y="5908439"/>
          <a:ext cx="2938221" cy="1578834"/>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3531947" y="5908439"/>
          <a:ext cx="2965558" cy="1578834"/>
        </p:xfrm>
        <a:graphic>
          <a:graphicData uri="http://schemas.openxmlformats.org/drawingml/2006/chart">
            <c:chart xmlns:c="http://schemas.openxmlformats.org/drawingml/2006/chart" r:id="rId3"/>
          </a:graphicData>
        </a:graphic>
      </p:graphicFrame>
      <p:graphicFrame>
        <p:nvGraphicFramePr>
          <p:cNvPr id="28" name="Table 27"/>
          <p:cNvGraphicFramePr>
            <a:graphicFrameLocks noGrp="1"/>
          </p:cNvGraphicFramePr>
          <p:nvPr/>
        </p:nvGraphicFramePr>
        <p:xfrm>
          <a:off x="381600" y="7896455"/>
          <a:ext cx="6105594" cy="1344168"/>
        </p:xfrm>
        <a:graphic>
          <a:graphicData uri="http://schemas.openxmlformats.org/drawingml/2006/table">
            <a:tbl>
              <a:tblPr firstRow="0" bandRow="0">
                <a:tableStyleId>{2D5ABB26-0587-4C30-8999-92F81FD0307C}</a:tableStyleId>
              </a:tblPr>
              <a:tblGrid>
                <a:gridCol w="1558876"/>
                <a:gridCol w="1299063"/>
                <a:gridCol w="649531"/>
                <a:gridCol w="649531"/>
                <a:gridCol w="649531"/>
                <a:gridCol w="649531"/>
                <a:gridCol w="649531"/>
              </a:tblGrid>
              <a:tr h="274320">
                <a:tc>
                  <a:txBody>
                    <a:bodyPr wrap="square"/>
                    <a:lstStyle/>
                    <a:p>
                      <a:pPr algn="ctr"/>
                      <a:r>
                        <a:rPr b="1" sz="800">
                          <a:solidFill>
                            <a:srgbClr val="FFFFFF"/>
                          </a:solidFill>
                          <a:latin typeface="Roboto"/>
                        </a:rPr>
                        <a:t>Episode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Period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USDBRL</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IDKA Pre 5Y</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Ibovespa</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Basket</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Excess (p.p.)</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Mar-21 Petrobras / aid PEC</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03-Feb-21 to 03-Mar-21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+3.2</a:t>
                      </a:r>
                    </a:p>
                  </a:txBody>
                  <a:tcPr marL="36000" marR="36000" marT="4095" marB="0" anchor="ctr">
                    <a:lnL>
                      <a:noFill/>
                    </a:lnL>
                    <a:lnR>
                      <a:noFill/>
                    </a:lnR>
                    <a:lnT>
                      <a:noFill/>
                    </a:lnT>
                    <a:lnB>
                      <a:noFill/>
                    </a:lnB>
                    <a:solidFill>
                      <a:srgbClr val="D2ECD9"/>
                    </a:solidFill>
                  </a:tcPr>
                </a:tc>
              </a:tr>
              <a:tr h="178308">
                <a:tc>
                  <a:txBody>
                    <a:bodyPr wrap="square"/>
                    <a:lstStyle/>
                    <a:p>
                      <a:pPr algn="l"/>
                      <a:r>
                        <a:rPr b="0" sz="800">
                          <a:solidFill>
                            <a:srgbClr val="000000"/>
                          </a:solidFill>
                          <a:latin typeface="Roboto Light"/>
                        </a:rPr>
                        <a:t>Aug-21 Court-debts PEC</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22-Jul-21 to 19-Aug-21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+4.4</a:t>
                      </a:r>
                    </a:p>
                  </a:txBody>
                  <a:tcPr marL="36000" marR="36000" marT="4095" marB="0" anchor="ctr">
                    <a:lnL>
                      <a:noFill/>
                    </a:lnL>
                    <a:lnR>
                      <a:noFill/>
                    </a:lnR>
                    <a:lnT>
                      <a:noFill/>
                    </a:lnT>
                    <a:lnB>
                      <a:noFill/>
                    </a:lnB>
                    <a:solidFill>
                      <a:srgbClr val="C1E5CA"/>
                    </a:solidFill>
                  </a:tcPr>
                </a:tc>
              </a:tr>
              <a:tr h="178308">
                <a:tc>
                  <a:txBody>
                    <a:bodyPr wrap="square"/>
                    <a:lstStyle/>
                    <a:p>
                      <a:pPr algn="l"/>
                      <a:r>
                        <a:rPr b="0" sz="800">
                          <a:solidFill>
                            <a:srgbClr val="000000"/>
                          </a:solidFill>
                          <a:latin typeface="Roboto Light"/>
                        </a:rPr>
                        <a:t>Oct-21 Spending-cap breach</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23-Sep-21 to 21-Oct-21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+2.3</a:t>
                      </a:r>
                    </a:p>
                  </a:txBody>
                  <a:tcPr marL="36000" marR="36000" marT="4095" marB="0" anchor="ctr">
                    <a:lnL>
                      <a:noFill/>
                    </a:lnL>
                    <a:lnR>
                      <a:noFill/>
                    </a:lnR>
                    <a:lnT>
                      <a:noFill/>
                    </a:lnT>
                    <a:lnB>
                      <a:noFill/>
                    </a:lnB>
                    <a:solidFill>
                      <a:srgbClr val="DEF1E3"/>
                    </a:solidFill>
                  </a:tcPr>
                </a:tc>
              </a:tr>
              <a:tr h="178308">
                <a:tc>
                  <a:txBody>
                    <a:bodyPr wrap="square"/>
                    <a:lstStyle/>
                    <a:p>
                      <a:pPr algn="l"/>
                      <a:r>
                        <a:rPr b="0" sz="800">
                          <a:solidFill>
                            <a:srgbClr val="000000"/>
                          </a:solidFill>
                          <a:latin typeface="Roboto Light"/>
                        </a:rPr>
                        <a:t>May-22* Global tightening</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04-Apr-22 to 02-May-22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-12.1%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+2.0</a:t>
                      </a:r>
                    </a:p>
                  </a:txBody>
                  <a:tcPr marL="36000" marR="36000" marT="4095" marB="0" anchor="ctr">
                    <a:lnL>
                      <a:noFill/>
                    </a:lnL>
                    <a:lnR>
                      <a:noFill/>
                    </a:lnR>
                    <a:lnT>
                      <a:noFill/>
                    </a:lnT>
                    <a:lnB>
                      <a:noFill/>
                    </a:lnB>
                    <a:solidFill>
                      <a:srgbClr val="E3F3E7"/>
                    </a:solidFill>
                  </a:tcPr>
                </a:tc>
              </a:tr>
              <a:tr h="178308">
                <a:tc>
                  <a:txBody>
                    <a:bodyPr wrap="square"/>
                    <a:lstStyle/>
                    <a:p>
                      <a:pPr algn="l"/>
                      <a:r>
                        <a:rPr b="0" sz="800">
                          <a:solidFill>
                            <a:srgbClr val="000000"/>
                          </a:solidFill>
                          <a:latin typeface="Roboto Light"/>
                        </a:rPr>
                        <a:t>Jun-22* Global sell-off</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31-May-22 to 28-Jun-22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-9.7%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+1.5</a:t>
                      </a:r>
                    </a:p>
                  </a:txBody>
                  <a:tcPr marL="36000" marR="36000" marT="4095" marB="0" anchor="ctr">
                    <a:lnL>
                      <a:noFill/>
                    </a:lnL>
                    <a:lnR>
                      <a:noFill/>
                    </a:lnR>
                    <a:lnT>
                      <a:noFill/>
                    </a:lnT>
                    <a:lnB>
                      <a:noFill/>
                    </a:lnB>
                    <a:solidFill>
                      <a:srgbClr val="E9F6ED"/>
                    </a:solidFill>
                  </a:tcPr>
                </a:tc>
              </a:tr>
              <a:tr h="178308">
                <a:tc>
                  <a:txBody>
                    <a:bodyPr wrap="square"/>
                    <a:lstStyle/>
                    <a:p>
                      <a:pPr algn="l"/>
                      <a:r>
                        <a:rPr b="0" sz="800">
                          <a:solidFill>
                            <a:srgbClr val="000000"/>
                          </a:solidFill>
                          <a:latin typeface="Roboto Light"/>
                        </a:rPr>
                        <a:t>Dec-24 Fiscal package</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20-Nov-24 to 18-Dec-24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-9.2%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-5.8%</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+11.2</a:t>
                      </a:r>
                    </a:p>
                  </a:txBody>
                  <a:tcPr marL="36000" marR="36000" marT="4095" marB="0" anchor="ctr">
                    <a:lnL>
                      <a:noFill/>
                    </a:lnL>
                    <a:lnR>
                      <a:noFill/>
                    </a:lnR>
                    <a:lnT>
                      <a:noFill/>
                    </a:lnT>
                    <a:lnB>
                      <a:noFill/>
                    </a:lnB>
                    <a:solidFill>
                      <a:srgbClr val="63BE7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rPr lang="en-US" b="1"/>
              <a:t>Rationale. </a:t>
            </a:r>
            <a:r>
              <a:rPr lang="en-US" b="0"/>
              <a:t>Exporters with dollar revenues and BRL costs, selected by their sensitivity to USDBRL (controlling for the market), dollar revenue exposure and industry.</a:t>
            </a:r>
          </a:p>
          <a:p>
            <a:r>
              <a:rPr lang="en-US" b="1"/>
              <a:t>Where it stands. </a:t>
            </a:r>
            <a:r>
              <a:rPr lang="en-US" b="0"/>
              <a:t>+9.7% YTD, 6.0 p.p. below the Ibovespa, led by PRIO (+59%) and Gerdau (+30%). The rally came from multiples, not earnings (EPS -2% YTD). MBRF and JBS carry most of the FX sensitivity; Gerdau and Klabin add almost none.</a:t>
            </a:r>
          </a:p>
          <a:p>
            <a:r>
              <a:rPr lang="en-US" b="1"/>
              <a:t>Event study. </a:t>
            </a:r>
            <a:r>
              <a:rPr lang="en-US" b="0"/>
              <a:t>It beat the Ibovespa in five of the six strongest USDBRL rallies since 2021, by up to 20.6 p.p. (Feb-Mar 2021) and by 10.9 p.p. in the Dec-24 fiscal stress.</a:t>
            </a:r>
          </a:p>
        </p:txBody>
      </p:sp>
      <p:sp>
        <p:nvSpPr>
          <p:cNvPr id="5" name="Content Placeholder 4"/>
          <p:cNvSpPr>
            <a:spLocks noGrp="1"/>
          </p:cNvSpPr>
          <p:nvPr>
            <p:ph idx="23" sz="quarter"/>
          </p:nvPr>
        </p:nvSpPr>
        <p:spPr>
          <a:xfrm>
            <a:off x="382829" y="7607837"/>
            <a:ext cx="6098400" cy="246221"/>
          </a:xfrm>
        </p:spPr>
        <p:txBody>
          <a:bodyPr/>
          <a:lstStyle/>
          <a:p>
            <a:r>
              <a:rPr lang="en-US"/>
              <a:t>Table 6: Event study: the six strongest USDBRL rallies since 2021</a:t>
            </a:r>
          </a:p>
        </p:txBody>
      </p:sp>
      <p:sp>
        <p:nvSpPr>
          <p:cNvPr id="9" name="Content Placeholder 8"/>
          <p:cNvSpPr>
            <a:spLocks noGrp="1"/>
          </p:cNvSpPr>
          <p:nvPr>
            <p:ph idx="27" sz="quarter"/>
          </p:nvPr>
        </p:nvSpPr>
        <p:spPr/>
        <p:txBody>
          <a:bodyPr/>
          <a:lstStyle/>
          <a:p>
            <a:r>
              <a:rPr lang="en-US"/>
              <a:t>Chart 5: YTD performance vs. Ibovespa (base 100)</a:t>
            </a:r>
          </a:p>
        </p:txBody>
      </p:sp>
      <p:sp>
        <p:nvSpPr>
          <p:cNvPr id="10" name="Content Placeholder 9"/>
          <p:cNvSpPr>
            <a:spLocks noGrp="1"/>
          </p:cNvSpPr>
          <p:nvPr>
            <p:ph idx="28" sz="quarter"/>
          </p:nvPr>
        </p:nvSpPr>
        <p:spPr/>
        <p:txBody>
          <a:bodyPr/>
          <a:lstStyle/>
          <a:p>
            <a:r>
              <a:rPr lang="en-US"/>
              <a:t>Chart 6: Forward P/E since 2021 (median)</a:t>
            </a:r>
          </a:p>
        </p:txBody>
      </p:sp>
      <p:sp>
        <p:nvSpPr>
          <p:cNvPr id="12" name="Content Placeholder 11"/>
          <p:cNvSpPr>
            <a:spLocks noGrp="1"/>
          </p:cNvSpPr>
          <p:nvPr>
            <p:ph idx="30" sz="quarter"/>
          </p:nvPr>
        </p:nvSpPr>
        <p:spPr/>
        <p:txBody>
          <a:bodyPr/>
          <a:lstStyle/>
          <a:p>
            <a:r>
              <a:rPr lang="en-US"/>
              <a:t>Table 5: High USD Exposure basket: composition</a:t>
            </a:r>
          </a:p>
        </p:txBody>
      </p:sp>
      <p:sp>
        <p:nvSpPr>
          <p:cNvPr id="13" name="Text Placeholder 12"/>
          <p:cNvSpPr>
            <a:spLocks noGrp="1"/>
          </p:cNvSpPr>
          <p:nvPr>
            <p:ph type="body" idx="16" sz="quarter"/>
          </p:nvPr>
        </p:nvSpPr>
        <p:spPr/>
        <p:txBody>
          <a:bodyPr/>
          <a:lstStyle/>
          <a:p>
            <a:r>
              <a:rPr lang="en-US"/>
              <a:t>Thematic Baskets</a:t>
            </a:r>
          </a:p>
        </p:txBody>
      </p:sp>
      <p:sp>
        <p:nvSpPr>
          <p:cNvPr id="14" name="Text Placeholder 13"/>
          <p:cNvSpPr>
            <a:spLocks noGrp="1"/>
          </p:cNvSpPr>
          <p:nvPr>
            <p:ph type="body" idx="17" sz="quarter"/>
          </p:nvPr>
        </p:nvSpPr>
        <p:spPr/>
        <p:txBody>
          <a:bodyPr/>
          <a:lstStyle/>
          <a:p>
            <a:r>
              <a:rPr lang="en-US"/>
              <a:t>High USD Exposure: a working FX hedge, rallying on multiples</a:t>
            </a:r>
          </a:p>
        </p:txBody>
      </p:sp>
      <p:sp>
        <p:nvSpPr>
          <p:cNvPr id="15" name="Text Placeholder 14"/>
          <p:cNvSpPr>
            <a:spLocks noGrp="1"/>
          </p:cNvSpPr>
          <p:nvPr>
            <p:ph type="body" idx="31" sz="quarter"/>
          </p:nvPr>
        </p:nvSpPr>
        <p:spPr/>
        <p:txBody>
          <a:bodyPr/>
          <a:lstStyle/>
          <a:p>
            <a:r>
              <a:rPr lang="en-US"/>
              <a:t>Source: Economatica, B3, Bloomberg, XP Research. Data as of Sep-15-2026. Equal-weighted, base Dec-30-25; event study applies today's composition back. Episodes: 20-day windows of largest USDBRL gains. Rec., target (R$) and net debt/EBITDA 2026E: XP Research. ¹Bloomberg 12M-fwd consensus. ²3M change in 12M-fwd EPS. ³Volatile consensus, under review.</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graphicFrame>
        <p:nvGraphicFramePr>
          <p:cNvPr id="25" name="Table 24"/>
          <p:cNvGraphicFramePr>
            <a:graphicFrameLocks noGrp="1"/>
          </p:cNvGraphicFramePr>
          <p:nvPr/>
        </p:nvGraphicFramePr>
        <p:xfrm>
          <a:off x="382829" y="3929789"/>
          <a:ext cx="6105734" cy="1522476"/>
        </p:xfrm>
        <a:graphic>
          <a:graphicData uri="http://schemas.openxmlformats.org/drawingml/2006/table">
            <a:tbl>
              <a:tblPr firstRow="0" bandRow="0">
                <a:tableStyleId>{2D5ABB26-0587-4C30-8999-92F81FD0307C}</a:tableStyleId>
              </a:tblPr>
              <a:tblGrid>
                <a:gridCol w="548830"/>
                <a:gridCol w="1234868"/>
                <a:gridCol w="891849"/>
                <a:gridCol w="686037"/>
                <a:gridCol w="617434"/>
                <a:gridCol w="548830"/>
                <a:gridCol w="823245"/>
                <a:gridCol w="754641"/>
              </a:tblGrid>
              <a:tr h="274320">
                <a:tc>
                  <a:txBody>
                    <a:bodyPr wrap="square"/>
                    <a:lstStyle/>
                    <a:p>
                      <a:pPr algn="ctr"/>
                      <a:r>
                        <a:rPr b="1" sz="800">
                          <a:solidFill>
                            <a:srgbClr val="FFFFFF"/>
                          </a:solidFill>
                          <a:latin typeface="Roboto"/>
                        </a:rPr>
                        <a:t>Ticker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Sector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Recommendation</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Target price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Return YTD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 fwd¹</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3M earnings momentum²</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Net debt/EBITDA</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PRIO3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Oil &amp; Gas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78.00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58.6%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7.5x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0.9x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GGBR4</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Metals &amp; Mining</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30.00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29.7%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9.0x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0.6x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VALE3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Metals &amp; Mining</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Neutral</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85.00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7.9x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0.9x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KLBN11³</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Pulp &amp; Paper</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25.00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17.2x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3.3x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SUZB3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Pulp &amp; Paper</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66.00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7.5x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3.2x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MBRF3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Food &amp; Beverages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Neutral</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20.45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-13.2%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52.4x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3.9x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JBSS32</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Food &amp; Beverages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89.00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-14.8%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10.1x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3.3x</a:t>
                      </a:r>
                    </a:p>
                  </a:txBody>
                  <a:tcPr marL="36000" marR="36000" marT="4095" marB="0" anchor="ctr">
                    <a:lnL>
                      <a:noFill/>
                    </a:lnL>
                    <a:lnR>
                      <a:noFill/>
                    </a:lnR>
                    <a:lnT>
                      <a:noFill/>
                    </a:lnT>
                    <a:lnB>
                      <a:noFill/>
                    </a:lnB>
                    <a:solidFill>
                      <a:srgbClr val="F2F2F2"/>
                    </a:solidFill>
                  </a:tcPr>
                </a:tc>
              </a:tr>
            </a:tbl>
          </a:graphicData>
        </a:graphic>
      </p:graphicFrame>
      <p:graphicFrame>
        <p:nvGraphicFramePr>
          <p:cNvPr id="26" name="Chart 25"/>
          <p:cNvGraphicFramePr>
            <a:graphicFrameLocks noGrp="1"/>
          </p:cNvGraphicFramePr>
          <p:nvPr/>
        </p:nvGraphicFramePr>
        <p:xfrm>
          <a:off x="377825" y="5908439"/>
          <a:ext cx="2938221" cy="1578834"/>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3531947" y="5908439"/>
          <a:ext cx="2965558" cy="1578834"/>
        </p:xfrm>
        <a:graphic>
          <a:graphicData uri="http://schemas.openxmlformats.org/drawingml/2006/chart">
            <c:chart xmlns:c="http://schemas.openxmlformats.org/drawingml/2006/chart" r:id="rId3"/>
          </a:graphicData>
        </a:graphic>
      </p:graphicFrame>
      <p:graphicFrame>
        <p:nvGraphicFramePr>
          <p:cNvPr id="28" name="Table 27"/>
          <p:cNvGraphicFramePr>
            <a:graphicFrameLocks noGrp="1"/>
          </p:cNvGraphicFramePr>
          <p:nvPr/>
        </p:nvGraphicFramePr>
        <p:xfrm>
          <a:off x="381600" y="7896455"/>
          <a:ext cx="6105600" cy="1344168"/>
        </p:xfrm>
        <a:graphic>
          <a:graphicData uri="http://schemas.openxmlformats.org/drawingml/2006/table">
            <a:tbl>
              <a:tblPr firstRow="0" bandRow="0">
                <a:tableStyleId>{2D5ABB26-0587-4C30-8999-92F81FD0307C}</a:tableStyleId>
              </a:tblPr>
              <a:tblGrid>
                <a:gridCol w="746240"/>
                <a:gridCol w="1628160"/>
                <a:gridCol w="746240"/>
                <a:gridCol w="746240"/>
                <a:gridCol w="746240"/>
                <a:gridCol w="746240"/>
                <a:gridCol w="746240"/>
              </a:tblGrid>
              <a:tr h="274320">
                <a:tc>
                  <a:txBody>
                    <a:bodyPr wrap="square"/>
                    <a:lstStyle/>
                    <a:p>
                      <a:pPr algn="ctr"/>
                      <a:r>
                        <a:rPr b="1" sz="800">
                          <a:solidFill>
                            <a:srgbClr val="FFFFFF"/>
                          </a:solidFill>
                          <a:latin typeface="Roboto"/>
                        </a:rPr>
                        <a:t>Episode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Period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USDBRL</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S&amp;P 500</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Ibovespa</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Basket</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Excess (p.p.)</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Mar-21</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09-Feb-21 to 09-Mar-21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+13.8%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+20.6</a:t>
                      </a:r>
                    </a:p>
                  </a:txBody>
                  <a:tcPr marL="36000" marR="36000" marT="4095" marB="0" anchor="ctr">
                    <a:lnL>
                      <a:noFill/>
                    </a:lnL>
                    <a:lnR>
                      <a:noFill/>
                    </a:lnR>
                    <a:lnT>
                      <a:noFill/>
                    </a:lnT>
                    <a:lnB>
                      <a:noFill/>
                    </a:lnB>
                    <a:solidFill>
                      <a:srgbClr val="63BE7B"/>
                    </a:solidFill>
                  </a:tcPr>
                </a:tc>
              </a:tr>
              <a:tr h="178308">
                <a:tc>
                  <a:txBody>
                    <a:bodyPr wrap="square"/>
                    <a:lstStyle/>
                    <a:p>
                      <a:pPr algn="l"/>
                      <a:r>
                        <a:rPr b="0" sz="800">
                          <a:solidFill>
                            <a:srgbClr val="000000"/>
                          </a:solidFill>
                          <a:latin typeface="Roboto Light"/>
                        </a:rPr>
                        <a:t>Oct-21</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24-Sep-21 to 22-Oct-21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+11.1</a:t>
                      </a:r>
                    </a:p>
                  </a:txBody>
                  <a:tcPr marL="36000" marR="36000" marT="4095" marB="0" anchor="ctr">
                    <a:lnL>
                      <a:noFill/>
                    </a:lnL>
                    <a:lnR>
                      <a:noFill/>
                    </a:lnR>
                    <a:lnT>
                      <a:noFill/>
                    </a:lnT>
                    <a:lnB>
                      <a:noFill/>
                    </a:lnB>
                    <a:solidFill>
                      <a:srgbClr val="AADBB7"/>
                    </a:solidFill>
                  </a:tcPr>
                </a:tc>
              </a:tr>
              <a:tr h="178308">
                <a:tc>
                  <a:txBody>
                    <a:bodyPr wrap="square"/>
                    <a:lstStyle/>
                    <a:p>
                      <a:pPr algn="l"/>
                      <a:r>
                        <a:rPr b="0" sz="800">
                          <a:solidFill>
                            <a:srgbClr val="000000"/>
                          </a:solidFill>
                          <a:latin typeface="Roboto Light"/>
                        </a:rPr>
                        <a:t>May-22</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12-Apr-22 to 10-May-22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-9.0%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+0.9</a:t>
                      </a:r>
                    </a:p>
                  </a:txBody>
                  <a:tcPr marL="36000" marR="36000" marT="4095" marB="0" anchor="ctr">
                    <a:lnL>
                      <a:noFill/>
                    </a:lnL>
                    <a:lnR>
                      <a:noFill/>
                    </a:lnR>
                    <a:lnT>
                      <a:noFill/>
                    </a:lnT>
                    <a:lnB>
                      <a:noFill/>
                    </a:lnB>
                    <a:solidFill>
                      <a:srgbClr val="F8FCF9"/>
                    </a:solidFill>
                  </a:tcPr>
                </a:tc>
              </a:tr>
              <a:tr h="178308">
                <a:tc>
                  <a:txBody>
                    <a:bodyPr wrap="square"/>
                    <a:lstStyle/>
                    <a:p>
                      <a:pPr algn="l"/>
                      <a:r>
                        <a:rPr b="0" sz="800">
                          <a:solidFill>
                            <a:srgbClr val="000000"/>
                          </a:solidFill>
                          <a:latin typeface="Roboto Light"/>
                        </a:rPr>
                        <a:t>Jul-22</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08-Jun-22 to 06-Jul-22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-13.8%</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-4.9</a:t>
                      </a:r>
                    </a:p>
                  </a:txBody>
                  <a:tcPr marL="36000" marR="36000" marT="4095" marB="0" anchor="ctr">
                    <a:lnL>
                      <a:noFill/>
                    </a:lnL>
                    <a:lnR>
                      <a:noFill/>
                    </a:lnR>
                    <a:lnT>
                      <a:noFill/>
                    </a:lnT>
                    <a:lnB>
                      <a:noFill/>
                    </a:lnB>
                    <a:solidFill>
                      <a:srgbClr val="FDDBDC"/>
                    </a:solidFill>
                  </a:tcPr>
                </a:tc>
              </a:tr>
              <a:tr h="178308">
                <a:tc>
                  <a:txBody>
                    <a:bodyPr wrap="square"/>
                    <a:lstStyle/>
                    <a:p>
                      <a:pPr algn="l"/>
                      <a:r>
                        <a:rPr b="0" sz="800">
                          <a:solidFill>
                            <a:srgbClr val="000000"/>
                          </a:solidFill>
                          <a:latin typeface="Roboto Light"/>
                        </a:rPr>
                        <a:t>Jul-24</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04-Jun-24 to 02-Jul-24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+4.1%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+9.3</a:t>
                      </a:r>
                    </a:p>
                  </a:txBody>
                  <a:tcPr marL="36000" marR="36000" marT="4095" marB="0" anchor="ctr">
                    <a:lnL>
                      <a:noFill/>
                    </a:lnL>
                    <a:lnR>
                      <a:noFill/>
                    </a:lnR>
                    <a:lnT>
                      <a:noFill/>
                    </a:lnT>
                    <a:lnB>
                      <a:noFill/>
                    </a:lnB>
                    <a:solidFill>
                      <a:srgbClr val="B8E1C3"/>
                    </a:solidFill>
                  </a:tcPr>
                </a:tc>
              </a:tr>
              <a:tr h="178308">
                <a:tc>
                  <a:txBody>
                    <a:bodyPr wrap="square"/>
                    <a:lstStyle/>
                    <a:p>
                      <a:pPr algn="l"/>
                      <a:r>
                        <a:rPr b="0" sz="800">
                          <a:solidFill>
                            <a:srgbClr val="000000"/>
                          </a:solidFill>
                          <a:latin typeface="Roboto Light"/>
                        </a:rPr>
                        <a:t>Dec-24</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19-Nov-24 to 17-Dec-24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+6.8%</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+10.9</a:t>
                      </a:r>
                    </a:p>
                  </a:txBody>
                  <a:tcPr marL="36000" marR="36000" marT="4095" marB="0" anchor="ctr">
                    <a:lnL>
                      <a:noFill/>
                    </a:lnL>
                    <a:lnR>
                      <a:noFill/>
                    </a:lnR>
                    <a:lnT>
                      <a:noFill/>
                    </a:lnT>
                    <a:lnB>
                      <a:noFill/>
                    </a:lnB>
                    <a:solidFill>
                      <a:srgbClr val="ACDCB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rPr lang="en-US" b="1"/>
              <a:t>Rationale. </a:t>
            </a:r>
            <a:r>
              <a:rPr lang="en-US" b="0"/>
              <a:t>Domestic names tied to local activity and rates, selected by their negative sensitivity to USDBRL (controlling for the market) and limited dollar revenues.</a:t>
            </a:r>
          </a:p>
          <a:p>
            <a:r>
              <a:rPr lang="en-US" b="1"/>
              <a:t>Where it stands. </a:t>
            </a:r>
            <a:r>
              <a:rPr lang="en-US" b="0"/>
              <a:t>+5.4% YTD, 10.4 p.p. below the Ibovespa despite a 6.4% drop in USDBRL: Copasa and Copel (+32% each) led, while C&amp;A (-27%), Renner (-15%) and Rede D'Or (-8%) weighed. Copasa and Copel show slightly positive USDBRL betas, diluting the basket's FX exposure.</a:t>
            </a:r>
          </a:p>
          <a:p>
            <a:r>
              <a:rPr lang="en-US" b="1"/>
              <a:t>Event study. </a:t>
            </a:r>
            <a:r>
              <a:rPr lang="en-US" b="0"/>
              <a:t>It beat the Ibovespa in five of the six strongest BRL rallies since 2021, by up to 10.3 p.p. (Jan-Feb 2023), but the payoff is asymmetric: it loses 116 bps a week vs. the index when the dollar spikes.</a:t>
            </a:r>
          </a:p>
        </p:txBody>
      </p:sp>
      <p:sp>
        <p:nvSpPr>
          <p:cNvPr id="5" name="Content Placeholder 4"/>
          <p:cNvSpPr>
            <a:spLocks noGrp="1"/>
          </p:cNvSpPr>
          <p:nvPr>
            <p:ph idx="23" sz="quarter"/>
          </p:nvPr>
        </p:nvSpPr>
        <p:spPr>
          <a:xfrm>
            <a:off x="382829" y="7607837"/>
            <a:ext cx="6098400" cy="246221"/>
          </a:xfrm>
        </p:spPr>
        <p:txBody>
          <a:bodyPr/>
          <a:lstStyle/>
          <a:p>
            <a:r>
              <a:rPr lang="en-US"/>
              <a:t>Table 8: Event study: the six strongest BRL rallies since 2021</a:t>
            </a:r>
          </a:p>
        </p:txBody>
      </p:sp>
      <p:sp>
        <p:nvSpPr>
          <p:cNvPr id="9" name="Content Placeholder 8"/>
          <p:cNvSpPr>
            <a:spLocks noGrp="1"/>
          </p:cNvSpPr>
          <p:nvPr>
            <p:ph idx="27" sz="quarter"/>
          </p:nvPr>
        </p:nvSpPr>
        <p:spPr/>
        <p:txBody>
          <a:bodyPr/>
          <a:lstStyle/>
          <a:p>
            <a:r>
              <a:rPr lang="en-US"/>
              <a:t>Chart 7: YTD performance vs. Ibovespa (base 100)</a:t>
            </a:r>
          </a:p>
        </p:txBody>
      </p:sp>
      <p:sp>
        <p:nvSpPr>
          <p:cNvPr id="10" name="Content Placeholder 9"/>
          <p:cNvSpPr>
            <a:spLocks noGrp="1"/>
          </p:cNvSpPr>
          <p:nvPr>
            <p:ph idx="28" sz="quarter"/>
          </p:nvPr>
        </p:nvSpPr>
        <p:spPr/>
        <p:txBody>
          <a:bodyPr/>
          <a:lstStyle/>
          <a:p>
            <a:r>
              <a:rPr lang="en-US"/>
              <a:t>Chart 8: Forward P/E since 2021 (median)</a:t>
            </a:r>
          </a:p>
        </p:txBody>
      </p:sp>
      <p:sp>
        <p:nvSpPr>
          <p:cNvPr id="12" name="Content Placeholder 11"/>
          <p:cNvSpPr>
            <a:spLocks noGrp="1"/>
          </p:cNvSpPr>
          <p:nvPr>
            <p:ph idx="30" sz="quarter"/>
          </p:nvPr>
        </p:nvSpPr>
        <p:spPr/>
        <p:txBody>
          <a:bodyPr/>
          <a:lstStyle/>
          <a:p>
            <a:r>
              <a:rPr lang="en-US"/>
              <a:t>Table 7: Low USD Exposure basket: composition</a:t>
            </a:r>
          </a:p>
        </p:txBody>
      </p:sp>
      <p:sp>
        <p:nvSpPr>
          <p:cNvPr id="13" name="Text Placeholder 12"/>
          <p:cNvSpPr>
            <a:spLocks noGrp="1"/>
          </p:cNvSpPr>
          <p:nvPr>
            <p:ph type="body" idx="16" sz="quarter"/>
          </p:nvPr>
        </p:nvSpPr>
        <p:spPr/>
        <p:txBody>
          <a:bodyPr/>
          <a:lstStyle/>
          <a:p>
            <a:r>
              <a:rPr lang="en-US"/>
              <a:t>Thematic Baskets</a:t>
            </a:r>
          </a:p>
        </p:txBody>
      </p:sp>
      <p:sp>
        <p:nvSpPr>
          <p:cNvPr id="14" name="Text Placeholder 13"/>
          <p:cNvSpPr>
            <a:spLocks noGrp="1"/>
          </p:cNvSpPr>
          <p:nvPr>
            <p:ph type="body" idx="17" sz="quarter"/>
          </p:nvPr>
        </p:nvSpPr>
        <p:spPr/>
        <p:txBody>
          <a:bodyPr/>
          <a:lstStyle/>
          <a:p>
            <a:r>
              <a:rPr lang="en-US"/>
              <a:t>Low USD Exposure: right on FX, wrong on retail</a:t>
            </a:r>
          </a:p>
        </p:txBody>
      </p:sp>
      <p:sp>
        <p:nvSpPr>
          <p:cNvPr id="15" name="Text Placeholder 14"/>
          <p:cNvSpPr>
            <a:spLocks noGrp="1"/>
          </p:cNvSpPr>
          <p:nvPr>
            <p:ph type="body" idx="31" sz="quarter"/>
          </p:nvPr>
        </p:nvSpPr>
        <p:spPr/>
        <p:txBody>
          <a:bodyPr/>
          <a:lstStyle/>
          <a:p>
            <a:r>
              <a:rPr lang="en-US"/>
              <a:t>Source: Economatica, B3, Bloomberg, XP Research. Data as of Sep-15-2026. Equal-weighted, base Dec-30-25; event study applies today's composition back. Episodes: 20-day windows of largest USDBRL declines. Rec., target (R$) and net debt/EBITDA 2026E: XP Research. ¹Bloomberg 12M-fwd consensus. ²3M change in 12M-fwd EPS.</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graphicFrame>
        <p:nvGraphicFramePr>
          <p:cNvPr id="25" name="Table 24"/>
          <p:cNvGraphicFramePr>
            <a:graphicFrameLocks noGrp="1"/>
          </p:cNvGraphicFramePr>
          <p:nvPr/>
        </p:nvGraphicFramePr>
        <p:xfrm>
          <a:off x="382829" y="3929789"/>
          <a:ext cx="6105734" cy="1578832"/>
        </p:xfrm>
        <a:graphic>
          <a:graphicData uri="http://schemas.openxmlformats.org/drawingml/2006/table">
            <a:tbl>
              <a:tblPr firstRow="0" bandRow="0">
                <a:tableStyleId>{2D5ABB26-0587-4C30-8999-92F81FD0307C}</a:tableStyleId>
              </a:tblPr>
              <a:tblGrid>
                <a:gridCol w="548830"/>
                <a:gridCol w="1234868"/>
                <a:gridCol w="891849"/>
                <a:gridCol w="686037"/>
                <a:gridCol w="617434"/>
                <a:gridCol w="548830"/>
                <a:gridCol w="823245"/>
                <a:gridCol w="754641"/>
              </a:tblGrid>
              <a:tr h="274320">
                <a:tc>
                  <a:txBody>
                    <a:bodyPr wrap="square"/>
                    <a:lstStyle/>
                    <a:p>
                      <a:pPr algn="ctr"/>
                      <a:r>
                        <a:rPr b="1" sz="800">
                          <a:solidFill>
                            <a:srgbClr val="FFFFFF"/>
                          </a:solidFill>
                          <a:latin typeface="Roboto"/>
                        </a:rPr>
                        <a:t>Ticker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Sector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Recommendation</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Target price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Return YTD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 fwd¹</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3M earnings momentum²</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Net debt/EBITDA</a:t>
                      </a:r>
                    </a:p>
                  </a:txBody>
                  <a:tcPr marL="36000" marR="36000" marT="4095" marB="0" anchor="ctr">
                    <a:lnL>
                      <a:noFill/>
                    </a:lnL>
                    <a:lnR>
                      <a:noFill/>
                    </a:lnR>
                    <a:lnT>
                      <a:noFill/>
                    </a:lnT>
                    <a:lnB>
                      <a:noFill/>
                    </a:lnB>
                    <a:solidFill>
                      <a:srgbClr val="1F2F44"/>
                    </a:solidFill>
                  </a:tcPr>
                </a:tc>
              </a:tr>
              <a:tr h="163064">
                <a:tc>
                  <a:txBody>
                    <a:bodyPr wrap="square"/>
                    <a:lstStyle/>
                    <a:p>
                      <a:pPr algn="l"/>
                      <a:r>
                        <a:rPr b="0" sz="800">
                          <a:solidFill>
                            <a:srgbClr val="000000"/>
                          </a:solidFill>
                          <a:latin typeface="Roboto Light"/>
                        </a:rPr>
                        <a:t>CSMG3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Sanitation</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88.32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32.3%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14.9x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2.5x</a:t>
                      </a:r>
                    </a:p>
                  </a:txBody>
                  <a:tcPr marL="36000" marR="36000" marT="4095" marB="0" anchor="ctr">
                    <a:lnL>
                      <a:noFill/>
                    </a:lnL>
                    <a:lnR>
                      <a:noFill/>
                    </a:lnR>
                    <a:lnT>
                      <a:noFill/>
                    </a:lnT>
                    <a:lnB>
                      <a:noFill/>
                    </a:lnB>
                    <a:solidFill>
                      <a:srgbClr val="F2F2F2"/>
                    </a:solidFill>
                  </a:tcPr>
                </a:tc>
              </a:tr>
              <a:tr h="163064">
                <a:tc>
                  <a:txBody>
                    <a:bodyPr wrap="square"/>
                    <a:lstStyle/>
                    <a:p>
                      <a:pPr algn="l"/>
                      <a:r>
                        <a:rPr b="0" sz="800">
                          <a:solidFill>
                            <a:srgbClr val="000000"/>
                          </a:solidFill>
                          <a:latin typeface="Roboto Light"/>
                        </a:rPr>
                        <a:t>CPLE3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Utilities &amp; Energy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19.87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32.1%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15.8x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2.5x</a:t>
                      </a:r>
                    </a:p>
                  </a:txBody>
                  <a:tcPr marL="36000" marR="36000" marT="4095" marB="0" anchor="ctr">
                    <a:lnL>
                      <a:noFill/>
                    </a:lnL>
                    <a:lnR>
                      <a:noFill/>
                    </a:lnR>
                    <a:lnT>
                      <a:noFill/>
                    </a:lnT>
                    <a:lnB>
                      <a:noFill/>
                    </a:lnB>
                    <a:noFill/>
                  </a:tcPr>
                </a:tc>
              </a:tr>
              <a:tr h="163064">
                <a:tc>
                  <a:txBody>
                    <a:bodyPr wrap="square"/>
                    <a:lstStyle/>
                    <a:p>
                      <a:pPr algn="l"/>
                      <a:r>
                        <a:rPr b="0" sz="800">
                          <a:solidFill>
                            <a:srgbClr val="000000"/>
                          </a:solidFill>
                          <a:latin typeface="Roboto Light"/>
                        </a:rPr>
                        <a:t>MOTV3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Transportation</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18.00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13.9%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11.7x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3.3x</a:t>
                      </a:r>
                    </a:p>
                  </a:txBody>
                  <a:tcPr marL="36000" marR="36000" marT="4095" marB="0" anchor="ctr">
                    <a:lnL>
                      <a:noFill/>
                    </a:lnL>
                    <a:lnR>
                      <a:noFill/>
                    </a:lnR>
                    <a:lnT>
                      <a:noFill/>
                    </a:lnT>
                    <a:lnB>
                      <a:noFill/>
                    </a:lnB>
                    <a:solidFill>
                      <a:srgbClr val="F2F2F2"/>
                    </a:solidFill>
                  </a:tcPr>
                </a:tc>
              </a:tr>
              <a:tr h="163064">
                <a:tc>
                  <a:txBody>
                    <a:bodyPr wrap="square"/>
                    <a:lstStyle/>
                    <a:p>
                      <a:pPr algn="l"/>
                      <a:r>
                        <a:rPr b="0" sz="800">
                          <a:solidFill>
                            <a:srgbClr val="000000"/>
                          </a:solidFill>
                          <a:latin typeface="Roboto Light"/>
                        </a:rPr>
                        <a:t>ALOS3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Income Properties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38.00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9.1%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15.2x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1.9x</a:t>
                      </a:r>
                    </a:p>
                  </a:txBody>
                  <a:tcPr marL="36000" marR="36000" marT="4095" marB="0" anchor="ctr">
                    <a:lnL>
                      <a:noFill/>
                    </a:lnL>
                    <a:lnR>
                      <a:noFill/>
                    </a:lnR>
                    <a:lnT>
                      <a:noFill/>
                    </a:lnT>
                    <a:lnB>
                      <a:noFill/>
                    </a:lnB>
                    <a:noFill/>
                  </a:tcPr>
                </a:tc>
              </a:tr>
              <a:tr h="163064">
                <a:tc>
                  <a:txBody>
                    <a:bodyPr wrap="square"/>
                    <a:lstStyle/>
                    <a:p>
                      <a:pPr algn="l"/>
                      <a:r>
                        <a:rPr b="0" sz="800">
                          <a:solidFill>
                            <a:srgbClr val="000000"/>
                          </a:solidFill>
                          <a:latin typeface="Roboto Light"/>
                        </a:rPr>
                        <a:t>CYRE3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Homebuilders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42.00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4.0%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5.2x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1.0x</a:t>
                      </a:r>
                    </a:p>
                  </a:txBody>
                  <a:tcPr marL="36000" marR="36000" marT="4095" marB="0" anchor="ctr">
                    <a:lnL>
                      <a:noFill/>
                    </a:lnL>
                    <a:lnR>
                      <a:noFill/>
                    </a:lnR>
                    <a:lnT>
                      <a:noFill/>
                    </a:lnT>
                    <a:lnB>
                      <a:noFill/>
                    </a:lnB>
                    <a:solidFill>
                      <a:srgbClr val="F2F2F2"/>
                    </a:solidFill>
                  </a:tcPr>
                </a:tc>
              </a:tr>
              <a:tr h="163064">
                <a:tc>
                  <a:txBody>
                    <a:bodyPr wrap="square"/>
                    <a:lstStyle/>
                    <a:p>
                      <a:pPr algn="l"/>
                      <a:r>
                        <a:rPr b="0" sz="800">
                          <a:solidFill>
                            <a:srgbClr val="000000"/>
                          </a:solidFill>
                          <a:latin typeface="Roboto Light"/>
                        </a:rPr>
                        <a:t>RDOR3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Health Care</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45.00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14.6x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1.7x</a:t>
                      </a:r>
                    </a:p>
                  </a:txBody>
                  <a:tcPr marL="36000" marR="36000" marT="4095" marB="0" anchor="ctr">
                    <a:lnL>
                      <a:noFill/>
                    </a:lnL>
                    <a:lnR>
                      <a:noFill/>
                    </a:lnR>
                    <a:lnT>
                      <a:noFill/>
                    </a:lnT>
                    <a:lnB>
                      <a:noFill/>
                    </a:lnB>
                    <a:noFill/>
                  </a:tcPr>
                </a:tc>
              </a:tr>
              <a:tr h="163064">
                <a:tc>
                  <a:txBody>
                    <a:bodyPr wrap="square"/>
                    <a:lstStyle/>
                    <a:p>
                      <a:pPr algn="l"/>
                      <a:r>
                        <a:rPr b="0" sz="800">
                          <a:solidFill>
                            <a:srgbClr val="000000"/>
                          </a:solidFill>
                          <a:latin typeface="Roboto Light"/>
                        </a:rPr>
                        <a:t>LREN3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Retail</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22.00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-14.6%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6.6x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-0.5x</a:t>
                      </a:r>
                    </a:p>
                  </a:txBody>
                  <a:tcPr marL="36000" marR="36000" marT="4095" marB="0" anchor="ctr">
                    <a:lnL>
                      <a:noFill/>
                    </a:lnL>
                    <a:lnR>
                      <a:noFill/>
                    </a:lnR>
                    <a:lnT>
                      <a:noFill/>
                    </a:lnT>
                    <a:lnB>
                      <a:noFill/>
                    </a:lnB>
                    <a:solidFill>
                      <a:srgbClr val="F2F2F2"/>
                    </a:solidFill>
                  </a:tcPr>
                </a:tc>
              </a:tr>
              <a:tr h="163064">
                <a:tc>
                  <a:txBody>
                    <a:bodyPr wrap="square"/>
                    <a:lstStyle/>
                    <a:p>
                      <a:pPr algn="l"/>
                      <a:r>
                        <a:rPr b="0" sz="800">
                          <a:solidFill>
                            <a:srgbClr val="000000"/>
                          </a:solidFill>
                          <a:latin typeface="Roboto Light"/>
                        </a:rPr>
                        <a:t>CEAB3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Retail</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17.00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-27.4%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5.2x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0.1x</a:t>
                      </a:r>
                    </a:p>
                  </a:txBody>
                  <a:tcPr marL="36000" marR="36000" marT="4095" marB="0" anchor="ctr">
                    <a:lnL>
                      <a:noFill/>
                    </a:lnL>
                    <a:lnR>
                      <a:noFill/>
                    </a:lnR>
                    <a:lnT>
                      <a:noFill/>
                    </a:lnT>
                    <a:lnB>
                      <a:noFill/>
                    </a:lnB>
                    <a:noFill/>
                  </a:tcPr>
                </a:tc>
              </a:tr>
            </a:tbl>
          </a:graphicData>
        </a:graphic>
      </p:graphicFrame>
      <p:graphicFrame>
        <p:nvGraphicFramePr>
          <p:cNvPr id="26" name="Chart 25"/>
          <p:cNvGraphicFramePr>
            <a:graphicFrameLocks noGrp="1"/>
          </p:cNvGraphicFramePr>
          <p:nvPr/>
        </p:nvGraphicFramePr>
        <p:xfrm>
          <a:off x="377825" y="5908439"/>
          <a:ext cx="2938221" cy="1578834"/>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3531947" y="5908439"/>
          <a:ext cx="2965558" cy="1578834"/>
        </p:xfrm>
        <a:graphic>
          <a:graphicData uri="http://schemas.openxmlformats.org/drawingml/2006/chart">
            <c:chart xmlns:c="http://schemas.openxmlformats.org/drawingml/2006/chart" r:id="rId3"/>
          </a:graphicData>
        </a:graphic>
      </p:graphicFrame>
      <p:graphicFrame>
        <p:nvGraphicFramePr>
          <p:cNvPr id="28" name="Table 27"/>
          <p:cNvGraphicFramePr>
            <a:graphicFrameLocks noGrp="1"/>
          </p:cNvGraphicFramePr>
          <p:nvPr/>
        </p:nvGraphicFramePr>
        <p:xfrm>
          <a:off x="381600" y="7896455"/>
          <a:ext cx="6105600" cy="1344168"/>
        </p:xfrm>
        <a:graphic>
          <a:graphicData uri="http://schemas.openxmlformats.org/drawingml/2006/table">
            <a:tbl>
              <a:tblPr firstRow="0" bandRow="0">
                <a:tableStyleId>{2D5ABB26-0587-4C30-8999-92F81FD0307C}</a:tableStyleId>
              </a:tblPr>
              <a:tblGrid>
                <a:gridCol w="746240"/>
                <a:gridCol w="1628160"/>
                <a:gridCol w="746240"/>
                <a:gridCol w="746240"/>
                <a:gridCol w="746240"/>
                <a:gridCol w="746240"/>
                <a:gridCol w="746240"/>
              </a:tblGrid>
              <a:tr h="274320">
                <a:tc>
                  <a:txBody>
                    <a:bodyPr wrap="square"/>
                    <a:lstStyle/>
                    <a:p>
                      <a:pPr algn="ctr"/>
                      <a:r>
                        <a:rPr b="1" sz="800">
                          <a:solidFill>
                            <a:srgbClr val="FFFFFF"/>
                          </a:solidFill>
                          <a:latin typeface="Roboto"/>
                        </a:rPr>
                        <a:t>Episode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Period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USDBRL</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S&amp;P 500</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Ibovespa</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Basket</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Excess (p.p.)</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May-21</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13-Apr-21 to 11-May-21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+0.2</a:t>
                      </a:r>
                    </a:p>
                  </a:txBody>
                  <a:tcPr marL="36000" marR="36000" marT="4095" marB="0" anchor="ctr">
                    <a:lnL>
                      <a:noFill/>
                    </a:lnL>
                    <a:lnR>
                      <a:noFill/>
                    </a:lnR>
                    <a:lnT>
                      <a:noFill/>
                    </a:lnT>
                    <a:lnB>
                      <a:noFill/>
                    </a:lnB>
                    <a:solidFill>
                      <a:srgbClr val="FBFDFC"/>
                    </a:solidFill>
                  </a:tcPr>
                </a:tc>
              </a:tr>
              <a:tr h="178308">
                <a:tc>
                  <a:txBody>
                    <a:bodyPr wrap="square"/>
                    <a:lstStyle/>
                    <a:p>
                      <a:pPr algn="l"/>
                      <a:r>
                        <a:rPr b="0" sz="800">
                          <a:solidFill>
                            <a:srgbClr val="000000"/>
                          </a:solidFill>
                          <a:latin typeface="Roboto Light"/>
                        </a:rPr>
                        <a:t>Feb-22</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06-Jan-22 to 03-Feb-22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+16.9%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+7.0</a:t>
                      </a:r>
                    </a:p>
                  </a:txBody>
                  <a:tcPr marL="36000" marR="36000" marT="4095" marB="0" anchor="ctr">
                    <a:lnL>
                      <a:noFill/>
                    </a:lnL>
                    <a:lnR>
                      <a:noFill/>
                    </a:lnR>
                    <a:lnT>
                      <a:noFill/>
                    </a:lnT>
                    <a:lnB>
                      <a:noFill/>
                    </a:lnB>
                    <a:solidFill>
                      <a:srgbClr val="95D2A5"/>
                    </a:solidFill>
                  </a:tcPr>
                </a:tc>
              </a:tr>
              <a:tr h="178308">
                <a:tc>
                  <a:txBody>
                    <a:bodyPr wrap="square"/>
                    <a:lstStyle/>
                    <a:p>
                      <a:pPr algn="l"/>
                      <a:r>
                        <a:rPr b="0" sz="800">
                          <a:solidFill>
                            <a:srgbClr val="000000"/>
                          </a:solidFill>
                          <a:latin typeface="Roboto Light"/>
                        </a:rPr>
                        <a:t>Apr-22</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15-Mar-22 to 12-Apr-22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-9.4%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a:t>
                      </a:r>
                    </a:p>
                  </a:txBody>
                  <a:tcPr marL="36000" marR="36000" marT="4095" marB="0" anchor="ctr">
                    <a:lnL>
                      <a:noFill/>
                    </a:lnL>
                    <a:lnR>
                      <a:noFill/>
                    </a:lnR>
                    <a:lnT>
                      <a:noFill/>
                    </a:lnT>
                    <a:lnB>
                      <a:noFill/>
                    </a:lnB>
                    <a:solidFill>
                      <a:srgbClr val="FEF1F1"/>
                    </a:solidFill>
                  </a:tcPr>
                </a:tc>
              </a:tr>
              <a:tr h="178308">
                <a:tc>
                  <a:txBody>
                    <a:bodyPr wrap="square"/>
                    <a:lstStyle/>
                    <a:p>
                      <a:pPr algn="l"/>
                      <a:r>
                        <a:rPr b="0" sz="800">
                          <a:solidFill>
                            <a:srgbClr val="000000"/>
                          </a:solidFill>
                          <a:latin typeface="Roboto Light"/>
                        </a:rPr>
                        <a:t>Aug-22</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13-Jul-22 to 10-Aug-22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+12.6%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+16.9%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+4.3</a:t>
                      </a:r>
                    </a:p>
                  </a:txBody>
                  <a:tcPr marL="36000" marR="36000" marT="4095" marB="0" anchor="ctr">
                    <a:lnL>
                      <a:noFill/>
                    </a:lnL>
                    <a:lnR>
                      <a:noFill/>
                    </a:lnR>
                    <a:lnT>
                      <a:noFill/>
                    </a:lnT>
                    <a:lnB>
                      <a:noFill/>
                    </a:lnB>
                    <a:solidFill>
                      <a:srgbClr val="BDE3C7"/>
                    </a:solidFill>
                  </a:tcPr>
                </a:tc>
              </a:tr>
              <a:tr h="178308">
                <a:tc>
                  <a:txBody>
                    <a:bodyPr wrap="square"/>
                    <a:lstStyle/>
                    <a:p>
                      <a:pPr algn="l"/>
                      <a:r>
                        <a:rPr b="0" sz="800">
                          <a:solidFill>
                            <a:srgbClr val="000000"/>
                          </a:solidFill>
                          <a:latin typeface="Roboto Light"/>
                        </a:rPr>
                        <a:t>Feb-23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05-Jan-23 to 02-Feb-23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+9.8%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+12.6%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+10.3</a:t>
                      </a:r>
                    </a:p>
                  </a:txBody>
                  <a:tcPr marL="36000" marR="36000" marT="4095" marB="0" anchor="ctr">
                    <a:lnL>
                      <a:noFill/>
                    </a:lnL>
                    <a:lnR>
                      <a:noFill/>
                    </a:lnR>
                    <a:lnT>
                      <a:noFill/>
                    </a:lnT>
                    <a:lnB>
                      <a:noFill/>
                    </a:lnB>
                    <a:solidFill>
                      <a:srgbClr val="63BE7B"/>
                    </a:solidFill>
                  </a:tcPr>
                </a:tc>
              </a:tr>
              <a:tr h="178308">
                <a:tc>
                  <a:txBody>
                    <a:bodyPr wrap="square"/>
                    <a:lstStyle/>
                    <a:p>
                      <a:pPr algn="l"/>
                      <a:r>
                        <a:rPr b="0" sz="800">
                          <a:solidFill>
                            <a:srgbClr val="000000"/>
                          </a:solidFill>
                          <a:latin typeface="Roboto Light"/>
                        </a:rPr>
                        <a:t>Apr-23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16-Mar-23 to 13-Apr-23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+2.5</a:t>
                      </a:r>
                    </a:p>
                  </a:txBody>
                  <a:tcPr marL="36000" marR="36000" marT="4095" marB="0" anchor="ctr">
                    <a:lnL>
                      <a:noFill/>
                    </a:lnL>
                    <a:lnR>
                      <a:noFill/>
                    </a:lnR>
                    <a:lnT>
                      <a:noFill/>
                    </a:lnT>
                    <a:lnB>
                      <a:noFill/>
                    </a:lnB>
                    <a:solidFill>
                      <a:srgbClr val="D9EFDE"/>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rPr lang="en-US" b="1"/>
              <a:t>Rationale. </a:t>
            </a:r>
            <a:r>
              <a:rPr lang="en-US" b="0"/>
              <a:t>Large, liquid names with strong appeal to global investors (index heavyweights and globally recognized franchises): Embraer, Itau, MercadoLibre, Nu and Petrobras.</a:t>
            </a:r>
          </a:p>
          <a:p>
            <a:r>
              <a:rPr lang="en-US" b="1"/>
              <a:t>Where it stands. </a:t>
            </a:r>
            <a:r>
              <a:rPr lang="en-US" b="0"/>
              <a:t>+10.2% YTD, 5.6 p.p. below the Ibovespa: Petrobras adds 11.7 p.p., while the BDRs MercadoLibre (-13%) and Nu (-18%) subtract 6.1 p.p., also hurt by the stronger real.</a:t>
            </a:r>
          </a:p>
          <a:p>
            <a:r>
              <a:rPr lang="en-US" b="1"/>
              <a:t>Flows. </a:t>
            </a:r>
            <a:r>
              <a:rPr lang="en-US" b="0"/>
              <a:t>When foreign money comes in, it goes to these names first: in the 13 months with the largest inflows since mid-2022, Petrobras and Itau were the 1st and 3rd largest recipients (R$21.1bn and R$12.3bn of R$169bn), among the top-5 foreign buyers in 9 and 8 of them. When foreigners sell, the basket holds up better: in US$, it fell 1.4% in the largest outflow months vs. 4.1% for the Ibovespa.</a:t>
            </a:r>
          </a:p>
        </p:txBody>
      </p:sp>
      <p:sp>
        <p:nvSpPr>
          <p:cNvPr id="5" name="Content Placeholder 4"/>
          <p:cNvSpPr>
            <a:spLocks noGrp="1"/>
          </p:cNvSpPr>
          <p:nvPr>
            <p:ph idx="23" sz="quarter"/>
          </p:nvPr>
        </p:nvSpPr>
        <p:spPr>
          <a:xfrm>
            <a:off x="382829" y="7607837"/>
            <a:ext cx="6098400" cy="246221"/>
          </a:xfrm>
        </p:spPr>
        <p:txBody>
          <a:bodyPr/>
          <a:lstStyle/>
          <a:p>
            <a:r>
              <a:rPr lang="en-US"/>
              <a:t>Chart 11: Where foreign money goes: net inflows in the 13 largest-inflow months since Jul-22 (R$ bn)</a:t>
            </a:r>
          </a:p>
        </p:txBody>
      </p:sp>
      <p:sp>
        <p:nvSpPr>
          <p:cNvPr id="9" name="Content Placeholder 8"/>
          <p:cNvSpPr>
            <a:spLocks noGrp="1"/>
          </p:cNvSpPr>
          <p:nvPr>
            <p:ph idx="27" sz="quarter"/>
          </p:nvPr>
        </p:nvSpPr>
        <p:spPr/>
        <p:txBody>
          <a:bodyPr/>
          <a:lstStyle/>
          <a:p>
            <a:r>
              <a:rPr lang="en-US"/>
              <a:t>Chart 9: YTD performance vs. Ibovespa (base 100)</a:t>
            </a:r>
          </a:p>
        </p:txBody>
      </p:sp>
      <p:sp>
        <p:nvSpPr>
          <p:cNvPr id="10" name="Content Placeholder 9"/>
          <p:cNvSpPr>
            <a:spLocks noGrp="1"/>
          </p:cNvSpPr>
          <p:nvPr>
            <p:ph idx="28" sz="quarter"/>
          </p:nvPr>
        </p:nvSpPr>
        <p:spPr/>
        <p:txBody>
          <a:bodyPr/>
          <a:lstStyle/>
          <a:p>
            <a:r>
              <a:rPr lang="en-US"/>
              <a:t>Chart 10: Forward P/E since 2021 (median)</a:t>
            </a:r>
          </a:p>
        </p:txBody>
      </p:sp>
      <p:sp>
        <p:nvSpPr>
          <p:cNvPr id="12" name="Content Placeholder 11"/>
          <p:cNvSpPr>
            <a:spLocks noGrp="1"/>
          </p:cNvSpPr>
          <p:nvPr>
            <p:ph idx="30" sz="quarter"/>
          </p:nvPr>
        </p:nvSpPr>
        <p:spPr/>
        <p:txBody>
          <a:bodyPr/>
          <a:lstStyle/>
          <a:p>
            <a:r>
              <a:rPr lang="en-US"/>
              <a:t>Table 9: Foreign Flows basket: composition</a:t>
            </a:r>
          </a:p>
        </p:txBody>
      </p:sp>
      <p:sp>
        <p:nvSpPr>
          <p:cNvPr id="13" name="Text Placeholder 12"/>
          <p:cNvSpPr>
            <a:spLocks noGrp="1"/>
          </p:cNvSpPr>
          <p:nvPr>
            <p:ph type="body" idx="16" sz="quarter"/>
          </p:nvPr>
        </p:nvSpPr>
        <p:spPr/>
        <p:txBody>
          <a:bodyPr/>
          <a:lstStyle/>
          <a:p>
            <a:r>
              <a:rPr lang="en-US"/>
              <a:t>Thematic Baskets</a:t>
            </a:r>
          </a:p>
        </p:txBody>
      </p:sp>
      <p:sp>
        <p:nvSpPr>
          <p:cNvPr id="14" name="Text Placeholder 13"/>
          <p:cNvSpPr>
            <a:spLocks noGrp="1"/>
          </p:cNvSpPr>
          <p:nvPr>
            <p:ph type="body" idx="17" sz="quarter"/>
          </p:nvPr>
        </p:nvSpPr>
        <p:spPr/>
        <p:txBody>
          <a:bodyPr/>
          <a:lstStyle/>
          <a:p>
            <a:r>
              <a:rPr lang="en-US"/>
              <a:t>Foreign Flows: where foreign money goes first</a:t>
            </a:r>
          </a:p>
        </p:txBody>
      </p:sp>
      <p:sp>
        <p:nvSpPr>
          <p:cNvPr id="15" name="Text Placeholder 14"/>
          <p:cNvSpPr>
            <a:spLocks noGrp="1"/>
          </p:cNvSpPr>
          <p:nvPr>
            <p:ph type="body" idx="31" sz="quarter"/>
          </p:nvPr>
        </p:nvSpPr>
        <p:spPr/>
        <p:txBody>
          <a:bodyPr/>
          <a:lstStyle/>
          <a:p>
            <a:r>
              <a:rPr lang="en-US"/>
              <a:t>Source: Economatica, B3, Bloomberg, XP Research. Data as of Sep-15-2026. Equal-weighted, base Dec-30-25; event study applies today's composition back. Single-name flows: B3, top-quartile months of total foreign net flow, Jul-22 to Aug-26 (BDRs not covered); outflow months in US$: Jan-22 to Aug-26. Rec., target (R$) and net debt/EBITDA 2026E: XP Research. ¹Bloomberg 12M-fwd consensus. ²3M change in 12M-fwd EPS.</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graphicFrame>
        <p:nvGraphicFramePr>
          <p:cNvPr id="25" name="Table 24"/>
          <p:cNvGraphicFramePr>
            <a:graphicFrameLocks noGrp="1"/>
          </p:cNvGraphicFramePr>
          <p:nvPr/>
        </p:nvGraphicFramePr>
        <p:xfrm>
          <a:off x="382829" y="3929789"/>
          <a:ext cx="6105734" cy="1165860"/>
        </p:xfrm>
        <a:graphic>
          <a:graphicData uri="http://schemas.openxmlformats.org/drawingml/2006/table">
            <a:tbl>
              <a:tblPr firstRow="0" bandRow="0">
                <a:tableStyleId>{2D5ABB26-0587-4C30-8999-92F81FD0307C}</a:tableStyleId>
              </a:tblPr>
              <a:tblGrid>
                <a:gridCol w="548830"/>
                <a:gridCol w="1234868"/>
                <a:gridCol w="891849"/>
                <a:gridCol w="686037"/>
                <a:gridCol w="617434"/>
                <a:gridCol w="548830"/>
                <a:gridCol w="823245"/>
                <a:gridCol w="754641"/>
              </a:tblGrid>
              <a:tr h="274320">
                <a:tc>
                  <a:txBody>
                    <a:bodyPr wrap="square"/>
                    <a:lstStyle/>
                    <a:p>
                      <a:pPr algn="ctr"/>
                      <a:r>
                        <a:rPr b="1" sz="800">
                          <a:solidFill>
                            <a:srgbClr val="FFFFFF"/>
                          </a:solidFill>
                          <a:latin typeface="Roboto"/>
                        </a:rPr>
                        <a:t>Ticker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Sector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Recommendation</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Target price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Return YTD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 fwd¹</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3M earnings momentum²</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Net debt/EBITDA</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PETR4</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Oil &amp; Gas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63.00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67.0%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5.2x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EMBJ3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Capital Goods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87.00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16.8x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0.1x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ITUB4</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Banks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50.00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8.8x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n.m.</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MELI34</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Retail</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83.00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-13.4%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36.8x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ROXO34</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Banks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18.60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-17.6%</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13.6x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n.m.</a:t>
                      </a:r>
                    </a:p>
                  </a:txBody>
                  <a:tcPr marL="36000" marR="36000" marT="4095" marB="0" anchor="ctr">
                    <a:lnL>
                      <a:noFill/>
                    </a:lnL>
                    <a:lnR>
                      <a:noFill/>
                    </a:lnR>
                    <a:lnT>
                      <a:noFill/>
                    </a:lnT>
                    <a:lnB>
                      <a:noFill/>
                    </a:lnB>
                    <a:solidFill>
                      <a:srgbClr val="F2F2F2"/>
                    </a:solidFill>
                  </a:tcPr>
                </a:tc>
              </a:tr>
            </a:tbl>
          </a:graphicData>
        </a:graphic>
      </p:graphicFrame>
      <p:graphicFrame>
        <p:nvGraphicFramePr>
          <p:cNvPr id="26" name="Chart 25"/>
          <p:cNvGraphicFramePr>
            <a:graphicFrameLocks noGrp="1"/>
          </p:cNvGraphicFramePr>
          <p:nvPr/>
        </p:nvGraphicFramePr>
        <p:xfrm>
          <a:off x="377825" y="5908439"/>
          <a:ext cx="2938221" cy="1578834"/>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3531947" y="5908439"/>
          <a:ext cx="2965558" cy="1578834"/>
        </p:xfrm>
        <a:graphic>
          <a:graphicData uri="http://schemas.openxmlformats.org/drawingml/2006/chart">
            <c:chart xmlns:c="http://schemas.openxmlformats.org/drawingml/2006/chart" r:id="rId3"/>
          </a:graphicData>
        </a:graphic>
      </p:graphicFrame>
      <p:graphicFrame>
        <p:nvGraphicFramePr>
          <p:cNvPr id="28" name="Chart 27"/>
          <p:cNvGraphicFramePr>
            <a:graphicFrameLocks noGrp="1"/>
          </p:cNvGraphicFramePr>
          <p:nvPr/>
        </p:nvGraphicFramePr>
        <p:xfrm>
          <a:off x="381600" y="7896455"/>
          <a:ext cx="6105600" cy="1557108"/>
        </p:xfrm>
        <a:graphic>
          <a:graphicData uri="http://schemas.openxmlformats.org/drawingml/2006/chart">
            <c:chart xmlns:c="http://schemas.openxmlformats.org/drawingml/2006/chart" r:id="rId4"/>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rPr lang="en-US" b="1"/>
              <a:t>Rationale. </a:t>
            </a:r>
            <a:r>
              <a:rPr lang="en-US" b="0"/>
              <a:t>Our top picks for 2026, positioned for an easing cycle and a recovery in capital-markets activity: B3, BTG Pactual, Axia, Energisa and Iguatemi.</a:t>
            </a:r>
          </a:p>
          <a:p>
            <a:r>
              <a:rPr lang="en-US" b="1"/>
              <a:t>Where it stands. </a:t>
            </a:r>
            <a:r>
              <a:rPr lang="en-US" b="0"/>
              <a:t>+14.4% YTD, 1.3 p.p. below the Ibovespa, and +6.7% in September, led by B3 (+31%) and BTG (+16%). Earnings rose faster than prices, so the basket de-rated to 11.0x, in line with its own average since 2021.</a:t>
            </a:r>
          </a:p>
          <a:p>
            <a:r>
              <a:rPr lang="en-US" b="1"/>
              <a:t>Event study. </a:t>
            </a:r>
            <a:r>
              <a:rPr lang="en-US" b="0"/>
              <a:t>It beat the Ibovespa in five of the six strongest front-end rallies since 2021, including +7.2 p.p. in Mar-Apr 2026: with the most duration in our set, it should be the first to react to the post-election path of the yield curve.</a:t>
            </a:r>
          </a:p>
        </p:txBody>
      </p:sp>
      <p:sp>
        <p:nvSpPr>
          <p:cNvPr id="5" name="Content Placeholder 4"/>
          <p:cNvSpPr>
            <a:spLocks noGrp="1"/>
          </p:cNvSpPr>
          <p:nvPr>
            <p:ph idx="23" sz="quarter"/>
          </p:nvPr>
        </p:nvSpPr>
        <p:spPr>
          <a:xfrm>
            <a:off x="382829" y="7607837"/>
            <a:ext cx="6098400" cy="246221"/>
          </a:xfrm>
        </p:spPr>
        <p:txBody>
          <a:bodyPr/>
          <a:lstStyle/>
          <a:p>
            <a:r>
              <a:rPr lang="en-US"/>
              <a:t>Table 11: Event study: the six strongest front-end rallies since 2021</a:t>
            </a:r>
          </a:p>
        </p:txBody>
      </p:sp>
      <p:sp>
        <p:nvSpPr>
          <p:cNvPr id="9" name="Content Placeholder 8"/>
          <p:cNvSpPr>
            <a:spLocks noGrp="1"/>
          </p:cNvSpPr>
          <p:nvPr>
            <p:ph idx="27" sz="quarter"/>
          </p:nvPr>
        </p:nvSpPr>
        <p:spPr/>
        <p:txBody>
          <a:bodyPr/>
          <a:lstStyle/>
          <a:p>
            <a:r>
              <a:rPr lang="en-US"/>
              <a:t>Chart 12: YTD performance vs. Ibovespa (base 100)</a:t>
            </a:r>
          </a:p>
        </p:txBody>
      </p:sp>
      <p:sp>
        <p:nvSpPr>
          <p:cNvPr id="10" name="Content Placeholder 9"/>
          <p:cNvSpPr>
            <a:spLocks noGrp="1"/>
          </p:cNvSpPr>
          <p:nvPr>
            <p:ph idx="28" sz="quarter"/>
          </p:nvPr>
        </p:nvSpPr>
        <p:spPr/>
        <p:txBody>
          <a:bodyPr/>
          <a:lstStyle/>
          <a:p>
            <a:r>
              <a:rPr lang="en-US"/>
              <a:t>Chart 13: Forward P/E since 2021 (median)</a:t>
            </a:r>
          </a:p>
        </p:txBody>
      </p:sp>
      <p:sp>
        <p:nvSpPr>
          <p:cNvPr id="12" name="Content Placeholder 11"/>
          <p:cNvSpPr>
            <a:spLocks noGrp="1"/>
          </p:cNvSpPr>
          <p:nvPr>
            <p:ph idx="30" sz="quarter"/>
          </p:nvPr>
        </p:nvSpPr>
        <p:spPr/>
        <p:txBody>
          <a:bodyPr/>
          <a:lstStyle/>
          <a:p>
            <a:r>
              <a:rPr lang="en-US"/>
              <a:t>Table 10: 2026 Outlook basket: composition</a:t>
            </a:r>
          </a:p>
        </p:txBody>
      </p:sp>
      <p:sp>
        <p:nvSpPr>
          <p:cNvPr id="13" name="Text Placeholder 12"/>
          <p:cNvSpPr>
            <a:spLocks noGrp="1"/>
          </p:cNvSpPr>
          <p:nvPr>
            <p:ph type="body" idx="16" sz="quarter"/>
          </p:nvPr>
        </p:nvSpPr>
        <p:spPr/>
        <p:txBody>
          <a:bodyPr/>
          <a:lstStyle/>
          <a:p>
            <a:r>
              <a:rPr lang="en-US"/>
              <a:t>Thematic Baskets</a:t>
            </a:r>
          </a:p>
        </p:txBody>
      </p:sp>
      <p:sp>
        <p:nvSpPr>
          <p:cNvPr id="14" name="Text Placeholder 13"/>
          <p:cNvSpPr>
            <a:spLocks noGrp="1"/>
          </p:cNvSpPr>
          <p:nvPr>
            <p:ph type="body" idx="17" sz="quarter"/>
          </p:nvPr>
        </p:nvSpPr>
        <p:spPr/>
        <p:txBody>
          <a:bodyPr/>
          <a:lstStyle/>
          <a:p>
            <a:r>
              <a:rPr lang="en-US"/>
              <a:t>2026 Outlook: a clean bet on the front end of the curve</a:t>
            </a:r>
          </a:p>
        </p:txBody>
      </p:sp>
      <p:sp>
        <p:nvSpPr>
          <p:cNvPr id="15" name="Text Placeholder 14"/>
          <p:cNvSpPr>
            <a:spLocks noGrp="1"/>
          </p:cNvSpPr>
          <p:nvPr>
            <p:ph type="body" idx="31" sz="quarter"/>
          </p:nvPr>
        </p:nvSpPr>
        <p:spPr/>
        <p:txBody>
          <a:bodyPr/>
          <a:lstStyle/>
          <a:p>
            <a:r>
              <a:rPr lang="en-US"/>
              <a:t>Source: Economatica, B3, Bloomberg, XP Research. Data as of Sep-15-2026. Equal-weighted, base Dec-30-25; event study applies today's composition back. Episodes: 20-day windows of largest IDKA Pre 2Y gains. Rec., target (R$) and net debt/EBITDA 2026E: XP Research. ¹Bloomberg 12M-fwd consensus. ²3M change in 12M-fwd EPS. ³Volatile consensus, under review.</a:t>
            </a:r>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September 22, 2026</a:t>
            </a:fld>
            <a:endParaRPr lang="en-US"/>
          </a:p>
        </p:txBody>
      </p:sp>
      <p:graphicFrame>
        <p:nvGraphicFramePr>
          <p:cNvPr id="25" name="Table 24"/>
          <p:cNvGraphicFramePr>
            <a:graphicFrameLocks noGrp="1"/>
          </p:cNvGraphicFramePr>
          <p:nvPr/>
        </p:nvGraphicFramePr>
        <p:xfrm>
          <a:off x="382829" y="3929789"/>
          <a:ext cx="6105734" cy="1165860"/>
        </p:xfrm>
        <a:graphic>
          <a:graphicData uri="http://schemas.openxmlformats.org/drawingml/2006/table">
            <a:tbl>
              <a:tblPr firstRow="0" bandRow="0">
                <a:tableStyleId>{2D5ABB26-0587-4C30-8999-92F81FD0307C}</a:tableStyleId>
              </a:tblPr>
              <a:tblGrid>
                <a:gridCol w="548830"/>
                <a:gridCol w="1234868"/>
                <a:gridCol w="891849"/>
                <a:gridCol w="686037"/>
                <a:gridCol w="617434"/>
                <a:gridCol w="548830"/>
                <a:gridCol w="823245"/>
                <a:gridCol w="754641"/>
              </a:tblGrid>
              <a:tr h="274320">
                <a:tc>
                  <a:txBody>
                    <a:bodyPr wrap="square"/>
                    <a:lstStyle/>
                    <a:p>
                      <a:pPr algn="ctr"/>
                      <a:r>
                        <a:rPr b="1" sz="800">
                          <a:solidFill>
                            <a:srgbClr val="FFFFFF"/>
                          </a:solidFill>
                          <a:latin typeface="Roboto"/>
                        </a:rPr>
                        <a:t>Ticker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Sector</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Recommendation</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Target price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Return YTD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 fwd¹</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3M earnings momentum²</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Net debt/EBITDA</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B3SA3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Financials ex-Banks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Neutral</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16.00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31.4%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14.1x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0.2x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BPAC11</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Banks</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63.00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16.2%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10.4x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n.m.</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ENGI11³</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Utilities &amp; Energy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88.27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7.5x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3.8x</a:t>
                      </a:r>
                    </a:p>
                  </a:txBody>
                  <a:tcPr marL="36000" marR="36000" marT="4095" marB="0" anchor="ctr">
                    <a:lnL>
                      <a:noFill/>
                    </a:lnL>
                    <a:lnR>
                      <a:noFill/>
                    </a:lnR>
                    <a:lnT>
                      <a:noFill/>
                    </a:lnT>
                    <a:lnB>
                      <a:noFill/>
                    </a:lnB>
                    <a:solidFill>
                      <a:srgbClr val="F2F2F2"/>
                    </a:solidFill>
                  </a:tcPr>
                </a:tc>
              </a:tr>
              <a:tr h="178308">
                <a:tc>
                  <a:txBody>
                    <a:bodyPr wrap="square"/>
                    <a:lstStyle/>
                    <a:p>
                      <a:pPr algn="l"/>
                      <a:r>
                        <a:rPr b="0" sz="800">
                          <a:solidFill>
                            <a:srgbClr val="000000"/>
                          </a:solidFill>
                          <a:latin typeface="Roboto Light"/>
                        </a:rPr>
                        <a:t>AXIA3</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Utilities &amp; Energy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63.32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8.6%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11.0x</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0.7x</a:t>
                      </a:r>
                    </a:p>
                  </a:txBody>
                  <a:tcPr marL="36000" marR="36000" marT="4095" marB="0" anchor="ctr">
                    <a:lnL>
                      <a:noFill/>
                    </a:lnL>
                    <a:lnR>
                      <a:noFill/>
                    </a:lnR>
                    <a:lnT>
                      <a:noFill/>
                    </a:lnT>
                    <a:lnB>
                      <a:noFill/>
                    </a:lnB>
                    <a:noFill/>
                  </a:tcPr>
                </a:tc>
              </a:tr>
              <a:tr h="178308">
                <a:tc>
                  <a:txBody>
                    <a:bodyPr wrap="square"/>
                    <a:lstStyle/>
                    <a:p>
                      <a:pPr algn="l"/>
                      <a:r>
                        <a:rPr b="0" sz="800">
                          <a:solidFill>
                            <a:srgbClr val="000000"/>
                          </a:solidFill>
                          <a:latin typeface="Roboto Light"/>
                        </a:rPr>
                        <a:t>IGTI11</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Income Properties</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Buy</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35.00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11.5x</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1.5x</a:t>
                      </a:r>
                    </a:p>
                  </a:txBody>
                  <a:tcPr marL="36000" marR="36000" marT="4095" marB="0" anchor="ctr">
                    <a:lnL>
                      <a:noFill/>
                    </a:lnL>
                    <a:lnR>
                      <a:noFill/>
                    </a:lnR>
                    <a:lnT>
                      <a:noFill/>
                    </a:lnT>
                    <a:lnB>
                      <a:noFill/>
                    </a:lnB>
                    <a:solidFill>
                      <a:srgbClr val="F2F2F2"/>
                    </a:solidFill>
                  </a:tcPr>
                </a:tc>
              </a:tr>
            </a:tbl>
          </a:graphicData>
        </a:graphic>
      </p:graphicFrame>
      <p:graphicFrame>
        <p:nvGraphicFramePr>
          <p:cNvPr id="26" name="Chart 25"/>
          <p:cNvGraphicFramePr>
            <a:graphicFrameLocks noGrp="1"/>
          </p:cNvGraphicFramePr>
          <p:nvPr/>
        </p:nvGraphicFramePr>
        <p:xfrm>
          <a:off x="377825" y="5908439"/>
          <a:ext cx="2938221" cy="1578834"/>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3531947" y="5908439"/>
          <a:ext cx="2965558" cy="1578834"/>
        </p:xfrm>
        <a:graphic>
          <a:graphicData uri="http://schemas.openxmlformats.org/drawingml/2006/chart">
            <c:chart xmlns:c="http://schemas.openxmlformats.org/drawingml/2006/chart" r:id="rId3"/>
          </a:graphicData>
        </a:graphic>
      </p:graphicFrame>
      <p:graphicFrame>
        <p:nvGraphicFramePr>
          <p:cNvPr id="28" name="Table 27"/>
          <p:cNvGraphicFramePr>
            <a:graphicFrameLocks noGrp="1"/>
          </p:cNvGraphicFramePr>
          <p:nvPr/>
        </p:nvGraphicFramePr>
        <p:xfrm>
          <a:off x="381600" y="7896455"/>
          <a:ext cx="6105600" cy="1344168"/>
        </p:xfrm>
        <a:graphic>
          <a:graphicData uri="http://schemas.openxmlformats.org/drawingml/2006/table">
            <a:tbl>
              <a:tblPr firstRow="0" bandRow="0">
                <a:tableStyleId>{2D5ABB26-0587-4C30-8999-92F81FD0307C}</a:tableStyleId>
              </a:tblPr>
              <a:tblGrid>
                <a:gridCol w="746240"/>
                <a:gridCol w="1628160"/>
                <a:gridCol w="746240"/>
                <a:gridCol w="746240"/>
                <a:gridCol w="746240"/>
                <a:gridCol w="746240"/>
                <a:gridCol w="746240"/>
              </a:tblGrid>
              <a:tr h="274320">
                <a:tc>
                  <a:txBody>
                    <a:bodyPr wrap="square"/>
                    <a:lstStyle/>
                    <a:p>
                      <a:pPr algn="ctr"/>
                      <a:r>
                        <a:rPr b="1" sz="800">
                          <a:solidFill>
                            <a:srgbClr val="FFFFFF"/>
                          </a:solidFill>
                          <a:latin typeface="Roboto"/>
                        </a:rPr>
                        <a:t>Episode</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Period</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IDKA Pre 2Y</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IDKA Pre 5Y</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Ibovespa</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Basket</a:t>
                      </a:r>
                    </a:p>
                  </a:txBody>
                  <a:tcPr marL="36000" marR="36000" marT="4095" marB="0" anchor="ctr">
                    <a:lnL>
                      <a:noFill/>
                    </a:lnL>
                    <a:lnR>
                      <a:noFill/>
                    </a:lnR>
                    <a:lnT>
                      <a:noFill/>
                    </a:lnT>
                    <a:lnB>
                      <a:noFill/>
                    </a:lnB>
                    <a:solidFill>
                      <a:srgbClr val="1F2F44"/>
                    </a:solidFill>
                  </a:tcPr>
                </a:tc>
                <a:tc>
                  <a:txBody>
                    <a:bodyPr wrap="square"/>
                    <a:lstStyle/>
                    <a:p>
                      <a:pPr algn="ctr"/>
                      <a:r>
                        <a:rPr b="1" sz="800">
                          <a:solidFill>
                            <a:srgbClr val="FFFFFF"/>
                          </a:solidFill>
                          <a:latin typeface="Roboto"/>
                        </a:rPr>
                        <a:t>Excess (p.p.)</a:t>
                      </a:r>
                    </a:p>
                  </a:txBody>
                  <a:tcPr marL="36000" marR="36000" marT="4095" marB="0" anchor="ctr">
                    <a:lnL>
                      <a:noFill/>
                    </a:lnL>
                    <a:lnR>
                      <a:noFill/>
                    </a:lnR>
                    <a:lnT>
                      <a:noFill/>
                    </a:lnT>
                    <a:lnB>
                      <a:noFill/>
                    </a:lnB>
                    <a:solidFill>
                      <a:srgbClr val="1F2F44"/>
                    </a:solidFill>
                  </a:tcPr>
                </a:tc>
              </a:tr>
              <a:tr h="178308">
                <a:tc>
                  <a:txBody>
                    <a:bodyPr wrap="square"/>
                    <a:lstStyle/>
                    <a:p>
                      <a:pPr algn="l"/>
                      <a:r>
                        <a:rPr b="0" sz="800">
                          <a:solidFill>
                            <a:srgbClr val="000000"/>
                          </a:solidFill>
                          <a:latin typeface="Roboto Light"/>
                        </a:rPr>
                        <a:t>Apr-22</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07-Mar-22 to 04-Apr-22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+8.7%</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+19.1%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+10.4</a:t>
                      </a:r>
                    </a:p>
                  </a:txBody>
                  <a:tcPr marL="36000" marR="36000" marT="4095" marB="0" anchor="ctr">
                    <a:lnL>
                      <a:noFill/>
                    </a:lnL>
                    <a:lnR>
                      <a:noFill/>
                    </a:lnR>
                    <a:lnT>
                      <a:noFill/>
                    </a:lnT>
                    <a:lnB>
                      <a:noFill/>
                    </a:lnB>
                    <a:solidFill>
                      <a:srgbClr val="63BE7B"/>
                    </a:solidFill>
                  </a:tcPr>
                </a:tc>
              </a:tr>
              <a:tr h="178308">
                <a:tc>
                  <a:txBody>
                    <a:bodyPr wrap="square"/>
                    <a:lstStyle/>
                    <a:p>
                      <a:pPr algn="l"/>
                      <a:r>
                        <a:rPr b="0" sz="800">
                          <a:solidFill>
                            <a:srgbClr val="000000"/>
                          </a:solidFill>
                          <a:latin typeface="Roboto Light"/>
                        </a:rPr>
                        <a:t>Aug-22</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19-Jul-22 to 16-Aug-22</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+10.0%</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+15.5%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+16.7%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a:t>
                      </a:r>
                    </a:p>
                  </a:txBody>
                  <a:tcPr marL="36000" marR="36000" marT="4095" marB="0" anchor="ctr">
                    <a:lnL>
                      <a:noFill/>
                    </a:lnL>
                    <a:lnR>
                      <a:noFill/>
                    </a:lnR>
                    <a:lnT>
                      <a:noFill/>
                    </a:lnT>
                    <a:lnB>
                      <a:noFill/>
                    </a:lnB>
                    <a:solidFill>
                      <a:srgbClr val="EEF7F0"/>
                    </a:solidFill>
                  </a:tcPr>
                </a:tc>
              </a:tr>
              <a:tr h="178308">
                <a:tc>
                  <a:txBody>
                    <a:bodyPr wrap="square"/>
                    <a:lstStyle/>
                    <a:p>
                      <a:pPr algn="l"/>
                      <a:r>
                        <a:rPr b="0" sz="800">
                          <a:solidFill>
                            <a:srgbClr val="000000"/>
                          </a:solidFill>
                          <a:latin typeface="Roboto Light"/>
                        </a:rPr>
                        <a:t>Jan-23</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16-Dec-22 to 13-Jan-23</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+7.8%</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+7.0%</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-0.8</a:t>
                      </a:r>
                    </a:p>
                  </a:txBody>
                  <a:tcPr marL="36000" marR="36000" marT="4095" marB="0" anchor="ctr">
                    <a:lnL>
                      <a:noFill/>
                    </a:lnL>
                    <a:lnR>
                      <a:noFill/>
                    </a:lnR>
                    <a:lnT>
                      <a:noFill/>
                    </a:lnT>
                    <a:lnB>
                      <a:noFill/>
                    </a:lnB>
                    <a:solidFill>
                      <a:srgbClr val="FEF3F3"/>
                    </a:solidFill>
                  </a:tcPr>
                </a:tc>
              </a:tr>
              <a:tr h="178308">
                <a:tc>
                  <a:txBody>
                    <a:bodyPr wrap="square"/>
                    <a:lstStyle/>
                    <a:p>
                      <a:pPr algn="l"/>
                      <a:r>
                        <a:rPr b="0" sz="800">
                          <a:solidFill>
                            <a:srgbClr val="000000"/>
                          </a:solidFill>
                          <a:latin typeface="Roboto Light"/>
                        </a:rPr>
                        <a:t>Feb-25</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24-Jan-25 to 21-Feb-25</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+2.9%</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+3.8%</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+9.7%</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+5.9</a:t>
                      </a:r>
                    </a:p>
                  </a:txBody>
                  <a:tcPr marL="36000" marR="36000" marT="4095" marB="0" anchor="ctr">
                    <a:lnL>
                      <a:noFill/>
                    </a:lnL>
                    <a:lnR>
                      <a:noFill/>
                    </a:lnR>
                    <a:lnT>
                      <a:noFill/>
                    </a:lnT>
                    <a:lnB>
                      <a:noFill/>
                    </a:lnB>
                    <a:solidFill>
                      <a:srgbClr val="A6DAB4"/>
                    </a:solidFill>
                  </a:tcPr>
                </a:tc>
              </a:tr>
              <a:tr h="178308">
                <a:tc>
                  <a:txBody>
                    <a:bodyPr wrap="square"/>
                    <a:lstStyle/>
                    <a:p>
                      <a:pPr algn="l"/>
                      <a:r>
                        <a:rPr b="0" sz="800">
                          <a:solidFill>
                            <a:srgbClr val="000000"/>
                          </a:solidFill>
                          <a:latin typeface="Roboto Light"/>
                        </a:rPr>
                        <a:t>Apr-25</a:t>
                      </a:r>
                    </a:p>
                  </a:txBody>
                  <a:tcPr marL="36000" marR="36000" marT="4095" marB="0" anchor="ctr">
                    <a:lnL>
                      <a:noFill/>
                    </a:lnL>
                    <a:lnR>
                      <a:noFill/>
                    </a:lnR>
                    <a:lnT>
                      <a:noFill/>
                    </a:lnT>
                    <a:lnB>
                      <a:noFill/>
                    </a:lnB>
                    <a:solidFill>
                      <a:srgbClr val="F2F2F2"/>
                    </a:solidFill>
                  </a:tcPr>
                </a:tc>
                <a:tc>
                  <a:txBody>
                    <a:bodyPr wrap="square"/>
                    <a:lstStyle/>
                    <a:p>
                      <a:pPr algn="l"/>
                      <a:r>
                        <a:rPr b="0" sz="800">
                          <a:solidFill>
                            <a:srgbClr val="000000"/>
                          </a:solidFill>
                          <a:latin typeface="Roboto Light"/>
                        </a:rPr>
                        <a:t>28-Mar-25 to 25-Apr-25</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+3.1%</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+5.4%</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+2.2%</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+8.9%</a:t>
                      </a:r>
                    </a:p>
                  </a:txBody>
                  <a:tcPr marL="36000" marR="36000" marT="4095" marB="0" anchor="ctr">
                    <a:lnL>
                      <a:noFill/>
                    </a:lnL>
                    <a:lnR>
                      <a:noFill/>
                    </a:lnR>
                    <a:lnT>
                      <a:noFill/>
                    </a:lnT>
                    <a:lnB>
                      <a:noFill/>
                    </a:lnB>
                    <a:solidFill>
                      <a:srgbClr val="F2F2F2"/>
                    </a:solidFill>
                  </a:tcPr>
                </a:tc>
                <a:tc>
                  <a:txBody>
                    <a:bodyPr wrap="square"/>
                    <a:lstStyle/>
                    <a:p>
                      <a:pPr algn="ctr"/>
                      <a:r>
                        <a:rPr b="0" sz="800">
                          <a:solidFill>
                            <a:srgbClr val="000000"/>
                          </a:solidFill>
                          <a:latin typeface="Roboto Light"/>
                        </a:rPr>
                        <a:t>+6.7</a:t>
                      </a:r>
                    </a:p>
                  </a:txBody>
                  <a:tcPr marL="36000" marR="36000" marT="4095" marB="0" anchor="ctr">
                    <a:lnL>
                      <a:noFill/>
                    </a:lnL>
                    <a:lnR>
                      <a:noFill/>
                    </a:lnR>
                    <a:lnT>
                      <a:noFill/>
                    </a:lnT>
                    <a:lnB>
                      <a:noFill/>
                    </a:lnB>
                    <a:solidFill>
                      <a:srgbClr val="9AD5A9"/>
                    </a:solidFill>
                  </a:tcPr>
                </a:tc>
              </a:tr>
              <a:tr h="178308">
                <a:tc>
                  <a:txBody>
                    <a:bodyPr wrap="square"/>
                    <a:lstStyle/>
                    <a:p>
                      <a:pPr algn="l"/>
                      <a:r>
                        <a:rPr b="0" sz="800">
                          <a:solidFill>
                            <a:srgbClr val="000000"/>
                          </a:solidFill>
                          <a:latin typeface="Roboto Light"/>
                        </a:rPr>
                        <a:t>Apr-26</a:t>
                      </a:r>
                    </a:p>
                  </a:txBody>
                  <a:tcPr marL="36000" marR="36000" marT="4095" marB="0" anchor="ctr">
                    <a:lnL>
                      <a:noFill/>
                    </a:lnL>
                    <a:lnR>
                      <a:noFill/>
                    </a:lnR>
                    <a:lnT>
                      <a:noFill/>
                    </a:lnT>
                    <a:lnB>
                      <a:noFill/>
                    </a:lnB>
                    <a:noFill/>
                  </a:tcPr>
                </a:tc>
                <a:tc>
                  <a:txBody>
                    <a:bodyPr wrap="square"/>
                    <a:lstStyle/>
                    <a:p>
                      <a:pPr algn="l"/>
                      <a:r>
                        <a:rPr b="0" sz="800">
                          <a:solidFill>
                            <a:srgbClr val="000000"/>
                          </a:solidFill>
                          <a:latin typeface="Roboto Light"/>
                        </a:rPr>
                        <a:t>20-Mar-26 to 17-Apr-26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+2.6%</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+4.4%</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+11.1%</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+18.3%</a:t>
                      </a:r>
                    </a:p>
                  </a:txBody>
                  <a:tcPr marL="36000" marR="36000" marT="4095" marB="0" anchor="ctr">
                    <a:lnL>
                      <a:noFill/>
                    </a:lnL>
                    <a:lnR>
                      <a:noFill/>
                    </a:lnR>
                    <a:lnT>
                      <a:noFill/>
                    </a:lnT>
                    <a:lnB>
                      <a:noFill/>
                    </a:lnB>
                    <a:noFill/>
                  </a:tcPr>
                </a:tc>
                <a:tc>
                  <a:txBody>
                    <a:bodyPr wrap="square"/>
                    <a:lstStyle/>
                    <a:p>
                      <a:pPr algn="ctr"/>
                      <a:r>
                        <a:rPr b="0" sz="800">
                          <a:solidFill>
                            <a:srgbClr val="000000"/>
                          </a:solidFill>
                          <a:latin typeface="Roboto Light"/>
                        </a:rPr>
                        <a:t>+7.2</a:t>
                      </a:r>
                    </a:p>
                  </a:txBody>
                  <a:tcPr marL="36000" marR="36000" marT="4095" marB="0" anchor="ctr">
                    <a:lnL>
                      <a:noFill/>
                    </a:lnL>
                    <a:lnR>
                      <a:noFill/>
                    </a:lnR>
                    <a:lnT>
                      <a:noFill/>
                    </a:lnT>
                    <a:lnB>
                      <a:noFill/>
                    </a:lnB>
                    <a:solidFill>
                      <a:srgbClr val="92D1A3"/>
                    </a:solid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7444</TotalTime>
  <Words>5514</Words>
  <Application>Microsoft Office PowerPoint</Application>
  <PresentationFormat>A4 Paper (210x297 mm)</PresentationFormat>
  <Paragraphs>1862</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Roboto</vt:lpstr>
      <vt:lpstr>Roboto Light</vt:lpstr>
      <vt:lpstr>XP</vt:lpstr>
      <vt:lpstr>XP Light Lighthouse</vt:lpstr>
      <vt:lpstr>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Caio Souza</cp:lastModifiedBy>
  <cp:revision>373</cp:revision>
  <dcterms:created xsi:type="dcterms:W3CDTF">2022-03-20T14:16:37Z</dcterms:created>
  <dcterms:modified xsi:type="dcterms:W3CDTF">2026-09-22T18:58:08Z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2025-03-07T20:02:49Z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baa5625b-963e-4a95-9d6d-d9fd1ed2ce52</vt:lpwstr>
  </property>
  <property fmtid="{D5CDD505-2E9C-101B-9397-08002B2CF9AE}" pid="8" name="MSIP_Label_e6a9157b-bcf3-4eac-b03e-7cf007ba9fdf_ContentBits">
    <vt:lpwstr>2</vt:lpwstr>
  </property>
  <property fmtid="{D5CDD505-2E9C-101B-9397-08002B2CF9AE}" pid="9" name="MSIP_Label_e6a9157b-bcf3-4eac-b03e-7cf007ba9fdf_Tag">
    <vt:lpwstr>10, 3, 0, 1</vt:lpwstr>
  </property>
  <property fmtid="{D5CDD505-2E9C-101B-9397-08002B2CF9AE}" pid="10" name="ClassificationContentMarkingFooterLocations">
    <vt:lpwstr>Tema IB 2021:5</vt:lpwstr>
  </property>
  <property fmtid="{D5CDD505-2E9C-101B-9397-08002B2CF9AE}" pid="11" name="ClassificationContentMarkingFooterText">
    <vt:lpwstr>[ CLASSIFICAÇÃO: PÚBLICA ]</vt:lpwstr>
  </property>
</Properties>
</file>