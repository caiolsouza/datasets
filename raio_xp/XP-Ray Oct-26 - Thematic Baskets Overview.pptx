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handoutMasterIdLst>
    <p:handoutMasterId r:id="rId4"/>
  </p:handoutMasterIdLst>
  <p:sldIdLst>
    <p:sldId id="262" r:id="rId2"/>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C1414"/>
    <a:srgbClr val="8EB3DF"/>
    <a:srgbClr val="4F95BB"/>
    <a:srgbClr val="E8E8E8"/>
    <a:srgbClr val="FCB105"/>
    <a:srgbClr val="2F476A"/>
    <a:srgbClr val="F9C113"/>
    <a:srgbClr val="36537B"/>
    <a:srgbClr val="2F48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58B2D7-D7A7-41D1-80FB-2A00C4DDAD23}" v="44" dt="2026-09-28T19:26:11.0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70" autoAdjust="0"/>
    <p:restoredTop sz="96849"/>
  </p:normalViewPr>
  <p:slideViewPr>
    <p:cSldViewPr snapToGrid="0">
      <p:cViewPr>
        <p:scale>
          <a:sx n="75" d="100"/>
          <a:sy n="75" d="100"/>
        </p:scale>
        <p:origin x="2539" y="-1051"/>
      </p:cViewPr>
      <p:guideLst/>
    </p:cSldViewPr>
  </p:slideViewPr>
  <p:notesTextViewPr>
    <p:cViewPr>
      <p:scale>
        <a:sx n="3" d="2"/>
        <a:sy n="3" d="2"/>
      </p:scale>
      <p:origin x="0" y="0"/>
    </p:cViewPr>
  </p:notesTextViewPr>
  <p:sorterViewPr>
    <p:cViewPr>
      <p:scale>
        <a:sx n="100" d="100"/>
        <a:sy n="100" d="100"/>
      </p:scale>
      <p:origin x="0" y="-804"/>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io Lopes de Souza" userId="789867f68e027fd0" providerId="LiveId" clId="{E033AB76-9CCE-499E-8A0F-8D4A6BE31F94}"/>
    <pc:docChg chg="undo redo custSel addSld delSld modSld">
      <pc:chgData name="Caio Lopes de Souza" userId="789867f68e027fd0" providerId="LiveId" clId="{E033AB76-9CCE-499E-8A0F-8D4A6BE31F94}" dt="2026-09-28T19:26:11.039" v="598"/>
      <pc:docMkLst>
        <pc:docMk/>
      </pc:docMkLst>
      <pc:sldChg chg="modSp mod">
        <pc:chgData name="Caio Lopes de Souza" userId="789867f68e027fd0" providerId="LiveId" clId="{E033AB76-9CCE-499E-8A0F-8D4A6BE31F94}" dt="2026-09-24T18:27:41.621" v="2" actId="2166"/>
        <pc:sldMkLst>
          <pc:docMk/>
          <pc:sldMk cId="0" sldId="257"/>
        </pc:sldMkLst>
        <pc:graphicFrameChg chg="modGraphic">
          <ac:chgData name="Caio Lopes de Souza" userId="789867f68e027fd0" providerId="LiveId" clId="{E033AB76-9CCE-499E-8A0F-8D4A6BE31F94}" dt="2026-09-24T18:27:41.621" v="2" actId="2166"/>
          <ac:graphicFrameMkLst>
            <pc:docMk/>
            <pc:sldMk cId="0" sldId="257"/>
            <ac:graphicFrameMk id="28" creationId="{00000000-0000-0000-0000-000000000000}"/>
          </ac:graphicFrameMkLst>
        </pc:graphicFrameChg>
      </pc:sldChg>
      <pc:sldChg chg="addSp delSp modSp mod">
        <pc:chgData name="Caio Lopes de Souza" userId="789867f68e027fd0" providerId="LiveId" clId="{E033AB76-9CCE-499E-8A0F-8D4A6BE31F94}" dt="2026-09-24T19:46:52.795" v="289"/>
        <pc:sldMkLst>
          <pc:docMk/>
          <pc:sldMk cId="0" sldId="258"/>
        </pc:sldMkLst>
        <pc:spChg chg="mod">
          <ac:chgData name="Caio Lopes de Souza" userId="789867f68e027fd0" providerId="LiveId" clId="{E033AB76-9CCE-499E-8A0F-8D4A6BE31F94}" dt="2026-09-24T19:46:50.666" v="286" actId="13926"/>
          <ac:spMkLst>
            <pc:docMk/>
            <pc:sldMk cId="0" sldId="258"/>
            <ac:spMk id="2" creationId="{00000000-0000-0000-0000-000000000000}"/>
          </ac:spMkLst>
        </pc:spChg>
        <pc:spChg chg="mod">
          <ac:chgData name="Caio Lopes de Souza" userId="789867f68e027fd0" providerId="LiveId" clId="{E033AB76-9CCE-499E-8A0F-8D4A6BE31F94}" dt="2026-09-24T19:46:17.928" v="281" actId="1076"/>
          <ac:spMkLst>
            <pc:docMk/>
            <pc:sldMk cId="0" sldId="258"/>
            <ac:spMk id="5" creationId="{00000000-0000-0000-0000-000000000000}"/>
          </ac:spMkLst>
        </pc:spChg>
        <pc:spChg chg="mod">
          <ac:chgData name="Caio Lopes de Souza" userId="789867f68e027fd0" providerId="LiveId" clId="{E033AB76-9CCE-499E-8A0F-8D4A6BE31F94}" dt="2026-09-24T19:46:17.928" v="281" actId="1076"/>
          <ac:spMkLst>
            <pc:docMk/>
            <pc:sldMk cId="0" sldId="258"/>
            <ac:spMk id="9" creationId="{00000000-0000-0000-0000-000000000000}"/>
          </ac:spMkLst>
        </pc:spChg>
        <pc:spChg chg="mod">
          <ac:chgData name="Caio Lopes de Souza" userId="789867f68e027fd0" providerId="LiveId" clId="{E033AB76-9CCE-499E-8A0F-8D4A6BE31F94}" dt="2026-09-24T19:46:17.928" v="281" actId="1076"/>
          <ac:spMkLst>
            <pc:docMk/>
            <pc:sldMk cId="0" sldId="258"/>
            <ac:spMk id="10" creationId="{00000000-0000-0000-0000-000000000000}"/>
          </ac:spMkLst>
        </pc:spChg>
        <pc:spChg chg="mod">
          <ac:chgData name="Caio Lopes de Souza" userId="789867f68e027fd0" providerId="LiveId" clId="{E033AB76-9CCE-499E-8A0F-8D4A6BE31F94}" dt="2026-09-24T19:46:17.928" v="281" actId="1076"/>
          <ac:spMkLst>
            <pc:docMk/>
            <pc:sldMk cId="0" sldId="258"/>
            <ac:spMk id="12" creationId="{00000000-0000-0000-0000-000000000000}"/>
          </ac:spMkLst>
        </pc:spChg>
        <pc:graphicFrameChg chg="mod modGraphic">
          <ac:chgData name="Caio Lopes de Souza" userId="789867f68e027fd0" providerId="LiveId" clId="{E033AB76-9CCE-499E-8A0F-8D4A6BE31F94}" dt="2026-09-24T19:46:17.928" v="281" actId="1076"/>
          <ac:graphicFrameMkLst>
            <pc:docMk/>
            <pc:sldMk cId="0" sldId="258"/>
            <ac:graphicFrameMk id="25" creationId="{00000000-0000-0000-0000-000000000000}"/>
          </ac:graphicFrameMkLst>
        </pc:graphicFrameChg>
        <pc:graphicFrameChg chg="mod">
          <ac:chgData name="Caio Lopes de Souza" userId="789867f68e027fd0" providerId="LiveId" clId="{E033AB76-9CCE-499E-8A0F-8D4A6BE31F94}" dt="2026-09-24T19:46:17.928" v="281" actId="1076"/>
          <ac:graphicFrameMkLst>
            <pc:docMk/>
            <pc:sldMk cId="0" sldId="258"/>
            <ac:graphicFrameMk id="26" creationId="{00000000-0000-0000-0000-000000000000}"/>
          </ac:graphicFrameMkLst>
        </pc:graphicFrameChg>
        <pc:graphicFrameChg chg="mod">
          <ac:chgData name="Caio Lopes de Souza" userId="789867f68e027fd0" providerId="LiveId" clId="{E033AB76-9CCE-499E-8A0F-8D4A6BE31F94}" dt="2026-09-24T19:46:17.928" v="281" actId="1076"/>
          <ac:graphicFrameMkLst>
            <pc:docMk/>
            <pc:sldMk cId="0" sldId="258"/>
            <ac:graphicFrameMk id="27" creationId="{00000000-0000-0000-0000-000000000000}"/>
          </ac:graphicFrameMkLst>
        </pc:graphicFrameChg>
        <pc:graphicFrameChg chg="mod modGraphic">
          <ac:chgData name="Caio Lopes de Souza" userId="789867f68e027fd0" providerId="LiveId" clId="{E033AB76-9CCE-499E-8A0F-8D4A6BE31F94}" dt="2026-09-24T19:46:20.905" v="282" actId="14100"/>
          <ac:graphicFrameMkLst>
            <pc:docMk/>
            <pc:sldMk cId="0" sldId="258"/>
            <ac:graphicFrameMk id="28" creationId="{00000000-0000-0000-0000-000000000000}"/>
          </ac:graphicFrameMkLst>
        </pc:graphicFrameChg>
      </pc:sldChg>
      <pc:sldChg chg="addSp delSp modSp mod">
        <pc:chgData name="Caio Lopes de Souza" userId="789867f68e027fd0" providerId="LiveId" clId="{E033AB76-9CCE-499E-8A0F-8D4A6BE31F94}" dt="2026-09-24T19:52:52.518" v="374"/>
        <pc:sldMkLst>
          <pc:docMk/>
          <pc:sldMk cId="0" sldId="259"/>
        </pc:sldMkLst>
        <pc:spChg chg="mod">
          <ac:chgData name="Caio Lopes de Souza" userId="789867f68e027fd0" providerId="LiveId" clId="{E033AB76-9CCE-499E-8A0F-8D4A6BE31F94}" dt="2026-09-24T19:52:42.031" v="371" actId="20577"/>
          <ac:spMkLst>
            <pc:docMk/>
            <pc:sldMk cId="0" sldId="259"/>
            <ac:spMk id="2" creationId="{00000000-0000-0000-0000-000000000000}"/>
          </ac:spMkLst>
        </pc:spChg>
        <pc:graphicFrameChg chg="mod modGraphic">
          <ac:chgData name="Caio Lopes de Souza" userId="789867f68e027fd0" providerId="LiveId" clId="{E033AB76-9CCE-499E-8A0F-8D4A6BE31F94}" dt="2026-09-24T19:49:18.013" v="323" actId="20577"/>
          <ac:graphicFrameMkLst>
            <pc:docMk/>
            <pc:sldMk cId="0" sldId="259"/>
            <ac:graphicFrameMk id="25" creationId="{00000000-0000-0000-0000-000000000000}"/>
          </ac:graphicFrameMkLst>
        </pc:graphicFrameChg>
        <pc:graphicFrameChg chg="modGraphic">
          <ac:chgData name="Caio Lopes de Souza" userId="789867f68e027fd0" providerId="LiveId" clId="{E033AB76-9CCE-499E-8A0F-8D4A6BE31F94}" dt="2026-09-24T18:28:49.381" v="4" actId="2166"/>
          <ac:graphicFrameMkLst>
            <pc:docMk/>
            <pc:sldMk cId="0" sldId="259"/>
            <ac:graphicFrameMk id="28" creationId="{00000000-0000-0000-0000-000000000000}"/>
          </ac:graphicFrameMkLst>
        </pc:graphicFrameChg>
      </pc:sldChg>
      <pc:sldChg chg="modSp mod">
        <pc:chgData name="Caio Lopes de Souza" userId="789867f68e027fd0" providerId="LiveId" clId="{E033AB76-9CCE-499E-8A0F-8D4A6BE31F94}" dt="2026-09-24T20:01:21.549" v="499"/>
        <pc:sldMkLst>
          <pc:docMk/>
          <pc:sldMk cId="0" sldId="260"/>
        </pc:sldMkLst>
        <pc:spChg chg="mod">
          <ac:chgData name="Caio Lopes de Souza" userId="789867f68e027fd0" providerId="LiveId" clId="{E033AB76-9CCE-499E-8A0F-8D4A6BE31F94}" dt="2026-09-24T20:00:58.580" v="498" actId="20577"/>
          <ac:spMkLst>
            <pc:docMk/>
            <pc:sldMk cId="0" sldId="260"/>
            <ac:spMk id="2" creationId="{00000000-0000-0000-0000-000000000000}"/>
          </ac:spMkLst>
        </pc:spChg>
        <pc:graphicFrameChg chg="mod">
          <ac:chgData name="Caio Lopes de Souza" userId="789867f68e027fd0" providerId="LiveId" clId="{E033AB76-9CCE-499E-8A0F-8D4A6BE31F94}" dt="2026-09-24T20:01:21.549" v="499"/>
          <ac:graphicFrameMkLst>
            <pc:docMk/>
            <pc:sldMk cId="0" sldId="260"/>
            <ac:graphicFrameMk id="26" creationId="{00000000-0000-0000-0000-000000000000}"/>
          </ac:graphicFrameMkLst>
        </pc:graphicFrameChg>
        <pc:graphicFrameChg chg="modGraphic">
          <ac:chgData name="Caio Lopes de Souza" userId="789867f68e027fd0" providerId="LiveId" clId="{E033AB76-9CCE-499E-8A0F-8D4A6BE31F94}" dt="2026-09-24T18:28:49.590" v="5" actId="2166"/>
          <ac:graphicFrameMkLst>
            <pc:docMk/>
            <pc:sldMk cId="0" sldId="260"/>
            <ac:graphicFrameMk id="28" creationId="{00000000-0000-0000-0000-000000000000}"/>
          </ac:graphicFrameMkLst>
        </pc:graphicFrameChg>
      </pc:sldChg>
      <pc:sldChg chg="addSp delSp modSp mod">
        <pc:chgData name="Caio Lopes de Souza" userId="789867f68e027fd0" providerId="LiveId" clId="{E033AB76-9CCE-499E-8A0F-8D4A6BE31F94}" dt="2026-09-24T20:18:58.795" v="586"/>
        <pc:sldMkLst>
          <pc:docMk/>
          <pc:sldMk cId="0" sldId="261"/>
        </pc:sldMkLst>
        <pc:spChg chg="mod">
          <ac:chgData name="Caio Lopes de Souza" userId="789867f68e027fd0" providerId="LiveId" clId="{E033AB76-9CCE-499E-8A0F-8D4A6BE31F94}" dt="2026-09-24T20:15:02.139" v="568" actId="20577"/>
          <ac:spMkLst>
            <pc:docMk/>
            <pc:sldMk cId="0" sldId="261"/>
            <ac:spMk id="2" creationId="{00000000-0000-0000-0000-000000000000}"/>
          </ac:spMkLst>
        </pc:spChg>
        <pc:spChg chg="mod">
          <ac:chgData name="Caio Lopes de Souza" userId="789867f68e027fd0" providerId="LiveId" clId="{E033AB76-9CCE-499E-8A0F-8D4A6BE31F94}" dt="2026-09-24T20:18:47.943" v="581" actId="20577"/>
          <ac:spMkLst>
            <pc:docMk/>
            <pc:sldMk cId="0" sldId="261"/>
            <ac:spMk id="5" creationId="{00000000-0000-0000-0000-000000000000}"/>
          </ac:spMkLst>
        </pc:spChg>
        <pc:graphicFrameChg chg="mod">
          <ac:chgData name="Caio Lopes de Souza" userId="789867f68e027fd0" providerId="LiveId" clId="{E033AB76-9CCE-499E-8A0F-8D4A6BE31F94}" dt="2026-09-24T20:18:56.935" v="583" actId="207"/>
          <ac:graphicFrameMkLst>
            <pc:docMk/>
            <pc:sldMk cId="0" sldId="261"/>
            <ac:graphicFrameMk id="28" creationId="{00000000-0000-0000-0000-000000000000}"/>
          </ac:graphicFrameMkLst>
        </pc:graphicFrameChg>
      </pc:sldChg>
      <pc:sldChg chg="modSp del mod">
        <pc:chgData name="Caio Lopes de Souza" userId="789867f68e027fd0" providerId="LiveId" clId="{E033AB76-9CCE-499E-8A0F-8D4A6BE31F94}" dt="2026-09-28T19:26:10.699" v="596" actId="2696"/>
        <pc:sldMkLst>
          <pc:docMk/>
          <pc:sldMk cId="0" sldId="262"/>
        </pc:sldMkLst>
      </pc:sldChg>
      <pc:sldChg chg="add">
        <pc:chgData name="Caio Lopes de Souza" userId="789867f68e027fd0" providerId="LiveId" clId="{E033AB76-9CCE-499E-8A0F-8D4A6BE31F94}" dt="2026-09-28T19:26:11.039" v="598"/>
        <pc:sldMkLst>
          <pc:docMk/>
          <pc:sldMk cId="2309340506" sldId="262"/>
        </pc:sldMkLst>
      </pc:sldChg>
      <pc:sldChg chg="add del">
        <pc:chgData name="Caio Lopes de Souza" userId="789867f68e027fd0" providerId="LiveId" clId="{E033AB76-9CCE-499E-8A0F-8D4A6BE31F94}" dt="2026-09-28T19:22:59.637" v="594" actId="2696"/>
        <pc:sldMkLst>
          <pc:docMk/>
          <pc:sldMk cId="1584459704" sldId="263"/>
        </pc:sldMkLst>
      </pc:sldChg>
      <pc:sldChg chg="add del">
        <pc:chgData name="Caio Lopes de Souza" userId="789867f68e027fd0" providerId="LiveId" clId="{E033AB76-9CCE-499E-8A0F-8D4A6BE31F94}" dt="2026-09-28T18:51:24.969" v="588" actId="2696"/>
        <pc:sldMkLst>
          <pc:docMk/>
          <pc:sldMk cId="2439707658" sldId="263"/>
        </pc:sldMkLst>
      </pc:sldChg>
      <pc:sldChg chg="add del">
        <pc:chgData name="Caio Lopes de Souza" userId="789867f68e027fd0" providerId="LiveId" clId="{E033AB76-9CCE-499E-8A0F-8D4A6BE31F94}" dt="2026-09-28T19:26:10.903" v="597" actId="2696"/>
        <pc:sldMkLst>
          <pc:docMk/>
          <pc:sldMk cId="3458064086" sldId="263"/>
        </pc:sldMkLst>
      </pc:sldChg>
      <pc:sldChg chg="add del">
        <pc:chgData name="Caio Lopes de Souza" userId="789867f68e027fd0" providerId="LiveId" clId="{E033AB76-9CCE-499E-8A0F-8D4A6BE31F94}" dt="2026-09-28T19:20:46.811" v="592" actId="2696"/>
        <pc:sldMkLst>
          <pc:docMk/>
          <pc:sldMk cId="3857512025" sldId="263"/>
        </pc:sldMkLst>
      </pc:sldChg>
      <pc:sldChg chg="add del">
        <pc:chgData name="Caio Lopes de Souza" userId="789867f68e027fd0" providerId="LiveId" clId="{E033AB76-9CCE-499E-8A0F-8D4A6BE31F94}" dt="2026-09-28T19:16:07.547" v="590" actId="2696"/>
        <pc:sldMkLst>
          <pc:docMk/>
          <pc:sldMk cId="3880044739" sldId="26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5"/>
          <c:y val="0.05"/>
          <c:w val="0.7"/>
          <c:h val="0.62"/>
        </c:manualLayout>
      </c:layout>
      <c:lineChart>
        <c:grouping val="standard"/>
        <c:varyColors val="1"/>
        <c:ser>
          <c:idx val="0"/>
          <c:order val="0"/>
          <c:tx>
            <c:v>Alternative Policy</c:v>
          </c:tx>
          <c:spPr>
            <a:ln w="19050">
              <a:solidFill>
                <a:srgbClr val="1F2F44"/>
              </a:solidFill>
            </a:ln>
          </c:spPr>
          <c:marker>
            <c:symbol val="none"/>
          </c:marker>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Sheet1!$B$2:$B$187</c:f>
              <c:numCache>
                <c:formatCode>General</c:formatCode>
                <c:ptCount val="186"/>
                <c:pt idx="0">
                  <c:v>100</c:v>
                </c:pt>
                <c:pt idx="1">
                  <c:v>100</c:v>
                </c:pt>
                <c:pt idx="2">
                  <c:v>100</c:v>
                </c:pt>
                <c:pt idx="3">
                  <c:v>99.484247011356246</c:v>
                </c:pt>
                <c:pt idx="4">
                  <c:v>99.974537667023398</c:v>
                </c:pt>
                <c:pt idx="5">
                  <c:v>100.7577415469232</c:v>
                </c:pt>
                <c:pt idx="6">
                  <c:v>99.915940232549033</c:v>
                </c:pt>
                <c:pt idx="7">
                  <c:v>100.50656951764159</c:v>
                </c:pt>
                <c:pt idx="8">
                  <c:v>100.56183667724601</c:v>
                </c:pt>
                <c:pt idx="9">
                  <c:v>99.859809107993925</c:v>
                </c:pt>
                <c:pt idx="10">
                  <c:v>98.597169695562258</c:v>
                </c:pt>
                <c:pt idx="11">
                  <c:v>100.0912522404554</c:v>
                </c:pt>
                <c:pt idx="12">
                  <c:v>100.3785798028247</c:v>
                </c:pt>
                <c:pt idx="13">
                  <c:v>99.900926134940377</c:v>
                </c:pt>
                <c:pt idx="14">
                  <c:v>99.851286948810184</c:v>
                </c:pt>
                <c:pt idx="15">
                  <c:v>100.15191631076721</c:v>
                </c:pt>
                <c:pt idx="16">
                  <c:v>104.188486191915</c:v>
                </c:pt>
                <c:pt idx="17">
                  <c:v>106.71307522567341</c:v>
                </c:pt>
                <c:pt idx="18">
                  <c:v>109.73754092650751</c:v>
                </c:pt>
                <c:pt idx="19">
                  <c:v>110.2738099878726</c:v>
                </c:pt>
                <c:pt idx="20">
                  <c:v>112.9156332177252</c:v>
                </c:pt>
                <c:pt idx="21">
                  <c:v>115.6190034143149</c:v>
                </c:pt>
                <c:pt idx="22">
                  <c:v>115.4223474223847</c:v>
                </c:pt>
                <c:pt idx="23">
                  <c:v>114.8596822539654</c:v>
                </c:pt>
                <c:pt idx="24">
                  <c:v>115.8382470431962</c:v>
                </c:pt>
                <c:pt idx="25">
                  <c:v>117.3745471212887</c:v>
                </c:pt>
                <c:pt idx="26">
                  <c:v>115.2314861559244</c:v>
                </c:pt>
                <c:pt idx="27">
                  <c:v>115.2628079373773</c:v>
                </c:pt>
                <c:pt idx="28">
                  <c:v>116.2921777482038</c:v>
                </c:pt>
                <c:pt idx="29">
                  <c:v>118.4940871078021</c:v>
                </c:pt>
                <c:pt idx="30">
                  <c:v>118.6596919461026</c:v>
                </c:pt>
                <c:pt idx="31">
                  <c:v>119.63744694562359</c:v>
                </c:pt>
                <c:pt idx="32">
                  <c:v>120.3580967981636</c:v>
                </c:pt>
                <c:pt idx="33">
                  <c:v>119.70405194942759</c:v>
                </c:pt>
                <c:pt idx="34">
                  <c:v>119.70405194942759</c:v>
                </c:pt>
                <c:pt idx="35">
                  <c:v>119.70405194942759</c:v>
                </c:pt>
                <c:pt idx="36">
                  <c:v>120.348340350295</c:v>
                </c:pt>
                <c:pt idx="37">
                  <c:v>122.2892728774587</c:v>
                </c:pt>
                <c:pt idx="38">
                  <c:v>123.45547065503879</c:v>
                </c:pt>
                <c:pt idx="39">
                  <c:v>122.55160596763</c:v>
                </c:pt>
                <c:pt idx="40">
                  <c:v>124.7865533045933</c:v>
                </c:pt>
                <c:pt idx="41">
                  <c:v>124.96286867947261</c:v>
                </c:pt>
                <c:pt idx="42">
                  <c:v>124.0641627087597</c:v>
                </c:pt>
                <c:pt idx="43">
                  <c:v>123.41821248484111</c:v>
                </c:pt>
                <c:pt idx="44">
                  <c:v>125.6759964896973</c:v>
                </c:pt>
                <c:pt idx="45">
                  <c:v>121.085805457826</c:v>
                </c:pt>
                <c:pt idx="46">
                  <c:v>123.08145292171839</c:v>
                </c:pt>
                <c:pt idx="47">
                  <c:v>118.9499133525503</c:v>
                </c:pt>
                <c:pt idx="48">
                  <c:v>118.33807619604519</c:v>
                </c:pt>
                <c:pt idx="49">
                  <c:v>119.15165484262231</c:v>
                </c:pt>
                <c:pt idx="50">
                  <c:v>121.65663076671579</c:v>
                </c:pt>
                <c:pt idx="51">
                  <c:v>122.49867279590229</c:v>
                </c:pt>
                <c:pt idx="52">
                  <c:v>118.9070067876206</c:v>
                </c:pt>
                <c:pt idx="53">
                  <c:v>117.2919732498691</c:v>
                </c:pt>
                <c:pt idx="54">
                  <c:v>119.2184904032308</c:v>
                </c:pt>
                <c:pt idx="55">
                  <c:v>120.29590486648659</c:v>
                </c:pt>
                <c:pt idx="56">
                  <c:v>119.060001965499</c:v>
                </c:pt>
                <c:pt idx="57">
                  <c:v>119.8401615507664</c:v>
                </c:pt>
                <c:pt idx="58">
                  <c:v>116.8276672556788</c:v>
                </c:pt>
                <c:pt idx="59">
                  <c:v>121.95563089387031</c:v>
                </c:pt>
                <c:pt idx="60">
                  <c:v>122.182775048895</c:v>
                </c:pt>
                <c:pt idx="61">
                  <c:v>124.57478493293959</c:v>
                </c:pt>
                <c:pt idx="62">
                  <c:v>122.4412936065748</c:v>
                </c:pt>
                <c:pt idx="63">
                  <c:v>121.0904727911724</c:v>
                </c:pt>
                <c:pt idx="64">
                  <c:v>121.391169097118</c:v>
                </c:pt>
                <c:pt idx="65">
                  <c:v>125.19962089775581</c:v>
                </c:pt>
                <c:pt idx="66">
                  <c:v>125.5587277057745</c:v>
                </c:pt>
                <c:pt idx="67">
                  <c:v>126.0064468508271</c:v>
                </c:pt>
                <c:pt idx="68">
                  <c:v>126.0064468508271</c:v>
                </c:pt>
                <c:pt idx="69">
                  <c:v>125.7132785297332</c:v>
                </c:pt>
                <c:pt idx="70">
                  <c:v>125.1076673560657</c:v>
                </c:pt>
                <c:pt idx="71">
                  <c:v>128.02739074804791</c:v>
                </c:pt>
                <c:pt idx="72">
                  <c:v>130.79080478877191</c:v>
                </c:pt>
                <c:pt idx="73">
                  <c:v>131.99718302368481</c:v>
                </c:pt>
                <c:pt idx="74">
                  <c:v>131.6689454044884</c:v>
                </c:pt>
                <c:pt idx="75">
                  <c:v>133.1611441929694</c:v>
                </c:pt>
                <c:pt idx="76">
                  <c:v>132.53441040800541</c:v>
                </c:pt>
                <c:pt idx="77">
                  <c:v>132.28457257752041</c:v>
                </c:pt>
                <c:pt idx="78">
                  <c:v>130.97239067081259</c:v>
                </c:pt>
                <c:pt idx="79">
                  <c:v>132.62748562865329</c:v>
                </c:pt>
                <c:pt idx="80">
                  <c:v>132.62748562865329</c:v>
                </c:pt>
                <c:pt idx="81">
                  <c:v>130.55336358619141</c:v>
                </c:pt>
                <c:pt idx="82">
                  <c:v>129.7769338502531</c:v>
                </c:pt>
                <c:pt idx="83">
                  <c:v>129.01938099066041</c:v>
                </c:pt>
                <c:pt idx="84">
                  <c:v>127.6901264152358</c:v>
                </c:pt>
                <c:pt idx="85">
                  <c:v>126.58203191050259</c:v>
                </c:pt>
                <c:pt idx="86">
                  <c:v>124.0890356075659</c:v>
                </c:pt>
                <c:pt idx="87">
                  <c:v>125.4398445940712</c:v>
                </c:pt>
                <c:pt idx="88">
                  <c:v>125.4398445940712</c:v>
                </c:pt>
                <c:pt idx="89">
                  <c:v>124.2684243086038</c:v>
                </c:pt>
                <c:pt idx="90">
                  <c:v>124.9808598287425</c:v>
                </c:pt>
                <c:pt idx="91">
                  <c:v>125.5612988644906</c:v>
                </c:pt>
                <c:pt idx="92">
                  <c:v>122.1682527286074</c:v>
                </c:pt>
                <c:pt idx="93">
                  <c:v>123.65937940909851</c:v>
                </c:pt>
                <c:pt idx="94">
                  <c:v>121.3248558255525</c:v>
                </c:pt>
                <c:pt idx="95">
                  <c:v>119.1059541774128</c:v>
                </c:pt>
                <c:pt idx="96">
                  <c:v>115.1048587356637</c:v>
                </c:pt>
                <c:pt idx="97">
                  <c:v>116.49277126739629</c:v>
                </c:pt>
                <c:pt idx="98">
                  <c:v>115.4564988497104</c:v>
                </c:pt>
                <c:pt idx="99">
                  <c:v>115.7624410529546</c:v>
                </c:pt>
                <c:pt idx="100">
                  <c:v>113.2567916092252</c:v>
                </c:pt>
                <c:pt idx="101">
                  <c:v>116.09870290232141</c:v>
                </c:pt>
                <c:pt idx="102">
                  <c:v>116.08690743529419</c:v>
                </c:pt>
                <c:pt idx="103">
                  <c:v>114.99332161282911</c:v>
                </c:pt>
                <c:pt idx="104">
                  <c:v>117.38250129158369</c:v>
                </c:pt>
                <c:pt idx="105">
                  <c:v>115.489665139374</c:v>
                </c:pt>
                <c:pt idx="106">
                  <c:v>113.85528704769619</c:v>
                </c:pt>
                <c:pt idx="107">
                  <c:v>112.9020084667743</c:v>
                </c:pt>
                <c:pt idx="108">
                  <c:v>111.7012128698502</c:v>
                </c:pt>
                <c:pt idx="109">
                  <c:v>110.4203668438998</c:v>
                </c:pt>
                <c:pt idx="110">
                  <c:v>110.9483416506245</c:v>
                </c:pt>
                <c:pt idx="111">
                  <c:v>108.23404177275179</c:v>
                </c:pt>
                <c:pt idx="112">
                  <c:v>108.23404177275179</c:v>
                </c:pt>
                <c:pt idx="113">
                  <c:v>107.6550654046965</c:v>
                </c:pt>
                <c:pt idx="114">
                  <c:v>107.21207315627539</c:v>
                </c:pt>
                <c:pt idx="115">
                  <c:v>108.1300157759273</c:v>
                </c:pt>
                <c:pt idx="116">
                  <c:v>106.82963350112939</c:v>
                </c:pt>
                <c:pt idx="117">
                  <c:v>108.9730651762941</c:v>
                </c:pt>
                <c:pt idx="118">
                  <c:v>108.13406033962811</c:v>
                </c:pt>
                <c:pt idx="119">
                  <c:v>107.047664605896</c:v>
                </c:pt>
                <c:pt idx="120">
                  <c:v>106.7417710419782</c:v>
                </c:pt>
                <c:pt idx="121">
                  <c:v>105.67903563108629</c:v>
                </c:pt>
                <c:pt idx="122">
                  <c:v>104.8924349819479</c:v>
                </c:pt>
                <c:pt idx="123">
                  <c:v>104.92688441398001</c:v>
                </c:pt>
                <c:pt idx="124">
                  <c:v>106.8278441591456</c:v>
                </c:pt>
                <c:pt idx="125">
                  <c:v>107.94357244614299</c:v>
                </c:pt>
                <c:pt idx="126">
                  <c:v>107.82536950177921</c:v>
                </c:pt>
                <c:pt idx="127">
                  <c:v>108.69265341257559</c:v>
                </c:pt>
                <c:pt idx="128">
                  <c:v>110.15935550156389</c:v>
                </c:pt>
                <c:pt idx="129">
                  <c:v>109.6831466076484</c:v>
                </c:pt>
                <c:pt idx="130">
                  <c:v>108.46416056922349</c:v>
                </c:pt>
                <c:pt idx="131">
                  <c:v>108.004648201113</c:v>
                </c:pt>
                <c:pt idx="132">
                  <c:v>108.8223043143128</c:v>
                </c:pt>
                <c:pt idx="133">
                  <c:v>109.63051707192299</c:v>
                </c:pt>
                <c:pt idx="134">
                  <c:v>107.78327825736019</c:v>
                </c:pt>
                <c:pt idx="135">
                  <c:v>107.2163874236478</c:v>
                </c:pt>
                <c:pt idx="136">
                  <c:v>106.9488044294815</c:v>
                </c:pt>
                <c:pt idx="137">
                  <c:v>108.9092014121111</c:v>
                </c:pt>
                <c:pt idx="138">
                  <c:v>112.4588830239591</c:v>
                </c:pt>
                <c:pt idx="139">
                  <c:v>111.1951233293295</c:v>
                </c:pt>
                <c:pt idx="140">
                  <c:v>112.05468995402821</c:v>
                </c:pt>
                <c:pt idx="141">
                  <c:v>112.1279026426198</c:v>
                </c:pt>
                <c:pt idx="142">
                  <c:v>110.2047793734973</c:v>
                </c:pt>
                <c:pt idx="143">
                  <c:v>109.7865687872475</c:v>
                </c:pt>
                <c:pt idx="144">
                  <c:v>109.05917534785431</c:v>
                </c:pt>
                <c:pt idx="145">
                  <c:v>109.1357536183819</c:v>
                </c:pt>
                <c:pt idx="146">
                  <c:v>111.76658973488141</c:v>
                </c:pt>
                <c:pt idx="147">
                  <c:v>111.2184580162921</c:v>
                </c:pt>
                <c:pt idx="148">
                  <c:v>109.29504860168591</c:v>
                </c:pt>
                <c:pt idx="149">
                  <c:v>110.100366054329</c:v>
                </c:pt>
                <c:pt idx="150">
                  <c:v>110.8762552925144</c:v>
                </c:pt>
                <c:pt idx="151">
                  <c:v>108.4660836691473</c:v>
                </c:pt>
                <c:pt idx="152">
                  <c:v>110.87684672575389</c:v>
                </c:pt>
                <c:pt idx="153">
                  <c:v>111.3613759535573</c:v>
                </c:pt>
                <c:pt idx="154">
                  <c:v>111.118024860432</c:v>
                </c:pt>
                <c:pt idx="155">
                  <c:v>111.5875061636934</c:v>
                </c:pt>
                <c:pt idx="156">
                  <c:v>110.96253037576371</c:v>
                </c:pt>
                <c:pt idx="157">
                  <c:v>109.1403667904805</c:v>
                </c:pt>
                <c:pt idx="158">
                  <c:v>107.0751482741629</c:v>
                </c:pt>
                <c:pt idx="159">
                  <c:v>106.22319736617099</c:v>
                </c:pt>
                <c:pt idx="160">
                  <c:v>103.2120143886919</c:v>
                </c:pt>
                <c:pt idx="161">
                  <c:v>102.4764256500489</c:v>
                </c:pt>
                <c:pt idx="162">
                  <c:v>101.18494034809029</c:v>
                </c:pt>
                <c:pt idx="163">
                  <c:v>100.5526793496192</c:v>
                </c:pt>
                <c:pt idx="164">
                  <c:v>99.867775453999755</c:v>
                </c:pt>
                <c:pt idx="165">
                  <c:v>98.910075604864218</c:v>
                </c:pt>
                <c:pt idx="166">
                  <c:v>99.840836060850052</c:v>
                </c:pt>
                <c:pt idx="167">
                  <c:v>99.474888637468169</c:v>
                </c:pt>
                <c:pt idx="168">
                  <c:v>102.4860296574645</c:v>
                </c:pt>
                <c:pt idx="169">
                  <c:v>102.72434364488321</c:v>
                </c:pt>
                <c:pt idx="170">
                  <c:v>105.72738296488519</c:v>
                </c:pt>
                <c:pt idx="171">
                  <c:v>105.8930926673588</c:v>
                </c:pt>
                <c:pt idx="172">
                  <c:v>106.8066073377917</c:v>
                </c:pt>
                <c:pt idx="173">
                  <c:v>107.8507030819637</c:v>
                </c:pt>
                <c:pt idx="174">
                  <c:v>109.6257087981036</c:v>
                </c:pt>
                <c:pt idx="175">
                  <c:v>111.1392854963634</c:v>
                </c:pt>
                <c:pt idx="176">
                  <c:v>115.9142420706596</c:v>
                </c:pt>
                <c:pt idx="177">
                  <c:v>116.262495149575</c:v>
                </c:pt>
                <c:pt idx="178">
                  <c:v>116.3202198197784</c:v>
                </c:pt>
                <c:pt idx="179">
                  <c:v>116.3202198197784</c:v>
                </c:pt>
                <c:pt idx="180">
                  <c:v>117.64483286469761</c:v>
                </c:pt>
                <c:pt idx="181">
                  <c:v>116.0666653824204</c:v>
                </c:pt>
                <c:pt idx="182">
                  <c:v>118.76921026889531</c:v>
                </c:pt>
                <c:pt idx="183">
                  <c:v>117.0077179182111</c:v>
                </c:pt>
                <c:pt idx="184">
                  <c:v>116.3960378985231</c:v>
                </c:pt>
                <c:pt idx="185">
                  <c:v>117.23433648580639</c:v>
                </c:pt>
              </c:numCache>
            </c:numRef>
          </c:val>
          <c:smooth val="1"/>
          <c:extLst>
            <c:ext xmlns:c16="http://schemas.microsoft.com/office/drawing/2014/chart" uri="{C3380CC4-5D6E-409C-BE32-E72D297353CC}">
              <c16:uniqueId val="{00000000-CC44-4753-842C-37754765C84D}"/>
            </c:ext>
          </c:extLst>
        </c:ser>
        <c:ser>
          <c:idx val="1"/>
          <c:order val="1"/>
          <c:tx>
            <c:v>Fiscal Deterioration</c:v>
          </c:tx>
          <c:spPr>
            <a:ln w="19050">
              <a:solidFill>
                <a:srgbClr val="8EB3DF"/>
              </a:solidFill>
            </a:ln>
          </c:spPr>
          <c:marker>
            <c:symbol val="none"/>
          </c:marker>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Sheet1!$C$2:$C$187</c:f>
              <c:numCache>
                <c:formatCode>General</c:formatCode>
                <c:ptCount val="186"/>
                <c:pt idx="0">
                  <c:v>100</c:v>
                </c:pt>
                <c:pt idx="1">
                  <c:v>100</c:v>
                </c:pt>
                <c:pt idx="2">
                  <c:v>100</c:v>
                </c:pt>
                <c:pt idx="3">
                  <c:v>99.823364559558925</c:v>
                </c:pt>
                <c:pt idx="4">
                  <c:v>100.2273944558649</c:v>
                </c:pt>
                <c:pt idx="5">
                  <c:v>100.501513716236</c:v>
                </c:pt>
                <c:pt idx="6">
                  <c:v>99.655244973095236</c:v>
                </c:pt>
                <c:pt idx="7">
                  <c:v>99.09471459438403</c:v>
                </c:pt>
                <c:pt idx="8">
                  <c:v>99.83952754888783</c:v>
                </c:pt>
                <c:pt idx="9">
                  <c:v>102.28880349415419</c:v>
                </c:pt>
                <c:pt idx="10">
                  <c:v>103.25567157538021</c:v>
                </c:pt>
                <c:pt idx="11">
                  <c:v>105.3180805074728</c:v>
                </c:pt>
                <c:pt idx="12">
                  <c:v>105.9314673183185</c:v>
                </c:pt>
                <c:pt idx="13">
                  <c:v>105.1832665622771</c:v>
                </c:pt>
                <c:pt idx="14">
                  <c:v>105.9977146189061</c:v>
                </c:pt>
                <c:pt idx="15">
                  <c:v>106.6740751480815</c:v>
                </c:pt>
                <c:pt idx="16">
                  <c:v>108.86282056924451</c:v>
                </c:pt>
                <c:pt idx="17">
                  <c:v>111.5626815647057</c:v>
                </c:pt>
                <c:pt idx="18">
                  <c:v>112.8982200673055</c:v>
                </c:pt>
                <c:pt idx="19">
                  <c:v>113.3142853135729</c:v>
                </c:pt>
                <c:pt idx="20">
                  <c:v>114.2453314577198</c:v>
                </c:pt>
                <c:pt idx="21">
                  <c:v>116.04999831211769</c:v>
                </c:pt>
                <c:pt idx="22">
                  <c:v>115.1457792698567</c:v>
                </c:pt>
                <c:pt idx="23">
                  <c:v>111.99065859401949</c:v>
                </c:pt>
                <c:pt idx="24">
                  <c:v>110.08465306540489</c:v>
                </c:pt>
                <c:pt idx="25">
                  <c:v>112.8305060464113</c:v>
                </c:pt>
                <c:pt idx="26">
                  <c:v>111.0367461029106</c:v>
                </c:pt>
                <c:pt idx="27">
                  <c:v>111.082148567277</c:v>
                </c:pt>
                <c:pt idx="28">
                  <c:v>111.53184530022619</c:v>
                </c:pt>
                <c:pt idx="29">
                  <c:v>115.75099529771261</c:v>
                </c:pt>
                <c:pt idx="30">
                  <c:v>115.0383617215159</c:v>
                </c:pt>
                <c:pt idx="31">
                  <c:v>120.10845133875929</c:v>
                </c:pt>
                <c:pt idx="32">
                  <c:v>117.79876801087271</c:v>
                </c:pt>
                <c:pt idx="33">
                  <c:v>117.9294485709739</c:v>
                </c:pt>
                <c:pt idx="34">
                  <c:v>117.9294485709739</c:v>
                </c:pt>
                <c:pt idx="35">
                  <c:v>117.9294485709739</c:v>
                </c:pt>
                <c:pt idx="36">
                  <c:v>116.1714537430088</c:v>
                </c:pt>
                <c:pt idx="37">
                  <c:v>116.20755573101761</c:v>
                </c:pt>
                <c:pt idx="38">
                  <c:v>117.8455938739822</c:v>
                </c:pt>
                <c:pt idx="39">
                  <c:v>119.7176234902122</c:v>
                </c:pt>
                <c:pt idx="40">
                  <c:v>120.79025764764781</c:v>
                </c:pt>
                <c:pt idx="41">
                  <c:v>121.6236620938282</c:v>
                </c:pt>
                <c:pt idx="42">
                  <c:v>122.488462810276</c:v>
                </c:pt>
                <c:pt idx="43">
                  <c:v>120.5666142960788</c:v>
                </c:pt>
                <c:pt idx="44">
                  <c:v>121.87257024683311</c:v>
                </c:pt>
                <c:pt idx="45">
                  <c:v>118.9284772134195</c:v>
                </c:pt>
                <c:pt idx="46">
                  <c:v>119.4764429042293</c:v>
                </c:pt>
                <c:pt idx="47">
                  <c:v>116.4857200598306</c:v>
                </c:pt>
                <c:pt idx="48">
                  <c:v>115.88489669293109</c:v>
                </c:pt>
                <c:pt idx="49">
                  <c:v>115.9291354071331</c:v>
                </c:pt>
                <c:pt idx="50">
                  <c:v>117.9899928566261</c:v>
                </c:pt>
                <c:pt idx="51">
                  <c:v>118.3498246361215</c:v>
                </c:pt>
                <c:pt idx="52">
                  <c:v>115.9152904649473</c:v>
                </c:pt>
                <c:pt idx="53">
                  <c:v>114.3839205577313</c:v>
                </c:pt>
                <c:pt idx="54">
                  <c:v>114.5252975462425</c:v>
                </c:pt>
                <c:pt idx="55">
                  <c:v>115.6253811535062</c:v>
                </c:pt>
                <c:pt idx="56">
                  <c:v>113.3308368721146</c:v>
                </c:pt>
                <c:pt idx="57">
                  <c:v>111.17736403460491</c:v>
                </c:pt>
                <c:pt idx="58">
                  <c:v>108.46847504616601</c:v>
                </c:pt>
                <c:pt idx="59">
                  <c:v>111.73770874206591</c:v>
                </c:pt>
                <c:pt idx="60">
                  <c:v>113.0660813735163</c:v>
                </c:pt>
                <c:pt idx="61">
                  <c:v>115.6492715638126</c:v>
                </c:pt>
                <c:pt idx="62">
                  <c:v>113.4344710989032</c:v>
                </c:pt>
                <c:pt idx="63">
                  <c:v>114.69817235370481</c:v>
                </c:pt>
                <c:pt idx="64">
                  <c:v>116.3313854795668</c:v>
                </c:pt>
                <c:pt idx="65">
                  <c:v>121.4132911806356</c:v>
                </c:pt>
                <c:pt idx="66">
                  <c:v>123.1833726586635</c:v>
                </c:pt>
                <c:pt idx="67">
                  <c:v>123.5027063221163</c:v>
                </c:pt>
                <c:pt idx="68">
                  <c:v>123.5027063221163</c:v>
                </c:pt>
                <c:pt idx="69">
                  <c:v>123.2711929661002</c:v>
                </c:pt>
                <c:pt idx="70">
                  <c:v>121.4099691767203</c:v>
                </c:pt>
                <c:pt idx="71">
                  <c:v>124.19305792026699</c:v>
                </c:pt>
                <c:pt idx="72">
                  <c:v>126.9253744165039</c:v>
                </c:pt>
                <c:pt idx="73">
                  <c:v>127.94411823217111</c:v>
                </c:pt>
                <c:pt idx="74">
                  <c:v>128.75330172950049</c:v>
                </c:pt>
                <c:pt idx="75">
                  <c:v>129.57366078516571</c:v>
                </c:pt>
                <c:pt idx="76">
                  <c:v>127.0187136815575</c:v>
                </c:pt>
                <c:pt idx="77">
                  <c:v>127.2393761570312</c:v>
                </c:pt>
                <c:pt idx="78">
                  <c:v>126.9799758701096</c:v>
                </c:pt>
                <c:pt idx="79">
                  <c:v>126.11029744006311</c:v>
                </c:pt>
                <c:pt idx="80">
                  <c:v>126.11029744006311</c:v>
                </c:pt>
                <c:pt idx="81">
                  <c:v>123.9064782556874</c:v>
                </c:pt>
                <c:pt idx="82">
                  <c:v>122.110833361112</c:v>
                </c:pt>
                <c:pt idx="83">
                  <c:v>121.83897750929481</c:v>
                </c:pt>
                <c:pt idx="84">
                  <c:v>121.06871049014769</c:v>
                </c:pt>
                <c:pt idx="85">
                  <c:v>120.5103222024234</c:v>
                </c:pt>
                <c:pt idx="86">
                  <c:v>118.9195803732913</c:v>
                </c:pt>
                <c:pt idx="87">
                  <c:v>119.38755918972841</c:v>
                </c:pt>
                <c:pt idx="88">
                  <c:v>119.38755918972841</c:v>
                </c:pt>
                <c:pt idx="89">
                  <c:v>117.95505237340291</c:v>
                </c:pt>
                <c:pt idx="90">
                  <c:v>117.84443330069961</c:v>
                </c:pt>
                <c:pt idx="91">
                  <c:v>121.42852744596451</c:v>
                </c:pt>
                <c:pt idx="92">
                  <c:v>118.15223073802321</c:v>
                </c:pt>
                <c:pt idx="93">
                  <c:v>118.6277653202547</c:v>
                </c:pt>
                <c:pt idx="94">
                  <c:v>117.4620734250378</c:v>
                </c:pt>
                <c:pt idx="95">
                  <c:v>117.2154606427586</c:v>
                </c:pt>
                <c:pt idx="96">
                  <c:v>115.95982201081659</c:v>
                </c:pt>
                <c:pt idx="97">
                  <c:v>116.6424993025976</c:v>
                </c:pt>
                <c:pt idx="98">
                  <c:v>115.0936339315969</c:v>
                </c:pt>
                <c:pt idx="99">
                  <c:v>114.7417311481134</c:v>
                </c:pt>
                <c:pt idx="100">
                  <c:v>112.40015383157331</c:v>
                </c:pt>
                <c:pt idx="101">
                  <c:v>114.5003353040443</c:v>
                </c:pt>
                <c:pt idx="102">
                  <c:v>114.57695022135709</c:v>
                </c:pt>
                <c:pt idx="103">
                  <c:v>113.90132964491519</c:v>
                </c:pt>
                <c:pt idx="104">
                  <c:v>114.2354550328338</c:v>
                </c:pt>
                <c:pt idx="105">
                  <c:v>114.57191308719059</c:v>
                </c:pt>
                <c:pt idx="106">
                  <c:v>114.34431206935299</c:v>
                </c:pt>
                <c:pt idx="107">
                  <c:v>114.1593967429437</c:v>
                </c:pt>
                <c:pt idx="108">
                  <c:v>114.2726493002509</c:v>
                </c:pt>
                <c:pt idx="109">
                  <c:v>111.7187571185427</c:v>
                </c:pt>
                <c:pt idx="110">
                  <c:v>110.8398196495458</c:v>
                </c:pt>
                <c:pt idx="111">
                  <c:v>109.8996685060512</c:v>
                </c:pt>
                <c:pt idx="112">
                  <c:v>109.8996685060512</c:v>
                </c:pt>
                <c:pt idx="113">
                  <c:v>108.8371367558223</c:v>
                </c:pt>
                <c:pt idx="114">
                  <c:v>109.2427972157333</c:v>
                </c:pt>
                <c:pt idx="115">
                  <c:v>108.3982054670399</c:v>
                </c:pt>
                <c:pt idx="116">
                  <c:v>106.4515345045623</c:v>
                </c:pt>
                <c:pt idx="117">
                  <c:v>107.5588087863936</c:v>
                </c:pt>
                <c:pt idx="118">
                  <c:v>109.216382256689</c:v>
                </c:pt>
                <c:pt idx="119">
                  <c:v>110.0234661076464</c:v>
                </c:pt>
                <c:pt idx="120">
                  <c:v>110.27408114356309</c:v>
                </c:pt>
                <c:pt idx="121">
                  <c:v>109.6506454402827</c:v>
                </c:pt>
                <c:pt idx="122">
                  <c:v>109.8537808559023</c:v>
                </c:pt>
                <c:pt idx="123">
                  <c:v>109.3776365643174</c:v>
                </c:pt>
                <c:pt idx="124">
                  <c:v>109.6509408102489</c:v>
                </c:pt>
                <c:pt idx="125">
                  <c:v>108.5723067868666</c:v>
                </c:pt>
                <c:pt idx="126">
                  <c:v>107.0253952972481</c:v>
                </c:pt>
                <c:pt idx="127">
                  <c:v>108.3479727081306</c:v>
                </c:pt>
                <c:pt idx="128">
                  <c:v>108.3667711691385</c:v>
                </c:pt>
                <c:pt idx="129">
                  <c:v>107.5488550088063</c:v>
                </c:pt>
                <c:pt idx="130">
                  <c:v>106.64897563524551</c:v>
                </c:pt>
                <c:pt idx="131">
                  <c:v>106.58073690223181</c:v>
                </c:pt>
                <c:pt idx="132">
                  <c:v>108.4996418089584</c:v>
                </c:pt>
                <c:pt idx="133">
                  <c:v>109.48222853268059</c:v>
                </c:pt>
                <c:pt idx="134">
                  <c:v>109.84994882596</c:v>
                </c:pt>
                <c:pt idx="135">
                  <c:v>108.5712077852419</c:v>
                </c:pt>
                <c:pt idx="136">
                  <c:v>107.8818061677398</c:v>
                </c:pt>
                <c:pt idx="137">
                  <c:v>109.65078962935991</c:v>
                </c:pt>
                <c:pt idx="138">
                  <c:v>110.1141867247802</c:v>
                </c:pt>
                <c:pt idx="139">
                  <c:v>107.1389294756831</c:v>
                </c:pt>
                <c:pt idx="140">
                  <c:v>108.3105029373277</c:v>
                </c:pt>
                <c:pt idx="141">
                  <c:v>108.5627048776994</c:v>
                </c:pt>
                <c:pt idx="142">
                  <c:v>105.7509783252698</c:v>
                </c:pt>
                <c:pt idx="143">
                  <c:v>106.7132798704193</c:v>
                </c:pt>
                <c:pt idx="144">
                  <c:v>106.0284958054532</c:v>
                </c:pt>
                <c:pt idx="145">
                  <c:v>107.6713075596124</c:v>
                </c:pt>
                <c:pt idx="146">
                  <c:v>111.8515167903695</c:v>
                </c:pt>
                <c:pt idx="147">
                  <c:v>110.96851859956431</c:v>
                </c:pt>
                <c:pt idx="148">
                  <c:v>110.44992957843709</c:v>
                </c:pt>
                <c:pt idx="149">
                  <c:v>110.7752634623666</c:v>
                </c:pt>
                <c:pt idx="150">
                  <c:v>111.9808794705304</c:v>
                </c:pt>
                <c:pt idx="151">
                  <c:v>111.11415503294739</c:v>
                </c:pt>
                <c:pt idx="152">
                  <c:v>113.3799795839912</c:v>
                </c:pt>
                <c:pt idx="153">
                  <c:v>113.2540124912254</c:v>
                </c:pt>
                <c:pt idx="154">
                  <c:v>114.7265327115681</c:v>
                </c:pt>
                <c:pt idx="155">
                  <c:v>115.6455695108871</c:v>
                </c:pt>
                <c:pt idx="156">
                  <c:v>118.61997560378749</c:v>
                </c:pt>
                <c:pt idx="157">
                  <c:v>117.628467243552</c:v>
                </c:pt>
                <c:pt idx="158">
                  <c:v>118.915761324152</c:v>
                </c:pt>
                <c:pt idx="159">
                  <c:v>120.1579726999274</c:v>
                </c:pt>
                <c:pt idx="160">
                  <c:v>118.2271331860764</c:v>
                </c:pt>
                <c:pt idx="161">
                  <c:v>120.26851647470529</c:v>
                </c:pt>
                <c:pt idx="162">
                  <c:v>119.4344963055062</c:v>
                </c:pt>
                <c:pt idx="163">
                  <c:v>120.6009923601929</c:v>
                </c:pt>
                <c:pt idx="164">
                  <c:v>120.9257009343236</c:v>
                </c:pt>
                <c:pt idx="165">
                  <c:v>120.28802201792401</c:v>
                </c:pt>
                <c:pt idx="166">
                  <c:v>123.1218480024752</c:v>
                </c:pt>
                <c:pt idx="167">
                  <c:v>124.37766842245389</c:v>
                </c:pt>
                <c:pt idx="168">
                  <c:v>125.34185885852131</c:v>
                </c:pt>
                <c:pt idx="169">
                  <c:v>125.6245896219616</c:v>
                </c:pt>
                <c:pt idx="170">
                  <c:v>126.569790370353</c:v>
                </c:pt>
                <c:pt idx="171">
                  <c:v>127.290136081687</c:v>
                </c:pt>
                <c:pt idx="172">
                  <c:v>129.32275883791181</c:v>
                </c:pt>
                <c:pt idx="173">
                  <c:v>127.6589746604615</c:v>
                </c:pt>
                <c:pt idx="174">
                  <c:v>127.9400977558517</c:v>
                </c:pt>
                <c:pt idx="175">
                  <c:v>128.39965523934941</c:v>
                </c:pt>
                <c:pt idx="176">
                  <c:v>133.19612712482169</c:v>
                </c:pt>
                <c:pt idx="177">
                  <c:v>133.8281569694625</c:v>
                </c:pt>
                <c:pt idx="178">
                  <c:v>133.08532973836719</c:v>
                </c:pt>
                <c:pt idx="179">
                  <c:v>133.08532973836719</c:v>
                </c:pt>
                <c:pt idx="180">
                  <c:v>134.70236081500931</c:v>
                </c:pt>
                <c:pt idx="181">
                  <c:v>133.88702282824261</c:v>
                </c:pt>
                <c:pt idx="182">
                  <c:v>135.9028841770749</c:v>
                </c:pt>
                <c:pt idx="183">
                  <c:v>135.64964046525159</c:v>
                </c:pt>
                <c:pt idx="184">
                  <c:v>133.92107164397561</c:v>
                </c:pt>
                <c:pt idx="185">
                  <c:v>135.8606066045229</c:v>
                </c:pt>
              </c:numCache>
            </c:numRef>
          </c:val>
          <c:smooth val="1"/>
          <c:extLst>
            <c:ext xmlns:c16="http://schemas.microsoft.com/office/drawing/2014/chart" uri="{C3380CC4-5D6E-409C-BE32-E72D297353CC}">
              <c16:uniqueId val="{00000001-CC44-4753-842C-37754765C84D}"/>
            </c:ext>
          </c:extLst>
        </c:ser>
        <c:ser>
          <c:idx val="2"/>
          <c:order val="2"/>
          <c:tx>
            <c:v>High USD Exposure</c:v>
          </c:tx>
          <c:spPr>
            <a:ln w="19050">
              <a:solidFill>
                <a:srgbClr val="F9C113"/>
              </a:solidFill>
            </a:ln>
          </c:spPr>
          <c:marker>
            <c:symbol val="none"/>
          </c:marker>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Sheet1!$D$2:$D$187</c:f>
              <c:numCache>
                <c:formatCode>General</c:formatCode>
                <c:ptCount val="186"/>
                <c:pt idx="0">
                  <c:v>100</c:v>
                </c:pt>
                <c:pt idx="1">
                  <c:v>100</c:v>
                </c:pt>
                <c:pt idx="2">
                  <c:v>100</c:v>
                </c:pt>
                <c:pt idx="3">
                  <c:v>100.0412416261002</c:v>
                </c:pt>
                <c:pt idx="4">
                  <c:v>98.617880031493272</c:v>
                </c:pt>
                <c:pt idx="5">
                  <c:v>98.767704818303059</c:v>
                </c:pt>
                <c:pt idx="6">
                  <c:v>98.473347340077325</c:v>
                </c:pt>
                <c:pt idx="7">
                  <c:v>98.78507543067272</c:v>
                </c:pt>
                <c:pt idx="8">
                  <c:v>99.72652315591111</c:v>
                </c:pt>
                <c:pt idx="9">
                  <c:v>101.52824944351789</c:v>
                </c:pt>
                <c:pt idx="10">
                  <c:v>101.2211700872225</c:v>
                </c:pt>
                <c:pt idx="11">
                  <c:v>103.537079007061</c:v>
                </c:pt>
                <c:pt idx="12">
                  <c:v>103.7770201377521</c:v>
                </c:pt>
                <c:pt idx="13">
                  <c:v>102.8852241407112</c:v>
                </c:pt>
                <c:pt idx="14">
                  <c:v>102.83814960398119</c:v>
                </c:pt>
                <c:pt idx="15">
                  <c:v>104.03124089618851</c:v>
                </c:pt>
                <c:pt idx="16">
                  <c:v>105.86021747120709</c:v>
                </c:pt>
                <c:pt idx="17">
                  <c:v>106.6543862137073</c:v>
                </c:pt>
                <c:pt idx="18">
                  <c:v>108.6240588505957</c:v>
                </c:pt>
                <c:pt idx="19">
                  <c:v>107.0090368280282</c:v>
                </c:pt>
                <c:pt idx="20">
                  <c:v>107.66086656808849</c:v>
                </c:pt>
                <c:pt idx="21">
                  <c:v>108.4516992398204</c:v>
                </c:pt>
                <c:pt idx="22">
                  <c:v>106.9280072043527</c:v>
                </c:pt>
                <c:pt idx="23">
                  <c:v>106.3195167787766</c:v>
                </c:pt>
                <c:pt idx="24">
                  <c:v>106.4899034529723</c:v>
                </c:pt>
                <c:pt idx="25">
                  <c:v>108.4636172797039</c:v>
                </c:pt>
                <c:pt idx="26">
                  <c:v>107.5426409602195</c:v>
                </c:pt>
                <c:pt idx="27">
                  <c:v>106.7001174108383</c:v>
                </c:pt>
                <c:pt idx="28">
                  <c:v>106.6159049414959</c:v>
                </c:pt>
                <c:pt idx="29">
                  <c:v>108.4849772204964</c:v>
                </c:pt>
                <c:pt idx="30">
                  <c:v>108.2062101540494</c:v>
                </c:pt>
                <c:pt idx="31">
                  <c:v>113.1179226628967</c:v>
                </c:pt>
                <c:pt idx="32">
                  <c:v>111.3100812201415</c:v>
                </c:pt>
                <c:pt idx="33">
                  <c:v>110.7228447052119</c:v>
                </c:pt>
                <c:pt idx="34">
                  <c:v>110.7228447052119</c:v>
                </c:pt>
                <c:pt idx="35">
                  <c:v>110.7228447052119</c:v>
                </c:pt>
                <c:pt idx="36">
                  <c:v>109.8212508712661</c:v>
                </c:pt>
                <c:pt idx="37">
                  <c:v>110.50747995112189</c:v>
                </c:pt>
                <c:pt idx="38">
                  <c:v>111.03441500351229</c:v>
                </c:pt>
                <c:pt idx="39">
                  <c:v>111.0146696932086</c:v>
                </c:pt>
                <c:pt idx="40">
                  <c:v>112.7794739428996</c:v>
                </c:pt>
                <c:pt idx="41">
                  <c:v>113.2225906753382</c:v>
                </c:pt>
                <c:pt idx="42">
                  <c:v>112.7547518288834</c:v>
                </c:pt>
                <c:pt idx="43">
                  <c:v>113.2127949510065</c:v>
                </c:pt>
                <c:pt idx="44">
                  <c:v>113.9744398720719</c:v>
                </c:pt>
                <c:pt idx="45">
                  <c:v>110.0316579407658</c:v>
                </c:pt>
                <c:pt idx="46">
                  <c:v>109.8286069154734</c:v>
                </c:pt>
                <c:pt idx="47">
                  <c:v>107.48975005916689</c:v>
                </c:pt>
                <c:pt idx="48">
                  <c:v>106.551905472109</c:v>
                </c:pt>
                <c:pt idx="49">
                  <c:v>106.2039936842224</c:v>
                </c:pt>
                <c:pt idx="50">
                  <c:v>106.1272097120372</c:v>
                </c:pt>
                <c:pt idx="51">
                  <c:v>104.90033474158371</c:v>
                </c:pt>
                <c:pt idx="52">
                  <c:v>104.2293389458234</c:v>
                </c:pt>
                <c:pt idx="53">
                  <c:v>103.1891523235837</c:v>
                </c:pt>
                <c:pt idx="54">
                  <c:v>103.7499729818073</c:v>
                </c:pt>
                <c:pt idx="55">
                  <c:v>104.3633547855968</c:v>
                </c:pt>
                <c:pt idx="56">
                  <c:v>104.11499412818949</c:v>
                </c:pt>
                <c:pt idx="57">
                  <c:v>103.73781363984649</c:v>
                </c:pt>
                <c:pt idx="58">
                  <c:v>102.3157748346773</c:v>
                </c:pt>
                <c:pt idx="59">
                  <c:v>106.3509509209112</c:v>
                </c:pt>
                <c:pt idx="60">
                  <c:v>107.94512020546971</c:v>
                </c:pt>
                <c:pt idx="61">
                  <c:v>109.0351908907075</c:v>
                </c:pt>
                <c:pt idx="62">
                  <c:v>110.4580373102836</c:v>
                </c:pt>
                <c:pt idx="63">
                  <c:v>111.9386318567275</c:v>
                </c:pt>
                <c:pt idx="64">
                  <c:v>113.27174546562691</c:v>
                </c:pt>
                <c:pt idx="65">
                  <c:v>113.6806120684694</c:v>
                </c:pt>
                <c:pt idx="66">
                  <c:v>113.371022747404</c:v>
                </c:pt>
                <c:pt idx="67">
                  <c:v>113.5233731612831</c:v>
                </c:pt>
                <c:pt idx="68">
                  <c:v>113.5233731612831</c:v>
                </c:pt>
                <c:pt idx="69">
                  <c:v>112.48093423316649</c:v>
                </c:pt>
                <c:pt idx="70">
                  <c:v>110.5719902653961</c:v>
                </c:pt>
                <c:pt idx="71">
                  <c:v>111.52360830419499</c:v>
                </c:pt>
                <c:pt idx="72">
                  <c:v>112.23617419772459</c:v>
                </c:pt>
                <c:pt idx="73">
                  <c:v>113.1823826672038</c:v>
                </c:pt>
                <c:pt idx="74">
                  <c:v>113.712393863359</c:v>
                </c:pt>
                <c:pt idx="75">
                  <c:v>115.49046651065851</c:v>
                </c:pt>
                <c:pt idx="76">
                  <c:v>112.55023886125269</c:v>
                </c:pt>
                <c:pt idx="77">
                  <c:v>112.2977492517327</c:v>
                </c:pt>
                <c:pt idx="78">
                  <c:v>111.86716564093609</c:v>
                </c:pt>
                <c:pt idx="79">
                  <c:v>111.3758597240065</c:v>
                </c:pt>
                <c:pt idx="80">
                  <c:v>111.3758597240065</c:v>
                </c:pt>
                <c:pt idx="81">
                  <c:v>110.6217894544962</c:v>
                </c:pt>
                <c:pt idx="82">
                  <c:v>108.8064970595086</c:v>
                </c:pt>
                <c:pt idx="83">
                  <c:v>107.9471035031024</c:v>
                </c:pt>
                <c:pt idx="84">
                  <c:v>107.6922265071843</c:v>
                </c:pt>
                <c:pt idx="85">
                  <c:v>107.9872214479328</c:v>
                </c:pt>
                <c:pt idx="86">
                  <c:v>106.19672117898359</c:v>
                </c:pt>
                <c:pt idx="87">
                  <c:v>106.3710900007342</c:v>
                </c:pt>
                <c:pt idx="88">
                  <c:v>106.3710900007342</c:v>
                </c:pt>
                <c:pt idx="89">
                  <c:v>106.59771678888821</c:v>
                </c:pt>
                <c:pt idx="90">
                  <c:v>107.09579133211049</c:v>
                </c:pt>
                <c:pt idx="91">
                  <c:v>107.88168836371651</c:v>
                </c:pt>
                <c:pt idx="92">
                  <c:v>105.8059779822283</c:v>
                </c:pt>
                <c:pt idx="93">
                  <c:v>106.12012846971911</c:v>
                </c:pt>
                <c:pt idx="94">
                  <c:v>105.31832762821151</c:v>
                </c:pt>
                <c:pt idx="95">
                  <c:v>104.6742658630765</c:v>
                </c:pt>
                <c:pt idx="96">
                  <c:v>104.9513126262692</c:v>
                </c:pt>
                <c:pt idx="97">
                  <c:v>104.9174053717511</c:v>
                </c:pt>
                <c:pt idx="98">
                  <c:v>104.25129123151611</c:v>
                </c:pt>
                <c:pt idx="99">
                  <c:v>103.3029136221963</c:v>
                </c:pt>
                <c:pt idx="100">
                  <c:v>101.9866757609319</c:v>
                </c:pt>
                <c:pt idx="101">
                  <c:v>104.4780847153977</c:v>
                </c:pt>
                <c:pt idx="102">
                  <c:v>104.6124350274891</c:v>
                </c:pt>
                <c:pt idx="103">
                  <c:v>104.327404418789</c:v>
                </c:pt>
                <c:pt idx="104">
                  <c:v>103.3315021541007</c:v>
                </c:pt>
                <c:pt idx="105">
                  <c:v>102.9294186919788</c:v>
                </c:pt>
                <c:pt idx="106">
                  <c:v>103.3218952923423</c:v>
                </c:pt>
                <c:pt idx="107">
                  <c:v>102.6259524201451</c:v>
                </c:pt>
                <c:pt idx="108">
                  <c:v>100.72064953265971</c:v>
                </c:pt>
                <c:pt idx="109">
                  <c:v>100.17702220074329</c:v>
                </c:pt>
                <c:pt idx="110">
                  <c:v>101.6727718551294</c:v>
                </c:pt>
                <c:pt idx="111">
                  <c:v>100.88147672866251</c:v>
                </c:pt>
                <c:pt idx="112">
                  <c:v>100.88147672866251</c:v>
                </c:pt>
                <c:pt idx="113">
                  <c:v>100.6487763820292</c:v>
                </c:pt>
                <c:pt idx="114">
                  <c:v>100.4056054061037</c:v>
                </c:pt>
                <c:pt idx="115">
                  <c:v>100.292211050565</c:v>
                </c:pt>
                <c:pt idx="116">
                  <c:v>100.4590713128438</c:v>
                </c:pt>
                <c:pt idx="117">
                  <c:v>100.8423387721307</c:v>
                </c:pt>
                <c:pt idx="118">
                  <c:v>101.16623314483159</c:v>
                </c:pt>
                <c:pt idx="119">
                  <c:v>100.24427619197149</c:v>
                </c:pt>
                <c:pt idx="120">
                  <c:v>100.73151587531601</c:v>
                </c:pt>
                <c:pt idx="121">
                  <c:v>99.2791577128651</c:v>
                </c:pt>
                <c:pt idx="122">
                  <c:v>99.161210516748127</c:v>
                </c:pt>
                <c:pt idx="123">
                  <c:v>98.489586594313337</c:v>
                </c:pt>
                <c:pt idx="124">
                  <c:v>98.565694470179338</c:v>
                </c:pt>
                <c:pt idx="125">
                  <c:v>99.492112075597902</c:v>
                </c:pt>
                <c:pt idx="126">
                  <c:v>98.196686380262648</c:v>
                </c:pt>
                <c:pt idx="127">
                  <c:v>98.605202607599054</c:v>
                </c:pt>
                <c:pt idx="128">
                  <c:v>98.125883077270245</c:v>
                </c:pt>
                <c:pt idx="129">
                  <c:v>98.328849665997964</c:v>
                </c:pt>
                <c:pt idx="130">
                  <c:v>97.393714426867092</c:v>
                </c:pt>
                <c:pt idx="131">
                  <c:v>98.359323864089106</c:v>
                </c:pt>
                <c:pt idx="132">
                  <c:v>98.124822471812152</c:v>
                </c:pt>
                <c:pt idx="133">
                  <c:v>98.396530399857113</c:v>
                </c:pt>
                <c:pt idx="134">
                  <c:v>97.990643554678385</c:v>
                </c:pt>
                <c:pt idx="135">
                  <c:v>98.305629862856009</c:v>
                </c:pt>
                <c:pt idx="136">
                  <c:v>97.031797101928532</c:v>
                </c:pt>
                <c:pt idx="137">
                  <c:v>97.226798874797453</c:v>
                </c:pt>
                <c:pt idx="138">
                  <c:v>98.292698558309624</c:v>
                </c:pt>
                <c:pt idx="139">
                  <c:v>98.41407643170497</c:v>
                </c:pt>
                <c:pt idx="140">
                  <c:v>98.910897856522809</c:v>
                </c:pt>
                <c:pt idx="141">
                  <c:v>99.498018413952778</c:v>
                </c:pt>
                <c:pt idx="142">
                  <c:v>98.825835799680505</c:v>
                </c:pt>
                <c:pt idx="143">
                  <c:v>98.876658076843754</c:v>
                </c:pt>
                <c:pt idx="144">
                  <c:v>97.960532260255235</c:v>
                </c:pt>
                <c:pt idx="145">
                  <c:v>98.501314271667567</c:v>
                </c:pt>
                <c:pt idx="146">
                  <c:v>101.630557160278</c:v>
                </c:pt>
                <c:pt idx="147">
                  <c:v>101.2390009768751</c:v>
                </c:pt>
                <c:pt idx="148">
                  <c:v>99.90417649934642</c:v>
                </c:pt>
                <c:pt idx="149">
                  <c:v>102.1687649930002</c:v>
                </c:pt>
                <c:pt idx="150">
                  <c:v>104.2250527313585</c:v>
                </c:pt>
                <c:pt idx="151">
                  <c:v>104.7398495713914</c:v>
                </c:pt>
                <c:pt idx="152">
                  <c:v>106.7559749912464</c:v>
                </c:pt>
                <c:pt idx="153">
                  <c:v>106.7368490901457</c:v>
                </c:pt>
                <c:pt idx="154">
                  <c:v>106.0265012040188</c:v>
                </c:pt>
                <c:pt idx="155">
                  <c:v>105.92440777057131</c:v>
                </c:pt>
                <c:pt idx="156">
                  <c:v>106.6638935066551</c:v>
                </c:pt>
                <c:pt idx="157">
                  <c:v>104.6411411304404</c:v>
                </c:pt>
                <c:pt idx="158">
                  <c:v>103.922015451165</c:v>
                </c:pt>
                <c:pt idx="159">
                  <c:v>104.16545406768491</c:v>
                </c:pt>
                <c:pt idx="160">
                  <c:v>101.95282775237381</c:v>
                </c:pt>
                <c:pt idx="161">
                  <c:v>103.5780625194426</c:v>
                </c:pt>
                <c:pt idx="162">
                  <c:v>103.20090973518521</c:v>
                </c:pt>
                <c:pt idx="163">
                  <c:v>103.4802548813345</c:v>
                </c:pt>
                <c:pt idx="164">
                  <c:v>103.18241941052651</c:v>
                </c:pt>
                <c:pt idx="165">
                  <c:v>103.486509025103</c:v>
                </c:pt>
                <c:pt idx="166">
                  <c:v>104.9271388124522</c:v>
                </c:pt>
                <c:pt idx="167">
                  <c:v>106.5776193476365</c:v>
                </c:pt>
                <c:pt idx="168">
                  <c:v>108.69402736442569</c:v>
                </c:pt>
                <c:pt idx="169">
                  <c:v>108.5094251840851</c:v>
                </c:pt>
                <c:pt idx="170">
                  <c:v>109.1143405105616</c:v>
                </c:pt>
                <c:pt idx="171">
                  <c:v>109.1272486787318</c:v>
                </c:pt>
                <c:pt idx="172">
                  <c:v>110.2103735025163</c:v>
                </c:pt>
                <c:pt idx="173">
                  <c:v>109.2625324660015</c:v>
                </c:pt>
                <c:pt idx="174">
                  <c:v>109.4710800853248</c:v>
                </c:pt>
                <c:pt idx="175">
                  <c:v>110.3152839814253</c:v>
                </c:pt>
                <c:pt idx="176">
                  <c:v>112.6383578430757</c:v>
                </c:pt>
                <c:pt idx="177">
                  <c:v>110.7349617119109</c:v>
                </c:pt>
                <c:pt idx="178">
                  <c:v>109.9124604864751</c:v>
                </c:pt>
                <c:pt idx="179">
                  <c:v>109.9124604864751</c:v>
                </c:pt>
                <c:pt idx="180">
                  <c:v>110.4005373665027</c:v>
                </c:pt>
                <c:pt idx="181">
                  <c:v>109.5747281411773</c:v>
                </c:pt>
                <c:pt idx="182">
                  <c:v>110.419922819148</c:v>
                </c:pt>
                <c:pt idx="183">
                  <c:v>110.46196653948419</c:v>
                </c:pt>
                <c:pt idx="184">
                  <c:v>108.9974568146062</c:v>
                </c:pt>
                <c:pt idx="185">
                  <c:v>109.7424935253004</c:v>
                </c:pt>
              </c:numCache>
            </c:numRef>
          </c:val>
          <c:smooth val="1"/>
          <c:extLst>
            <c:ext xmlns:c16="http://schemas.microsoft.com/office/drawing/2014/chart" uri="{C3380CC4-5D6E-409C-BE32-E72D297353CC}">
              <c16:uniqueId val="{00000002-CC44-4753-842C-37754765C84D}"/>
            </c:ext>
          </c:extLst>
        </c:ser>
        <c:ser>
          <c:idx val="3"/>
          <c:order val="3"/>
          <c:tx>
            <c:v>Low USD Exposure</c:v>
          </c:tx>
          <c:spPr>
            <a:ln w="19050">
              <a:solidFill>
                <a:srgbClr val="7E7E7E"/>
              </a:solidFill>
            </a:ln>
          </c:spPr>
          <c:marker>
            <c:symbol val="none"/>
          </c:marker>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Sheet1!$E$2:$E$187</c:f>
              <c:numCache>
                <c:formatCode>General</c:formatCode>
                <c:ptCount val="186"/>
                <c:pt idx="0">
                  <c:v>100</c:v>
                </c:pt>
                <c:pt idx="1">
                  <c:v>100</c:v>
                </c:pt>
                <c:pt idx="2">
                  <c:v>100</c:v>
                </c:pt>
                <c:pt idx="3">
                  <c:v>98.820002302516428</c:v>
                </c:pt>
                <c:pt idx="4">
                  <c:v>97.350425086407441</c:v>
                </c:pt>
                <c:pt idx="5">
                  <c:v>99.277656924204024</c:v>
                </c:pt>
                <c:pt idx="6">
                  <c:v>97.16225201983579</c:v>
                </c:pt>
                <c:pt idx="7">
                  <c:v>98.252721586476738</c:v>
                </c:pt>
                <c:pt idx="8">
                  <c:v>99.54788740155152</c:v>
                </c:pt>
                <c:pt idx="9">
                  <c:v>99.282518861886231</c:v>
                </c:pt>
                <c:pt idx="10">
                  <c:v>97.592011475305185</c:v>
                </c:pt>
                <c:pt idx="11">
                  <c:v>98.370681853317521</c:v>
                </c:pt>
                <c:pt idx="12">
                  <c:v>97.988291725706631</c:v>
                </c:pt>
                <c:pt idx="13">
                  <c:v>97.081525530384454</c:v>
                </c:pt>
                <c:pt idx="14">
                  <c:v>97.11453370802991</c:v>
                </c:pt>
                <c:pt idx="15">
                  <c:v>98.534299538093251</c:v>
                </c:pt>
                <c:pt idx="16">
                  <c:v>102.6330786002174</c:v>
                </c:pt>
                <c:pt idx="17">
                  <c:v>105.7691240765463</c:v>
                </c:pt>
                <c:pt idx="18">
                  <c:v>107.7353323360833</c:v>
                </c:pt>
                <c:pt idx="19">
                  <c:v>107.902105886496</c:v>
                </c:pt>
                <c:pt idx="20">
                  <c:v>110.0342758859756</c:v>
                </c:pt>
                <c:pt idx="21">
                  <c:v>111.9829521779766</c:v>
                </c:pt>
                <c:pt idx="22">
                  <c:v>109.5247221289096</c:v>
                </c:pt>
                <c:pt idx="23">
                  <c:v>109.45281911629409</c:v>
                </c:pt>
                <c:pt idx="24">
                  <c:v>111.67319519119781</c:v>
                </c:pt>
                <c:pt idx="25">
                  <c:v>113.7374581151424</c:v>
                </c:pt>
                <c:pt idx="26">
                  <c:v>111.01772389540071</c:v>
                </c:pt>
                <c:pt idx="27">
                  <c:v>112.11219993925771</c:v>
                </c:pt>
                <c:pt idx="28">
                  <c:v>113.00904249966079</c:v>
                </c:pt>
                <c:pt idx="29">
                  <c:v>113.8062793449495</c:v>
                </c:pt>
                <c:pt idx="30">
                  <c:v>113.0148772598253</c:v>
                </c:pt>
                <c:pt idx="31">
                  <c:v>114.628494931787</c:v>
                </c:pt>
                <c:pt idx="32">
                  <c:v>113.20362720106409</c:v>
                </c:pt>
                <c:pt idx="33">
                  <c:v>112.9939616364387</c:v>
                </c:pt>
                <c:pt idx="34">
                  <c:v>112.9939616364387</c:v>
                </c:pt>
                <c:pt idx="35">
                  <c:v>112.9939616364387</c:v>
                </c:pt>
                <c:pt idx="36">
                  <c:v>114.0900510472931</c:v>
                </c:pt>
                <c:pt idx="37">
                  <c:v>116.0276776333296</c:v>
                </c:pt>
                <c:pt idx="38">
                  <c:v>116.87260890451429</c:v>
                </c:pt>
                <c:pt idx="39">
                  <c:v>116.0227791988942</c:v>
                </c:pt>
                <c:pt idx="40">
                  <c:v>116.6263759890913</c:v>
                </c:pt>
                <c:pt idx="41">
                  <c:v>116.4941980800363</c:v>
                </c:pt>
                <c:pt idx="42">
                  <c:v>116.70172491195819</c:v>
                </c:pt>
                <c:pt idx="43">
                  <c:v>114.2923230471127</c:v>
                </c:pt>
                <c:pt idx="44">
                  <c:v>113.72320932454789</c:v>
                </c:pt>
                <c:pt idx="45">
                  <c:v>109.65814975574401</c:v>
                </c:pt>
                <c:pt idx="46">
                  <c:v>111.8926187726817</c:v>
                </c:pt>
                <c:pt idx="47">
                  <c:v>108.5806640275167</c:v>
                </c:pt>
                <c:pt idx="48">
                  <c:v>107.7048256950096</c:v>
                </c:pt>
                <c:pt idx="49">
                  <c:v>107.46868881975</c:v>
                </c:pt>
                <c:pt idx="50">
                  <c:v>109.9958033306023</c:v>
                </c:pt>
                <c:pt idx="51">
                  <c:v>109.8243117205929</c:v>
                </c:pt>
                <c:pt idx="52">
                  <c:v>105.51859047220491</c:v>
                </c:pt>
                <c:pt idx="53">
                  <c:v>104.13599393546249</c:v>
                </c:pt>
                <c:pt idx="54">
                  <c:v>106.2633982973211</c:v>
                </c:pt>
                <c:pt idx="55">
                  <c:v>106.8389383958731</c:v>
                </c:pt>
                <c:pt idx="56">
                  <c:v>107.0392829311449</c:v>
                </c:pt>
                <c:pt idx="57">
                  <c:v>107.60257916022459</c:v>
                </c:pt>
                <c:pt idx="58">
                  <c:v>104.4516459136603</c:v>
                </c:pt>
                <c:pt idx="59">
                  <c:v>109.694643065607</c:v>
                </c:pt>
                <c:pt idx="60">
                  <c:v>109.5084656657604</c:v>
                </c:pt>
                <c:pt idx="61">
                  <c:v>111.9603416854734</c:v>
                </c:pt>
                <c:pt idx="62">
                  <c:v>109.516102910008</c:v>
                </c:pt>
                <c:pt idx="63">
                  <c:v>107.4460211735649</c:v>
                </c:pt>
                <c:pt idx="64">
                  <c:v>106.9941040692003</c:v>
                </c:pt>
                <c:pt idx="65">
                  <c:v>111.1149002920062</c:v>
                </c:pt>
                <c:pt idx="66">
                  <c:v>112.86495286919831</c:v>
                </c:pt>
                <c:pt idx="67">
                  <c:v>112.1552392056624</c:v>
                </c:pt>
                <c:pt idx="68">
                  <c:v>112.1552392056624</c:v>
                </c:pt>
                <c:pt idx="69">
                  <c:v>111.3305114572845</c:v>
                </c:pt>
                <c:pt idx="70">
                  <c:v>110.7311347764727</c:v>
                </c:pt>
                <c:pt idx="71">
                  <c:v>114.9000781720388</c:v>
                </c:pt>
                <c:pt idx="72">
                  <c:v>117.8276051485462</c:v>
                </c:pt>
                <c:pt idx="73">
                  <c:v>118.2896008965357</c:v>
                </c:pt>
                <c:pt idx="74">
                  <c:v>118.0350490599631</c:v>
                </c:pt>
                <c:pt idx="75">
                  <c:v>118.8836341986332</c:v>
                </c:pt>
                <c:pt idx="76">
                  <c:v>117.8114704696213</c:v>
                </c:pt>
                <c:pt idx="77">
                  <c:v>116.1864920582408</c:v>
                </c:pt>
                <c:pt idx="78">
                  <c:v>117.7121775675536</c:v>
                </c:pt>
                <c:pt idx="79">
                  <c:v>117.0554293505725</c:v>
                </c:pt>
                <c:pt idx="80">
                  <c:v>117.0554293505725</c:v>
                </c:pt>
                <c:pt idx="81">
                  <c:v>114.3299516875261</c:v>
                </c:pt>
                <c:pt idx="82">
                  <c:v>112.1035681443886</c:v>
                </c:pt>
                <c:pt idx="83">
                  <c:v>111.7840145185412</c:v>
                </c:pt>
                <c:pt idx="84">
                  <c:v>109.0941806462304</c:v>
                </c:pt>
                <c:pt idx="85">
                  <c:v>108.312447231894</c:v>
                </c:pt>
                <c:pt idx="86">
                  <c:v>105.1773399554833</c:v>
                </c:pt>
                <c:pt idx="87">
                  <c:v>107.0459548040976</c:v>
                </c:pt>
                <c:pt idx="88">
                  <c:v>107.0459548040976</c:v>
                </c:pt>
                <c:pt idx="89">
                  <c:v>105.5228163994816</c:v>
                </c:pt>
                <c:pt idx="90">
                  <c:v>107.04743696610591</c:v>
                </c:pt>
                <c:pt idx="91">
                  <c:v>110.1291194300772</c:v>
                </c:pt>
                <c:pt idx="92">
                  <c:v>107.5933184252</c:v>
                </c:pt>
                <c:pt idx="93">
                  <c:v>107.6892749312251</c:v>
                </c:pt>
                <c:pt idx="94">
                  <c:v>103.6477826339279</c:v>
                </c:pt>
                <c:pt idx="95">
                  <c:v>102.9895687824278</c:v>
                </c:pt>
                <c:pt idx="96">
                  <c:v>99.565695186207236</c:v>
                </c:pt>
                <c:pt idx="97">
                  <c:v>101.68154242343419</c:v>
                </c:pt>
                <c:pt idx="98">
                  <c:v>101.1625357683714</c:v>
                </c:pt>
                <c:pt idx="99">
                  <c:v>101.78713672332221</c:v>
                </c:pt>
                <c:pt idx="100">
                  <c:v>100.0130661876015</c:v>
                </c:pt>
                <c:pt idx="101">
                  <c:v>103.7009652285158</c:v>
                </c:pt>
                <c:pt idx="102">
                  <c:v>102.93182427474849</c:v>
                </c:pt>
                <c:pt idx="103">
                  <c:v>101.89085353024871</c:v>
                </c:pt>
                <c:pt idx="104">
                  <c:v>104.8293268700309</c:v>
                </c:pt>
                <c:pt idx="105">
                  <c:v>103.606526786714</c:v>
                </c:pt>
                <c:pt idx="106">
                  <c:v>102.2506439903247</c:v>
                </c:pt>
                <c:pt idx="107">
                  <c:v>102.8716015952828</c:v>
                </c:pt>
                <c:pt idx="108">
                  <c:v>102.62197999076569</c:v>
                </c:pt>
                <c:pt idx="109">
                  <c:v>101.8784287024551</c:v>
                </c:pt>
                <c:pt idx="110">
                  <c:v>102.9161751447282</c:v>
                </c:pt>
                <c:pt idx="111">
                  <c:v>101.51574013710869</c:v>
                </c:pt>
                <c:pt idx="112">
                  <c:v>101.51574013710869</c:v>
                </c:pt>
                <c:pt idx="113">
                  <c:v>100.647013393205</c:v>
                </c:pt>
                <c:pt idx="114">
                  <c:v>100.68264893814811</c:v>
                </c:pt>
                <c:pt idx="115">
                  <c:v>101.7026571306085</c:v>
                </c:pt>
                <c:pt idx="116">
                  <c:v>100.2614285078462</c:v>
                </c:pt>
                <c:pt idx="117">
                  <c:v>102.85814917223929</c:v>
                </c:pt>
                <c:pt idx="118">
                  <c:v>102.382941480767</c:v>
                </c:pt>
                <c:pt idx="119">
                  <c:v>101.9575913341293</c:v>
                </c:pt>
                <c:pt idx="120">
                  <c:v>100.8792720975475</c:v>
                </c:pt>
                <c:pt idx="121">
                  <c:v>98.988962483841277</c:v>
                </c:pt>
                <c:pt idx="122">
                  <c:v>99.081391597711416</c:v>
                </c:pt>
                <c:pt idx="123">
                  <c:v>99.64301261495352</c:v>
                </c:pt>
                <c:pt idx="124">
                  <c:v>100.9065714212968</c:v>
                </c:pt>
                <c:pt idx="125">
                  <c:v>101.54012428343511</c:v>
                </c:pt>
                <c:pt idx="126">
                  <c:v>103.3535522511374</c:v>
                </c:pt>
                <c:pt idx="127">
                  <c:v>104.6350052928057</c:v>
                </c:pt>
                <c:pt idx="128">
                  <c:v>106.2628450163192</c:v>
                </c:pt>
                <c:pt idx="129">
                  <c:v>106.5096240440764</c:v>
                </c:pt>
                <c:pt idx="130">
                  <c:v>105.45213457088791</c:v>
                </c:pt>
                <c:pt idx="131">
                  <c:v>105.60843644693929</c:v>
                </c:pt>
                <c:pt idx="132">
                  <c:v>106.4768464440541</c:v>
                </c:pt>
                <c:pt idx="133">
                  <c:v>107.1657585595011</c:v>
                </c:pt>
                <c:pt idx="134">
                  <c:v>104.9246017290416</c:v>
                </c:pt>
                <c:pt idx="135">
                  <c:v>103.5361937567192</c:v>
                </c:pt>
                <c:pt idx="136">
                  <c:v>102.273593608773</c:v>
                </c:pt>
                <c:pt idx="137">
                  <c:v>104.94677358978311</c:v>
                </c:pt>
                <c:pt idx="138">
                  <c:v>108.61263937454559</c:v>
                </c:pt>
                <c:pt idx="139">
                  <c:v>106.1493627827539</c:v>
                </c:pt>
                <c:pt idx="140">
                  <c:v>107.23780788318059</c:v>
                </c:pt>
                <c:pt idx="141">
                  <c:v>106.1066969251812</c:v>
                </c:pt>
                <c:pt idx="142">
                  <c:v>103.79068782230129</c:v>
                </c:pt>
                <c:pt idx="143">
                  <c:v>102.81388035017611</c:v>
                </c:pt>
                <c:pt idx="144">
                  <c:v>102.1544065327695</c:v>
                </c:pt>
                <c:pt idx="145">
                  <c:v>100.5883798691568</c:v>
                </c:pt>
                <c:pt idx="146">
                  <c:v>102.49809760698039</c:v>
                </c:pt>
                <c:pt idx="147">
                  <c:v>100.8887498579204</c:v>
                </c:pt>
                <c:pt idx="148">
                  <c:v>99.531496215482775</c:v>
                </c:pt>
                <c:pt idx="149">
                  <c:v>101.72888511465651</c:v>
                </c:pt>
                <c:pt idx="150">
                  <c:v>102.70663390186741</c:v>
                </c:pt>
                <c:pt idx="151">
                  <c:v>99.551184011338918</c:v>
                </c:pt>
                <c:pt idx="152">
                  <c:v>102.3757177953424</c:v>
                </c:pt>
                <c:pt idx="153">
                  <c:v>102.3623166376583</c:v>
                </c:pt>
                <c:pt idx="154">
                  <c:v>103.1661437151852</c:v>
                </c:pt>
                <c:pt idx="155">
                  <c:v>103.14855204030179</c:v>
                </c:pt>
                <c:pt idx="156">
                  <c:v>102.6966840902335</c:v>
                </c:pt>
                <c:pt idx="157">
                  <c:v>102.0852857604459</c:v>
                </c:pt>
                <c:pt idx="158">
                  <c:v>99.915918185510165</c:v>
                </c:pt>
                <c:pt idx="159">
                  <c:v>98.534739953238443</c:v>
                </c:pt>
                <c:pt idx="160">
                  <c:v>95.689261876488075</c:v>
                </c:pt>
                <c:pt idx="161">
                  <c:v>94.757127004951542</c:v>
                </c:pt>
                <c:pt idx="162">
                  <c:v>94.798331755279847</c:v>
                </c:pt>
                <c:pt idx="163">
                  <c:v>93.572892796157049</c:v>
                </c:pt>
                <c:pt idx="164">
                  <c:v>92.724306146112653</c:v>
                </c:pt>
                <c:pt idx="165">
                  <c:v>90.990084580789173</c:v>
                </c:pt>
                <c:pt idx="166">
                  <c:v>92.450850480586851</c:v>
                </c:pt>
                <c:pt idx="167">
                  <c:v>92.085935918175252</c:v>
                </c:pt>
                <c:pt idx="168">
                  <c:v>94.871459332511222</c:v>
                </c:pt>
                <c:pt idx="169">
                  <c:v>95.064857619674939</c:v>
                </c:pt>
                <c:pt idx="170">
                  <c:v>98.50078469260788</c:v>
                </c:pt>
                <c:pt idx="171">
                  <c:v>97.211998287647035</c:v>
                </c:pt>
                <c:pt idx="172">
                  <c:v>97.1652488420102</c:v>
                </c:pt>
                <c:pt idx="173">
                  <c:v>97.135800494860788</c:v>
                </c:pt>
                <c:pt idx="174">
                  <c:v>98.814992766279232</c:v>
                </c:pt>
                <c:pt idx="175">
                  <c:v>100.72784439493179</c:v>
                </c:pt>
                <c:pt idx="176">
                  <c:v>104.560220696903</c:v>
                </c:pt>
                <c:pt idx="177">
                  <c:v>105.101865758339</c:v>
                </c:pt>
                <c:pt idx="178">
                  <c:v>104.9272050667651</c:v>
                </c:pt>
                <c:pt idx="179">
                  <c:v>104.9272050667651</c:v>
                </c:pt>
                <c:pt idx="180">
                  <c:v>106.2242153589942</c:v>
                </c:pt>
                <c:pt idx="181">
                  <c:v>104.5616444891167</c:v>
                </c:pt>
                <c:pt idx="182">
                  <c:v>106.9281508043256</c:v>
                </c:pt>
                <c:pt idx="183">
                  <c:v>105.8858611862041</c:v>
                </c:pt>
                <c:pt idx="184">
                  <c:v>105.1910149484732</c:v>
                </c:pt>
                <c:pt idx="185">
                  <c:v>105.3808546312554</c:v>
                </c:pt>
              </c:numCache>
            </c:numRef>
          </c:val>
          <c:smooth val="1"/>
          <c:extLst>
            <c:ext xmlns:c16="http://schemas.microsoft.com/office/drawing/2014/chart" uri="{C3380CC4-5D6E-409C-BE32-E72D297353CC}">
              <c16:uniqueId val="{00000003-CC44-4753-842C-37754765C84D}"/>
            </c:ext>
          </c:extLst>
        </c:ser>
        <c:ser>
          <c:idx val="4"/>
          <c:order val="4"/>
          <c:tx>
            <c:v>Foreign Flows</c:v>
          </c:tx>
          <c:spPr>
            <a:ln w="19050">
              <a:solidFill>
                <a:srgbClr val="C00000"/>
              </a:solidFill>
            </a:ln>
          </c:spPr>
          <c:marker>
            <c:symbol val="none"/>
          </c:marker>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Sheet1!$F$2:$F$187</c:f>
              <c:numCache>
                <c:formatCode>General</c:formatCode>
                <c:ptCount val="186"/>
                <c:pt idx="0">
                  <c:v>100</c:v>
                </c:pt>
                <c:pt idx="1">
                  <c:v>100</c:v>
                </c:pt>
                <c:pt idx="2">
                  <c:v>100</c:v>
                </c:pt>
                <c:pt idx="3">
                  <c:v>99.331337485495865</c:v>
                </c:pt>
                <c:pt idx="4">
                  <c:v>102.7009145723157</c:v>
                </c:pt>
                <c:pt idx="5">
                  <c:v>102.8792172068338</c:v>
                </c:pt>
                <c:pt idx="6">
                  <c:v>102.22607436224899</c:v>
                </c:pt>
                <c:pt idx="7">
                  <c:v>103.1591836293193</c:v>
                </c:pt>
                <c:pt idx="8">
                  <c:v>102.79301028263851</c:v>
                </c:pt>
                <c:pt idx="9">
                  <c:v>102.4853753748734</c:v>
                </c:pt>
                <c:pt idx="10">
                  <c:v>101.83723005382561</c:v>
                </c:pt>
                <c:pt idx="11">
                  <c:v>102.9997286134346</c:v>
                </c:pt>
                <c:pt idx="12">
                  <c:v>103.1042520828272</c:v>
                </c:pt>
                <c:pt idx="13">
                  <c:v>103.0269298632695</c:v>
                </c:pt>
                <c:pt idx="14">
                  <c:v>102.5101128380894</c:v>
                </c:pt>
                <c:pt idx="15">
                  <c:v>103.2782434280321</c:v>
                </c:pt>
                <c:pt idx="16">
                  <c:v>105.475109445424</c:v>
                </c:pt>
                <c:pt idx="17">
                  <c:v>108.1224393605662</c:v>
                </c:pt>
                <c:pt idx="18">
                  <c:v>109.4407381525242</c:v>
                </c:pt>
                <c:pt idx="19">
                  <c:v>110.11190501154719</c:v>
                </c:pt>
                <c:pt idx="20">
                  <c:v>112.16511190601931</c:v>
                </c:pt>
                <c:pt idx="21">
                  <c:v>113.09017903469859</c:v>
                </c:pt>
                <c:pt idx="22">
                  <c:v>112.016818865815</c:v>
                </c:pt>
                <c:pt idx="23">
                  <c:v>110.4147697476801</c:v>
                </c:pt>
                <c:pt idx="24">
                  <c:v>110.6554327975291</c:v>
                </c:pt>
                <c:pt idx="25">
                  <c:v>109.8748762051371</c:v>
                </c:pt>
                <c:pt idx="26">
                  <c:v>106.9470471987712</c:v>
                </c:pt>
                <c:pt idx="27">
                  <c:v>106.0668671434604</c:v>
                </c:pt>
                <c:pt idx="28">
                  <c:v>106.1640724469685</c:v>
                </c:pt>
                <c:pt idx="29">
                  <c:v>108.7481267282709</c:v>
                </c:pt>
                <c:pt idx="30">
                  <c:v>108.8744965998322</c:v>
                </c:pt>
                <c:pt idx="31">
                  <c:v>109.230335026963</c:v>
                </c:pt>
                <c:pt idx="32">
                  <c:v>107.76571860428091</c:v>
                </c:pt>
                <c:pt idx="33">
                  <c:v>106.8876870740072</c:v>
                </c:pt>
                <c:pt idx="34">
                  <c:v>106.8876870740072</c:v>
                </c:pt>
                <c:pt idx="35">
                  <c:v>106.8876870740072</c:v>
                </c:pt>
                <c:pt idx="36">
                  <c:v>108.1780432317604</c:v>
                </c:pt>
                <c:pt idx="37">
                  <c:v>108.8860262483017</c:v>
                </c:pt>
                <c:pt idx="38">
                  <c:v>109.3545181989855</c:v>
                </c:pt>
                <c:pt idx="39">
                  <c:v>105.2793796437057</c:v>
                </c:pt>
                <c:pt idx="40">
                  <c:v>107.2112952886612</c:v>
                </c:pt>
                <c:pt idx="41">
                  <c:v>104.4152188378186</c:v>
                </c:pt>
                <c:pt idx="42">
                  <c:v>102.9438303237186</c:v>
                </c:pt>
                <c:pt idx="43">
                  <c:v>101.7485683009894</c:v>
                </c:pt>
                <c:pt idx="44">
                  <c:v>103.5334687611153</c:v>
                </c:pt>
                <c:pt idx="45">
                  <c:v>101.97204612048129</c:v>
                </c:pt>
                <c:pt idx="46">
                  <c:v>102.6950897527538</c:v>
                </c:pt>
                <c:pt idx="47">
                  <c:v>101.09603536776341</c:v>
                </c:pt>
                <c:pt idx="48">
                  <c:v>99.399839181662429</c:v>
                </c:pt>
                <c:pt idx="49">
                  <c:v>99.986858445732537</c:v>
                </c:pt>
                <c:pt idx="50">
                  <c:v>100.5692286304624</c:v>
                </c:pt>
                <c:pt idx="51">
                  <c:v>101.1574552781685</c:v>
                </c:pt>
                <c:pt idx="52">
                  <c:v>97.258990978963865</c:v>
                </c:pt>
                <c:pt idx="53">
                  <c:v>97.138791030771216</c:v>
                </c:pt>
                <c:pt idx="54">
                  <c:v>99.092078824820732</c:v>
                </c:pt>
                <c:pt idx="55">
                  <c:v>99.254297348419854</c:v>
                </c:pt>
                <c:pt idx="56">
                  <c:v>98.713568232459338</c:v>
                </c:pt>
                <c:pt idx="57">
                  <c:v>98.596036032402438</c:v>
                </c:pt>
                <c:pt idx="58">
                  <c:v>96.593664314566837</c:v>
                </c:pt>
                <c:pt idx="59">
                  <c:v>99.595632997466723</c:v>
                </c:pt>
                <c:pt idx="60">
                  <c:v>98.676421559955415</c:v>
                </c:pt>
                <c:pt idx="61">
                  <c:v>99.538366838073756</c:v>
                </c:pt>
                <c:pt idx="62">
                  <c:v>98.442160108859738</c:v>
                </c:pt>
                <c:pt idx="63">
                  <c:v>97.336252239083251</c:v>
                </c:pt>
                <c:pt idx="64">
                  <c:v>97.341955500913784</c:v>
                </c:pt>
                <c:pt idx="65">
                  <c:v>100.7983654886458</c:v>
                </c:pt>
                <c:pt idx="66">
                  <c:v>101.5732903260745</c:v>
                </c:pt>
                <c:pt idx="67">
                  <c:v>101.15110783809079</c:v>
                </c:pt>
                <c:pt idx="68">
                  <c:v>101.15110783809079</c:v>
                </c:pt>
                <c:pt idx="69">
                  <c:v>101.7575298774202</c:v>
                </c:pt>
                <c:pt idx="70">
                  <c:v>101.81966656227991</c:v>
                </c:pt>
                <c:pt idx="71">
                  <c:v>102.8669050229926</c:v>
                </c:pt>
                <c:pt idx="72">
                  <c:v>104.4783317536485</c:v>
                </c:pt>
                <c:pt idx="73">
                  <c:v>104.85145047931771</c:v>
                </c:pt>
                <c:pt idx="74">
                  <c:v>105.7767878232666</c:v>
                </c:pt>
                <c:pt idx="75">
                  <c:v>105.7843657676989</c:v>
                </c:pt>
                <c:pt idx="76">
                  <c:v>105.9431970897157</c:v>
                </c:pt>
                <c:pt idx="77">
                  <c:v>105.4592840235246</c:v>
                </c:pt>
                <c:pt idx="78">
                  <c:v>104.9809919380737</c:v>
                </c:pt>
                <c:pt idx="79">
                  <c:v>104.5898268353631</c:v>
                </c:pt>
                <c:pt idx="80">
                  <c:v>104.5898268353631</c:v>
                </c:pt>
                <c:pt idx="81">
                  <c:v>102.6112700791036</c:v>
                </c:pt>
                <c:pt idx="82">
                  <c:v>101.4240047716852</c:v>
                </c:pt>
                <c:pt idx="83">
                  <c:v>101.724203340687</c:v>
                </c:pt>
                <c:pt idx="84">
                  <c:v>101.7309631536581</c:v>
                </c:pt>
                <c:pt idx="85">
                  <c:v>101.0530705674999</c:v>
                </c:pt>
                <c:pt idx="86">
                  <c:v>99.872294104467755</c:v>
                </c:pt>
                <c:pt idx="87">
                  <c:v>100.6021662524646</c:v>
                </c:pt>
                <c:pt idx="88">
                  <c:v>100.6021662524646</c:v>
                </c:pt>
                <c:pt idx="89">
                  <c:v>100.87865198930091</c:v>
                </c:pt>
                <c:pt idx="90">
                  <c:v>100.3287432307573</c:v>
                </c:pt>
                <c:pt idx="91">
                  <c:v>101.1933566066824</c:v>
                </c:pt>
                <c:pt idx="92">
                  <c:v>99.526004427408694</c:v>
                </c:pt>
                <c:pt idx="93">
                  <c:v>94.606165977706539</c:v>
                </c:pt>
                <c:pt idx="94">
                  <c:v>93.253976425752654</c:v>
                </c:pt>
                <c:pt idx="95">
                  <c:v>92.115413627087321</c:v>
                </c:pt>
                <c:pt idx="96">
                  <c:v>91.627506418108311</c:v>
                </c:pt>
                <c:pt idx="97">
                  <c:v>92.650192737703435</c:v>
                </c:pt>
                <c:pt idx="98">
                  <c:v>91.296123631274313</c:v>
                </c:pt>
                <c:pt idx="99">
                  <c:v>91.010514136667382</c:v>
                </c:pt>
                <c:pt idx="100">
                  <c:v>90.622767339462825</c:v>
                </c:pt>
                <c:pt idx="101">
                  <c:v>91.861412118231385</c:v>
                </c:pt>
                <c:pt idx="102">
                  <c:v>93.300051410898746</c:v>
                </c:pt>
                <c:pt idx="103">
                  <c:v>92.692843739961489</c:v>
                </c:pt>
                <c:pt idx="104">
                  <c:v>93.514761428240703</c:v>
                </c:pt>
                <c:pt idx="105">
                  <c:v>92.705624512841496</c:v>
                </c:pt>
                <c:pt idx="106">
                  <c:v>93.718287622314548</c:v>
                </c:pt>
                <c:pt idx="107">
                  <c:v>93.410573411898923</c:v>
                </c:pt>
                <c:pt idx="108">
                  <c:v>93.041633899764705</c:v>
                </c:pt>
                <c:pt idx="109">
                  <c:v>92.658083164721845</c:v>
                </c:pt>
                <c:pt idx="110">
                  <c:v>90.37938888289905</c:v>
                </c:pt>
                <c:pt idx="111">
                  <c:v>89.245159574825877</c:v>
                </c:pt>
                <c:pt idx="112">
                  <c:v>89.245159574825877</c:v>
                </c:pt>
                <c:pt idx="113">
                  <c:v>90.221850898135472</c:v>
                </c:pt>
                <c:pt idx="114">
                  <c:v>90.409058666346681</c:v>
                </c:pt>
                <c:pt idx="115">
                  <c:v>91.182179119663616</c:v>
                </c:pt>
                <c:pt idx="116">
                  <c:v>89.863501189816503</c:v>
                </c:pt>
                <c:pt idx="117">
                  <c:v>91.468664157945241</c:v>
                </c:pt>
                <c:pt idx="118">
                  <c:v>90.895354119204995</c:v>
                </c:pt>
                <c:pt idx="119">
                  <c:v>91.972749971752492</c:v>
                </c:pt>
                <c:pt idx="120">
                  <c:v>92.480056415801073</c:v>
                </c:pt>
                <c:pt idx="121">
                  <c:v>93.412561183847586</c:v>
                </c:pt>
                <c:pt idx="122">
                  <c:v>93.754116339743959</c:v>
                </c:pt>
                <c:pt idx="123">
                  <c:v>93.482150522106792</c:v>
                </c:pt>
                <c:pt idx="124">
                  <c:v>93.551627355445916</c:v>
                </c:pt>
                <c:pt idx="125">
                  <c:v>93.403402977127499</c:v>
                </c:pt>
                <c:pt idx="126">
                  <c:v>94.568405344451435</c:v>
                </c:pt>
                <c:pt idx="127">
                  <c:v>94.282438450233713</c:v>
                </c:pt>
                <c:pt idx="128">
                  <c:v>95.917261426141863</c:v>
                </c:pt>
                <c:pt idx="129">
                  <c:v>95.993848927345113</c:v>
                </c:pt>
                <c:pt idx="130">
                  <c:v>96.346854593700783</c:v>
                </c:pt>
                <c:pt idx="131">
                  <c:v>97.422779304562582</c:v>
                </c:pt>
                <c:pt idx="132">
                  <c:v>98.283683611409472</c:v>
                </c:pt>
                <c:pt idx="133">
                  <c:v>98.881775087072583</c:v>
                </c:pt>
                <c:pt idx="134">
                  <c:v>99.577460142263604</c:v>
                </c:pt>
                <c:pt idx="135">
                  <c:v>99.357928160665992</c:v>
                </c:pt>
                <c:pt idx="136">
                  <c:v>98.204383253070887</c:v>
                </c:pt>
                <c:pt idx="137">
                  <c:v>99.055531991251868</c:v>
                </c:pt>
                <c:pt idx="138">
                  <c:v>101.144689410297</c:v>
                </c:pt>
                <c:pt idx="139">
                  <c:v>100.9104299321415</c:v>
                </c:pt>
                <c:pt idx="140">
                  <c:v>100.9289218479154</c:v>
                </c:pt>
                <c:pt idx="141">
                  <c:v>100.2153477266114</c:v>
                </c:pt>
                <c:pt idx="142">
                  <c:v>99.782005545051021</c:v>
                </c:pt>
                <c:pt idx="143">
                  <c:v>99.360584071079813</c:v>
                </c:pt>
                <c:pt idx="144">
                  <c:v>100.4155989771395</c:v>
                </c:pt>
                <c:pt idx="145">
                  <c:v>100.996434721833</c:v>
                </c:pt>
                <c:pt idx="146">
                  <c:v>101.5646430784211</c:v>
                </c:pt>
                <c:pt idx="147">
                  <c:v>101.645371733171</c:v>
                </c:pt>
                <c:pt idx="148">
                  <c:v>100.3887458237904</c:v>
                </c:pt>
                <c:pt idx="149">
                  <c:v>102.0736532144857</c:v>
                </c:pt>
                <c:pt idx="150">
                  <c:v>103.6712114284026</c:v>
                </c:pt>
                <c:pt idx="151">
                  <c:v>102.1071031087841</c:v>
                </c:pt>
                <c:pt idx="152">
                  <c:v>103.2922752772035</c:v>
                </c:pt>
                <c:pt idx="153">
                  <c:v>103.4810716125742</c:v>
                </c:pt>
                <c:pt idx="154">
                  <c:v>104.65187982095379</c:v>
                </c:pt>
                <c:pt idx="155">
                  <c:v>104.0615516330717</c:v>
                </c:pt>
                <c:pt idx="156">
                  <c:v>105.1310692804181</c:v>
                </c:pt>
                <c:pt idx="157">
                  <c:v>102.9941445822041</c:v>
                </c:pt>
                <c:pt idx="158">
                  <c:v>101.1312641066895</c:v>
                </c:pt>
                <c:pt idx="159">
                  <c:v>102.5307868222455</c:v>
                </c:pt>
                <c:pt idx="160">
                  <c:v>102.45371019771309</c:v>
                </c:pt>
                <c:pt idx="161">
                  <c:v>101.8763158785633</c:v>
                </c:pt>
                <c:pt idx="162">
                  <c:v>102.8434655889352</c:v>
                </c:pt>
                <c:pt idx="163">
                  <c:v>105.8585376411077</c:v>
                </c:pt>
                <c:pt idx="164">
                  <c:v>104.59487051621809</c:v>
                </c:pt>
                <c:pt idx="165">
                  <c:v>104.5435681380672</c:v>
                </c:pt>
                <c:pt idx="166">
                  <c:v>106.0275048321779</c:v>
                </c:pt>
                <c:pt idx="167">
                  <c:v>105.22808042394141</c:v>
                </c:pt>
                <c:pt idx="168">
                  <c:v>105.9893666438753</c:v>
                </c:pt>
                <c:pt idx="169">
                  <c:v>106.3308339993247</c:v>
                </c:pt>
                <c:pt idx="170">
                  <c:v>106.77989032434409</c:v>
                </c:pt>
                <c:pt idx="171">
                  <c:v>107.0008161292693</c:v>
                </c:pt>
                <c:pt idx="172">
                  <c:v>106.7969564552119</c:v>
                </c:pt>
                <c:pt idx="173">
                  <c:v>106.6140161895112</c:v>
                </c:pt>
                <c:pt idx="174">
                  <c:v>107.0580322413213</c:v>
                </c:pt>
                <c:pt idx="175">
                  <c:v>107.6796885711293</c:v>
                </c:pt>
                <c:pt idx="176">
                  <c:v>110.6549627675232</c:v>
                </c:pt>
                <c:pt idx="177">
                  <c:v>111.00668067000031</c:v>
                </c:pt>
                <c:pt idx="178">
                  <c:v>111.2337105591704</c:v>
                </c:pt>
                <c:pt idx="179">
                  <c:v>111.2337105591704</c:v>
                </c:pt>
                <c:pt idx="180">
                  <c:v>110.5294258057649</c:v>
                </c:pt>
                <c:pt idx="181">
                  <c:v>109.7732032772893</c:v>
                </c:pt>
                <c:pt idx="182">
                  <c:v>110.86495887031781</c:v>
                </c:pt>
                <c:pt idx="183">
                  <c:v>110.83243978286239</c:v>
                </c:pt>
                <c:pt idx="184">
                  <c:v>110.0281387070622</c:v>
                </c:pt>
                <c:pt idx="185">
                  <c:v>110.19125685766051</c:v>
                </c:pt>
              </c:numCache>
            </c:numRef>
          </c:val>
          <c:smooth val="1"/>
          <c:extLst>
            <c:ext xmlns:c16="http://schemas.microsoft.com/office/drawing/2014/chart" uri="{C3380CC4-5D6E-409C-BE32-E72D297353CC}">
              <c16:uniqueId val="{00000004-CC44-4753-842C-37754765C84D}"/>
            </c:ext>
          </c:extLst>
        </c:ser>
        <c:ser>
          <c:idx val="5"/>
          <c:order val="5"/>
          <c:tx>
            <c:v>Ibovespa</c:v>
          </c:tx>
          <c:spPr>
            <a:ln w="19050">
              <a:solidFill>
                <a:srgbClr val="000000"/>
              </a:solidFill>
              <a:prstDash val="dash"/>
            </a:ln>
          </c:spPr>
          <c:marker>
            <c:symbol val="none"/>
          </c:marker>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Sheet1!$G$2:$G$187</c:f>
              <c:numCache>
                <c:formatCode>General</c:formatCode>
                <c:ptCount val="186"/>
                <c:pt idx="0">
                  <c:v>100</c:v>
                </c:pt>
                <c:pt idx="1">
                  <c:v>100</c:v>
                </c:pt>
                <c:pt idx="2">
                  <c:v>100</c:v>
                </c:pt>
                <c:pt idx="3">
                  <c:v>99.635886018446385</c:v>
                </c:pt>
                <c:pt idx="4">
                  <c:v>100.46199428432659</c:v>
                </c:pt>
                <c:pt idx="5">
                  <c:v>101.5754874604788</c:v>
                </c:pt>
                <c:pt idx="6">
                  <c:v>100.5274588353156</c:v>
                </c:pt>
                <c:pt idx="7">
                  <c:v>101.1240377601615</c:v>
                </c:pt>
                <c:pt idx="8">
                  <c:v>101.39328772371481</c:v>
                </c:pt>
                <c:pt idx="9">
                  <c:v>101.25677290919489</c:v>
                </c:pt>
                <c:pt idx="10">
                  <c:v>100.5260996452638</c:v>
                </c:pt>
                <c:pt idx="11">
                  <c:v>102.49533018915641</c:v>
                </c:pt>
                <c:pt idx="12">
                  <c:v>102.7574490596981</c:v>
                </c:pt>
                <c:pt idx="13">
                  <c:v>102.2805905736632</c:v>
                </c:pt>
                <c:pt idx="14">
                  <c:v>102.3111816593501</c:v>
                </c:pt>
                <c:pt idx="15">
                  <c:v>103.1972184144558</c:v>
                </c:pt>
                <c:pt idx="16">
                  <c:v>106.6353920552673</c:v>
                </c:pt>
                <c:pt idx="17">
                  <c:v>108.9768482765936</c:v>
                </c:pt>
                <c:pt idx="18">
                  <c:v>111.0058211192936</c:v>
                </c:pt>
                <c:pt idx="19">
                  <c:v>110.9202604158489</c:v>
                </c:pt>
                <c:pt idx="20">
                  <c:v>112.9053295579709</c:v>
                </c:pt>
                <c:pt idx="21">
                  <c:v>114.6256793700458</c:v>
                </c:pt>
                <c:pt idx="22">
                  <c:v>113.6591649099084</c:v>
                </c:pt>
                <c:pt idx="23">
                  <c:v>112.56073453857699</c:v>
                </c:pt>
                <c:pt idx="24">
                  <c:v>113.44793188062189</c:v>
                </c:pt>
                <c:pt idx="25">
                  <c:v>115.23599914774439</c:v>
                </c:pt>
                <c:pt idx="26">
                  <c:v>112.7744376940764</c:v>
                </c:pt>
                <c:pt idx="27">
                  <c:v>113.0344960573248</c:v>
                </c:pt>
                <c:pt idx="28">
                  <c:v>113.5449867392081</c:v>
                </c:pt>
                <c:pt idx="29">
                  <c:v>115.5877252601499</c:v>
                </c:pt>
                <c:pt idx="30">
                  <c:v>115.39419893962069</c:v>
                </c:pt>
                <c:pt idx="31">
                  <c:v>117.7338615265864</c:v>
                </c:pt>
                <c:pt idx="32">
                  <c:v>116.5343607899861</c:v>
                </c:pt>
                <c:pt idx="33">
                  <c:v>115.72621989944849</c:v>
                </c:pt>
                <c:pt idx="34">
                  <c:v>115.72621989944849</c:v>
                </c:pt>
                <c:pt idx="35">
                  <c:v>115.72621989944849</c:v>
                </c:pt>
                <c:pt idx="36">
                  <c:v>115.4481817481629</c:v>
                </c:pt>
                <c:pt idx="37">
                  <c:v>117.0110082602138</c:v>
                </c:pt>
                <c:pt idx="38">
                  <c:v>118.2522777139317</c:v>
                </c:pt>
                <c:pt idx="39">
                  <c:v>117.2090341825127</c:v>
                </c:pt>
                <c:pt idx="40">
                  <c:v>118.8455921001143</c:v>
                </c:pt>
                <c:pt idx="41">
                  <c:v>118.6948150995712</c:v>
                </c:pt>
                <c:pt idx="42">
                  <c:v>118.5443484163915</c:v>
                </c:pt>
                <c:pt idx="43">
                  <c:v>117.1677557668293</c:v>
                </c:pt>
                <c:pt idx="44">
                  <c:v>117.490510650185</c:v>
                </c:pt>
                <c:pt idx="45">
                  <c:v>113.64124097899671</c:v>
                </c:pt>
                <c:pt idx="46">
                  <c:v>115.0448498582191</c:v>
                </c:pt>
                <c:pt idx="47">
                  <c:v>112.0021260463203</c:v>
                </c:pt>
                <c:pt idx="48">
                  <c:v>111.3200360688078</c:v>
                </c:pt>
                <c:pt idx="49">
                  <c:v>112.2823550381917</c:v>
                </c:pt>
                <c:pt idx="50">
                  <c:v>113.8535787380969</c:v>
                </c:pt>
                <c:pt idx="51">
                  <c:v>114.1777672876717</c:v>
                </c:pt>
                <c:pt idx="52">
                  <c:v>111.2701804811992</c:v>
                </c:pt>
                <c:pt idx="53">
                  <c:v>110.2578135274414</c:v>
                </c:pt>
                <c:pt idx="54">
                  <c:v>111.6369445730365</c:v>
                </c:pt>
                <c:pt idx="55">
                  <c:v>111.96854350125</c:v>
                </c:pt>
                <c:pt idx="56">
                  <c:v>111.4907664758194</c:v>
                </c:pt>
                <c:pt idx="57">
                  <c:v>111.88220700439661</c:v>
                </c:pt>
                <c:pt idx="58">
                  <c:v>109.3678791862511</c:v>
                </c:pt>
                <c:pt idx="59">
                  <c:v>112.9132736824747</c:v>
                </c:pt>
                <c:pt idx="60">
                  <c:v>113.271510253165</c:v>
                </c:pt>
                <c:pt idx="61">
                  <c:v>115.0807473708206</c:v>
                </c:pt>
                <c:pt idx="62">
                  <c:v>113.4102407336598</c:v>
                </c:pt>
                <c:pt idx="63">
                  <c:v>112.680430151999</c:v>
                </c:pt>
                <c:pt idx="64">
                  <c:v>113.2746506648829</c:v>
                </c:pt>
                <c:pt idx="65">
                  <c:v>116.34532786487939</c:v>
                </c:pt>
                <c:pt idx="66">
                  <c:v>116.650102960198</c:v>
                </c:pt>
                <c:pt idx="67">
                  <c:v>116.711614067977</c:v>
                </c:pt>
                <c:pt idx="68">
                  <c:v>116.711614067977</c:v>
                </c:pt>
                <c:pt idx="69">
                  <c:v>116.77985285619511</c:v>
                </c:pt>
                <c:pt idx="70">
                  <c:v>116.84001718661681</c:v>
                </c:pt>
                <c:pt idx="71">
                  <c:v>119.2867144385766</c:v>
                </c:pt>
                <c:pt idx="72">
                  <c:v>121.1039887759451</c:v>
                </c:pt>
                <c:pt idx="73">
                  <c:v>122.4660461602043</c:v>
                </c:pt>
                <c:pt idx="74">
                  <c:v>122.8861165687315</c:v>
                </c:pt>
                <c:pt idx="75">
                  <c:v>123.2936377430817</c:v>
                </c:pt>
                <c:pt idx="76">
                  <c:v>122.7228275720949</c:v>
                </c:pt>
                <c:pt idx="77">
                  <c:v>122.152451845417</c:v>
                </c:pt>
                <c:pt idx="78">
                  <c:v>121.4790135159969</c:v>
                </c:pt>
                <c:pt idx="79">
                  <c:v>121.72636748638659</c:v>
                </c:pt>
                <c:pt idx="80">
                  <c:v>121.72636748638659</c:v>
                </c:pt>
                <c:pt idx="81">
                  <c:v>119.7135870037102</c:v>
                </c:pt>
                <c:pt idx="82">
                  <c:v>118.7760996297479</c:v>
                </c:pt>
                <c:pt idx="83">
                  <c:v>118.3829833874082</c:v>
                </c:pt>
                <c:pt idx="84">
                  <c:v>117.6591805499035</c:v>
                </c:pt>
                <c:pt idx="85">
                  <c:v>117.0633091486462</c:v>
                </c:pt>
                <c:pt idx="86">
                  <c:v>114.66252645377951</c:v>
                </c:pt>
                <c:pt idx="87">
                  <c:v>116.2558323372663</c:v>
                </c:pt>
                <c:pt idx="88">
                  <c:v>116.2558323372663</c:v>
                </c:pt>
                <c:pt idx="89">
                  <c:v>115.18987978119149</c:v>
                </c:pt>
                <c:pt idx="90">
                  <c:v>115.9059060655687</c:v>
                </c:pt>
                <c:pt idx="91">
                  <c:v>116.4874656300246</c:v>
                </c:pt>
                <c:pt idx="92">
                  <c:v>113.7116147506752</c:v>
                </c:pt>
                <c:pt idx="93">
                  <c:v>114.26399827662151</c:v>
                </c:pt>
                <c:pt idx="94">
                  <c:v>112.8989618456733</c:v>
                </c:pt>
                <c:pt idx="95">
                  <c:v>111.92671272065969</c:v>
                </c:pt>
                <c:pt idx="96">
                  <c:v>109.9133488413401</c:v>
                </c:pt>
                <c:pt idx="97">
                  <c:v>110.7000468020648</c:v>
                </c:pt>
                <c:pt idx="98">
                  <c:v>110.0285014085615</c:v>
                </c:pt>
                <c:pt idx="99">
                  <c:v>109.83733970634169</c:v>
                </c:pt>
                <c:pt idx="100">
                  <c:v>108.16351267339211</c:v>
                </c:pt>
                <c:pt idx="101">
                  <c:v>110.0731250454227</c:v>
                </c:pt>
                <c:pt idx="102">
                  <c:v>110.2556723376337</c:v>
                </c:pt>
                <c:pt idx="103">
                  <c:v>109.3618031722751</c:v>
                </c:pt>
                <c:pt idx="104">
                  <c:v>110.3586108134306</c:v>
                </c:pt>
                <c:pt idx="105">
                  <c:v>109.5972844003399</c:v>
                </c:pt>
                <c:pt idx="106">
                  <c:v>109.07305907195121</c:v>
                </c:pt>
                <c:pt idx="107">
                  <c:v>108.6504316483494</c:v>
                </c:pt>
                <c:pt idx="108">
                  <c:v>107.8585513876555</c:v>
                </c:pt>
                <c:pt idx="109">
                  <c:v>106.87172355290789</c:v>
                </c:pt>
                <c:pt idx="110">
                  <c:v>108.11310472087671</c:v>
                </c:pt>
                <c:pt idx="111">
                  <c:v>105.7131040257658</c:v>
                </c:pt>
                <c:pt idx="112">
                  <c:v>105.7131040257658</c:v>
                </c:pt>
                <c:pt idx="113">
                  <c:v>104.899135375143</c:v>
                </c:pt>
                <c:pt idx="114">
                  <c:v>104.6816649668516</c:v>
                </c:pt>
                <c:pt idx="115">
                  <c:v>105.3919379673108</c:v>
                </c:pt>
                <c:pt idx="116">
                  <c:v>104.65096837326119</c:v>
                </c:pt>
                <c:pt idx="117">
                  <c:v>106.43714270446669</c:v>
                </c:pt>
                <c:pt idx="118">
                  <c:v>106.21087169574849</c:v>
                </c:pt>
                <c:pt idx="119">
                  <c:v>105.76554766018531</c:v>
                </c:pt>
                <c:pt idx="120">
                  <c:v>105.2897318404917</c:v>
                </c:pt>
                <c:pt idx="121">
                  <c:v>104.5483588338695</c:v>
                </c:pt>
                <c:pt idx="122">
                  <c:v>104.4388912807462</c:v>
                </c:pt>
                <c:pt idx="123">
                  <c:v>104.4736840635339</c:v>
                </c:pt>
                <c:pt idx="124">
                  <c:v>105.7377742561584</c:v>
                </c:pt>
                <c:pt idx="125">
                  <c:v>106.28920200462539</c:v>
                </c:pt>
                <c:pt idx="126">
                  <c:v>105.82235435673481</c:v>
                </c:pt>
                <c:pt idx="127">
                  <c:v>106.74309079941909</c:v>
                </c:pt>
                <c:pt idx="128">
                  <c:v>107.5529818798865</c:v>
                </c:pt>
                <c:pt idx="129">
                  <c:v>107.4972550877618</c:v>
                </c:pt>
                <c:pt idx="130">
                  <c:v>106.76414272935421</c:v>
                </c:pt>
                <c:pt idx="131">
                  <c:v>106.5559135721457</c:v>
                </c:pt>
                <c:pt idx="132">
                  <c:v>107.23799734331099</c:v>
                </c:pt>
                <c:pt idx="133">
                  <c:v>108.0340544757166</c:v>
                </c:pt>
                <c:pt idx="134">
                  <c:v>107.0269567107899</c:v>
                </c:pt>
                <c:pt idx="135">
                  <c:v>106.7620077458938</c:v>
                </c:pt>
                <c:pt idx="136">
                  <c:v>105.91345732829041</c:v>
                </c:pt>
                <c:pt idx="137">
                  <c:v>107.2097584632389</c:v>
                </c:pt>
                <c:pt idx="138">
                  <c:v>110.39004596234599</c:v>
                </c:pt>
                <c:pt idx="139">
                  <c:v>109.06977591424619</c:v>
                </c:pt>
                <c:pt idx="140">
                  <c:v>109.6296008505675</c:v>
                </c:pt>
                <c:pt idx="141">
                  <c:v>109.238476845701</c:v>
                </c:pt>
                <c:pt idx="142">
                  <c:v>107.88199896763621</c:v>
                </c:pt>
                <c:pt idx="143">
                  <c:v>107.8129905923567</c:v>
                </c:pt>
                <c:pt idx="144">
                  <c:v>107.60028045242041</c:v>
                </c:pt>
                <c:pt idx="145">
                  <c:v>107.5719174454029</c:v>
                </c:pt>
                <c:pt idx="146">
                  <c:v>110.19218761142329</c:v>
                </c:pt>
                <c:pt idx="147">
                  <c:v>109.6808156282279</c:v>
                </c:pt>
                <c:pt idx="148">
                  <c:v>108.016478100252</c:v>
                </c:pt>
                <c:pt idx="149">
                  <c:v>108.81865469106449</c:v>
                </c:pt>
                <c:pt idx="150">
                  <c:v>109.58221538917179</c:v>
                </c:pt>
                <c:pt idx="151">
                  <c:v>107.91928049567861</c:v>
                </c:pt>
                <c:pt idx="152">
                  <c:v>109.95094068674599</c:v>
                </c:pt>
                <c:pt idx="153">
                  <c:v>110.4723607461693</c:v>
                </c:pt>
                <c:pt idx="154">
                  <c:v>110.4731303332306</c:v>
                </c:pt>
                <c:pt idx="155">
                  <c:v>110.4077961155341</c:v>
                </c:pt>
                <c:pt idx="156">
                  <c:v>110.3030329736403</c:v>
                </c:pt>
                <c:pt idx="157">
                  <c:v>108.9501671896859</c:v>
                </c:pt>
                <c:pt idx="158">
                  <c:v>107.0678193012063</c:v>
                </c:pt>
                <c:pt idx="159">
                  <c:v>106.86084382614609</c:v>
                </c:pt>
                <c:pt idx="160">
                  <c:v>104.1888313429474</c:v>
                </c:pt>
                <c:pt idx="161">
                  <c:v>103.9507744807661</c:v>
                </c:pt>
                <c:pt idx="162">
                  <c:v>103.7086524611239</c:v>
                </c:pt>
                <c:pt idx="163">
                  <c:v>103.6051616204202</c:v>
                </c:pt>
                <c:pt idx="164">
                  <c:v>103.51167541151339</c:v>
                </c:pt>
                <c:pt idx="165">
                  <c:v>103.2331904032245</c:v>
                </c:pt>
                <c:pt idx="166">
                  <c:v>104.16129378011669</c:v>
                </c:pt>
                <c:pt idx="167">
                  <c:v>104.2214208724548</c:v>
                </c:pt>
                <c:pt idx="168">
                  <c:v>106.1482310327666</c:v>
                </c:pt>
                <c:pt idx="169">
                  <c:v>106.69128021242091</c:v>
                </c:pt>
                <c:pt idx="170">
                  <c:v>108.3484245839125</c:v>
                </c:pt>
                <c:pt idx="171">
                  <c:v>108.3542957884286</c:v>
                </c:pt>
                <c:pt idx="172">
                  <c:v>108.6951173486832</c:v>
                </c:pt>
                <c:pt idx="173">
                  <c:v>109.0235634524842</c:v>
                </c:pt>
                <c:pt idx="174">
                  <c:v>110.1122560649512</c:v>
                </c:pt>
                <c:pt idx="175">
                  <c:v>111.5420122852162</c:v>
                </c:pt>
                <c:pt idx="176">
                  <c:v>114.9447104450404</c:v>
                </c:pt>
                <c:pt idx="177">
                  <c:v>114.9341844800729</c:v>
                </c:pt>
                <c:pt idx="178">
                  <c:v>114.90875086896619</c:v>
                </c:pt>
                <c:pt idx="179">
                  <c:v>114.90875086896619</c:v>
                </c:pt>
                <c:pt idx="180">
                  <c:v>116.2863675658278</c:v>
                </c:pt>
                <c:pt idx="181">
                  <c:v>115.2078285374923</c:v>
                </c:pt>
                <c:pt idx="182">
                  <c:v>116.8460249307729</c:v>
                </c:pt>
                <c:pt idx="183">
                  <c:v>116.1870970412667</c:v>
                </c:pt>
                <c:pt idx="184">
                  <c:v>115.128287990898</c:v>
                </c:pt>
                <c:pt idx="185">
                  <c:v>115.7500150348763</c:v>
                </c:pt>
              </c:numCache>
            </c:numRef>
          </c:val>
          <c:smooth val="1"/>
          <c:extLst>
            <c:ext xmlns:c16="http://schemas.microsoft.com/office/drawing/2014/chart" uri="{C3380CC4-5D6E-409C-BE32-E72D297353CC}">
              <c16:uniqueId val="{00000005-CC44-4753-842C-37754765C84D}"/>
            </c:ext>
          </c:extLst>
        </c:ser>
        <c:dLbls>
          <c:showLegendKey val="0"/>
          <c:showVal val="0"/>
          <c:showCatName val="0"/>
          <c:showSerName val="0"/>
          <c:showPercent val="0"/>
          <c:showBubbleSize val="0"/>
        </c:dLbls>
        <c:smooth val="0"/>
        <c:axId val="50010001"/>
        <c:axId val="50010002"/>
      </c:lineChart>
      <c:dateAx>
        <c:axId val="50010001"/>
        <c:scaling>
          <c:orientation val="minMax"/>
          <c:max val="46280"/>
          <c:min val="46023"/>
        </c:scaling>
        <c:delete val="0"/>
        <c:axPos val="b"/>
        <c:numFmt formatCode="[$-409]mmm\-yy" sourceLinked="0"/>
        <c:majorTickMark val="out"/>
        <c:minorTickMark val="cross"/>
        <c:tickLblPos val="low"/>
        <c:spPr>
          <a:ln w="9525">
            <a:solidFill>
              <a:srgbClr val="D9D9D9"/>
            </a:solidFill>
          </a:ln>
        </c:spPr>
        <c:txPr>
          <a:bodyPr rot="-5400000" vert="horz"/>
          <a:lstStyle/>
          <a:p>
            <a:pPr>
              <a:defRPr sz="900" b="0" baseline="0">
                <a:solidFill>
                  <a:srgbClr val="000000"/>
                </a:solidFill>
                <a:latin typeface="Roboto Light"/>
              </a:defRPr>
            </a:pPr>
            <a:endParaRPr lang="en-US"/>
          </a:p>
        </c:txPr>
        <c:crossAx val="50010002"/>
        <c:crosses val="autoZero"/>
        <c:auto val="1"/>
        <c:lblOffset val="100"/>
        <c:baseTimeUnit val="days"/>
        <c:majorUnit val="1"/>
        <c:majorTimeUnit val="months"/>
      </c:dateAx>
      <c:valAx>
        <c:axId val="50010002"/>
        <c:scaling>
          <c:orientation val="minMax"/>
          <c:max val="140"/>
          <c:min val="80"/>
        </c:scaling>
        <c:delete val="0"/>
        <c:axPos val="l"/>
        <c:majorGridlines>
          <c:spPr>
            <a:ln w="6350">
              <a:solidFill>
                <a:srgbClr val="D9D9D9"/>
              </a:solidFill>
              <a:prstDash val="dash"/>
            </a:ln>
          </c:spPr>
        </c:majorGridlines>
        <c:numFmt formatCode="#,##0" sourceLinked="0"/>
        <c:majorTickMark val="none"/>
        <c:minorTickMark val="cross"/>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majorUnit val="20"/>
      </c:valAx>
      <c:spPr>
        <a:noFill/>
        <a:ln>
          <a:noFill/>
        </a:ln>
      </c:spPr>
    </c:plotArea>
    <c:legend>
      <c:legendPos val="r"/>
      <c:overlay val="0"/>
      <c:txPr>
        <a:bodyPr/>
        <a:lstStyle/>
        <a:p>
          <a:pPr>
            <a:defRPr sz="900" b="0" baseline="0">
              <a:solidFill>
                <a:srgbClr val="000000"/>
              </a:solidFill>
              <a:latin typeface="Roboto Light"/>
            </a:defRPr>
          </a:pPr>
          <a:endParaRPr lang="en-US"/>
        </a:p>
      </c:txPr>
    </c:legend>
    <c:plotVisOnly val="1"/>
    <c:dispBlanksAs val="zero"/>
    <c:showDLblsOverMax val="1"/>
  </c:chart>
  <c:spPr>
    <a:solidFill>
      <a:srgbClr val="FFFFFF"/>
    </a:solidFill>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v>Commodities</c:v>
          </c:tx>
          <c:spPr>
            <a:solidFill>
              <a:srgbClr val="1F2F44"/>
            </a:solidFill>
            <a:ln>
              <a:noFill/>
            </a:ln>
          </c:spPr>
          <c:invertIfNegative val="0"/>
          <c:dLbls>
            <c:numFmt formatCode="0%;;;" sourceLinked="0"/>
            <c:spPr>
              <a:noFill/>
              <a:ln>
                <a:noFill/>
              </a:ln>
              <a:effectLst/>
            </c:spPr>
            <c:txPr>
              <a:bodyPr/>
              <a:lstStyle/>
              <a:p>
                <a:pPr>
                  <a:defRPr sz="900" b="0" baseline="0">
                    <a:solidFill>
                      <a:srgbClr val="FFFFFF"/>
                    </a:solidFill>
                    <a:latin typeface="Roboto Ligh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Alternative Policy</c:v>
                </c:pt>
                <c:pt idx="1">
                  <c:v>Low USD Exposure</c:v>
                </c:pt>
                <c:pt idx="2">
                  <c:v>Fiscal Deterioration</c:v>
                </c:pt>
                <c:pt idx="3">
                  <c:v>High USD Exposure</c:v>
                </c:pt>
                <c:pt idx="4">
                  <c:v>Foreign Flows</c:v>
                </c:pt>
              </c:strCache>
            </c:strRef>
          </c:cat>
          <c:val>
            <c:numRef>
              <c:f>Sheet1!$B$2:$B$6</c:f>
              <c:numCache>
                <c:formatCode>General</c:formatCode>
                <c:ptCount val="5"/>
                <c:pt idx="0">
                  <c:v>0.2</c:v>
                </c:pt>
                <c:pt idx="1">
                  <c:v>0</c:v>
                </c:pt>
                <c:pt idx="2">
                  <c:v>0.8</c:v>
                </c:pt>
                <c:pt idx="3">
                  <c:v>1</c:v>
                </c:pt>
                <c:pt idx="4">
                  <c:v>0.2</c:v>
                </c:pt>
              </c:numCache>
            </c:numRef>
          </c:val>
          <c:extLst>
            <c:ext xmlns:c16="http://schemas.microsoft.com/office/drawing/2014/chart" uri="{C3380CC4-5D6E-409C-BE32-E72D297353CC}">
              <c16:uniqueId val="{00000000-4924-4BB5-BB1D-56F68B387C00}"/>
            </c:ext>
          </c:extLst>
        </c:ser>
        <c:ser>
          <c:idx val="1"/>
          <c:order val="1"/>
          <c:tx>
            <c:v>Financials</c:v>
          </c:tx>
          <c:spPr>
            <a:solidFill>
              <a:srgbClr val="8EB3DF"/>
            </a:solidFill>
            <a:ln>
              <a:noFill/>
            </a:ln>
          </c:spPr>
          <c:invertIfNegative val="0"/>
          <c:dLbls>
            <c:numFmt formatCode="0%;;;" sourceLinked="0"/>
            <c:spPr>
              <a:noFill/>
              <a:ln>
                <a:noFill/>
              </a:ln>
              <a:effectLst/>
            </c:spPr>
            <c:txPr>
              <a:bodyPr/>
              <a:lstStyle/>
              <a:p>
                <a:pPr>
                  <a:defRPr sz="900" b="0" baseline="0">
                    <a:solidFill>
                      <a:srgbClr val="000000"/>
                    </a:solidFill>
                    <a:latin typeface="Roboto Ligh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Alternative Policy</c:v>
                </c:pt>
                <c:pt idx="1">
                  <c:v>Low USD Exposure</c:v>
                </c:pt>
                <c:pt idx="2">
                  <c:v>Fiscal Deterioration</c:v>
                </c:pt>
                <c:pt idx="3">
                  <c:v>High USD Exposure</c:v>
                </c:pt>
                <c:pt idx="4">
                  <c:v>Foreign Flows</c:v>
                </c:pt>
              </c:strCache>
            </c:strRef>
          </c:cat>
          <c:val>
            <c:numRef>
              <c:f>Sheet1!$C$2:$C$6</c:f>
              <c:numCache>
                <c:formatCode>General</c:formatCode>
                <c:ptCount val="5"/>
                <c:pt idx="0">
                  <c:v>0.4</c:v>
                </c:pt>
                <c:pt idx="1">
                  <c:v>0</c:v>
                </c:pt>
                <c:pt idx="2">
                  <c:v>0</c:v>
                </c:pt>
                <c:pt idx="3">
                  <c:v>0</c:v>
                </c:pt>
                <c:pt idx="4">
                  <c:v>0.4</c:v>
                </c:pt>
              </c:numCache>
            </c:numRef>
          </c:val>
          <c:extLst>
            <c:ext xmlns:c16="http://schemas.microsoft.com/office/drawing/2014/chart" uri="{C3380CC4-5D6E-409C-BE32-E72D297353CC}">
              <c16:uniqueId val="{00000001-4924-4BB5-BB1D-56F68B387C00}"/>
            </c:ext>
          </c:extLst>
        </c:ser>
        <c:ser>
          <c:idx val="2"/>
          <c:order val="2"/>
          <c:tx>
            <c:v>Defensives</c:v>
          </c:tx>
          <c:spPr>
            <a:solidFill>
              <a:srgbClr val="F9C113"/>
            </a:solidFill>
            <a:ln>
              <a:noFill/>
            </a:ln>
          </c:spPr>
          <c:invertIfNegative val="0"/>
          <c:dLbls>
            <c:numFmt formatCode="0%;;;" sourceLinked="0"/>
            <c:spPr>
              <a:noFill/>
              <a:ln>
                <a:noFill/>
              </a:ln>
              <a:effectLst/>
            </c:spPr>
            <c:txPr>
              <a:bodyPr/>
              <a:lstStyle/>
              <a:p>
                <a:pPr>
                  <a:defRPr sz="900" b="0" baseline="0">
                    <a:solidFill>
                      <a:srgbClr val="000000"/>
                    </a:solidFill>
                    <a:latin typeface="Roboto Ligh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Alternative Policy</c:v>
                </c:pt>
                <c:pt idx="1">
                  <c:v>Low USD Exposure</c:v>
                </c:pt>
                <c:pt idx="2">
                  <c:v>Fiscal Deterioration</c:v>
                </c:pt>
                <c:pt idx="3">
                  <c:v>High USD Exposure</c:v>
                </c:pt>
                <c:pt idx="4">
                  <c:v>Foreign Flows</c:v>
                </c:pt>
              </c:strCache>
            </c:strRef>
          </c:cat>
          <c:val>
            <c:numRef>
              <c:f>Sheet1!$D$2:$D$6</c:f>
              <c:numCache>
                <c:formatCode>General</c:formatCode>
                <c:ptCount val="5"/>
                <c:pt idx="0">
                  <c:v>0.2</c:v>
                </c:pt>
                <c:pt idx="1">
                  <c:v>0.5</c:v>
                </c:pt>
                <c:pt idx="2">
                  <c:v>0</c:v>
                </c:pt>
                <c:pt idx="3">
                  <c:v>0</c:v>
                </c:pt>
                <c:pt idx="4">
                  <c:v>0</c:v>
                </c:pt>
              </c:numCache>
            </c:numRef>
          </c:val>
          <c:extLst>
            <c:ext xmlns:c16="http://schemas.microsoft.com/office/drawing/2014/chart" uri="{C3380CC4-5D6E-409C-BE32-E72D297353CC}">
              <c16:uniqueId val="{00000002-4924-4BB5-BB1D-56F68B387C00}"/>
            </c:ext>
          </c:extLst>
        </c:ser>
        <c:ser>
          <c:idx val="3"/>
          <c:order val="3"/>
          <c:tx>
            <c:v>Cyclicals</c:v>
          </c:tx>
          <c:spPr>
            <a:solidFill>
              <a:srgbClr val="7E7E7E"/>
            </a:solidFill>
            <a:ln>
              <a:noFill/>
            </a:ln>
          </c:spPr>
          <c:invertIfNegative val="0"/>
          <c:dLbls>
            <c:numFmt formatCode="0%;;;" sourceLinked="0"/>
            <c:spPr>
              <a:noFill/>
              <a:ln>
                <a:noFill/>
              </a:ln>
              <a:effectLst/>
            </c:spPr>
            <c:txPr>
              <a:bodyPr/>
              <a:lstStyle/>
              <a:p>
                <a:pPr>
                  <a:defRPr sz="900" b="0" baseline="0">
                    <a:solidFill>
                      <a:srgbClr val="FFFFFF"/>
                    </a:solidFill>
                    <a:latin typeface="Roboto Ligh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Alternative Policy</c:v>
                </c:pt>
                <c:pt idx="1">
                  <c:v>Low USD Exposure</c:v>
                </c:pt>
                <c:pt idx="2">
                  <c:v>Fiscal Deterioration</c:v>
                </c:pt>
                <c:pt idx="3">
                  <c:v>High USD Exposure</c:v>
                </c:pt>
                <c:pt idx="4">
                  <c:v>Foreign Flows</c:v>
                </c:pt>
              </c:strCache>
            </c:strRef>
          </c:cat>
          <c:val>
            <c:numRef>
              <c:f>Sheet1!$E$2:$E$6</c:f>
              <c:numCache>
                <c:formatCode>General</c:formatCode>
                <c:ptCount val="5"/>
                <c:pt idx="0">
                  <c:v>0.2</c:v>
                </c:pt>
                <c:pt idx="1">
                  <c:v>0.5</c:v>
                </c:pt>
                <c:pt idx="2">
                  <c:v>0.2</c:v>
                </c:pt>
                <c:pt idx="3">
                  <c:v>0</c:v>
                </c:pt>
                <c:pt idx="4">
                  <c:v>0.4</c:v>
                </c:pt>
              </c:numCache>
            </c:numRef>
          </c:val>
          <c:extLst>
            <c:ext xmlns:c16="http://schemas.microsoft.com/office/drawing/2014/chart" uri="{C3380CC4-5D6E-409C-BE32-E72D297353CC}">
              <c16:uniqueId val="{00000003-4924-4BB5-BB1D-56F68B387C00}"/>
            </c:ext>
          </c:extLst>
        </c:ser>
        <c:dLbls>
          <c:showLegendKey val="0"/>
          <c:showVal val="0"/>
          <c:showCatName val="0"/>
          <c:showSerName val="0"/>
          <c:showPercent val="0"/>
          <c:showBubbleSize val="0"/>
        </c:dLbls>
        <c:gapWidth val="40"/>
        <c:overlap val="100"/>
        <c:axId val="50010001"/>
        <c:axId val="50010002"/>
      </c:barChart>
      <c:catAx>
        <c:axId val="50010001"/>
        <c:scaling>
          <c:orientation val="maxMin"/>
        </c:scaling>
        <c:delete val="0"/>
        <c:axPos val="l"/>
        <c:numFmt formatCode="General" sourceLinked="0"/>
        <c:majorTickMark val="none"/>
        <c:minorTickMark val="cross"/>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Algn val="ctr"/>
        <c:lblOffset val="100"/>
        <c:noMultiLvlLbl val="1"/>
      </c:catAx>
      <c:valAx>
        <c:axId val="50010002"/>
        <c:scaling>
          <c:orientation val="minMax"/>
          <c:max val="1"/>
          <c:min val="0"/>
        </c:scaling>
        <c:delete val="1"/>
        <c:axPos val="b"/>
        <c:numFmt formatCode="0%" sourceLinked="0"/>
        <c:majorTickMark val="none"/>
        <c:minorTickMark val="cross"/>
        <c:tickLblPos val="nextTo"/>
        <c:crossAx val="50010001"/>
        <c:crosses val="max"/>
        <c:crossBetween val="between"/>
        <c:majorUnit val="0.25"/>
      </c:valAx>
      <c:spPr>
        <a:noFill/>
        <a:ln>
          <a:noFill/>
        </a:ln>
      </c:spPr>
    </c:plotArea>
    <c:legend>
      <c:legendPos val="t"/>
      <c:overlay val="0"/>
      <c:txPr>
        <a:bodyPr/>
        <a:lstStyle/>
        <a:p>
          <a:pPr>
            <a:defRPr sz="900" b="0" baseline="0">
              <a:solidFill>
                <a:srgbClr val="000000"/>
              </a:solidFill>
              <a:latin typeface="Roboto Light"/>
            </a:defRPr>
          </a:pPr>
          <a:endParaRPr lang="en-US"/>
        </a:p>
      </c:txPr>
    </c:legend>
    <c:plotVisOnly val="1"/>
    <c:dispBlanksAs val="zero"/>
    <c:showDLblsOverMax val="1"/>
  </c:chart>
  <c:spPr>
    <a:solidFill>
      <a:srgbClr val="FFFFFF"/>
    </a:solidFill>
    <a:ln>
      <a:noFill/>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A90491-CC92-EFB0-1401-5B4509250DB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a:extLst>
              <a:ext uri="{FF2B5EF4-FFF2-40B4-BE49-F238E27FC236}">
                <a16:creationId xmlns:a16="http://schemas.microsoft.com/office/drawing/2014/main" id="{D1F40F6F-405D-B346-A67C-4AC7EB3C81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0AE48B-1166-47B2-B2CC-F641C70AD9F4}" type="datetimeFigureOut">
              <a:rPr lang="pt-BR" smtClean="0"/>
              <a:t>28/09/2026</a:t>
            </a:fld>
            <a:endParaRPr lang="pt-BR"/>
          </a:p>
        </p:txBody>
      </p:sp>
      <p:sp>
        <p:nvSpPr>
          <p:cNvPr id="4" name="Footer Placeholder 3">
            <a:extLst>
              <a:ext uri="{FF2B5EF4-FFF2-40B4-BE49-F238E27FC236}">
                <a16:creationId xmlns:a16="http://schemas.microsoft.com/office/drawing/2014/main" id="{30E9A6A1-22A2-E02D-10C5-C9334659D6D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Slide Number Placeholder 4">
            <a:extLst>
              <a:ext uri="{FF2B5EF4-FFF2-40B4-BE49-F238E27FC236}">
                <a16:creationId xmlns:a16="http://schemas.microsoft.com/office/drawing/2014/main" id="{F58904C8-4DE5-BEA4-DEAB-DDDCC883F5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4DF4CA-886D-45F0-912E-AA6D3950FF3D}" type="slidenum">
              <a:rPr lang="pt-BR" smtClean="0"/>
              <a:t>‹#›</a:t>
            </a:fld>
            <a:endParaRPr lang="pt-BR"/>
          </a:p>
        </p:txBody>
      </p:sp>
    </p:spTree>
    <p:extLst>
      <p:ext uri="{BB962C8B-B14F-4D97-AF65-F5344CB8AC3E}">
        <p14:creationId xmlns:p14="http://schemas.microsoft.com/office/powerpoint/2010/main" val="40588869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4919-855E-41AB-8A84-30C374ADE181}" type="datetimeFigureOut">
              <a:rPr lang="en-US" smtClean="0"/>
              <a:t>9/28/2026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84EC9-51C0-4BB7-A48B-D32011637DBD}" type="slidenum">
              <a:rPr lang="en-US" smtClean="0"/>
              <a:t>‹#›</a:t>
            </a:fld>
            <a:endParaRPr lang="en-US"/>
          </a:p>
        </p:txBody>
      </p:sp>
    </p:spTree>
    <p:extLst>
      <p:ext uri="{BB962C8B-B14F-4D97-AF65-F5344CB8AC3E}">
        <p14:creationId xmlns:p14="http://schemas.microsoft.com/office/powerpoint/2010/main" val="584803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svg"/><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3.svg"/><Relationship Id="rId5" Type="http://schemas.microsoft.com/office/2007/relationships/hdphoto" Target="../media/hdphoto1.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6.svg"/><Relationship Id="rId5" Type="http://schemas.microsoft.com/office/2007/relationships/hdphoto" Target="../media/hdphoto3.wdp"/><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svg"/><Relationship Id="rId5" Type="http://schemas.microsoft.com/office/2007/relationships/hdphoto" Target="../media/hdphoto3.wdp"/><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6.svg"/><Relationship Id="rId5" Type="http://schemas.microsoft.com/office/2007/relationships/hdphoto" Target="../media/hdphoto3.wdp"/><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svg"/><Relationship Id="rId5" Type="http://schemas.microsoft.com/office/2007/relationships/hdphoto" Target="../media/hdphoto3.wdp"/><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6.svg"/><Relationship Id="rId5" Type="http://schemas.microsoft.com/office/2007/relationships/hdphoto" Target="../media/hdphoto3.wdp"/><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6.svg"/><Relationship Id="rId5" Type="http://schemas.microsoft.com/office/2007/relationships/hdphoto" Target="../media/hdphoto3.wdp"/><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6.svg"/><Relationship Id="rId5" Type="http://schemas.microsoft.com/office/2007/relationships/hdphoto" Target="../media/hdphoto3.wdp"/><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6.svg"/><Relationship Id="rId5" Type="http://schemas.microsoft.com/office/2007/relationships/hdphoto" Target="../media/hdphoto3.wdp"/><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6.svg"/><Relationship Id="rId5" Type="http://schemas.microsoft.com/office/2007/relationships/hdphoto" Target="../media/hdphoto4.wdp"/><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14.xml"/><Relationship Id="rId6" Type="http://schemas.microsoft.com/office/2007/relationships/hdphoto" Target="../media/hdphoto5.wdp"/><Relationship Id="rId5" Type="http://schemas.openxmlformats.org/officeDocument/2006/relationships/image" Target="../media/image8.png"/><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20.xml"/><Relationship Id="rId6" Type="http://schemas.microsoft.com/office/2007/relationships/hdphoto" Target="../media/hdphoto5.wdp"/><Relationship Id="rId5" Type="http://schemas.openxmlformats.org/officeDocument/2006/relationships/image" Target="../media/image8.pn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Pr>
        <a:solidFill>
          <a:schemeClr val="accent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0" y="-3"/>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1062189"/>
            <a:ext cx="6858000" cy="8809959"/>
          </a:xfrm>
          <a:prstGeom prst="rect">
            <a:avLst/>
          </a:prstGeom>
        </p:spPr>
      </p:pic>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27193" t="22453" r="47498" b="7994"/>
          <a:stretch/>
        </p:blipFill>
        <p:spPr>
          <a:xfrm>
            <a:off x="0" y="1133591"/>
            <a:ext cx="6858000" cy="8738553"/>
          </a:xfrm>
          <a:prstGeom prst="rect">
            <a:avLst/>
          </a:prstGeom>
        </p:spPr>
      </p:pic>
      <p:pic>
        <p:nvPicPr>
          <p:cNvPr id="14" name="Picture 2">
            <a:extLst>
              <a:ext uri="{FF2B5EF4-FFF2-40B4-BE49-F238E27FC236}">
                <a16:creationId xmlns:a16="http://schemas.microsoft.com/office/drawing/2014/main" id="{3B09E524-E24A-5DE5-8887-7C969586703D}"/>
              </a:ext>
            </a:extLst>
          </p:cNvPr>
          <p:cNvPicPr>
            <a:picLocks noChangeAspect="1" noChangeArrowheads="1"/>
          </p:cNvPicPr>
          <p:nvPr userDrawn="1"/>
        </p:nvPicPr>
        <p:blipFill>
          <a:blip r:embed="rId7">
            <a:alphaModFix amt="25000"/>
            <a:extLst>
              <a:ext uri="{BEBA8EAE-BF5A-486C-A8C5-ECC9F3942E4B}">
                <a14:imgProps xmlns:a14="http://schemas.microsoft.com/office/drawing/2010/main">
                  <a14:imgLayer r:embed="rId8">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0" y="1160194"/>
            <a:ext cx="6862621" cy="88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 name="Group 68">
            <a:extLst>
              <a:ext uri="{FF2B5EF4-FFF2-40B4-BE49-F238E27FC236}">
                <a16:creationId xmlns:a16="http://schemas.microsoft.com/office/drawing/2014/main" id="{8F5893B4-B956-CA4C-4E89-2275C6A23F7F}"/>
              </a:ext>
            </a:extLst>
          </p:cNvPr>
          <p:cNvGrpSpPr/>
          <p:nvPr userDrawn="1"/>
        </p:nvGrpSpPr>
        <p:grpSpPr>
          <a:xfrm flipH="1">
            <a:off x="-113256" y="3"/>
            <a:ext cx="6971256" cy="6334517"/>
            <a:chOff x="-31505" y="3"/>
            <a:chExt cx="7944898" cy="6841768"/>
          </a:xfrm>
        </p:grpSpPr>
        <p:sp>
          <p:nvSpPr>
            <p:cNvPr id="65" name="Isosceles Triangle 64">
              <a:extLst>
                <a:ext uri="{FF2B5EF4-FFF2-40B4-BE49-F238E27FC236}">
                  <a16:creationId xmlns:a16="http://schemas.microsoft.com/office/drawing/2014/main" id="{7E756C03-7B9D-CF88-83F4-C1619FDA2C7C}"/>
                </a:ext>
              </a:extLst>
            </p:cNvPr>
            <p:cNvSpPr/>
            <p:nvPr userDrawn="1"/>
          </p:nvSpPr>
          <p:spPr>
            <a:xfrm rot="16200000">
              <a:off x="2660727" y="1589105"/>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6" name="Group 65">
              <a:extLst>
                <a:ext uri="{FF2B5EF4-FFF2-40B4-BE49-F238E27FC236}">
                  <a16:creationId xmlns:a16="http://schemas.microsoft.com/office/drawing/2014/main" id="{F23A80A8-5B7B-720A-0498-48FB270B56F2}"/>
                </a:ext>
              </a:extLst>
            </p:cNvPr>
            <p:cNvGrpSpPr/>
            <p:nvPr userDrawn="1"/>
          </p:nvGrpSpPr>
          <p:grpSpPr>
            <a:xfrm flipV="1">
              <a:off x="-31505" y="3"/>
              <a:ext cx="3073148" cy="1233884"/>
              <a:chOff x="-33216277" y="3696971"/>
              <a:chExt cx="17875623" cy="1180237"/>
            </a:xfrm>
          </p:grpSpPr>
          <p:cxnSp>
            <p:nvCxnSpPr>
              <p:cNvPr id="67" name="Straight Connector 66">
                <a:extLst>
                  <a:ext uri="{FF2B5EF4-FFF2-40B4-BE49-F238E27FC236}">
                    <a16:creationId xmlns:a16="http://schemas.microsoft.com/office/drawing/2014/main" id="{F1A1FDB4-0FB7-BEEB-2B9D-D1E8FE3853CA}"/>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5C79A-47B8-8CD3-9D6C-3CA04B7EC39E}"/>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72" name="Group 71">
            <a:extLst>
              <a:ext uri="{FF2B5EF4-FFF2-40B4-BE49-F238E27FC236}">
                <a16:creationId xmlns:a16="http://schemas.microsoft.com/office/drawing/2014/main" id="{7D85C331-0D97-F14F-BCEE-E4CACC063DDB}"/>
              </a:ext>
            </a:extLst>
          </p:cNvPr>
          <p:cNvGrpSpPr/>
          <p:nvPr userDrawn="1"/>
        </p:nvGrpSpPr>
        <p:grpSpPr>
          <a:xfrm>
            <a:off x="340252" y="1670475"/>
            <a:ext cx="2267822" cy="1002192"/>
            <a:chOff x="423863" y="1657596"/>
            <a:chExt cx="2267822" cy="1002192"/>
          </a:xfrm>
        </p:grpSpPr>
        <p:sp>
          <p:nvSpPr>
            <p:cNvPr id="31" name="TextBox 30">
              <a:extLst>
                <a:ext uri="{FF2B5EF4-FFF2-40B4-BE49-F238E27FC236}">
                  <a16:creationId xmlns:a16="http://schemas.microsoft.com/office/drawing/2014/main" id="{8EC449FF-42C7-1A50-8B68-6D905C6EC17A}"/>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dirty="0">
                  <a:solidFill>
                    <a:schemeClr val="bg1"/>
                  </a:solidFill>
                  <a:latin typeface="XP" pitchFamily="50" charset="0"/>
                  <a:ea typeface="XP" pitchFamily="50" charset="0"/>
                  <a:cs typeface="Roboto" panose="02000000000000000000" pitchFamily="2" charset="0"/>
                </a:rPr>
                <a:t>Thematic</a:t>
              </a:r>
            </a:p>
          </p:txBody>
        </p:sp>
        <p:sp>
          <p:nvSpPr>
            <p:cNvPr id="71" name="TextBox 70">
              <a:extLst>
                <a:ext uri="{FF2B5EF4-FFF2-40B4-BE49-F238E27FC236}">
                  <a16:creationId xmlns:a16="http://schemas.microsoft.com/office/drawing/2014/main" id="{F39388AA-C6A0-BACD-48D5-2675535A9633}"/>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dirty="0">
                  <a:solidFill>
                    <a:schemeClr val="bg1"/>
                  </a:solidFill>
                  <a:latin typeface="XP Light Lighthouse" pitchFamily="50" charset="0"/>
                  <a:ea typeface="XP Light Lighthouse" pitchFamily="50" charset="0"/>
                  <a:cs typeface="Roboto" panose="02000000000000000000" pitchFamily="2" charset="0"/>
                </a:rPr>
                <a:t>Research</a:t>
              </a:r>
            </a:p>
          </p:txBody>
        </p:sp>
      </p:gr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7C15C50E-5CAF-4D73-A24B-0338FF2E9F05}" type="datetime4">
              <a:rPr lang="en-US" smtClean="0"/>
              <a:pPr/>
              <a:t>September 28, 2026</a:t>
            </a:fld>
            <a:endParaRPr lang="en-US" dirty="0"/>
          </a:p>
        </p:txBody>
      </p:sp>
    </p:spTree>
    <p:extLst>
      <p:ext uri="{BB962C8B-B14F-4D97-AF65-F5344CB8AC3E}">
        <p14:creationId xmlns:p14="http://schemas.microsoft.com/office/powerpoint/2010/main" val="425166022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 name="Rectangle 2">
            <a:extLst>
              <a:ext uri="{FF2B5EF4-FFF2-40B4-BE49-F238E27FC236}">
                <a16:creationId xmlns:a16="http://schemas.microsoft.com/office/drawing/2014/main" id="{13223387-3725-FC20-F192-6D6716DE37D5}"/>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userDrawn="1">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userDrawn="1">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28, 2026</a:t>
            </a:fld>
            <a:endParaRPr lang="en-US" dirty="0"/>
          </a:p>
        </p:txBody>
      </p:sp>
      <p:sp>
        <p:nvSpPr>
          <p:cNvPr id="36" name="Espaço Reservado para Texto 6">
            <a:extLst>
              <a:ext uri="{FF2B5EF4-FFF2-40B4-BE49-F238E27FC236}">
                <a16:creationId xmlns:a16="http://schemas.microsoft.com/office/drawing/2014/main" id="{984F9560-6699-43C8-BEE0-490CDFCBCF21}"/>
              </a:ext>
            </a:extLst>
          </p:cNvPr>
          <p:cNvSpPr>
            <a:spLocks noGrp="1"/>
          </p:cNvSpPr>
          <p:nvPr userDrawn="1">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userDrawn="1">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 name="Espaço Reservado para Conteúdo 14">
            <a:extLst>
              <a:ext uri="{FF2B5EF4-FFF2-40B4-BE49-F238E27FC236}">
                <a16:creationId xmlns:a16="http://schemas.microsoft.com/office/drawing/2014/main" id="{3422534A-F1CB-BBFF-8CE5-5CB138892884}"/>
              </a:ext>
            </a:extLst>
          </p:cNvPr>
          <p:cNvSpPr>
            <a:spLocks noGrp="1"/>
          </p:cNvSpPr>
          <p:nvPr>
            <p:ph sz="quarter" idx="21" hasCustomPrompt="1"/>
          </p:nvPr>
        </p:nvSpPr>
        <p:spPr>
          <a:xfrm>
            <a:off x="382829"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052BA432-D493-B8B5-ADA1-4440290AC12E}"/>
              </a:ext>
            </a:extLst>
          </p:cNvPr>
          <p:cNvSpPr>
            <a:spLocks noGrp="1"/>
          </p:cNvSpPr>
          <p:nvPr>
            <p:ph sz="quarter" idx="22" hasCustomPrompt="1"/>
          </p:nvPr>
        </p:nvSpPr>
        <p:spPr>
          <a:xfrm>
            <a:off x="3536951"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78436872-10E7-F7BB-DA0B-A6FFDDD07333}"/>
              </a:ext>
            </a:extLst>
          </p:cNvPr>
          <p:cNvSpPr>
            <a:spLocks noGrp="1"/>
          </p:cNvSpPr>
          <p:nvPr>
            <p:ph sz="quarter" idx="24" hasCustomPrompt="1"/>
          </p:nvPr>
        </p:nvSpPr>
        <p:spPr>
          <a:xfrm>
            <a:off x="382829"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8" name="Espaço Reservado para Conteúdo 14">
            <a:extLst>
              <a:ext uri="{FF2B5EF4-FFF2-40B4-BE49-F238E27FC236}">
                <a16:creationId xmlns:a16="http://schemas.microsoft.com/office/drawing/2014/main" id="{19DBE73C-C2CD-83C2-C6D2-8217714624B1}"/>
              </a:ext>
            </a:extLst>
          </p:cNvPr>
          <p:cNvSpPr>
            <a:spLocks noGrp="1"/>
          </p:cNvSpPr>
          <p:nvPr>
            <p:ph sz="quarter" idx="25" hasCustomPrompt="1"/>
          </p:nvPr>
        </p:nvSpPr>
        <p:spPr>
          <a:xfrm>
            <a:off x="3536951"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10" name="Straight Connector 9">
            <a:extLst>
              <a:ext uri="{FF2B5EF4-FFF2-40B4-BE49-F238E27FC236}">
                <a16:creationId xmlns:a16="http://schemas.microsoft.com/office/drawing/2014/main" id="{15D71B80-AC72-49AC-B09D-E52C19B52064}"/>
              </a:ext>
            </a:extLst>
          </p:cNvPr>
          <p:cNvCxnSpPr>
            <a:cxnSpLocks/>
          </p:cNvCxnSpPr>
          <p:nvPr userDrawn="1"/>
        </p:nvCxnSpPr>
        <p:spPr>
          <a:xfrm>
            <a:off x="4227459" y="2150951"/>
            <a:ext cx="0" cy="525891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89BF6539-9496-327C-37FC-619DC6D9078A}"/>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13" name="Text Placeholder 4">
            <a:extLst>
              <a:ext uri="{FF2B5EF4-FFF2-40B4-BE49-F238E27FC236}">
                <a16:creationId xmlns:a16="http://schemas.microsoft.com/office/drawing/2014/main" id="{9FE7D662-06FD-4510-0814-E74815AED648}"/>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14" name="Text Placeholder 4">
            <a:extLst>
              <a:ext uri="{FF2B5EF4-FFF2-40B4-BE49-F238E27FC236}">
                <a16:creationId xmlns:a16="http://schemas.microsoft.com/office/drawing/2014/main" id="{66D34F81-1353-1F11-EDF6-131DEC8F78E3}"/>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16" name="Text Placeholder 4">
            <a:extLst>
              <a:ext uri="{FF2B5EF4-FFF2-40B4-BE49-F238E27FC236}">
                <a16:creationId xmlns:a16="http://schemas.microsoft.com/office/drawing/2014/main" id="{9C0F5FBA-7015-1C4F-6440-8D2DC566707E}"/>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17" name="Text Placeholder 4">
            <a:extLst>
              <a:ext uri="{FF2B5EF4-FFF2-40B4-BE49-F238E27FC236}">
                <a16:creationId xmlns:a16="http://schemas.microsoft.com/office/drawing/2014/main" id="{2F372600-E1E8-A42B-36DD-8F450B0D3FB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18" name="Text Placeholder 4">
            <a:extLst>
              <a:ext uri="{FF2B5EF4-FFF2-40B4-BE49-F238E27FC236}">
                <a16:creationId xmlns:a16="http://schemas.microsoft.com/office/drawing/2014/main" id="{5BE5F1CC-0CA1-970E-03FC-5B891C2CEF42}"/>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19" name="Text Placeholder 4">
            <a:extLst>
              <a:ext uri="{FF2B5EF4-FFF2-40B4-BE49-F238E27FC236}">
                <a16:creationId xmlns:a16="http://schemas.microsoft.com/office/drawing/2014/main" id="{35824A92-0CF6-962F-0FE9-04EC29CA20F0}"/>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0" name="Text Placeholder 4">
            <a:extLst>
              <a:ext uri="{FF2B5EF4-FFF2-40B4-BE49-F238E27FC236}">
                <a16:creationId xmlns:a16="http://schemas.microsoft.com/office/drawing/2014/main" id="{0B3A3938-C409-5084-9827-D18788FC36AE}"/>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1" name="Text Placeholder 4">
            <a:extLst>
              <a:ext uri="{FF2B5EF4-FFF2-40B4-BE49-F238E27FC236}">
                <a16:creationId xmlns:a16="http://schemas.microsoft.com/office/drawing/2014/main" id="{110F7DB8-030A-FD87-106E-18EC0280F85D}"/>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2" name="Espaço Reservado para Conteúdo 14">
            <a:extLst>
              <a:ext uri="{FF2B5EF4-FFF2-40B4-BE49-F238E27FC236}">
                <a16:creationId xmlns:a16="http://schemas.microsoft.com/office/drawing/2014/main" id="{34EB6BD4-0983-55AD-E75C-92B427051854}"/>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3" name="Text Placeholder 4">
            <a:extLst>
              <a:ext uri="{FF2B5EF4-FFF2-40B4-BE49-F238E27FC236}">
                <a16:creationId xmlns:a16="http://schemas.microsoft.com/office/drawing/2014/main" id="{C29922D5-A5CB-5E06-BEF1-C535371BF795}"/>
              </a:ext>
            </a:extLst>
          </p:cNvPr>
          <p:cNvSpPr>
            <a:spLocks noGrp="1"/>
          </p:cNvSpPr>
          <p:nvPr>
            <p:ph type="body" sz="quarter" idx="23"/>
          </p:nvPr>
        </p:nvSpPr>
        <p:spPr>
          <a:xfrm>
            <a:off x="390154" y="3836988"/>
            <a:ext cx="3734172" cy="357287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61B2C06E-6371-A6FA-77BC-61B45402995B}"/>
              </a:ext>
            </a:extLst>
          </p:cNvPr>
          <p:cNvSpPr>
            <a:spLocks noGrp="1"/>
          </p:cNvSpPr>
          <p:nvPr>
            <p:ph type="body" sz="quarter" idx="42"/>
          </p:nvPr>
        </p:nvSpPr>
        <p:spPr>
          <a:xfrm>
            <a:off x="390154" y="2150952"/>
            <a:ext cx="3734171" cy="1541573"/>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Tree>
    <p:extLst>
      <p:ext uri="{BB962C8B-B14F-4D97-AF65-F5344CB8AC3E}">
        <p14:creationId xmlns:p14="http://schemas.microsoft.com/office/powerpoint/2010/main" val="3117013153"/>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4D005A3B-2044-D406-2A9E-49AD2BFCCD4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22" name="Graphic 21">
            <a:extLst>
              <a:ext uri="{FF2B5EF4-FFF2-40B4-BE49-F238E27FC236}">
                <a16:creationId xmlns:a16="http://schemas.microsoft.com/office/drawing/2014/main" id="{4CAB420E-0A94-D115-0077-F9F55F89139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3" name="Picture 22" descr="A blue and white dot pattern&#10;&#10;AI-generated content may be incorrect.">
            <a:extLst>
              <a:ext uri="{FF2B5EF4-FFF2-40B4-BE49-F238E27FC236}">
                <a16:creationId xmlns:a16="http://schemas.microsoft.com/office/drawing/2014/main" id="{7F805A88-8B36-4FC0-2BAC-7102017DAE07}"/>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37" name="Graphic 36">
            <a:extLst>
              <a:ext uri="{FF2B5EF4-FFF2-40B4-BE49-F238E27FC236}">
                <a16:creationId xmlns:a16="http://schemas.microsoft.com/office/drawing/2014/main" id="{635058DA-5475-8BF5-129B-1EE343C5E3C6}"/>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41" name="Rectangle 40">
            <a:extLst>
              <a:ext uri="{FF2B5EF4-FFF2-40B4-BE49-F238E27FC236}">
                <a16:creationId xmlns:a16="http://schemas.microsoft.com/office/drawing/2014/main" id="{8CBEA2C4-70F8-1154-FB31-9D26C9A42D0D}"/>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Espaço Reservado para Texto 6">
            <a:extLst>
              <a:ext uri="{FF2B5EF4-FFF2-40B4-BE49-F238E27FC236}">
                <a16:creationId xmlns:a16="http://schemas.microsoft.com/office/drawing/2014/main" id="{C47910B7-568C-3E88-95FA-56FAB4778E25}"/>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3" name="Group 42">
            <a:extLst>
              <a:ext uri="{FF2B5EF4-FFF2-40B4-BE49-F238E27FC236}">
                <a16:creationId xmlns:a16="http://schemas.microsoft.com/office/drawing/2014/main" id="{50445D10-5B4D-1FC3-55EF-1D91917A065A}"/>
              </a:ext>
            </a:extLst>
          </p:cNvPr>
          <p:cNvGrpSpPr/>
          <p:nvPr userDrawn="1"/>
        </p:nvGrpSpPr>
        <p:grpSpPr>
          <a:xfrm>
            <a:off x="390154" y="406178"/>
            <a:ext cx="1240285" cy="341910"/>
            <a:chOff x="2700591" y="2522601"/>
            <a:chExt cx="6428993" cy="1772284"/>
          </a:xfrm>
        </p:grpSpPr>
        <p:sp>
          <p:nvSpPr>
            <p:cNvPr id="44" name="Freeform: Shape 40">
              <a:extLst>
                <a:ext uri="{FF2B5EF4-FFF2-40B4-BE49-F238E27FC236}">
                  <a16:creationId xmlns:a16="http://schemas.microsoft.com/office/drawing/2014/main" id="{FF71E2E5-E6E2-0C32-655B-4E016B2592F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5" name="Graphic 20">
              <a:extLst>
                <a:ext uri="{FF2B5EF4-FFF2-40B4-BE49-F238E27FC236}">
                  <a16:creationId xmlns:a16="http://schemas.microsoft.com/office/drawing/2014/main" id="{A1160CB9-1491-3F15-932D-6F25368647FB}"/>
                </a:ext>
              </a:extLst>
            </p:cNvPr>
            <p:cNvGrpSpPr/>
            <p:nvPr/>
          </p:nvGrpSpPr>
          <p:grpSpPr>
            <a:xfrm>
              <a:off x="5034660" y="3339528"/>
              <a:ext cx="4094924" cy="747077"/>
              <a:chOff x="5034660" y="3339528"/>
              <a:chExt cx="4094924" cy="747077"/>
            </a:xfrm>
            <a:solidFill>
              <a:srgbClr val="FFFFFF"/>
            </a:solidFill>
          </p:grpSpPr>
          <p:sp>
            <p:nvSpPr>
              <p:cNvPr id="46" name="Freeform: Shape 42">
                <a:extLst>
                  <a:ext uri="{FF2B5EF4-FFF2-40B4-BE49-F238E27FC236}">
                    <a16:creationId xmlns:a16="http://schemas.microsoft.com/office/drawing/2014/main" id="{AC720A55-3697-F62E-3140-B4B6F386517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7" name="Freeform: Shape 43">
                <a:extLst>
                  <a:ext uri="{FF2B5EF4-FFF2-40B4-BE49-F238E27FC236}">
                    <a16:creationId xmlns:a16="http://schemas.microsoft.com/office/drawing/2014/main" id="{3184EE8E-9FAA-955A-267B-4CDB02A7A3C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8" name="Freeform: Shape 44">
                <a:extLst>
                  <a:ext uri="{FF2B5EF4-FFF2-40B4-BE49-F238E27FC236}">
                    <a16:creationId xmlns:a16="http://schemas.microsoft.com/office/drawing/2014/main" id="{CD1F6BEB-4C47-857A-7BC0-5AA4F690B1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9" name="Freeform: Shape 45">
                <a:extLst>
                  <a:ext uri="{FF2B5EF4-FFF2-40B4-BE49-F238E27FC236}">
                    <a16:creationId xmlns:a16="http://schemas.microsoft.com/office/drawing/2014/main" id="{128423AA-7459-6F7E-819C-5DE5E497CD6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50" name="Freeform: Shape 46">
                <a:extLst>
                  <a:ext uri="{FF2B5EF4-FFF2-40B4-BE49-F238E27FC236}">
                    <a16:creationId xmlns:a16="http://schemas.microsoft.com/office/drawing/2014/main" id="{4CEB9D67-85BF-A5AC-4D96-8BFC4C3760B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51" name="Freeform: Shape 47">
                <a:extLst>
                  <a:ext uri="{FF2B5EF4-FFF2-40B4-BE49-F238E27FC236}">
                    <a16:creationId xmlns:a16="http://schemas.microsoft.com/office/drawing/2014/main" id="{05075832-6ABB-B69D-B6EF-F5AF63922CFC}"/>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2" name="Freeform: Shape 48">
                <a:extLst>
                  <a:ext uri="{FF2B5EF4-FFF2-40B4-BE49-F238E27FC236}">
                    <a16:creationId xmlns:a16="http://schemas.microsoft.com/office/drawing/2014/main" id="{9F517DAC-F307-7045-2FA5-846E86E2E93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3" name="Freeform: Shape 49">
                <a:extLst>
                  <a:ext uri="{FF2B5EF4-FFF2-40B4-BE49-F238E27FC236}">
                    <a16:creationId xmlns:a16="http://schemas.microsoft.com/office/drawing/2014/main" id="{A406673A-0EDD-0165-F953-A4D02C86C1F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5" name="Espaço Reservado para Texto 6">
            <a:extLst>
              <a:ext uri="{FF2B5EF4-FFF2-40B4-BE49-F238E27FC236}">
                <a16:creationId xmlns:a16="http://schemas.microsoft.com/office/drawing/2014/main" id="{EEDF3783-FF4C-74D1-C6CF-53A7F73D871C}"/>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6" name="Date Placeholder 1">
            <a:extLst>
              <a:ext uri="{FF2B5EF4-FFF2-40B4-BE49-F238E27FC236}">
                <a16:creationId xmlns:a16="http://schemas.microsoft.com/office/drawing/2014/main" id="{DD5E9FA3-7626-82A6-0ECD-999CE74FFEE1}"/>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28, 2026</a:t>
            </a:fld>
            <a:endParaRPr lang="en-US" dirty="0"/>
          </a:p>
        </p:txBody>
      </p:sp>
      <p:sp>
        <p:nvSpPr>
          <p:cNvPr id="57" name="Espaço Reservado para Texto 6">
            <a:extLst>
              <a:ext uri="{FF2B5EF4-FFF2-40B4-BE49-F238E27FC236}">
                <a16:creationId xmlns:a16="http://schemas.microsoft.com/office/drawing/2014/main" id="{629D0B6B-57EC-157E-009C-9AAD86067E5D}"/>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6B23C9D9-D221-14FE-B73D-CEDC08C3A690}"/>
              </a:ext>
            </a:extLst>
          </p:cNvPr>
          <p:cNvSpPr>
            <a:spLocks noGrp="1"/>
          </p:cNvSpPr>
          <p:nvPr>
            <p:ph type="body" sz="quarter" idx="41"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Text Placeholder 4">
            <a:extLst>
              <a:ext uri="{FF2B5EF4-FFF2-40B4-BE49-F238E27FC236}">
                <a16:creationId xmlns:a16="http://schemas.microsoft.com/office/drawing/2014/main" id="{9CDC6F15-9156-27BD-DE24-345453CF452B}"/>
              </a:ext>
            </a:extLst>
          </p:cNvPr>
          <p:cNvSpPr>
            <a:spLocks noGrp="1"/>
          </p:cNvSpPr>
          <p:nvPr>
            <p:ph type="body" sz="quarter" idx="20"/>
          </p:nvPr>
        </p:nvSpPr>
        <p:spPr>
          <a:xfrm>
            <a:off x="390154" y="2150950"/>
            <a:ext cx="6098400"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D09E0B4F-0CB9-DC61-CCA9-25A73A1C8DD4}"/>
              </a:ext>
            </a:extLst>
          </p:cNvPr>
          <p:cNvSpPr>
            <a:spLocks noGrp="1"/>
          </p:cNvSpPr>
          <p:nvPr>
            <p:ph type="body" sz="quarter" idx="23"/>
          </p:nvPr>
        </p:nvSpPr>
        <p:spPr>
          <a:xfrm>
            <a:off x="390154" y="3691053"/>
            <a:ext cx="3734170" cy="4018975"/>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5" name="Text Placeholder 4">
            <a:extLst>
              <a:ext uri="{FF2B5EF4-FFF2-40B4-BE49-F238E27FC236}">
                <a16:creationId xmlns:a16="http://schemas.microsoft.com/office/drawing/2014/main" id="{5A7F030E-73C4-E07A-33DF-312D56F0F76C}"/>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6" name="Text Placeholder 4">
            <a:extLst>
              <a:ext uri="{FF2B5EF4-FFF2-40B4-BE49-F238E27FC236}">
                <a16:creationId xmlns:a16="http://schemas.microsoft.com/office/drawing/2014/main" id="{BB3A3439-E17D-6D38-1316-DAE169B84D8D}"/>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8" name="Text Placeholder 4">
            <a:extLst>
              <a:ext uri="{FF2B5EF4-FFF2-40B4-BE49-F238E27FC236}">
                <a16:creationId xmlns:a16="http://schemas.microsoft.com/office/drawing/2014/main" id="{D879252A-E1C2-E728-21D3-50B31743B00B}"/>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9" name="Text Placeholder 4">
            <a:extLst>
              <a:ext uri="{FF2B5EF4-FFF2-40B4-BE49-F238E27FC236}">
                <a16:creationId xmlns:a16="http://schemas.microsoft.com/office/drawing/2014/main" id="{F9B99FB5-852F-6BAD-F3AA-BCFE83FADD59}"/>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0" name="Text Placeholder 4">
            <a:extLst>
              <a:ext uri="{FF2B5EF4-FFF2-40B4-BE49-F238E27FC236}">
                <a16:creationId xmlns:a16="http://schemas.microsoft.com/office/drawing/2014/main" id="{40246B11-FD7D-36D8-6E07-4D3E3BAC269E}"/>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1" name="Text Placeholder 4">
            <a:extLst>
              <a:ext uri="{FF2B5EF4-FFF2-40B4-BE49-F238E27FC236}">
                <a16:creationId xmlns:a16="http://schemas.microsoft.com/office/drawing/2014/main" id="{6BB6FA29-C19C-7F7C-3184-635E561111AC}"/>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2" name="Text Placeholder 4">
            <a:extLst>
              <a:ext uri="{FF2B5EF4-FFF2-40B4-BE49-F238E27FC236}">
                <a16:creationId xmlns:a16="http://schemas.microsoft.com/office/drawing/2014/main" id="{5AB78DE9-33F1-89EC-EAD1-9DA325469D9C}"/>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3" name="Text Placeholder 4">
            <a:extLst>
              <a:ext uri="{FF2B5EF4-FFF2-40B4-BE49-F238E27FC236}">
                <a16:creationId xmlns:a16="http://schemas.microsoft.com/office/drawing/2014/main" id="{5E8516FE-9642-556F-F777-2569F79C7BFC}"/>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4" name="Text Placeholder 4">
            <a:extLst>
              <a:ext uri="{FF2B5EF4-FFF2-40B4-BE49-F238E27FC236}">
                <a16:creationId xmlns:a16="http://schemas.microsoft.com/office/drawing/2014/main" id="{5FC8989C-C279-357C-1E1A-D58DEA9EF4A5}"/>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9" name="Espaço Reservado para Conteúdo 14">
            <a:extLst>
              <a:ext uri="{FF2B5EF4-FFF2-40B4-BE49-F238E27FC236}">
                <a16:creationId xmlns:a16="http://schemas.microsoft.com/office/drawing/2014/main" id="{0367F594-505D-738C-FC34-474862284B60}"/>
              </a:ext>
            </a:extLst>
          </p:cNvPr>
          <p:cNvSpPr>
            <a:spLocks noGrp="1"/>
          </p:cNvSpPr>
          <p:nvPr>
            <p:ph sz="quarter" idx="21" hasCustomPrompt="1"/>
          </p:nvPr>
        </p:nvSpPr>
        <p:spPr>
          <a:xfrm>
            <a:off x="382830" y="8150455"/>
            <a:ext cx="610686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2BBD1FCD-CECD-31A7-94DA-02CCEF482D42}"/>
              </a:ext>
            </a:extLst>
          </p:cNvPr>
          <p:cNvSpPr>
            <a:spLocks noGrp="1"/>
          </p:cNvSpPr>
          <p:nvPr>
            <p:ph sz="quarter" idx="22" hasCustomPrompt="1"/>
          </p:nvPr>
        </p:nvSpPr>
        <p:spPr>
          <a:xfrm>
            <a:off x="4330593" y="6790831"/>
            <a:ext cx="2159107" cy="9191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8" name="Espaço Reservado para Conteúdo 14">
            <a:extLst>
              <a:ext uri="{FF2B5EF4-FFF2-40B4-BE49-F238E27FC236}">
                <a16:creationId xmlns:a16="http://schemas.microsoft.com/office/drawing/2014/main" id="{BA06DE38-13ED-2B77-02BB-67B91D04C2A2}"/>
              </a:ext>
            </a:extLst>
          </p:cNvPr>
          <p:cNvSpPr>
            <a:spLocks noGrp="1"/>
          </p:cNvSpPr>
          <p:nvPr>
            <p:ph sz="quarter" idx="37" hasCustomPrompt="1"/>
          </p:nvPr>
        </p:nvSpPr>
        <p:spPr>
          <a:xfrm>
            <a:off x="382830" y="7861837"/>
            <a:ext cx="610686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9" name="Espaço Reservado para Conteúdo 14">
            <a:extLst>
              <a:ext uri="{FF2B5EF4-FFF2-40B4-BE49-F238E27FC236}">
                <a16:creationId xmlns:a16="http://schemas.microsoft.com/office/drawing/2014/main" id="{C1B6818F-6251-98B3-CD88-0BD6F91489D4}"/>
              </a:ext>
            </a:extLst>
          </p:cNvPr>
          <p:cNvSpPr>
            <a:spLocks noGrp="1"/>
          </p:cNvSpPr>
          <p:nvPr>
            <p:ph sz="quarter" idx="24" hasCustomPrompt="1"/>
          </p:nvPr>
        </p:nvSpPr>
        <p:spPr>
          <a:xfrm>
            <a:off x="4330593" y="65022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0" name="Espaço Reservado para Conteúdo 14">
            <a:extLst>
              <a:ext uri="{FF2B5EF4-FFF2-40B4-BE49-F238E27FC236}">
                <a16:creationId xmlns:a16="http://schemas.microsoft.com/office/drawing/2014/main" id="{9ED6545B-3ECC-FC98-B90F-BBC0841F64A7}"/>
              </a:ext>
            </a:extLst>
          </p:cNvPr>
          <p:cNvSpPr>
            <a:spLocks noGrp="1"/>
          </p:cNvSpPr>
          <p:nvPr>
            <p:ph sz="quarter" idx="41"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70" name="Straight Connector 69">
            <a:extLst>
              <a:ext uri="{FF2B5EF4-FFF2-40B4-BE49-F238E27FC236}">
                <a16:creationId xmlns:a16="http://schemas.microsoft.com/office/drawing/2014/main" id="{C89909FC-D97F-7AAE-54BD-012E87CABC70}"/>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7DE368EF-9DBD-D2EB-FE88-5082F657D82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92F8F97F-64C3-B5F1-CC17-D7DD0BA445B2}"/>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1E08EE3C-A447-126D-DDD8-AA16CB5FBCC5}"/>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5" name="Rectangle 34">
            <a:extLst>
              <a:ext uri="{FF2B5EF4-FFF2-40B4-BE49-F238E27FC236}">
                <a16:creationId xmlns:a16="http://schemas.microsoft.com/office/drawing/2014/main" id="{6F30ED1A-F839-4155-2DF1-3B08CC622F3C}"/>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8" name="Espaço Reservado para Texto 6">
            <a:extLst>
              <a:ext uri="{FF2B5EF4-FFF2-40B4-BE49-F238E27FC236}">
                <a16:creationId xmlns:a16="http://schemas.microsoft.com/office/drawing/2014/main" id="{765BBC64-340B-AEE8-3114-AC48D39E3DCD}"/>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51" name="Group 50">
            <a:extLst>
              <a:ext uri="{FF2B5EF4-FFF2-40B4-BE49-F238E27FC236}">
                <a16:creationId xmlns:a16="http://schemas.microsoft.com/office/drawing/2014/main" id="{DB04402B-D0F7-6E96-DF15-6F460AD07D70}"/>
              </a:ext>
            </a:extLst>
          </p:cNvPr>
          <p:cNvGrpSpPr/>
          <p:nvPr userDrawn="1"/>
        </p:nvGrpSpPr>
        <p:grpSpPr>
          <a:xfrm>
            <a:off x="390154" y="406178"/>
            <a:ext cx="1240285" cy="341910"/>
            <a:chOff x="2700591" y="2522601"/>
            <a:chExt cx="6428993" cy="1772284"/>
          </a:xfrm>
        </p:grpSpPr>
        <p:sp>
          <p:nvSpPr>
            <p:cNvPr id="53" name="Freeform: Shape 40">
              <a:extLst>
                <a:ext uri="{FF2B5EF4-FFF2-40B4-BE49-F238E27FC236}">
                  <a16:creationId xmlns:a16="http://schemas.microsoft.com/office/drawing/2014/main" id="{DF551665-3C6D-B239-C827-584E974971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084CE03A-3B82-E1CE-CA1E-2980BB054ABB}"/>
                </a:ext>
              </a:extLst>
            </p:cNvPr>
            <p:cNvGrpSpPr/>
            <p:nvPr/>
          </p:nvGrpSpPr>
          <p:grpSpPr>
            <a:xfrm>
              <a:off x="5034660" y="3339528"/>
              <a:ext cx="4094924" cy="747077"/>
              <a:chOff x="5034660" y="3339528"/>
              <a:chExt cx="4094924" cy="747077"/>
            </a:xfrm>
            <a:solidFill>
              <a:srgbClr val="FFFFFF"/>
            </a:solidFill>
          </p:grpSpPr>
          <p:sp>
            <p:nvSpPr>
              <p:cNvPr id="55" name="Freeform: Shape 42">
                <a:extLst>
                  <a:ext uri="{FF2B5EF4-FFF2-40B4-BE49-F238E27FC236}">
                    <a16:creationId xmlns:a16="http://schemas.microsoft.com/office/drawing/2014/main" id="{5DD8F7C7-C66B-0E88-0338-C15BB7C4829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7" name="Freeform: Shape 43">
                <a:extLst>
                  <a:ext uri="{FF2B5EF4-FFF2-40B4-BE49-F238E27FC236}">
                    <a16:creationId xmlns:a16="http://schemas.microsoft.com/office/drawing/2014/main" id="{8EB900E1-B6FE-5006-C7AB-386F591035F4}"/>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61" name="Freeform: Shape 44">
                <a:extLst>
                  <a:ext uri="{FF2B5EF4-FFF2-40B4-BE49-F238E27FC236}">
                    <a16:creationId xmlns:a16="http://schemas.microsoft.com/office/drawing/2014/main" id="{3E68FD6F-A3BA-8ED9-44C9-548F7ECB58F1}"/>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62" name="Freeform: Shape 45">
                <a:extLst>
                  <a:ext uri="{FF2B5EF4-FFF2-40B4-BE49-F238E27FC236}">
                    <a16:creationId xmlns:a16="http://schemas.microsoft.com/office/drawing/2014/main" id="{2A0F1337-B604-F12F-4E54-B9BB6B1DE57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63" name="Freeform: Shape 46">
                <a:extLst>
                  <a:ext uri="{FF2B5EF4-FFF2-40B4-BE49-F238E27FC236}">
                    <a16:creationId xmlns:a16="http://schemas.microsoft.com/office/drawing/2014/main" id="{43843578-116B-0B3C-9613-5806743ED7F4}"/>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64" name="Freeform: Shape 47">
                <a:extLst>
                  <a:ext uri="{FF2B5EF4-FFF2-40B4-BE49-F238E27FC236}">
                    <a16:creationId xmlns:a16="http://schemas.microsoft.com/office/drawing/2014/main" id="{E198D074-C2A9-27A2-DD70-957167587712}"/>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65" name="Freeform: Shape 48">
                <a:extLst>
                  <a:ext uri="{FF2B5EF4-FFF2-40B4-BE49-F238E27FC236}">
                    <a16:creationId xmlns:a16="http://schemas.microsoft.com/office/drawing/2014/main" id="{2B87AE26-76BA-EF21-EC91-226F3E2FD9A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66" name="Freeform: Shape 49">
                <a:extLst>
                  <a:ext uri="{FF2B5EF4-FFF2-40B4-BE49-F238E27FC236}">
                    <a16:creationId xmlns:a16="http://schemas.microsoft.com/office/drawing/2014/main" id="{9A6F990E-C626-7C53-CAB3-36C7F46AE355}"/>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67" name="Espaço Reservado para Texto 6">
            <a:extLst>
              <a:ext uri="{FF2B5EF4-FFF2-40B4-BE49-F238E27FC236}">
                <a16:creationId xmlns:a16="http://schemas.microsoft.com/office/drawing/2014/main" id="{4FD74D62-0AC6-7F8E-2129-D927075C87F0}"/>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68" name="Date Placeholder 1">
            <a:extLst>
              <a:ext uri="{FF2B5EF4-FFF2-40B4-BE49-F238E27FC236}">
                <a16:creationId xmlns:a16="http://schemas.microsoft.com/office/drawing/2014/main" id="{5D5AFE9C-9406-C324-70B7-61AE233586C1}"/>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28, 2026</a:t>
            </a:fld>
            <a:endParaRPr lang="en-US" dirty="0"/>
          </a:p>
        </p:txBody>
      </p:sp>
      <p:sp>
        <p:nvSpPr>
          <p:cNvPr id="69" name="Espaço Reservado para Texto 6">
            <a:extLst>
              <a:ext uri="{FF2B5EF4-FFF2-40B4-BE49-F238E27FC236}">
                <a16:creationId xmlns:a16="http://schemas.microsoft.com/office/drawing/2014/main" id="{F3241822-E5AA-2070-1435-F2979768E6E8}"/>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71" name="Espaço Reservado para Texto 6">
            <a:extLst>
              <a:ext uri="{FF2B5EF4-FFF2-40B4-BE49-F238E27FC236}">
                <a16:creationId xmlns:a16="http://schemas.microsoft.com/office/drawing/2014/main" id="{0DD40EF2-E1A6-2835-E898-623CF332E356}"/>
              </a:ext>
            </a:extLst>
          </p:cNvPr>
          <p:cNvSpPr>
            <a:spLocks noGrp="1"/>
          </p:cNvSpPr>
          <p:nvPr>
            <p:ph type="body" sz="quarter" idx="42"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5" name="Espaço Reservado para Conteúdo 14">
            <a:extLst>
              <a:ext uri="{FF2B5EF4-FFF2-40B4-BE49-F238E27FC236}">
                <a16:creationId xmlns:a16="http://schemas.microsoft.com/office/drawing/2014/main" id="{592D369A-CDFC-B507-81B4-EA34E7471120}"/>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D38A6-E6A5-A9D6-2ED6-31212B379779}"/>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5" name="Straight Connector 24">
            <a:extLst>
              <a:ext uri="{FF2B5EF4-FFF2-40B4-BE49-F238E27FC236}">
                <a16:creationId xmlns:a16="http://schemas.microsoft.com/office/drawing/2014/main" id="{66BF18E4-3D29-42A7-6C25-B8127BF9DF8A}"/>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8E11B218-731B-DED1-E2DD-B6A88194082F}"/>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8" name="Text Placeholder 4">
            <a:extLst>
              <a:ext uri="{FF2B5EF4-FFF2-40B4-BE49-F238E27FC236}">
                <a16:creationId xmlns:a16="http://schemas.microsoft.com/office/drawing/2014/main" id="{5E2B7853-2B3B-5C3E-31FA-0D980EB9825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9" name="Text Placeholder 4">
            <a:extLst>
              <a:ext uri="{FF2B5EF4-FFF2-40B4-BE49-F238E27FC236}">
                <a16:creationId xmlns:a16="http://schemas.microsoft.com/office/drawing/2014/main" id="{CE0A76F7-79E8-A32B-B2C3-0DF23F12736F}"/>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0" name="Text Placeholder 4">
            <a:extLst>
              <a:ext uri="{FF2B5EF4-FFF2-40B4-BE49-F238E27FC236}">
                <a16:creationId xmlns:a16="http://schemas.microsoft.com/office/drawing/2014/main" id="{1572963F-527C-266C-CEA7-4BBE605CF227}"/>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1" name="Text Placeholder 4">
            <a:extLst>
              <a:ext uri="{FF2B5EF4-FFF2-40B4-BE49-F238E27FC236}">
                <a16:creationId xmlns:a16="http://schemas.microsoft.com/office/drawing/2014/main" id="{3E235B2D-3B3B-8BD6-F30A-7B508DC31E12}"/>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2" name="Text Placeholder 4">
            <a:extLst>
              <a:ext uri="{FF2B5EF4-FFF2-40B4-BE49-F238E27FC236}">
                <a16:creationId xmlns:a16="http://schemas.microsoft.com/office/drawing/2014/main" id="{F76892AD-65D9-283F-1D35-F2253E08B6E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3" name="Text Placeholder 4">
            <a:extLst>
              <a:ext uri="{FF2B5EF4-FFF2-40B4-BE49-F238E27FC236}">
                <a16:creationId xmlns:a16="http://schemas.microsoft.com/office/drawing/2014/main" id="{C6AD9A9A-18E9-A7F8-886F-1061653B815D}"/>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4" name="Text Placeholder 4">
            <a:extLst>
              <a:ext uri="{FF2B5EF4-FFF2-40B4-BE49-F238E27FC236}">
                <a16:creationId xmlns:a16="http://schemas.microsoft.com/office/drawing/2014/main" id="{B88D50CA-40BF-B59C-5995-423CE5987457}"/>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5" name="Text Placeholder 4">
            <a:extLst>
              <a:ext uri="{FF2B5EF4-FFF2-40B4-BE49-F238E27FC236}">
                <a16:creationId xmlns:a16="http://schemas.microsoft.com/office/drawing/2014/main" id="{633C82EA-D2E2-815F-F550-B8F1A48AFB80}"/>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8" name="Text Placeholder 4">
            <a:extLst>
              <a:ext uri="{FF2B5EF4-FFF2-40B4-BE49-F238E27FC236}">
                <a16:creationId xmlns:a16="http://schemas.microsoft.com/office/drawing/2014/main" id="{7566DC93-2836-DD9B-3BE7-83D2D5C802F4}"/>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9" name="Text Placeholder 4">
            <a:extLst>
              <a:ext uri="{FF2B5EF4-FFF2-40B4-BE49-F238E27FC236}">
                <a16:creationId xmlns:a16="http://schemas.microsoft.com/office/drawing/2014/main" id="{86F96AEB-7089-8287-1C31-39DA1D1938AD}"/>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40" name="Espaço Reservado para Conteúdo 14">
            <a:extLst>
              <a:ext uri="{FF2B5EF4-FFF2-40B4-BE49-F238E27FC236}">
                <a16:creationId xmlns:a16="http://schemas.microsoft.com/office/drawing/2014/main" id="{9C7F0BE1-AF7E-208B-0029-AE82B626A70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pic>
        <p:nvPicPr>
          <p:cNvPr id="3" name="Graphic 2">
            <a:extLst>
              <a:ext uri="{FF2B5EF4-FFF2-40B4-BE49-F238E27FC236}">
                <a16:creationId xmlns:a16="http://schemas.microsoft.com/office/drawing/2014/main" id="{61702F68-FFD9-B47A-24D6-FB4506C6B0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716ABA5D-E64F-E6EF-5E63-D6E6006C9F91}"/>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83049380-F600-F3AE-2363-8FA5D2D44D8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6" name="Rectangle 35">
            <a:extLst>
              <a:ext uri="{FF2B5EF4-FFF2-40B4-BE49-F238E27FC236}">
                <a16:creationId xmlns:a16="http://schemas.microsoft.com/office/drawing/2014/main" id="{377F840C-4848-8FD0-AE07-3B51C318DADB}"/>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Espaço Reservado para Texto 6">
            <a:extLst>
              <a:ext uri="{FF2B5EF4-FFF2-40B4-BE49-F238E27FC236}">
                <a16:creationId xmlns:a16="http://schemas.microsoft.com/office/drawing/2014/main" id="{3585AAF1-3147-FDB2-5B06-85003F14462D}"/>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3" name="Group 42">
            <a:extLst>
              <a:ext uri="{FF2B5EF4-FFF2-40B4-BE49-F238E27FC236}">
                <a16:creationId xmlns:a16="http://schemas.microsoft.com/office/drawing/2014/main" id="{37421BC8-DDB6-46AC-A3C0-B055281C82A4}"/>
              </a:ext>
            </a:extLst>
          </p:cNvPr>
          <p:cNvGrpSpPr/>
          <p:nvPr userDrawn="1"/>
        </p:nvGrpSpPr>
        <p:grpSpPr>
          <a:xfrm>
            <a:off x="390154" y="406178"/>
            <a:ext cx="1240285" cy="341910"/>
            <a:chOff x="2700591" y="2522601"/>
            <a:chExt cx="6428993" cy="1772284"/>
          </a:xfrm>
        </p:grpSpPr>
        <p:sp>
          <p:nvSpPr>
            <p:cNvPr id="44" name="Freeform: Shape 40">
              <a:extLst>
                <a:ext uri="{FF2B5EF4-FFF2-40B4-BE49-F238E27FC236}">
                  <a16:creationId xmlns:a16="http://schemas.microsoft.com/office/drawing/2014/main" id="{16260E95-5264-E4C5-3829-286A82658172}"/>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5" name="Graphic 20">
              <a:extLst>
                <a:ext uri="{FF2B5EF4-FFF2-40B4-BE49-F238E27FC236}">
                  <a16:creationId xmlns:a16="http://schemas.microsoft.com/office/drawing/2014/main" id="{00D097C2-8BB4-7B32-F34A-A899E253B8A0}"/>
                </a:ext>
              </a:extLst>
            </p:cNvPr>
            <p:cNvGrpSpPr/>
            <p:nvPr/>
          </p:nvGrpSpPr>
          <p:grpSpPr>
            <a:xfrm>
              <a:off x="5034660" y="3339528"/>
              <a:ext cx="4094924" cy="747077"/>
              <a:chOff x="5034660" y="3339528"/>
              <a:chExt cx="4094924" cy="747077"/>
            </a:xfrm>
            <a:solidFill>
              <a:srgbClr val="FFFFFF"/>
            </a:solidFill>
          </p:grpSpPr>
          <p:sp>
            <p:nvSpPr>
              <p:cNvPr id="46" name="Freeform: Shape 42">
                <a:extLst>
                  <a:ext uri="{FF2B5EF4-FFF2-40B4-BE49-F238E27FC236}">
                    <a16:creationId xmlns:a16="http://schemas.microsoft.com/office/drawing/2014/main" id="{BFA97F36-57EE-E468-54A2-DF08D8D9D44F}"/>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7" name="Freeform: Shape 43">
                <a:extLst>
                  <a:ext uri="{FF2B5EF4-FFF2-40B4-BE49-F238E27FC236}">
                    <a16:creationId xmlns:a16="http://schemas.microsoft.com/office/drawing/2014/main" id="{F7CE59F9-AB81-752A-B62C-2100C7950E44}"/>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8" name="Freeform: Shape 44">
                <a:extLst>
                  <a:ext uri="{FF2B5EF4-FFF2-40B4-BE49-F238E27FC236}">
                    <a16:creationId xmlns:a16="http://schemas.microsoft.com/office/drawing/2014/main" id="{2FB3C421-2916-72F4-8E8E-88519EA7581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9" name="Freeform: Shape 45">
                <a:extLst>
                  <a:ext uri="{FF2B5EF4-FFF2-40B4-BE49-F238E27FC236}">
                    <a16:creationId xmlns:a16="http://schemas.microsoft.com/office/drawing/2014/main" id="{1AC35BF6-52DE-5DF5-F0AD-96AAEEEEEB2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50" name="Freeform: Shape 46">
                <a:extLst>
                  <a:ext uri="{FF2B5EF4-FFF2-40B4-BE49-F238E27FC236}">
                    <a16:creationId xmlns:a16="http://schemas.microsoft.com/office/drawing/2014/main" id="{6FF35EB8-24E5-6D40-BBF9-B8CCFBED2E53}"/>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51" name="Freeform: Shape 47">
                <a:extLst>
                  <a:ext uri="{FF2B5EF4-FFF2-40B4-BE49-F238E27FC236}">
                    <a16:creationId xmlns:a16="http://schemas.microsoft.com/office/drawing/2014/main" id="{0DB01190-7F20-A520-581F-25C0E40D56EF}"/>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2" name="Freeform: Shape 48">
                <a:extLst>
                  <a:ext uri="{FF2B5EF4-FFF2-40B4-BE49-F238E27FC236}">
                    <a16:creationId xmlns:a16="http://schemas.microsoft.com/office/drawing/2014/main" id="{600B6F24-2926-E3E9-041B-FC5D4571C3FD}"/>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3" name="Freeform: Shape 49">
                <a:extLst>
                  <a:ext uri="{FF2B5EF4-FFF2-40B4-BE49-F238E27FC236}">
                    <a16:creationId xmlns:a16="http://schemas.microsoft.com/office/drawing/2014/main" id="{0C932134-D252-1E17-4385-CAB35EB4F745}"/>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Espaço Reservado para Texto 6">
            <a:extLst>
              <a:ext uri="{FF2B5EF4-FFF2-40B4-BE49-F238E27FC236}">
                <a16:creationId xmlns:a16="http://schemas.microsoft.com/office/drawing/2014/main" id="{43EAF689-CC3A-27D8-5F70-B2E76B851A6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5" name="Date Placeholder 1">
            <a:extLst>
              <a:ext uri="{FF2B5EF4-FFF2-40B4-BE49-F238E27FC236}">
                <a16:creationId xmlns:a16="http://schemas.microsoft.com/office/drawing/2014/main" id="{0AFB8DEE-33AF-703A-08FB-D291C8039FFB}"/>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28, 2026</a:t>
            </a:fld>
            <a:endParaRPr lang="en-US" dirty="0"/>
          </a:p>
        </p:txBody>
      </p:sp>
      <p:sp>
        <p:nvSpPr>
          <p:cNvPr id="56" name="Espaço Reservado para Texto 6">
            <a:extLst>
              <a:ext uri="{FF2B5EF4-FFF2-40B4-BE49-F238E27FC236}">
                <a16:creationId xmlns:a16="http://schemas.microsoft.com/office/drawing/2014/main" id="{90C61F80-6C94-B7A4-4E3B-C5D6EA510DD5}"/>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7" name="Espaço Reservado para Texto 6">
            <a:extLst>
              <a:ext uri="{FF2B5EF4-FFF2-40B4-BE49-F238E27FC236}">
                <a16:creationId xmlns:a16="http://schemas.microsoft.com/office/drawing/2014/main" id="{F9B4A42F-00FD-EC2E-3D05-CC0FAC3D1110}"/>
              </a:ext>
            </a:extLst>
          </p:cNvPr>
          <p:cNvSpPr>
            <a:spLocks noGrp="1"/>
          </p:cNvSpPr>
          <p:nvPr>
            <p:ph type="body" sz="quarter" idx="41"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Text Placeholder 4">
            <a:extLst>
              <a:ext uri="{FF2B5EF4-FFF2-40B4-BE49-F238E27FC236}">
                <a16:creationId xmlns:a16="http://schemas.microsoft.com/office/drawing/2014/main" id="{03F24DE4-04E0-A5A8-F149-FAF4BF9651B6}"/>
              </a:ext>
            </a:extLst>
          </p:cNvPr>
          <p:cNvSpPr>
            <a:spLocks noGrp="1"/>
          </p:cNvSpPr>
          <p:nvPr>
            <p:ph type="body" sz="quarter" idx="39" hasCustomPrompt="1"/>
          </p:nvPr>
        </p:nvSpPr>
        <p:spPr>
          <a:xfrm>
            <a:off x="4330593" y="6544495"/>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2911FEF9-0A77-5C12-1418-42473AFCE41A}"/>
              </a:ext>
            </a:extLst>
          </p:cNvPr>
          <p:cNvSpPr>
            <a:spLocks noGrp="1"/>
          </p:cNvSpPr>
          <p:nvPr>
            <p:ph type="body" sz="quarter" idx="40" hasCustomPrompt="1"/>
          </p:nvPr>
        </p:nvSpPr>
        <p:spPr>
          <a:xfrm>
            <a:off x="4330593" y="670629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262FBF81-AC68-DDE3-9791-5EB1369BB13D}"/>
              </a:ext>
            </a:extLst>
          </p:cNvPr>
          <p:cNvSpPr>
            <a:spLocks noGrp="1"/>
          </p:cNvSpPr>
          <p:nvPr>
            <p:ph type="body" sz="quarter" idx="41" hasCustomPrompt="1"/>
          </p:nvPr>
        </p:nvSpPr>
        <p:spPr>
          <a:xfrm>
            <a:off x="4330593" y="68331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72B7B639-7E4C-008E-2F07-EFDDF1658B2C}"/>
              </a:ext>
            </a:extLst>
          </p:cNvPr>
          <p:cNvSpPr>
            <a:spLocks noGrp="1"/>
          </p:cNvSpPr>
          <p:nvPr>
            <p:ph type="body" sz="quarter" idx="42" hasCustomPrompt="1"/>
          </p:nvPr>
        </p:nvSpPr>
        <p:spPr>
          <a:xfrm>
            <a:off x="4330593" y="703075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DED10EBA-827E-ACAF-F415-E893CEA58E46}"/>
              </a:ext>
            </a:extLst>
          </p:cNvPr>
          <p:cNvSpPr>
            <a:spLocks noGrp="1"/>
          </p:cNvSpPr>
          <p:nvPr>
            <p:ph type="body" sz="quarter" idx="43" hasCustomPrompt="1"/>
          </p:nvPr>
        </p:nvSpPr>
        <p:spPr>
          <a:xfrm>
            <a:off x="4330593" y="719254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EF921770-73BA-30FA-5FFA-AF7977B7F701}"/>
              </a:ext>
            </a:extLst>
          </p:cNvPr>
          <p:cNvSpPr>
            <a:spLocks noGrp="1"/>
          </p:cNvSpPr>
          <p:nvPr>
            <p:ph type="body" sz="quarter" idx="44" hasCustomPrompt="1"/>
          </p:nvPr>
        </p:nvSpPr>
        <p:spPr>
          <a:xfrm>
            <a:off x="4330593" y="73194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20ACEDB3-2C09-E20D-821E-DDD418D3FEB1}"/>
              </a:ext>
            </a:extLst>
          </p:cNvPr>
          <p:cNvSpPr>
            <a:spLocks noGrp="1"/>
          </p:cNvSpPr>
          <p:nvPr>
            <p:ph type="body" sz="quarter" idx="45" hasCustomPrompt="1"/>
          </p:nvPr>
        </p:nvSpPr>
        <p:spPr>
          <a:xfrm>
            <a:off x="4330593" y="752432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86DF4C01-3652-C9F0-F8FF-57CF059BACF5}"/>
              </a:ext>
            </a:extLst>
          </p:cNvPr>
          <p:cNvSpPr>
            <a:spLocks noGrp="1"/>
          </p:cNvSpPr>
          <p:nvPr>
            <p:ph type="body" sz="quarter" idx="46" hasCustomPrompt="1"/>
          </p:nvPr>
        </p:nvSpPr>
        <p:spPr>
          <a:xfrm>
            <a:off x="4330593" y="768611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716E856C-FAC0-A224-30F5-9210B261B290}"/>
              </a:ext>
            </a:extLst>
          </p:cNvPr>
          <p:cNvSpPr>
            <a:spLocks noGrp="1"/>
          </p:cNvSpPr>
          <p:nvPr>
            <p:ph type="body" sz="quarter" idx="47" hasCustomPrompt="1"/>
          </p:nvPr>
        </p:nvSpPr>
        <p:spPr>
          <a:xfrm>
            <a:off x="4330593" y="78129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B7A0699F-1107-A7EB-E37F-3282D8B26723}"/>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4" name="Espaço Reservado para Conteúdo 14">
            <a:extLst>
              <a:ext uri="{FF2B5EF4-FFF2-40B4-BE49-F238E27FC236}">
                <a16:creationId xmlns:a16="http://schemas.microsoft.com/office/drawing/2014/main" id="{8E3A02D8-6F7D-7ADF-FBA5-4B8274BFE885}"/>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35" name="Straight Connector 34">
            <a:extLst>
              <a:ext uri="{FF2B5EF4-FFF2-40B4-BE49-F238E27FC236}">
                <a16:creationId xmlns:a16="http://schemas.microsoft.com/office/drawing/2014/main" id="{72580441-ACD3-34DD-BE7E-A48F3B2C9853}"/>
              </a:ext>
            </a:extLst>
          </p:cNvPr>
          <p:cNvCxnSpPr>
            <a:cxnSpLocks/>
          </p:cNvCxnSpPr>
          <p:nvPr userDrawn="1"/>
        </p:nvCxnSpPr>
        <p:spPr>
          <a:xfrm>
            <a:off x="4227459" y="3692524"/>
            <a:ext cx="0" cy="57610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3AD50A6F-9852-2DF4-CD76-ABDAB2ECB230}"/>
              </a:ext>
            </a:extLst>
          </p:cNvPr>
          <p:cNvSpPr>
            <a:spLocks noGrp="1"/>
          </p:cNvSpPr>
          <p:nvPr>
            <p:ph sz="quarter" idx="25" hasCustomPrompt="1"/>
          </p:nvPr>
        </p:nvSpPr>
        <p:spPr>
          <a:xfrm>
            <a:off x="4330593" y="5400654"/>
            <a:ext cx="2159107" cy="9462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A1EEFDF8-66EC-B678-3690-4B90D5170795}"/>
              </a:ext>
            </a:extLst>
          </p:cNvPr>
          <p:cNvSpPr>
            <a:spLocks noGrp="1"/>
          </p:cNvSpPr>
          <p:nvPr>
            <p:ph sz="quarter" idx="48" hasCustomPrompt="1"/>
          </p:nvPr>
        </p:nvSpPr>
        <p:spPr>
          <a:xfrm>
            <a:off x="4330593" y="5112035"/>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0FE5B210-6AEE-6D43-743F-B26EA372DEB4}"/>
              </a:ext>
            </a:extLst>
          </p:cNvPr>
          <p:cNvSpPr>
            <a:spLocks noGrp="1"/>
          </p:cNvSpPr>
          <p:nvPr>
            <p:ph sz="quarter" idx="49" hasCustomPrompt="1"/>
          </p:nvPr>
        </p:nvSpPr>
        <p:spPr>
          <a:xfrm>
            <a:off x="4330593" y="3692524"/>
            <a:ext cx="2159107" cy="123918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Text Placeholder 4">
            <a:extLst>
              <a:ext uri="{FF2B5EF4-FFF2-40B4-BE49-F238E27FC236}">
                <a16:creationId xmlns:a16="http://schemas.microsoft.com/office/drawing/2014/main" id="{76703E1C-3A23-54F1-0E55-A22109AD96E7}"/>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41" name="Text Placeholder 4">
            <a:extLst>
              <a:ext uri="{FF2B5EF4-FFF2-40B4-BE49-F238E27FC236}">
                <a16:creationId xmlns:a16="http://schemas.microsoft.com/office/drawing/2014/main" id="{5E067759-B73B-DD64-0392-7F84B67AA6EA}"/>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60" name="Graphic 59">
            <a:extLst>
              <a:ext uri="{FF2B5EF4-FFF2-40B4-BE49-F238E27FC236}">
                <a16:creationId xmlns:a16="http://schemas.microsoft.com/office/drawing/2014/main" id="{488913DE-64DE-725E-2901-ACC6D7ED67D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61" name="Picture 60" descr="A blue and white dot pattern&#10;&#10;AI-generated content may be incorrect.">
            <a:extLst>
              <a:ext uri="{FF2B5EF4-FFF2-40B4-BE49-F238E27FC236}">
                <a16:creationId xmlns:a16="http://schemas.microsoft.com/office/drawing/2014/main" id="{CD3B1B4D-4EB1-96E9-9DD0-F60C97FA17B4}"/>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62" name="Graphic 61">
            <a:extLst>
              <a:ext uri="{FF2B5EF4-FFF2-40B4-BE49-F238E27FC236}">
                <a16:creationId xmlns:a16="http://schemas.microsoft.com/office/drawing/2014/main" id="{041A732F-BCCC-2457-2DC2-372E9B0E3236}"/>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3" name="Rectangle 62">
            <a:extLst>
              <a:ext uri="{FF2B5EF4-FFF2-40B4-BE49-F238E27FC236}">
                <a16:creationId xmlns:a16="http://schemas.microsoft.com/office/drawing/2014/main" id="{42656AAB-8730-CADD-E968-CE6ADF729A23}"/>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4" name="Espaço Reservado para Texto 6">
            <a:extLst>
              <a:ext uri="{FF2B5EF4-FFF2-40B4-BE49-F238E27FC236}">
                <a16:creationId xmlns:a16="http://schemas.microsoft.com/office/drawing/2014/main" id="{D00FF986-E161-ED01-B9B0-044B5618655B}"/>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65" name="Group 64">
            <a:extLst>
              <a:ext uri="{FF2B5EF4-FFF2-40B4-BE49-F238E27FC236}">
                <a16:creationId xmlns:a16="http://schemas.microsoft.com/office/drawing/2014/main" id="{2DF15460-A64C-A507-8247-BC8BCAB27008}"/>
              </a:ext>
            </a:extLst>
          </p:cNvPr>
          <p:cNvGrpSpPr/>
          <p:nvPr userDrawn="1"/>
        </p:nvGrpSpPr>
        <p:grpSpPr>
          <a:xfrm>
            <a:off x="390154" y="406178"/>
            <a:ext cx="1240285" cy="341910"/>
            <a:chOff x="2700591" y="2522601"/>
            <a:chExt cx="6428993" cy="1772284"/>
          </a:xfrm>
        </p:grpSpPr>
        <p:sp>
          <p:nvSpPr>
            <p:cNvPr id="66" name="Freeform: Shape 40">
              <a:extLst>
                <a:ext uri="{FF2B5EF4-FFF2-40B4-BE49-F238E27FC236}">
                  <a16:creationId xmlns:a16="http://schemas.microsoft.com/office/drawing/2014/main" id="{A5735508-84B2-C333-E17F-988AFC579FC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67" name="Graphic 20">
              <a:extLst>
                <a:ext uri="{FF2B5EF4-FFF2-40B4-BE49-F238E27FC236}">
                  <a16:creationId xmlns:a16="http://schemas.microsoft.com/office/drawing/2014/main" id="{5DD881CB-BD90-77BB-EC8F-24C359EC2E9D}"/>
                </a:ext>
              </a:extLst>
            </p:cNvPr>
            <p:cNvGrpSpPr/>
            <p:nvPr/>
          </p:nvGrpSpPr>
          <p:grpSpPr>
            <a:xfrm>
              <a:off x="5034660" y="3339528"/>
              <a:ext cx="4094924" cy="747077"/>
              <a:chOff x="5034660" y="3339528"/>
              <a:chExt cx="4094924" cy="747077"/>
            </a:xfrm>
            <a:solidFill>
              <a:srgbClr val="FFFFFF"/>
            </a:solidFill>
          </p:grpSpPr>
          <p:sp>
            <p:nvSpPr>
              <p:cNvPr id="68" name="Freeform: Shape 42">
                <a:extLst>
                  <a:ext uri="{FF2B5EF4-FFF2-40B4-BE49-F238E27FC236}">
                    <a16:creationId xmlns:a16="http://schemas.microsoft.com/office/drawing/2014/main" id="{23186555-8418-5293-C5B9-8E2D68B1DAD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69" name="Freeform: Shape 43">
                <a:extLst>
                  <a:ext uri="{FF2B5EF4-FFF2-40B4-BE49-F238E27FC236}">
                    <a16:creationId xmlns:a16="http://schemas.microsoft.com/office/drawing/2014/main" id="{CC458950-6FEB-E061-6B8B-78F0939A8A1B}"/>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70" name="Freeform: Shape 44">
                <a:extLst>
                  <a:ext uri="{FF2B5EF4-FFF2-40B4-BE49-F238E27FC236}">
                    <a16:creationId xmlns:a16="http://schemas.microsoft.com/office/drawing/2014/main" id="{E5048AC9-B827-5C33-BB02-DAC97FB1831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71" name="Freeform: Shape 45">
                <a:extLst>
                  <a:ext uri="{FF2B5EF4-FFF2-40B4-BE49-F238E27FC236}">
                    <a16:creationId xmlns:a16="http://schemas.microsoft.com/office/drawing/2014/main" id="{3F279BFE-4205-1161-0B52-6749E9664DAF}"/>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72" name="Freeform: Shape 46">
                <a:extLst>
                  <a:ext uri="{FF2B5EF4-FFF2-40B4-BE49-F238E27FC236}">
                    <a16:creationId xmlns:a16="http://schemas.microsoft.com/office/drawing/2014/main" id="{FA1584E1-5813-7134-3D53-606754F4CDF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73" name="Freeform: Shape 47">
                <a:extLst>
                  <a:ext uri="{FF2B5EF4-FFF2-40B4-BE49-F238E27FC236}">
                    <a16:creationId xmlns:a16="http://schemas.microsoft.com/office/drawing/2014/main" id="{F51B60BC-97AB-DF48-54FF-4BAF933DC69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74" name="Freeform: Shape 48">
                <a:extLst>
                  <a:ext uri="{FF2B5EF4-FFF2-40B4-BE49-F238E27FC236}">
                    <a16:creationId xmlns:a16="http://schemas.microsoft.com/office/drawing/2014/main" id="{664716FE-A3FD-CD9E-95FA-D16A95DF5F23}"/>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75" name="Freeform: Shape 49">
                <a:extLst>
                  <a:ext uri="{FF2B5EF4-FFF2-40B4-BE49-F238E27FC236}">
                    <a16:creationId xmlns:a16="http://schemas.microsoft.com/office/drawing/2014/main" id="{9C8E083D-9044-1216-0736-D79B7E5CB7E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76" name="Espaço Reservado para Texto 6">
            <a:extLst>
              <a:ext uri="{FF2B5EF4-FFF2-40B4-BE49-F238E27FC236}">
                <a16:creationId xmlns:a16="http://schemas.microsoft.com/office/drawing/2014/main" id="{7C298CFA-A669-5222-A96E-32F03BCFA7F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77" name="Date Placeholder 1">
            <a:extLst>
              <a:ext uri="{FF2B5EF4-FFF2-40B4-BE49-F238E27FC236}">
                <a16:creationId xmlns:a16="http://schemas.microsoft.com/office/drawing/2014/main" id="{54C0798F-039A-A3EC-EAA9-427170CC4215}"/>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28, 2026</a:t>
            </a:fld>
            <a:endParaRPr lang="en-US" dirty="0"/>
          </a:p>
        </p:txBody>
      </p:sp>
      <p:sp>
        <p:nvSpPr>
          <p:cNvPr id="78" name="Espaço Reservado para Texto 6">
            <a:extLst>
              <a:ext uri="{FF2B5EF4-FFF2-40B4-BE49-F238E27FC236}">
                <a16:creationId xmlns:a16="http://schemas.microsoft.com/office/drawing/2014/main" id="{6B13DFE6-D448-CFBC-B8D1-60EF9BFE657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79" name="Espaço Reservado para Texto 6">
            <a:extLst>
              <a:ext uri="{FF2B5EF4-FFF2-40B4-BE49-F238E27FC236}">
                <a16:creationId xmlns:a16="http://schemas.microsoft.com/office/drawing/2014/main" id="{428403CC-42AD-1E37-3FBF-2895B87B8BA4}"/>
              </a:ext>
            </a:extLst>
          </p:cNvPr>
          <p:cNvSpPr>
            <a:spLocks noGrp="1"/>
          </p:cNvSpPr>
          <p:nvPr>
            <p:ph type="body" sz="quarter" idx="50"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A955F5D8-0156-E60B-A6A0-DA6EBBCACA35}"/>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671F3DC4-3146-7572-DF86-04CF30B4670A}"/>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C25FBB51-101B-7BC4-6209-A6AE0F61B541}"/>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CCD507EB-0DD5-E0FE-7EBF-64F0329C193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B2D3B57B-5654-08D9-CF35-1B0510FBDB43}"/>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3E40D777-F23D-154B-ED18-B3AC90627CAD}"/>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2FB8FCA1-B9F0-6733-CCF5-17884C12C282}"/>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1C6E0D76-848C-96AE-C91B-C6E6F86E0FE1}"/>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70DBE899-3012-A4CF-0309-407CAE5D714A}"/>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AF3F2DBA-090D-C776-7BBA-64874B35F7AC}"/>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C2553539-94F4-53FE-224D-42D9F145E1FE}"/>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020CCC31-EABC-9A13-29FD-F75168E56A12}"/>
              </a:ext>
            </a:extLst>
          </p:cNvPr>
          <p:cNvSpPr>
            <a:spLocks noGrp="1"/>
          </p:cNvSpPr>
          <p:nvPr>
            <p:ph type="body" sz="quarter" idx="23"/>
          </p:nvPr>
        </p:nvSpPr>
        <p:spPr>
          <a:xfrm>
            <a:off x="390154" y="3692524"/>
            <a:ext cx="3734170" cy="5761038"/>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528AB6C8-4A03-776C-6C2F-A6FFEB8FB5AB}"/>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3" name="Graphic 2">
            <a:extLst>
              <a:ext uri="{FF2B5EF4-FFF2-40B4-BE49-F238E27FC236}">
                <a16:creationId xmlns:a16="http://schemas.microsoft.com/office/drawing/2014/main" id="{05BB9D5A-EBDE-C175-CD3E-E0B507A11BB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E247E6EB-E84C-0DD6-761F-7C783AE1C85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1B940E1D-D282-572B-9FA1-16CEBA5BF58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7" name="Rectangle 36">
            <a:extLst>
              <a:ext uri="{FF2B5EF4-FFF2-40B4-BE49-F238E27FC236}">
                <a16:creationId xmlns:a16="http://schemas.microsoft.com/office/drawing/2014/main" id="{07F2DFBC-A822-DD8E-3CC6-647666F476F6}"/>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Espaço Reservado para Texto 6">
            <a:extLst>
              <a:ext uri="{FF2B5EF4-FFF2-40B4-BE49-F238E27FC236}">
                <a16:creationId xmlns:a16="http://schemas.microsoft.com/office/drawing/2014/main" id="{6AC03389-438B-A71B-B298-F45CEE930085}"/>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1" name="Group 40">
            <a:extLst>
              <a:ext uri="{FF2B5EF4-FFF2-40B4-BE49-F238E27FC236}">
                <a16:creationId xmlns:a16="http://schemas.microsoft.com/office/drawing/2014/main" id="{3F70470F-88B3-C8C1-6D31-C3AC721DD7A0}"/>
              </a:ext>
            </a:extLst>
          </p:cNvPr>
          <p:cNvGrpSpPr/>
          <p:nvPr userDrawn="1"/>
        </p:nvGrpSpPr>
        <p:grpSpPr>
          <a:xfrm>
            <a:off x="390154" y="406178"/>
            <a:ext cx="1240285" cy="341910"/>
            <a:chOff x="2700591" y="2522601"/>
            <a:chExt cx="6428993" cy="1772284"/>
          </a:xfrm>
        </p:grpSpPr>
        <p:sp>
          <p:nvSpPr>
            <p:cNvPr id="42" name="Freeform: Shape 40">
              <a:extLst>
                <a:ext uri="{FF2B5EF4-FFF2-40B4-BE49-F238E27FC236}">
                  <a16:creationId xmlns:a16="http://schemas.microsoft.com/office/drawing/2014/main" id="{FA38B550-E69A-14BF-7816-DC6FCB871E19}"/>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3" name="Graphic 20">
              <a:extLst>
                <a:ext uri="{FF2B5EF4-FFF2-40B4-BE49-F238E27FC236}">
                  <a16:creationId xmlns:a16="http://schemas.microsoft.com/office/drawing/2014/main" id="{6691A48E-6730-90AB-EEEC-ED1B9915CE2E}"/>
                </a:ext>
              </a:extLst>
            </p:cNvPr>
            <p:cNvGrpSpPr/>
            <p:nvPr/>
          </p:nvGrpSpPr>
          <p:grpSpPr>
            <a:xfrm>
              <a:off x="5034660" y="3339528"/>
              <a:ext cx="4094924" cy="747077"/>
              <a:chOff x="5034660" y="3339528"/>
              <a:chExt cx="4094924" cy="747077"/>
            </a:xfrm>
            <a:solidFill>
              <a:srgbClr val="FFFFFF"/>
            </a:solidFill>
          </p:grpSpPr>
          <p:sp>
            <p:nvSpPr>
              <p:cNvPr id="44" name="Freeform: Shape 42">
                <a:extLst>
                  <a:ext uri="{FF2B5EF4-FFF2-40B4-BE49-F238E27FC236}">
                    <a16:creationId xmlns:a16="http://schemas.microsoft.com/office/drawing/2014/main" id="{5B874800-9A82-0C18-70B7-60FFD09CC37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0259C9DA-CB4D-D241-4687-D7E02A62A05D}"/>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FD90D22C-AB1D-687C-F41E-F0962B87050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02D21845-2E7F-6152-F430-C6C2E393E45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2BE651EB-2E73-D5E7-C720-62FAB08CDC6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A95C3E20-FF5E-A0EB-88B7-DF350ACA9952}"/>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A44196F-EB7E-7BFB-B9D9-79C4F7170F2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2" name="Freeform: Shape 49">
                <a:extLst>
                  <a:ext uri="{FF2B5EF4-FFF2-40B4-BE49-F238E27FC236}">
                    <a16:creationId xmlns:a16="http://schemas.microsoft.com/office/drawing/2014/main" id="{BB84E2C9-366C-61C6-EF98-739C95F3BCD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3" name="Espaço Reservado para Texto 6">
            <a:extLst>
              <a:ext uri="{FF2B5EF4-FFF2-40B4-BE49-F238E27FC236}">
                <a16:creationId xmlns:a16="http://schemas.microsoft.com/office/drawing/2014/main" id="{09F7EE18-A3CE-B647-3F7D-F46C103DD4D9}"/>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4" name="Date Placeholder 1">
            <a:extLst>
              <a:ext uri="{FF2B5EF4-FFF2-40B4-BE49-F238E27FC236}">
                <a16:creationId xmlns:a16="http://schemas.microsoft.com/office/drawing/2014/main" id="{8E5AB956-024E-968E-D4E7-BEECA616A51F}"/>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28, 2026</a:t>
            </a:fld>
            <a:endParaRPr lang="en-US" dirty="0"/>
          </a:p>
        </p:txBody>
      </p:sp>
      <p:sp>
        <p:nvSpPr>
          <p:cNvPr id="56" name="Espaço Reservado para Texto 6">
            <a:extLst>
              <a:ext uri="{FF2B5EF4-FFF2-40B4-BE49-F238E27FC236}">
                <a16:creationId xmlns:a16="http://schemas.microsoft.com/office/drawing/2014/main" id="{D51BA7C7-F6B6-3F30-55F1-536EE9CD935B}"/>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7" name="Espaço Reservado para Texto 6">
            <a:extLst>
              <a:ext uri="{FF2B5EF4-FFF2-40B4-BE49-F238E27FC236}">
                <a16:creationId xmlns:a16="http://schemas.microsoft.com/office/drawing/2014/main" id="{32394EDD-DF82-E908-FC7C-D719F162DC7B}"/>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84879057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5" name="Text Placeholder 4">
            <a:extLst>
              <a:ext uri="{FF2B5EF4-FFF2-40B4-BE49-F238E27FC236}">
                <a16:creationId xmlns:a16="http://schemas.microsoft.com/office/drawing/2014/main" id="{BF7DFD60-2E36-4F02-82F8-E04D808E1906}"/>
              </a:ext>
            </a:extLst>
          </p:cNvPr>
          <p:cNvSpPr>
            <a:spLocks noGrp="1"/>
          </p:cNvSpPr>
          <p:nvPr>
            <p:ph type="body" sz="quarter" idx="20"/>
          </p:nvPr>
        </p:nvSpPr>
        <p:spPr>
          <a:xfrm>
            <a:off x="390154" y="2150953"/>
            <a:ext cx="3734171" cy="7246052"/>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6B77B479-67B9-3D1F-DB63-5A937E29D921}"/>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5" name="Text Placeholder 4">
            <a:extLst>
              <a:ext uri="{FF2B5EF4-FFF2-40B4-BE49-F238E27FC236}">
                <a16:creationId xmlns:a16="http://schemas.microsoft.com/office/drawing/2014/main" id="{CF97AD4E-3588-342E-979B-0CCDF1CF3A66}"/>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6" name="Text Placeholder 4">
            <a:extLst>
              <a:ext uri="{FF2B5EF4-FFF2-40B4-BE49-F238E27FC236}">
                <a16:creationId xmlns:a16="http://schemas.microsoft.com/office/drawing/2014/main" id="{B85DC042-1D7C-4735-DB80-659003055DC8}"/>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8" name="Text Placeholder 4">
            <a:extLst>
              <a:ext uri="{FF2B5EF4-FFF2-40B4-BE49-F238E27FC236}">
                <a16:creationId xmlns:a16="http://schemas.microsoft.com/office/drawing/2014/main" id="{35C34336-3E73-5DC1-40F0-6AF846D48E78}"/>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9" name="Text Placeholder 4">
            <a:extLst>
              <a:ext uri="{FF2B5EF4-FFF2-40B4-BE49-F238E27FC236}">
                <a16:creationId xmlns:a16="http://schemas.microsoft.com/office/drawing/2014/main" id="{8CD3B534-6D99-4C48-73C6-A90E786EAF1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0" name="Text Placeholder 4">
            <a:extLst>
              <a:ext uri="{FF2B5EF4-FFF2-40B4-BE49-F238E27FC236}">
                <a16:creationId xmlns:a16="http://schemas.microsoft.com/office/drawing/2014/main" id="{2028EDBB-9588-28C2-3D10-94EAAEC88F4D}"/>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1" name="Text Placeholder 4">
            <a:extLst>
              <a:ext uri="{FF2B5EF4-FFF2-40B4-BE49-F238E27FC236}">
                <a16:creationId xmlns:a16="http://schemas.microsoft.com/office/drawing/2014/main" id="{2A785A59-B1EC-BCA9-3C61-AA41FD3030AA}"/>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2" name="Text Placeholder 4">
            <a:extLst>
              <a:ext uri="{FF2B5EF4-FFF2-40B4-BE49-F238E27FC236}">
                <a16:creationId xmlns:a16="http://schemas.microsoft.com/office/drawing/2014/main" id="{687FE4BC-3557-8ACF-282E-E55A17020846}"/>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3" name="Text Placeholder 4">
            <a:extLst>
              <a:ext uri="{FF2B5EF4-FFF2-40B4-BE49-F238E27FC236}">
                <a16:creationId xmlns:a16="http://schemas.microsoft.com/office/drawing/2014/main" id="{71BC99D4-EA9B-7B0F-636D-51A7398724C0}"/>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539D7FB9-B2E7-F477-8C41-841677DAAFE0}"/>
              </a:ext>
            </a:extLst>
          </p:cNvPr>
          <p:cNvCxnSpPr>
            <a:cxnSpLocks/>
          </p:cNvCxnSpPr>
          <p:nvPr userDrawn="1"/>
        </p:nvCxnSpPr>
        <p:spPr>
          <a:xfrm>
            <a:off x="4227459" y="2150951"/>
            <a:ext cx="0" cy="724605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Espaço Reservado para Conteúdo 14">
            <a:extLst>
              <a:ext uri="{FF2B5EF4-FFF2-40B4-BE49-F238E27FC236}">
                <a16:creationId xmlns:a16="http://schemas.microsoft.com/office/drawing/2014/main" id="{5D3EDB8D-754F-B41B-52BE-3C9C63C87727}"/>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pic>
        <p:nvPicPr>
          <p:cNvPr id="3" name="Graphic 2">
            <a:extLst>
              <a:ext uri="{FF2B5EF4-FFF2-40B4-BE49-F238E27FC236}">
                <a16:creationId xmlns:a16="http://schemas.microsoft.com/office/drawing/2014/main" id="{35506383-B761-D6BF-E9C5-213A99292D8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47D37BCB-8BD1-530F-56F4-52C5492387D4}"/>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4253F920-37E1-2CCC-D0AD-0BD23A499100}"/>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6" name="Rectangle 35">
            <a:extLst>
              <a:ext uri="{FF2B5EF4-FFF2-40B4-BE49-F238E27FC236}">
                <a16:creationId xmlns:a16="http://schemas.microsoft.com/office/drawing/2014/main" id="{E3A5AFDE-C0AE-61B1-43A2-060D526B8D00}"/>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9" name="Espaço Reservado para Texto 6">
            <a:extLst>
              <a:ext uri="{FF2B5EF4-FFF2-40B4-BE49-F238E27FC236}">
                <a16:creationId xmlns:a16="http://schemas.microsoft.com/office/drawing/2014/main" id="{ABC67BA8-3B7B-64ED-E732-64AB943B73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0" name="Group 39">
            <a:extLst>
              <a:ext uri="{FF2B5EF4-FFF2-40B4-BE49-F238E27FC236}">
                <a16:creationId xmlns:a16="http://schemas.microsoft.com/office/drawing/2014/main" id="{8180E645-A281-578A-9584-040B1B360A76}"/>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C2A4BCDC-C853-CEEC-FDC4-37A7DDB5273C}"/>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99AF96D5-788D-A4B8-E8B9-9DB8B25439A4}"/>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70473335-3A57-EADC-D22A-2CB0F56A1F2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05C36AE0-F013-88E6-CE9C-9FE55D18312B}"/>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2DCB93B2-FF33-AE52-CE4C-1894F302393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163FF1D-01B0-986B-BAC6-648384EFBD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949DC71-6D26-236E-9F09-DA4F2A5D36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5478D96D-1F00-583E-2831-8AE7D9E00C6B}"/>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ACBDB0BC-490E-2746-BE69-4945759C771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A6763E9-4D09-7546-0D6F-D7300AF97A4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1" name="Espaço Reservado para Texto 6">
            <a:extLst>
              <a:ext uri="{FF2B5EF4-FFF2-40B4-BE49-F238E27FC236}">
                <a16:creationId xmlns:a16="http://schemas.microsoft.com/office/drawing/2014/main" id="{96A76248-D278-A93C-29A0-F3B678A4A768}"/>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2" name="Date Placeholder 1">
            <a:extLst>
              <a:ext uri="{FF2B5EF4-FFF2-40B4-BE49-F238E27FC236}">
                <a16:creationId xmlns:a16="http://schemas.microsoft.com/office/drawing/2014/main" id="{50D3FFE1-1214-4FAD-7C1E-F096A11C5683}"/>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28, 2026</a:t>
            </a:fld>
            <a:endParaRPr lang="en-US" dirty="0"/>
          </a:p>
        </p:txBody>
      </p:sp>
      <p:sp>
        <p:nvSpPr>
          <p:cNvPr id="53" name="Espaço Reservado para Texto 6">
            <a:extLst>
              <a:ext uri="{FF2B5EF4-FFF2-40B4-BE49-F238E27FC236}">
                <a16:creationId xmlns:a16="http://schemas.microsoft.com/office/drawing/2014/main" id="{1A4BAC10-6E9D-8385-641C-6B58829F3F45}"/>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91B88A0C-F37B-BB3A-DBD6-ABA7F32903D2}"/>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564918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3" name="Graphic 2">
            <a:extLst>
              <a:ext uri="{FF2B5EF4-FFF2-40B4-BE49-F238E27FC236}">
                <a16:creationId xmlns:a16="http://schemas.microsoft.com/office/drawing/2014/main" id="{A14C112E-6DCA-347F-EE5D-94BD1FF4690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266E850E-7816-E3FB-7226-A8CEE21A4F54}"/>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A19085B0-E61E-AC5E-FDC5-AA0B2FF285FE}"/>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3" name="Rectangle 32">
            <a:extLst>
              <a:ext uri="{FF2B5EF4-FFF2-40B4-BE49-F238E27FC236}">
                <a16:creationId xmlns:a16="http://schemas.microsoft.com/office/drawing/2014/main" id="{87A6E124-C454-3CB2-445A-4AF1960A1BAD}"/>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Espaço Reservado para Texto 6">
            <a:extLst>
              <a:ext uri="{FF2B5EF4-FFF2-40B4-BE49-F238E27FC236}">
                <a16:creationId xmlns:a16="http://schemas.microsoft.com/office/drawing/2014/main" id="{77A0EA1E-B1C6-89A3-CA3F-DBA7725D0861}"/>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1" name="Group 40">
            <a:extLst>
              <a:ext uri="{FF2B5EF4-FFF2-40B4-BE49-F238E27FC236}">
                <a16:creationId xmlns:a16="http://schemas.microsoft.com/office/drawing/2014/main" id="{4355ED90-9BB0-9B47-3D12-3994341D7F5E}"/>
              </a:ext>
            </a:extLst>
          </p:cNvPr>
          <p:cNvGrpSpPr/>
          <p:nvPr userDrawn="1"/>
        </p:nvGrpSpPr>
        <p:grpSpPr>
          <a:xfrm>
            <a:off x="390154" y="406178"/>
            <a:ext cx="1240285" cy="341910"/>
            <a:chOff x="2700591" y="2522601"/>
            <a:chExt cx="6428993" cy="1772284"/>
          </a:xfrm>
        </p:grpSpPr>
        <p:sp>
          <p:nvSpPr>
            <p:cNvPr id="42" name="Freeform: Shape 40">
              <a:extLst>
                <a:ext uri="{FF2B5EF4-FFF2-40B4-BE49-F238E27FC236}">
                  <a16:creationId xmlns:a16="http://schemas.microsoft.com/office/drawing/2014/main" id="{B4CAC0FC-6CB6-396E-D603-01B7C63AEBAB}"/>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3" name="Graphic 20">
              <a:extLst>
                <a:ext uri="{FF2B5EF4-FFF2-40B4-BE49-F238E27FC236}">
                  <a16:creationId xmlns:a16="http://schemas.microsoft.com/office/drawing/2014/main" id="{93640F19-A573-6591-D881-F7514B92A0EC}"/>
                </a:ext>
              </a:extLst>
            </p:cNvPr>
            <p:cNvGrpSpPr/>
            <p:nvPr/>
          </p:nvGrpSpPr>
          <p:grpSpPr>
            <a:xfrm>
              <a:off x="5034660" y="3339528"/>
              <a:ext cx="4094924" cy="747077"/>
              <a:chOff x="5034660" y="3339528"/>
              <a:chExt cx="4094924" cy="747077"/>
            </a:xfrm>
            <a:solidFill>
              <a:srgbClr val="FFFFFF"/>
            </a:solidFill>
          </p:grpSpPr>
          <p:sp>
            <p:nvSpPr>
              <p:cNvPr id="44" name="Freeform: Shape 42">
                <a:extLst>
                  <a:ext uri="{FF2B5EF4-FFF2-40B4-BE49-F238E27FC236}">
                    <a16:creationId xmlns:a16="http://schemas.microsoft.com/office/drawing/2014/main" id="{980A1C3B-BDD6-1624-9D56-F61461366687}"/>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ACB0653D-D9CE-184D-870B-0AF98AAF0011}"/>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1EBF33D-BB2A-5D47-B614-77FEC291A0B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B827DE25-E39B-23AF-347D-00DD1BE6296F}"/>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A30F8FB0-7C17-CC2E-8551-19F64F34E9F6}"/>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67257BAD-B632-E55E-00DD-D18DB6D18476}"/>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1AD43897-A594-3DAC-1F4A-264F898BF90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031F5F64-E36B-432B-EB75-281EF5EF779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042E2818-2681-CC77-2A2E-5C0F5876E115}"/>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Date Placeholder 1">
            <a:extLst>
              <a:ext uri="{FF2B5EF4-FFF2-40B4-BE49-F238E27FC236}">
                <a16:creationId xmlns:a16="http://schemas.microsoft.com/office/drawing/2014/main" id="{DF3A696C-8363-F4F9-A4F9-E35C8C06A8DF}"/>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28, 2026</a:t>
            </a:fld>
            <a:endParaRPr lang="en-US" dirty="0"/>
          </a:p>
        </p:txBody>
      </p:sp>
      <p:sp>
        <p:nvSpPr>
          <p:cNvPr id="55" name="Espaço Reservado para Texto 6">
            <a:extLst>
              <a:ext uri="{FF2B5EF4-FFF2-40B4-BE49-F238E27FC236}">
                <a16:creationId xmlns:a16="http://schemas.microsoft.com/office/drawing/2014/main" id="{BE80DB58-0BEF-DBD0-C931-338EC79821A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6" name="Espaço Reservado para Texto 6">
            <a:extLst>
              <a:ext uri="{FF2B5EF4-FFF2-40B4-BE49-F238E27FC236}">
                <a16:creationId xmlns:a16="http://schemas.microsoft.com/office/drawing/2014/main" id="{882E17B6-41EA-9697-2836-56691F98857A}"/>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80186430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Table</a:t>
            </a:r>
            <a:r>
              <a:rPr lang="pt-BR" sz="2800" dirty="0">
                <a:solidFill>
                  <a:srgbClr val="242424"/>
                </a:solidFill>
                <a:latin typeface="+mj-lt"/>
                <a:ea typeface="XP Light Lighthouse" pitchFamily="50" charset="0"/>
              </a:rPr>
              <a:t> </a:t>
            </a:r>
            <a:r>
              <a:rPr lang="pt-BR" sz="2800" dirty="0" err="1">
                <a:solidFill>
                  <a:srgbClr val="242424"/>
                </a:solidFill>
                <a:latin typeface="+mj-lt"/>
                <a:ea typeface="XP Light Lighthouse" pitchFamily="50" charset="0"/>
              </a:rPr>
              <a:t>of</a:t>
            </a:r>
            <a:r>
              <a:rPr lang="pt-BR" sz="2800" dirty="0">
                <a:solidFill>
                  <a:srgbClr val="242424"/>
                </a:solidFill>
                <a:latin typeface="+mj-lt"/>
                <a:ea typeface="XP Light Lighthouse" pitchFamily="50" charset="0"/>
              </a:rPr>
              <a:t> </a:t>
            </a:r>
            <a:r>
              <a:rPr lang="pt-BR" sz="2800" dirty="0" err="1">
                <a:solidFill>
                  <a:srgbClr val="242424"/>
                </a:solidFill>
                <a:latin typeface="+mj-lt"/>
                <a:ea typeface="XP Light Lighthouse" pitchFamily="50" charset="0"/>
              </a:rPr>
              <a:t>contents</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12274675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September 28, 2026</a:t>
            </a:fld>
            <a:endParaRPr lang="en-US" dirty="0"/>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September 28,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September 28,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50858086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September 28, 2026</a:t>
            </a:fld>
            <a:endParaRPr lang="en-US" dirty="0"/>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September 28, 2026</a:t>
            </a:fld>
            <a:endParaRPr lang="en-US" dirty="0"/>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28,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28,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September 28,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592096"/>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was prepared considering the product risk classification in order to generate allocation results for each investor profile.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analysts are obligated to comply with all the rules laid down in the APIMEC </a:t>
            </a:r>
            <a:r>
              <a:rPr lang="en-US" sz="700" kern="1200" spc="-10" baseline="0" dirty="0" err="1">
                <a:solidFill>
                  <a:schemeClr val="tx2"/>
                </a:solidFill>
                <a:effectLst/>
                <a:latin typeface="XP" pitchFamily="2" charset="77"/>
                <a:ea typeface="XP" pitchFamily="2" charset="77"/>
                <a:cs typeface="+mn-cs"/>
              </a:rPr>
              <a:t>Brasil’s</a:t>
            </a:r>
            <a:r>
              <a:rPr lang="en-US" sz="700" kern="1200" spc="-10" baseline="0" dirty="0">
                <a:solidFill>
                  <a:schemeClr val="tx2"/>
                </a:solidFill>
                <a:effectLst/>
                <a:latin typeface="XP" pitchFamily="2" charset="77"/>
                <a:ea typeface="XP" pitchFamily="2" charset="77"/>
                <a:cs typeface="+mn-cs"/>
              </a:rPr>
              <a:t> conduct code for the securities analyst and XP Investimentos’ analyst of securities conduct policy.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Customer service is carried out by XP Investimentos employees or by investments advisors who perform their activities through XP, in accordance with CVM Resolution 178/2023, which are registered in the national association of brokers and distributors of securities (“ANCORD”). The investments advisors may not provide consulting, administration or management of customer net worth, and must act as an intermediary and request prior authorization from the client for the realization of any operation in the capital market.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is intended exclusively for to the XP Investimentos’ network, including XP’s investments advisors and XP’s customers, and may also be released on XP’s website. It is prohibited to reproduce or redistribute this report to any person, in whole or in part, whatever the purpose, without the prior express consent of XP Investimentos.</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a:t>
            </a:r>
            <a:r>
              <a:rPr lang="en-US" sz="700" kern="1200" spc="-10" baseline="0" dirty="0" err="1">
                <a:solidFill>
                  <a:schemeClr val="tx2"/>
                </a:solidFill>
                <a:effectLst/>
                <a:latin typeface="XP" pitchFamily="2" charset="77"/>
                <a:ea typeface="XP" pitchFamily="2" charset="77"/>
                <a:cs typeface="+mn-cs"/>
              </a:rPr>
              <a:t>ttps</a:t>
            </a:r>
            <a:r>
              <a:rPr lang="en-US" sz="700" kern="1200" spc="-10" baseline="0" dirty="0">
                <a:solidFill>
                  <a:schemeClr val="tx2"/>
                </a:solidFill>
                <a:effectLst/>
                <a:latin typeface="XP" pitchFamily="2" charset="77"/>
                <a:ea typeface="XP" pitchFamily="2" charset="77"/>
                <a:cs typeface="+mn-cs"/>
              </a:rPr>
              <a:t>://</a:t>
            </a:r>
            <a:r>
              <a:rPr lang="en-US" sz="700" kern="1200" spc="-10" baseline="0" dirty="0" err="1">
                <a:solidFill>
                  <a:schemeClr val="tx2"/>
                </a:solidFill>
                <a:effectLst/>
                <a:latin typeface="XP" pitchFamily="2" charset="77"/>
                <a:ea typeface="XP" pitchFamily="2" charset="77"/>
                <a:cs typeface="+mn-cs"/>
              </a:rPr>
              <a:t>institucional.xpi.com.br</a:t>
            </a:r>
            <a:r>
              <a:rPr lang="en-US" sz="700" kern="1200" spc="-10" baseline="0" dirty="0">
                <a:solidFill>
                  <a:schemeClr val="tx2"/>
                </a:solidFill>
                <a:effectLst/>
                <a:latin typeface="XP" pitchFamily="2" charset="77"/>
                <a:ea typeface="XP" pitchFamily="2" charset="77"/>
                <a:cs typeface="+mn-cs"/>
              </a:rPr>
              <a:t>/</a:t>
            </a:r>
            <a:r>
              <a:rPr lang="en-US" sz="700" kern="1200" spc="-10" baseline="0" dirty="0" err="1">
                <a:solidFill>
                  <a:schemeClr val="tx2"/>
                </a:solidFill>
                <a:effectLst/>
                <a:latin typeface="XP" pitchFamily="2" charset="77"/>
                <a:ea typeface="XP" pitchFamily="2" charset="77"/>
                <a:cs typeface="+mn-cs"/>
              </a:rPr>
              <a:t>ouvidoria.aspx</a:t>
            </a:r>
            <a:r>
              <a:rPr lang="en-US" sz="700" kern="1200" spc="-10" baseline="0" dirty="0">
                <a:solidFill>
                  <a:schemeClr val="tx2"/>
                </a:solidFill>
                <a:effectLst/>
                <a:latin typeface="XP" pitchFamily="2" charset="77"/>
                <a:ea typeface="XP" pitchFamily="2" charset="77"/>
                <a:cs typeface="+mn-cs"/>
              </a:rPr>
              <a: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cost of the transactions billing policies are defined in the operational cost tables which are made available on XP Investimentos website: </a:t>
            </a:r>
            <a:r>
              <a:rPr lang="en-US" sz="700" kern="1200" spc="-10" baseline="0" dirty="0" err="1">
                <a:solidFill>
                  <a:schemeClr val="tx2"/>
                </a:solidFill>
                <a:effectLst/>
                <a:latin typeface="XP" pitchFamily="2" charset="77"/>
                <a:ea typeface="XP" pitchFamily="2" charset="77"/>
                <a:cs typeface="+mn-cs"/>
              </a:rPr>
              <a:t>www.xpi.com.br</a:t>
            </a:r>
            <a:r>
              <a:rPr lang="en-US" sz="700" kern="1200" spc="-10" baseline="0" dirty="0">
                <a:solidFill>
                  <a:schemeClr val="tx2"/>
                </a:solidFill>
                <a:effectLst/>
                <a:latin typeface="XP" pitchFamily="2" charset="77"/>
                <a:ea typeface="XP" pitchFamily="2" charset="77"/>
                <a:cs typeface="+mn-cs"/>
              </a:rPr>
              <a: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is exempt from any liability for any damages, direct or indirect, that come from the use of this report or its contents.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institution is adhering ANBIMA Code of Regulation for Distribution of Investment Products.</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Investments US, LLC, a broker-dealer registered with the U.S. Securities and Exchange Commission, has assumed responsibility for this research for purposes of U.S. law.  All transactions arising from this research should be directed to XP Investments US, LLC, at +1 646-664-0525.</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2023449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2C2D92C-61B9-4561-AF19-21901E8F5445}" type="datetime4">
              <a:rPr lang="en-US" smtClean="0"/>
              <a:pPr/>
              <a:t>September 28, 2026</a:t>
            </a:fld>
            <a:endParaRPr lang="en-US" dirty="0"/>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Brazil Equity Strategy</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716" r:id="rId1"/>
    <p:sldLayoutId id="2147483721" r:id="rId2"/>
    <p:sldLayoutId id="2147483709" r:id="rId3"/>
    <p:sldLayoutId id="2147483700" r:id="rId4"/>
    <p:sldLayoutId id="2147483707" r:id="rId5"/>
    <p:sldLayoutId id="2147483706" r:id="rId6"/>
    <p:sldLayoutId id="2147483718" r:id="rId7"/>
    <p:sldLayoutId id="2147483708" r:id="rId8"/>
    <p:sldLayoutId id="2147483719" r:id="rId9"/>
    <p:sldLayoutId id="2147483705" r:id="rId10"/>
    <p:sldLayoutId id="2147483699" r:id="rId11"/>
    <p:sldLayoutId id="2147483697" r:id="rId12"/>
    <p:sldLayoutId id="2147483695" r:id="rId13"/>
    <p:sldLayoutId id="2147483713" r:id="rId14"/>
    <p:sldLayoutId id="2147483696" r:id="rId15"/>
    <p:sldLayoutId id="2147483694" r:id="rId16"/>
    <p:sldLayoutId id="2147483698" r:id="rId17"/>
    <p:sldLayoutId id="2147483710" r:id="rId18"/>
    <p:sldLayoutId id="2147483702" r:id="rId19"/>
    <p:sldLayoutId id="2147483717" r:id="rId20"/>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a:noFill/>
        </p:spPr>
        <p:txBody>
          <a:bodyPr/>
          <a:lstStyle/>
          <a:p>
            <a:r>
              <a:rPr lang="en-US" b="0"/>
              <a:t>Our Thematic Baskets translate our main investment themes into portfolios of five to eight stocks, each built around a single driver: the policy mix, fiscal risk, the exchange rate and foreign investor appetite. Baskets are equal-weighted and rebalanced daily, with base on December 30, 2025.</a:t>
            </a:r>
          </a:p>
          <a:p>
            <a:r>
              <a:rPr lang="en-US" b="1"/>
              <a:t>Performance. </a:t>
            </a:r>
            <a:r>
              <a:rPr lang="en-US" b="0"/>
              <a:t>Fiscal Deterioration is our best-performing basket in 2026, up 35.9% year-to-date, 20.1 p.p. ahead of the Ibovespa, while Alternative Policy (+17.2%) is the only other basket ahead of the index. All five baskets rose in September, led by Alternative Policy (+6.9%) (Chart X and Table X).</a:t>
            </a:r>
          </a:p>
          <a:p>
            <a:r>
              <a:rPr lang="en-US" b="1"/>
              <a:t>Composition. </a:t>
            </a:r>
            <a:r>
              <a:rPr lang="en-US" b="0"/>
              <a:t>The five baskets hold 26 different stocks. Commodity names dominate the hedge baskets (Fiscal Deterioration and High USD Exposure), while the domestic baskets combine financials, defensives and cyclicals. Petrobras is the only stock present in three baskets (Chart X).</a:t>
            </a:r>
          </a:p>
        </p:txBody>
      </p:sp>
      <p:sp>
        <p:nvSpPr>
          <p:cNvPr id="5" name="Content Placeholder 4"/>
          <p:cNvSpPr>
            <a:spLocks noGrp="1"/>
          </p:cNvSpPr>
          <p:nvPr>
            <p:ph sz="quarter" idx="23"/>
          </p:nvPr>
        </p:nvSpPr>
        <p:spPr>
          <a:xfrm>
            <a:off x="382829" y="7542000"/>
            <a:ext cx="6098400" cy="230400"/>
          </a:xfrm>
        </p:spPr>
        <p:txBody>
          <a:bodyPr/>
          <a:lstStyle/>
          <a:p>
            <a:r>
              <a:rPr lang="en-US"/>
              <a:t>Chart 2: Composition by sector group (% of stocks)</a:t>
            </a:r>
          </a:p>
        </p:txBody>
      </p:sp>
      <p:sp>
        <p:nvSpPr>
          <p:cNvPr id="9" name="Content Placeholder 8"/>
          <p:cNvSpPr>
            <a:spLocks noGrp="1"/>
          </p:cNvSpPr>
          <p:nvPr>
            <p:ph sz="quarter" idx="27"/>
          </p:nvPr>
        </p:nvSpPr>
        <p:spPr>
          <a:xfrm>
            <a:off x="377825" y="5562000"/>
            <a:ext cx="6098400" cy="230400"/>
          </a:xfrm>
        </p:spPr>
        <p:txBody>
          <a:bodyPr/>
          <a:lstStyle/>
          <a:p>
            <a:r>
              <a:rPr lang="en-US"/>
              <a:t>Table 1: Performance by period</a:t>
            </a:r>
          </a:p>
        </p:txBody>
      </p:sp>
      <p:sp>
        <p:nvSpPr>
          <p:cNvPr id="12" name="Content Placeholder 11"/>
          <p:cNvSpPr>
            <a:spLocks noGrp="1"/>
          </p:cNvSpPr>
          <p:nvPr>
            <p:ph sz="quarter" idx="30"/>
          </p:nvPr>
        </p:nvSpPr>
        <p:spPr>
          <a:xfrm>
            <a:off x="382829" y="3618000"/>
            <a:ext cx="6098400" cy="230400"/>
          </a:xfrm>
        </p:spPr>
        <p:txBody>
          <a:bodyPr/>
          <a:lstStyle/>
          <a:p>
            <a:r>
              <a:rPr lang="en-US"/>
              <a:t>Chart 1: Baskets vs. Ibovespa since launch (base 100 = Dec-30-25)</a:t>
            </a:r>
          </a:p>
        </p:txBody>
      </p:sp>
      <p:sp>
        <p:nvSpPr>
          <p:cNvPr id="13" name="Text Placeholder 12"/>
          <p:cNvSpPr>
            <a:spLocks noGrp="1"/>
          </p:cNvSpPr>
          <p:nvPr>
            <p:ph type="body" sz="quarter" idx="16"/>
          </p:nvPr>
        </p:nvSpPr>
        <p:spPr/>
        <p:txBody>
          <a:bodyPr/>
          <a:lstStyle/>
          <a:p>
            <a:r>
              <a:rPr lang="en-US"/>
              <a:t>Thematic Baskets</a:t>
            </a:r>
          </a:p>
        </p:txBody>
      </p:sp>
      <p:sp>
        <p:nvSpPr>
          <p:cNvPr id="14" name="Text Placeholder 13"/>
          <p:cNvSpPr>
            <a:spLocks noGrp="1"/>
          </p:cNvSpPr>
          <p:nvPr>
            <p:ph type="body" sz="quarter" idx="17"/>
          </p:nvPr>
        </p:nvSpPr>
        <p:spPr/>
        <p:txBody>
          <a:bodyPr/>
          <a:lstStyle/>
          <a:p>
            <a:r>
              <a:rPr lang="en-US"/>
              <a:t>Overview</a:t>
            </a:r>
          </a:p>
        </p:txBody>
      </p:sp>
      <p:sp>
        <p:nvSpPr>
          <p:cNvPr id="15" name="Text Placeholder 14"/>
          <p:cNvSpPr>
            <a:spLocks noGrp="1"/>
          </p:cNvSpPr>
          <p:nvPr>
            <p:ph type="body" sz="quarter" idx="31"/>
          </p:nvPr>
        </p:nvSpPr>
        <p:spPr/>
        <p:txBody>
          <a:bodyPr/>
          <a:lstStyle/>
          <a:p>
            <a:r>
              <a:rPr lang="en-US"/>
              <a:t>Source: Economatica, B3, Bloomberg, XP Research. </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28, 2026</a:t>
            </a:fld>
            <a:endParaRPr lang="en-US"/>
          </a:p>
        </p:txBody>
      </p:sp>
      <p:graphicFrame>
        <p:nvGraphicFramePr>
          <p:cNvPr id="25" name="Chart 24"/>
          <p:cNvGraphicFramePr>
            <a:graphicFrameLocks noGrp="1"/>
          </p:cNvGraphicFramePr>
          <p:nvPr/>
        </p:nvGraphicFramePr>
        <p:xfrm>
          <a:off x="381600" y="3888000"/>
          <a:ext cx="6105600" cy="163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6" name="Table 25"/>
          <p:cNvGraphicFramePr>
            <a:graphicFrameLocks noGrp="1"/>
          </p:cNvGraphicFramePr>
          <p:nvPr/>
        </p:nvGraphicFramePr>
        <p:xfrm>
          <a:off x="381600" y="5832000"/>
          <a:ext cx="6105598" cy="1358415"/>
        </p:xfrm>
        <a:graphic>
          <a:graphicData uri="http://schemas.openxmlformats.org/drawingml/2006/table">
            <a:tbl>
              <a:tblPr>
                <a:tableStyleId>{2D5ABB26-0587-4C30-8999-92F81FD0307C}</a:tableStyleId>
              </a:tblPr>
              <a:tblGrid>
                <a:gridCol w="1221120">
                  <a:extLst>
                    <a:ext uri="{9D8B030D-6E8A-4147-A177-3AD203B41FA5}">
                      <a16:colId xmlns:a16="http://schemas.microsoft.com/office/drawing/2014/main" val="20000"/>
                    </a:ext>
                  </a:extLst>
                </a:gridCol>
                <a:gridCol w="646475">
                  <a:extLst>
                    <a:ext uri="{9D8B030D-6E8A-4147-A177-3AD203B41FA5}">
                      <a16:colId xmlns:a16="http://schemas.microsoft.com/office/drawing/2014/main" val="20001"/>
                    </a:ext>
                  </a:extLst>
                </a:gridCol>
                <a:gridCol w="646475">
                  <a:extLst>
                    <a:ext uri="{9D8B030D-6E8A-4147-A177-3AD203B41FA5}">
                      <a16:colId xmlns:a16="http://schemas.microsoft.com/office/drawing/2014/main" val="20002"/>
                    </a:ext>
                  </a:extLst>
                </a:gridCol>
                <a:gridCol w="646475">
                  <a:extLst>
                    <a:ext uri="{9D8B030D-6E8A-4147-A177-3AD203B41FA5}">
                      <a16:colId xmlns:a16="http://schemas.microsoft.com/office/drawing/2014/main" val="20003"/>
                    </a:ext>
                  </a:extLst>
                </a:gridCol>
                <a:gridCol w="646475">
                  <a:extLst>
                    <a:ext uri="{9D8B030D-6E8A-4147-A177-3AD203B41FA5}">
                      <a16:colId xmlns:a16="http://schemas.microsoft.com/office/drawing/2014/main" val="20004"/>
                    </a:ext>
                  </a:extLst>
                </a:gridCol>
                <a:gridCol w="646475">
                  <a:extLst>
                    <a:ext uri="{9D8B030D-6E8A-4147-A177-3AD203B41FA5}">
                      <a16:colId xmlns:a16="http://schemas.microsoft.com/office/drawing/2014/main" val="20005"/>
                    </a:ext>
                  </a:extLst>
                </a:gridCol>
                <a:gridCol w="646475">
                  <a:extLst>
                    <a:ext uri="{9D8B030D-6E8A-4147-A177-3AD203B41FA5}">
                      <a16:colId xmlns:a16="http://schemas.microsoft.com/office/drawing/2014/main" val="20006"/>
                    </a:ext>
                  </a:extLst>
                </a:gridCol>
                <a:gridCol w="1005628">
                  <a:extLst>
                    <a:ext uri="{9D8B030D-6E8A-4147-A177-3AD203B41FA5}">
                      <a16:colId xmlns:a16="http://schemas.microsoft.com/office/drawing/2014/main" val="20007"/>
                    </a:ext>
                  </a:extLst>
                </a:gridCol>
              </a:tblGrid>
              <a:tr h="216000">
                <a:tc>
                  <a:txBody>
                    <a:bodyPr/>
                    <a:lstStyle/>
                    <a:p>
                      <a:pPr algn="ctr"/>
                      <a:r>
                        <a:rPr sz="900" b="1">
                          <a:solidFill>
                            <a:srgbClr val="FFFFFF"/>
                          </a:solidFill>
                          <a:latin typeface="Roboto"/>
                        </a:rPr>
                        <a:t>Basket</a:t>
                      </a:r>
                    </a:p>
                  </a:txBody>
                  <a:tcPr marL="36000" marR="36000" marT="4095" marB="0" anchor="ctr">
                    <a:lnL>
                      <a:noFill/>
                    </a:lnL>
                    <a:lnR>
                      <a:noFill/>
                    </a:lnR>
                    <a:lnT>
                      <a:noFill/>
                    </a:lnT>
                    <a:lnB>
                      <a:noFill/>
                    </a:lnB>
                    <a:solidFill>
                      <a:srgbClr val="1F2F44"/>
                    </a:solidFill>
                  </a:tcPr>
                </a:tc>
                <a:tc>
                  <a:txBody>
                    <a:bodyPr/>
                    <a:lstStyle/>
                    <a:p>
                      <a:pPr algn="ctr"/>
                      <a:r>
                        <a:rPr sz="900" b="1">
                          <a:solidFill>
                            <a:srgbClr val="FFFFFF"/>
                          </a:solidFill>
                          <a:latin typeface="Roboto"/>
                        </a:rPr>
                        <a:t>1W</a:t>
                      </a:r>
                    </a:p>
                  </a:txBody>
                  <a:tcPr marL="36000" marR="36000" marT="4095" marB="0" anchor="ctr">
                    <a:lnL>
                      <a:noFill/>
                    </a:lnL>
                    <a:lnR>
                      <a:noFill/>
                    </a:lnR>
                    <a:lnT>
                      <a:noFill/>
                    </a:lnT>
                    <a:lnB>
                      <a:noFill/>
                    </a:lnB>
                    <a:solidFill>
                      <a:srgbClr val="1F2F44"/>
                    </a:solidFill>
                  </a:tcPr>
                </a:tc>
                <a:tc>
                  <a:txBody>
                    <a:bodyPr/>
                    <a:lstStyle/>
                    <a:p>
                      <a:pPr algn="ctr"/>
                      <a:r>
                        <a:rPr sz="900" b="1">
                          <a:solidFill>
                            <a:srgbClr val="FFFFFF"/>
                          </a:solidFill>
                          <a:latin typeface="Roboto"/>
                        </a:rPr>
                        <a:t>Sep-26</a:t>
                      </a:r>
                    </a:p>
                  </a:txBody>
                  <a:tcPr marL="36000" marR="36000" marT="4095" marB="0" anchor="ctr">
                    <a:lnL>
                      <a:noFill/>
                    </a:lnL>
                    <a:lnR>
                      <a:noFill/>
                    </a:lnR>
                    <a:lnT>
                      <a:noFill/>
                    </a:lnT>
                    <a:lnB>
                      <a:noFill/>
                    </a:lnB>
                    <a:solidFill>
                      <a:srgbClr val="1F2F44"/>
                    </a:solidFill>
                  </a:tcPr>
                </a:tc>
                <a:tc>
                  <a:txBody>
                    <a:bodyPr/>
                    <a:lstStyle/>
                    <a:p>
                      <a:pPr algn="ctr"/>
                      <a:r>
                        <a:rPr sz="900" b="1">
                          <a:solidFill>
                            <a:srgbClr val="FFFFFF"/>
                          </a:solidFill>
                          <a:latin typeface="Roboto"/>
                        </a:rPr>
                        <a:t>1M</a:t>
                      </a:r>
                    </a:p>
                  </a:txBody>
                  <a:tcPr marL="36000" marR="36000" marT="4095" marB="0" anchor="ctr">
                    <a:lnL>
                      <a:noFill/>
                    </a:lnL>
                    <a:lnR>
                      <a:noFill/>
                    </a:lnR>
                    <a:lnT>
                      <a:noFill/>
                    </a:lnT>
                    <a:lnB>
                      <a:noFill/>
                    </a:lnB>
                    <a:solidFill>
                      <a:srgbClr val="1F2F44"/>
                    </a:solidFill>
                  </a:tcPr>
                </a:tc>
                <a:tc>
                  <a:txBody>
                    <a:bodyPr/>
                    <a:lstStyle/>
                    <a:p>
                      <a:pPr algn="ctr"/>
                      <a:r>
                        <a:rPr sz="900" b="1">
                          <a:solidFill>
                            <a:srgbClr val="FFFFFF"/>
                          </a:solidFill>
                          <a:latin typeface="Roboto"/>
                        </a:rPr>
                        <a:t>3M</a:t>
                      </a:r>
                    </a:p>
                  </a:txBody>
                  <a:tcPr marL="36000" marR="36000" marT="4095" marB="0" anchor="ctr">
                    <a:lnL>
                      <a:noFill/>
                    </a:lnL>
                    <a:lnR>
                      <a:noFill/>
                    </a:lnR>
                    <a:lnT>
                      <a:noFill/>
                    </a:lnT>
                    <a:lnB>
                      <a:noFill/>
                    </a:lnB>
                    <a:solidFill>
                      <a:srgbClr val="1F2F44"/>
                    </a:solidFill>
                  </a:tcPr>
                </a:tc>
                <a:tc>
                  <a:txBody>
                    <a:bodyPr/>
                    <a:lstStyle/>
                    <a:p>
                      <a:pPr algn="ctr"/>
                      <a:r>
                        <a:rPr sz="900" b="1">
                          <a:solidFill>
                            <a:srgbClr val="FFFFFF"/>
                          </a:solidFill>
                          <a:latin typeface="Roboto"/>
                        </a:rPr>
                        <a:t>6M</a:t>
                      </a:r>
                    </a:p>
                  </a:txBody>
                  <a:tcPr marL="36000" marR="36000" marT="4095" marB="0" anchor="ctr">
                    <a:lnL>
                      <a:noFill/>
                    </a:lnL>
                    <a:lnR>
                      <a:noFill/>
                    </a:lnR>
                    <a:lnT>
                      <a:noFill/>
                    </a:lnT>
                    <a:lnB>
                      <a:noFill/>
                    </a:lnB>
                    <a:solidFill>
                      <a:srgbClr val="1F2F44"/>
                    </a:solidFill>
                  </a:tcPr>
                </a:tc>
                <a:tc>
                  <a:txBody>
                    <a:bodyPr/>
                    <a:lstStyle/>
                    <a:p>
                      <a:pPr algn="ctr"/>
                      <a:r>
                        <a:rPr sz="900" b="1">
                          <a:solidFill>
                            <a:srgbClr val="FFFFFF"/>
                          </a:solidFill>
                          <a:latin typeface="Roboto"/>
                        </a:rPr>
                        <a:t>YTD</a:t>
                      </a:r>
                    </a:p>
                  </a:txBody>
                  <a:tcPr marL="36000" marR="36000" marT="4095" marB="0" anchor="ctr">
                    <a:lnL>
                      <a:noFill/>
                    </a:lnL>
                    <a:lnR>
                      <a:noFill/>
                    </a:lnR>
                    <a:lnT>
                      <a:noFill/>
                    </a:lnT>
                    <a:lnB>
                      <a:noFill/>
                    </a:lnB>
                    <a:solidFill>
                      <a:srgbClr val="1F2F44"/>
                    </a:solidFill>
                  </a:tcPr>
                </a:tc>
                <a:tc>
                  <a:txBody>
                    <a:bodyPr/>
                    <a:lstStyle/>
                    <a:p>
                      <a:pPr algn="ctr"/>
                      <a:r>
                        <a:rPr sz="900" b="1">
                          <a:solidFill>
                            <a:srgbClr val="FFFFFF"/>
                          </a:solidFill>
                          <a:latin typeface="Roboto"/>
                        </a:rPr>
                        <a:t>vs. Ibov. YTD (p.p.)</a:t>
                      </a:r>
                    </a:p>
                  </a:txBody>
                  <a:tcPr marL="36000" marR="36000" marT="4095" marB="0" anchor="ctr">
                    <a:lnL>
                      <a:noFill/>
                    </a:lnL>
                    <a:lnR>
                      <a:noFill/>
                    </a:lnR>
                    <a:lnT>
                      <a:noFill/>
                    </a:lnT>
                    <a:lnB>
                      <a:noFill/>
                    </a:lnB>
                    <a:solidFill>
                      <a:srgbClr val="1F2F44"/>
                    </a:solidFill>
                  </a:tcPr>
                </a:tc>
                <a:extLst>
                  <a:ext uri="{0D108BD9-81ED-4DB2-BD59-A6C34878D82A}">
                    <a16:rowId xmlns:a16="http://schemas.microsoft.com/office/drawing/2014/main" val="10000"/>
                  </a:ext>
                </a:extLst>
              </a:tr>
              <a:tr h="180000">
                <a:tc>
                  <a:txBody>
                    <a:bodyPr/>
                    <a:lstStyle/>
                    <a:p>
                      <a:pPr algn="ctr"/>
                      <a:r>
                        <a:rPr sz="900" b="0">
                          <a:solidFill>
                            <a:srgbClr val="000000"/>
                          </a:solidFill>
                          <a:latin typeface="Roboto Light"/>
                        </a:rPr>
                        <a:t>Fiscal Deterioration</a:t>
                      </a:r>
                    </a:p>
                  </a:txBody>
                  <a:tcPr marL="36000" marR="36000" marT="4095" marB="0" anchor="ctr">
                    <a:lnL>
                      <a:noFill/>
                    </a:lnL>
                    <a:lnR>
                      <a:noFill/>
                    </a:lnR>
                    <a:lnT>
                      <a:noFill/>
                    </a:lnT>
                    <a:lnB>
                      <a:noFill/>
                    </a:lnB>
                    <a:solidFill>
                      <a:srgbClr val="F2F2F2"/>
                    </a:solidFill>
                  </a:tcPr>
                </a:tc>
                <a:tc>
                  <a:txBody>
                    <a:bodyPr/>
                    <a:lstStyle/>
                    <a:p>
                      <a:pPr algn="ctr"/>
                      <a:r>
                        <a:rPr sz="900" b="0">
                          <a:solidFill>
                            <a:srgbClr val="000000"/>
                          </a:solidFill>
                          <a:latin typeface="Roboto Light"/>
                        </a:rPr>
                        <a:t>+0.9%</a:t>
                      </a:r>
                    </a:p>
                  </a:txBody>
                  <a:tcPr marL="36000" marR="36000" marT="4095" marB="0" anchor="ctr">
                    <a:lnL>
                      <a:noFill/>
                    </a:lnL>
                    <a:lnR>
                      <a:noFill/>
                    </a:lnR>
                    <a:lnT>
                      <a:noFill/>
                    </a:lnT>
                    <a:lnB>
                      <a:noFill/>
                    </a:lnB>
                    <a:solidFill>
                      <a:srgbClr val="63BE7B"/>
                    </a:solidFill>
                  </a:tcPr>
                </a:tc>
                <a:tc>
                  <a:txBody>
                    <a:bodyPr/>
                    <a:lstStyle/>
                    <a:p>
                      <a:pPr algn="ctr"/>
                      <a:r>
                        <a:rPr sz="900" b="0">
                          <a:solidFill>
                            <a:srgbClr val="000000"/>
                          </a:solidFill>
                          <a:latin typeface="Roboto Light"/>
                        </a:rPr>
                        <a:t>+6.2%</a:t>
                      </a:r>
                    </a:p>
                  </a:txBody>
                  <a:tcPr marL="36000" marR="36000" marT="4095" marB="0" anchor="ctr">
                    <a:lnL>
                      <a:noFill/>
                    </a:lnL>
                    <a:lnR>
                      <a:noFill/>
                    </a:lnR>
                    <a:lnT>
                      <a:noFill/>
                    </a:lnT>
                    <a:lnB>
                      <a:noFill/>
                    </a:lnB>
                    <a:solidFill>
                      <a:srgbClr val="73C589"/>
                    </a:solidFill>
                  </a:tcPr>
                </a:tc>
                <a:tc>
                  <a:txBody>
                    <a:bodyPr/>
                    <a:lstStyle/>
                    <a:p>
                      <a:pPr algn="ctr"/>
                      <a:r>
                        <a:rPr sz="900" b="0">
                          <a:solidFill>
                            <a:srgbClr val="000000"/>
                          </a:solidFill>
                          <a:latin typeface="Roboto Light"/>
                        </a:rPr>
                        <a:t>+12.7%</a:t>
                      </a:r>
                    </a:p>
                  </a:txBody>
                  <a:tcPr marL="36000" marR="36000" marT="4095" marB="0" anchor="ctr">
                    <a:lnL>
                      <a:noFill/>
                    </a:lnL>
                    <a:lnR>
                      <a:noFill/>
                    </a:lnR>
                    <a:lnT>
                      <a:noFill/>
                    </a:lnT>
                    <a:lnB>
                      <a:noFill/>
                    </a:lnB>
                    <a:solidFill>
                      <a:srgbClr val="88CD9A"/>
                    </a:solidFill>
                  </a:tcPr>
                </a:tc>
                <a:tc>
                  <a:txBody>
                    <a:bodyPr/>
                    <a:lstStyle/>
                    <a:p>
                      <a:pPr algn="ctr"/>
                      <a:r>
                        <a:rPr sz="900" b="0">
                          <a:solidFill>
                            <a:srgbClr val="000000"/>
                          </a:solidFill>
                          <a:latin typeface="Roboto Light"/>
                        </a:rPr>
                        <a:t>+23.5%</a:t>
                      </a:r>
                    </a:p>
                  </a:txBody>
                  <a:tcPr marL="36000" marR="36000" marT="4095" marB="0" anchor="ctr">
                    <a:lnL>
                      <a:noFill/>
                    </a:lnL>
                    <a:lnR>
                      <a:noFill/>
                    </a:lnR>
                    <a:lnT>
                      <a:noFill/>
                    </a:lnT>
                    <a:lnB>
                      <a:noFill/>
                    </a:lnB>
                    <a:solidFill>
                      <a:srgbClr val="63BE7B"/>
                    </a:solidFill>
                  </a:tcPr>
                </a:tc>
                <a:tc>
                  <a:txBody>
                    <a:bodyPr/>
                    <a:lstStyle/>
                    <a:p>
                      <a:pPr algn="ctr"/>
                      <a:r>
                        <a:rPr sz="900" b="0">
                          <a:solidFill>
                            <a:srgbClr val="000000"/>
                          </a:solidFill>
                          <a:latin typeface="Roboto Light"/>
                        </a:rPr>
                        <a:t>+18.8%</a:t>
                      </a:r>
                    </a:p>
                  </a:txBody>
                  <a:tcPr marL="36000" marR="36000" marT="4095" marB="0" anchor="ctr">
                    <a:lnL>
                      <a:noFill/>
                    </a:lnL>
                    <a:lnR>
                      <a:noFill/>
                    </a:lnR>
                    <a:lnT>
                      <a:noFill/>
                    </a:lnT>
                    <a:lnB>
                      <a:noFill/>
                    </a:lnB>
                    <a:solidFill>
                      <a:srgbClr val="63BE7B"/>
                    </a:solidFill>
                  </a:tcPr>
                </a:tc>
                <a:tc>
                  <a:txBody>
                    <a:bodyPr/>
                    <a:lstStyle/>
                    <a:p>
                      <a:pPr algn="ctr"/>
                      <a:r>
                        <a:rPr sz="900" b="0">
                          <a:solidFill>
                            <a:srgbClr val="000000"/>
                          </a:solidFill>
                          <a:latin typeface="Roboto Light"/>
                        </a:rPr>
                        <a:t>+35.9%</a:t>
                      </a:r>
                    </a:p>
                  </a:txBody>
                  <a:tcPr marL="36000" marR="36000" marT="4095" marB="0" anchor="ctr">
                    <a:lnL>
                      <a:noFill/>
                    </a:lnL>
                    <a:lnR>
                      <a:noFill/>
                    </a:lnR>
                    <a:lnT>
                      <a:noFill/>
                    </a:lnT>
                    <a:lnB>
                      <a:noFill/>
                    </a:lnB>
                    <a:solidFill>
                      <a:srgbClr val="63BE7B"/>
                    </a:solidFill>
                  </a:tcPr>
                </a:tc>
                <a:tc>
                  <a:txBody>
                    <a:bodyPr/>
                    <a:lstStyle/>
                    <a:p>
                      <a:pPr algn="ctr"/>
                      <a:r>
                        <a:rPr sz="900" b="0">
                          <a:solidFill>
                            <a:srgbClr val="000000"/>
                          </a:solidFill>
                          <a:latin typeface="Roboto Light"/>
                        </a:rPr>
                        <a:t>+20.1</a:t>
                      </a:r>
                    </a:p>
                  </a:txBody>
                  <a:tcPr marL="36000" marR="36000" marT="4095" marB="0" anchor="ctr">
                    <a:lnL>
                      <a:noFill/>
                    </a:lnL>
                    <a:lnR>
                      <a:noFill/>
                    </a:lnR>
                    <a:lnT>
                      <a:noFill/>
                    </a:lnT>
                    <a:lnB>
                      <a:noFill/>
                    </a:lnB>
                    <a:solidFill>
                      <a:srgbClr val="63BE7B"/>
                    </a:solidFill>
                  </a:tcPr>
                </a:tc>
                <a:extLst>
                  <a:ext uri="{0D108BD9-81ED-4DB2-BD59-A6C34878D82A}">
                    <a16:rowId xmlns:a16="http://schemas.microsoft.com/office/drawing/2014/main" val="10001"/>
                  </a:ext>
                </a:extLst>
              </a:tr>
              <a:tr h="180000">
                <a:tc>
                  <a:txBody>
                    <a:bodyPr/>
                    <a:lstStyle/>
                    <a:p>
                      <a:pPr algn="ctr"/>
                      <a:r>
                        <a:rPr sz="900" b="0">
                          <a:solidFill>
                            <a:srgbClr val="000000"/>
                          </a:solidFill>
                          <a:latin typeface="Roboto Light"/>
                        </a:rPr>
                        <a:t>Alternative Policy</a:t>
                      </a:r>
                    </a:p>
                  </a:txBody>
                  <a:tcPr marL="36000" marR="36000" marT="4095" marB="0" anchor="ctr">
                    <a:lnL>
                      <a:noFill/>
                    </a:lnL>
                    <a:lnR>
                      <a:noFill/>
                    </a:lnR>
                    <a:lnT>
                      <a:noFill/>
                    </a:lnT>
                    <a:lnB>
                      <a:noFill/>
                    </a:lnB>
                    <a:noFill/>
                  </a:tcPr>
                </a:tc>
                <a:tc>
                  <a:txBody>
                    <a:bodyPr/>
                    <a:lstStyle/>
                    <a:p>
                      <a:pPr algn="ctr"/>
                      <a:r>
                        <a:rPr sz="900" b="0">
                          <a:solidFill>
                            <a:srgbClr val="000000"/>
                          </a:solidFill>
                          <a:latin typeface="Roboto Light"/>
                        </a:rPr>
                        <a:t>-0.3%</a:t>
                      </a:r>
                    </a:p>
                  </a:txBody>
                  <a:tcPr marL="36000" marR="36000" marT="4095" marB="0" anchor="ctr">
                    <a:lnL>
                      <a:noFill/>
                    </a:lnL>
                    <a:lnR>
                      <a:noFill/>
                    </a:lnR>
                    <a:lnT>
                      <a:noFill/>
                    </a:lnT>
                    <a:lnB>
                      <a:noFill/>
                    </a:lnB>
                    <a:solidFill>
                      <a:srgbClr val="FCC2C2"/>
                    </a:solidFill>
                  </a:tcPr>
                </a:tc>
                <a:tc>
                  <a:txBody>
                    <a:bodyPr/>
                    <a:lstStyle/>
                    <a:p>
                      <a:pPr algn="ctr"/>
                      <a:r>
                        <a:rPr sz="900" b="0">
                          <a:solidFill>
                            <a:srgbClr val="000000"/>
                          </a:solidFill>
                          <a:latin typeface="Roboto Light"/>
                        </a:rPr>
                        <a:t>+6.9%</a:t>
                      </a:r>
                    </a:p>
                  </a:txBody>
                  <a:tcPr marL="36000" marR="36000" marT="4095" marB="0" anchor="ctr">
                    <a:lnL>
                      <a:noFill/>
                    </a:lnL>
                    <a:lnR>
                      <a:noFill/>
                    </a:lnR>
                    <a:lnT>
                      <a:noFill/>
                    </a:lnT>
                    <a:lnB>
                      <a:noFill/>
                    </a:lnB>
                    <a:solidFill>
                      <a:srgbClr val="63BE7B"/>
                    </a:solidFill>
                  </a:tcPr>
                </a:tc>
                <a:tc>
                  <a:txBody>
                    <a:bodyPr/>
                    <a:lstStyle/>
                    <a:p>
                      <a:pPr algn="ctr"/>
                      <a:r>
                        <a:rPr sz="900" b="0">
                          <a:solidFill>
                            <a:srgbClr val="000000"/>
                          </a:solidFill>
                          <a:latin typeface="Roboto Light"/>
                        </a:rPr>
                        <a:t>+16.6%</a:t>
                      </a:r>
                    </a:p>
                  </a:txBody>
                  <a:tcPr marL="36000" marR="36000" marT="4095" marB="0" anchor="ctr">
                    <a:lnL>
                      <a:noFill/>
                    </a:lnL>
                    <a:lnR>
                      <a:noFill/>
                    </a:lnR>
                    <a:lnT>
                      <a:noFill/>
                    </a:lnT>
                    <a:lnB>
                      <a:noFill/>
                    </a:lnB>
                    <a:solidFill>
                      <a:srgbClr val="63BE7B"/>
                    </a:solidFill>
                  </a:tcPr>
                </a:tc>
                <a:tc>
                  <a:txBody>
                    <a:bodyPr/>
                    <a:lstStyle/>
                    <a:p>
                      <a:pPr algn="ctr"/>
                      <a:r>
                        <a:rPr sz="900" b="0">
                          <a:solidFill>
                            <a:srgbClr val="000000"/>
                          </a:solidFill>
                          <a:latin typeface="Roboto Light"/>
                        </a:rPr>
                        <a:t>+9.5%</a:t>
                      </a:r>
                    </a:p>
                  </a:txBody>
                  <a:tcPr marL="36000" marR="36000" marT="4095" marB="0" anchor="ctr">
                    <a:lnL>
                      <a:noFill/>
                    </a:lnL>
                    <a:lnR>
                      <a:noFill/>
                    </a:lnR>
                    <a:lnT>
                      <a:noFill/>
                    </a:lnT>
                    <a:lnB>
                      <a:noFill/>
                    </a:lnB>
                    <a:solidFill>
                      <a:srgbClr val="BFE4C9"/>
                    </a:solidFill>
                  </a:tcPr>
                </a:tc>
                <a:tc>
                  <a:txBody>
                    <a:bodyPr/>
                    <a:lstStyle/>
                    <a:p>
                      <a:pPr algn="ctr"/>
                      <a:r>
                        <a:rPr sz="900" b="0">
                          <a:solidFill>
                            <a:srgbClr val="000000"/>
                          </a:solidFill>
                          <a:latin typeface="Roboto Light"/>
                        </a:rPr>
                        <a:t>0.0%</a:t>
                      </a:r>
                    </a:p>
                  </a:txBody>
                  <a:tcPr marL="36000" marR="36000" marT="4095" marB="0" anchor="ctr">
                    <a:lnL>
                      <a:noFill/>
                    </a:lnL>
                    <a:lnR>
                      <a:noFill/>
                    </a:lnR>
                    <a:lnT>
                      <a:noFill/>
                    </a:lnT>
                    <a:lnB>
                      <a:noFill/>
                    </a:lnB>
                    <a:solidFill>
                      <a:srgbClr val="FEFEFE"/>
                    </a:solidFill>
                  </a:tcPr>
                </a:tc>
                <a:tc>
                  <a:txBody>
                    <a:bodyPr/>
                    <a:lstStyle/>
                    <a:p>
                      <a:pPr algn="ctr"/>
                      <a:r>
                        <a:rPr sz="900" b="0">
                          <a:solidFill>
                            <a:srgbClr val="000000"/>
                          </a:solidFill>
                          <a:latin typeface="Roboto Light"/>
                        </a:rPr>
                        <a:t>+17.2%</a:t>
                      </a:r>
                    </a:p>
                  </a:txBody>
                  <a:tcPr marL="36000" marR="36000" marT="4095" marB="0" anchor="ctr">
                    <a:lnL>
                      <a:noFill/>
                    </a:lnL>
                    <a:lnR>
                      <a:noFill/>
                    </a:lnR>
                    <a:lnT>
                      <a:noFill/>
                    </a:lnT>
                    <a:lnB>
                      <a:noFill/>
                    </a:lnB>
                    <a:solidFill>
                      <a:srgbClr val="B4DFBF"/>
                    </a:solidFill>
                  </a:tcPr>
                </a:tc>
                <a:tc>
                  <a:txBody>
                    <a:bodyPr/>
                    <a:lstStyle/>
                    <a:p>
                      <a:pPr algn="ctr"/>
                      <a:r>
                        <a:rPr sz="900" b="0">
                          <a:solidFill>
                            <a:srgbClr val="000000"/>
                          </a:solidFill>
                          <a:latin typeface="Roboto Light"/>
                        </a:rPr>
                        <a:t>+1.5</a:t>
                      </a:r>
                    </a:p>
                  </a:txBody>
                  <a:tcPr marL="36000" marR="36000" marT="4095" marB="0" anchor="ctr">
                    <a:lnL>
                      <a:noFill/>
                    </a:lnL>
                    <a:lnR>
                      <a:noFill/>
                    </a:lnR>
                    <a:lnT>
                      <a:noFill/>
                    </a:lnT>
                    <a:lnB>
                      <a:noFill/>
                    </a:lnB>
                    <a:solidFill>
                      <a:srgbClr val="F3FAF5"/>
                    </a:solidFill>
                  </a:tcPr>
                </a:tc>
                <a:extLst>
                  <a:ext uri="{0D108BD9-81ED-4DB2-BD59-A6C34878D82A}">
                    <a16:rowId xmlns:a16="http://schemas.microsoft.com/office/drawing/2014/main" val="10002"/>
                  </a:ext>
                </a:extLst>
              </a:tr>
              <a:tr h="180000">
                <a:tc>
                  <a:txBody>
                    <a:bodyPr/>
                    <a:lstStyle/>
                    <a:p>
                      <a:pPr algn="ctr"/>
                      <a:r>
                        <a:rPr sz="900" b="0">
                          <a:solidFill>
                            <a:srgbClr val="000000"/>
                          </a:solidFill>
                          <a:latin typeface="Roboto Light"/>
                        </a:rPr>
                        <a:t>Foreign Flows</a:t>
                      </a:r>
                    </a:p>
                  </a:txBody>
                  <a:tcPr marL="36000" marR="36000" marT="4095" marB="0" anchor="ctr">
                    <a:lnL>
                      <a:noFill/>
                    </a:lnL>
                    <a:lnR>
                      <a:noFill/>
                    </a:lnR>
                    <a:lnT>
                      <a:noFill/>
                    </a:lnT>
                    <a:lnB>
                      <a:noFill/>
                    </a:lnB>
                    <a:solidFill>
                      <a:srgbClr val="F2F2F2"/>
                    </a:solidFill>
                  </a:tcPr>
                </a:tc>
                <a:tc>
                  <a:txBody>
                    <a:bodyPr/>
                    <a:lstStyle/>
                    <a:p>
                      <a:pPr algn="ctr"/>
                      <a:r>
                        <a:rPr sz="900" b="0">
                          <a:solidFill>
                            <a:srgbClr val="000000"/>
                          </a:solidFill>
                          <a:latin typeface="Roboto Light"/>
                        </a:rPr>
                        <a:t>-0.3%</a:t>
                      </a:r>
                    </a:p>
                  </a:txBody>
                  <a:tcPr marL="36000" marR="36000" marT="4095" marB="0" anchor="ctr">
                    <a:lnL>
                      <a:noFill/>
                    </a:lnL>
                    <a:lnR>
                      <a:noFill/>
                    </a:lnR>
                    <a:lnT>
                      <a:noFill/>
                    </a:lnT>
                    <a:lnB>
                      <a:noFill/>
                    </a:lnB>
                    <a:solidFill>
                      <a:srgbClr val="FCC9CA"/>
                    </a:solidFill>
                  </a:tcPr>
                </a:tc>
                <a:tc>
                  <a:txBody>
                    <a:bodyPr/>
                    <a:lstStyle/>
                    <a:p>
                      <a:pPr algn="ctr"/>
                      <a:r>
                        <a:rPr sz="900" b="0">
                          <a:solidFill>
                            <a:srgbClr val="000000"/>
                          </a:solidFill>
                          <a:latin typeface="Roboto Light"/>
                        </a:rPr>
                        <a:t>+2.9%</a:t>
                      </a:r>
                    </a:p>
                  </a:txBody>
                  <a:tcPr marL="36000" marR="36000" marT="4095" marB="0" anchor="ctr">
                    <a:lnL>
                      <a:noFill/>
                    </a:lnL>
                    <a:lnR>
                      <a:noFill/>
                    </a:lnR>
                    <a:lnT>
                      <a:noFill/>
                    </a:lnT>
                    <a:lnB>
                      <a:noFill/>
                    </a:lnB>
                    <a:solidFill>
                      <a:srgbClr val="BDE3C7"/>
                    </a:solidFill>
                  </a:tcPr>
                </a:tc>
                <a:tc>
                  <a:txBody>
                    <a:bodyPr/>
                    <a:lstStyle/>
                    <a:p>
                      <a:pPr algn="ctr"/>
                      <a:r>
                        <a:rPr sz="900" b="0">
                          <a:solidFill>
                            <a:srgbClr val="000000"/>
                          </a:solidFill>
                          <a:latin typeface="Roboto Light"/>
                        </a:rPr>
                        <a:t>+4.1%</a:t>
                      </a:r>
                    </a:p>
                  </a:txBody>
                  <a:tcPr marL="36000" marR="36000" marT="4095" marB="0" anchor="ctr">
                    <a:lnL>
                      <a:noFill/>
                    </a:lnL>
                    <a:lnR>
                      <a:noFill/>
                    </a:lnR>
                    <a:lnT>
                      <a:noFill/>
                    </a:lnT>
                    <a:lnB>
                      <a:noFill/>
                    </a:lnB>
                    <a:solidFill>
                      <a:srgbClr val="D8EEDE"/>
                    </a:solidFill>
                  </a:tcPr>
                </a:tc>
                <a:tc>
                  <a:txBody>
                    <a:bodyPr/>
                    <a:lstStyle/>
                    <a:p>
                      <a:pPr algn="ctr"/>
                      <a:r>
                        <a:rPr sz="900" b="0">
                          <a:solidFill>
                            <a:srgbClr val="000000"/>
                          </a:solidFill>
                          <a:latin typeface="Roboto Light"/>
                        </a:rPr>
                        <a:t>+19.8%</a:t>
                      </a:r>
                    </a:p>
                  </a:txBody>
                  <a:tcPr marL="36000" marR="36000" marT="4095" marB="0" anchor="ctr">
                    <a:lnL>
                      <a:noFill/>
                    </a:lnL>
                    <a:lnR>
                      <a:noFill/>
                    </a:lnR>
                    <a:lnT>
                      <a:noFill/>
                    </a:lnT>
                    <a:lnB>
                      <a:noFill/>
                    </a:lnB>
                    <a:solidFill>
                      <a:srgbClr val="7BC88F"/>
                    </a:solidFill>
                  </a:tcPr>
                </a:tc>
                <a:tc>
                  <a:txBody>
                    <a:bodyPr/>
                    <a:lstStyle/>
                    <a:p>
                      <a:pPr algn="ctr"/>
                      <a:r>
                        <a:rPr sz="900" b="0">
                          <a:solidFill>
                            <a:srgbClr val="000000"/>
                          </a:solidFill>
                          <a:latin typeface="Roboto Light"/>
                        </a:rPr>
                        <a:t>+13.4%</a:t>
                      </a:r>
                    </a:p>
                  </a:txBody>
                  <a:tcPr marL="36000" marR="36000" marT="4095" marB="0" anchor="ctr">
                    <a:lnL>
                      <a:noFill/>
                    </a:lnL>
                    <a:lnR>
                      <a:noFill/>
                    </a:lnR>
                    <a:lnT>
                      <a:noFill/>
                    </a:lnT>
                    <a:lnB>
                      <a:noFill/>
                    </a:lnB>
                    <a:solidFill>
                      <a:srgbClr val="8FD0A0"/>
                    </a:solidFill>
                  </a:tcPr>
                </a:tc>
                <a:tc>
                  <a:txBody>
                    <a:bodyPr/>
                    <a:lstStyle/>
                    <a:p>
                      <a:pPr algn="ctr"/>
                      <a:r>
                        <a:rPr sz="900" b="0">
                          <a:solidFill>
                            <a:srgbClr val="000000"/>
                          </a:solidFill>
                          <a:latin typeface="Roboto Light"/>
                        </a:rPr>
                        <a:t>+10.2%</a:t>
                      </a:r>
                    </a:p>
                  </a:txBody>
                  <a:tcPr marL="36000" marR="36000" marT="4095" marB="0" anchor="ctr">
                    <a:lnL>
                      <a:noFill/>
                    </a:lnL>
                    <a:lnR>
                      <a:noFill/>
                    </a:lnR>
                    <a:lnT>
                      <a:noFill/>
                    </a:lnT>
                    <a:lnB>
                      <a:noFill/>
                    </a:lnB>
                    <a:solidFill>
                      <a:srgbClr val="D2ECD9"/>
                    </a:solidFill>
                  </a:tcPr>
                </a:tc>
                <a:tc>
                  <a:txBody>
                    <a:bodyPr/>
                    <a:lstStyle/>
                    <a:p>
                      <a:pPr algn="ctr"/>
                      <a:r>
                        <a:rPr sz="900" b="0">
                          <a:solidFill>
                            <a:srgbClr val="000000"/>
                          </a:solidFill>
                          <a:latin typeface="Roboto Light"/>
                        </a:rPr>
                        <a:t>-5.6</a:t>
                      </a:r>
                    </a:p>
                  </a:txBody>
                  <a:tcPr marL="36000" marR="36000" marT="4095" marB="0" anchor="ctr">
                    <a:lnL>
                      <a:noFill/>
                    </a:lnL>
                    <a:lnR>
                      <a:noFill/>
                    </a:lnR>
                    <a:lnT>
                      <a:noFill/>
                    </a:lnT>
                    <a:lnB>
                      <a:noFill/>
                    </a:lnB>
                    <a:solidFill>
                      <a:srgbClr val="FDD5D6"/>
                    </a:solidFill>
                  </a:tcPr>
                </a:tc>
                <a:extLst>
                  <a:ext uri="{0D108BD9-81ED-4DB2-BD59-A6C34878D82A}">
                    <a16:rowId xmlns:a16="http://schemas.microsoft.com/office/drawing/2014/main" val="10003"/>
                  </a:ext>
                </a:extLst>
              </a:tr>
              <a:tr h="180000">
                <a:tc>
                  <a:txBody>
                    <a:bodyPr/>
                    <a:lstStyle/>
                    <a:p>
                      <a:pPr algn="ctr"/>
                      <a:r>
                        <a:rPr sz="900" b="0">
                          <a:solidFill>
                            <a:srgbClr val="000000"/>
                          </a:solidFill>
                          <a:latin typeface="Roboto Light"/>
                        </a:rPr>
                        <a:t>High USD Exposure</a:t>
                      </a:r>
                    </a:p>
                  </a:txBody>
                  <a:tcPr marL="36000" marR="36000" marT="4095" marB="0" anchor="ctr">
                    <a:lnL>
                      <a:noFill/>
                    </a:lnL>
                    <a:lnR>
                      <a:noFill/>
                    </a:lnR>
                    <a:lnT>
                      <a:noFill/>
                    </a:lnT>
                    <a:lnB>
                      <a:noFill/>
                    </a:lnB>
                    <a:noFill/>
                  </a:tcPr>
                </a:tc>
                <a:tc>
                  <a:txBody>
                    <a:bodyPr/>
                    <a:lstStyle/>
                    <a:p>
                      <a:pPr algn="ctr"/>
                      <a:r>
                        <a:rPr sz="900" b="0">
                          <a:solidFill>
                            <a:srgbClr val="000000"/>
                          </a:solidFill>
                          <a:latin typeface="Roboto Light"/>
                        </a:rPr>
                        <a:t>-0.6%</a:t>
                      </a:r>
                    </a:p>
                  </a:txBody>
                  <a:tcPr marL="36000" marR="36000" marT="4095" marB="0" anchor="ctr">
                    <a:lnL>
                      <a:noFill/>
                    </a:lnL>
                    <a:lnR>
                      <a:noFill/>
                    </a:lnR>
                    <a:lnT>
                      <a:noFill/>
                    </a:lnT>
                    <a:lnB>
                      <a:noFill/>
                    </a:lnB>
                    <a:solidFill>
                      <a:srgbClr val="FA9798"/>
                    </a:solidFill>
                  </a:tcPr>
                </a:tc>
                <a:tc>
                  <a:txBody>
                    <a:bodyPr/>
                    <a:lstStyle/>
                    <a:p>
                      <a:pPr algn="ctr"/>
                      <a:r>
                        <a:rPr sz="900" b="0">
                          <a:solidFill>
                            <a:srgbClr val="000000"/>
                          </a:solidFill>
                          <a:latin typeface="Roboto Light"/>
                        </a:rPr>
                        <a:t>+0.2%</a:t>
                      </a:r>
                    </a:p>
                  </a:txBody>
                  <a:tcPr marL="36000" marR="36000" marT="4095" marB="0" anchor="ctr">
                    <a:lnL>
                      <a:noFill/>
                    </a:lnL>
                    <a:lnR>
                      <a:noFill/>
                    </a:lnR>
                    <a:lnT>
                      <a:noFill/>
                    </a:lnT>
                    <a:lnB>
                      <a:noFill/>
                    </a:lnB>
                    <a:solidFill>
                      <a:srgbClr val="F9FCFA"/>
                    </a:solidFill>
                  </a:tcPr>
                </a:tc>
                <a:tc>
                  <a:txBody>
                    <a:bodyPr/>
                    <a:lstStyle/>
                    <a:p>
                      <a:pPr algn="ctr"/>
                      <a:r>
                        <a:rPr sz="900" b="0">
                          <a:solidFill>
                            <a:srgbClr val="000000"/>
                          </a:solidFill>
                          <a:latin typeface="Roboto Light"/>
                        </a:rPr>
                        <a:t>+6.1%</a:t>
                      </a:r>
                    </a:p>
                  </a:txBody>
                  <a:tcPr marL="36000" marR="36000" marT="4095" marB="0" anchor="ctr">
                    <a:lnL>
                      <a:noFill/>
                    </a:lnL>
                    <a:lnR>
                      <a:noFill/>
                    </a:lnR>
                    <a:lnT>
                      <a:noFill/>
                    </a:lnT>
                    <a:lnB>
                      <a:noFill/>
                    </a:lnB>
                    <a:solidFill>
                      <a:srgbClr val="C6E7CE"/>
                    </a:solidFill>
                  </a:tcPr>
                </a:tc>
                <a:tc>
                  <a:txBody>
                    <a:bodyPr/>
                    <a:lstStyle/>
                    <a:p>
                      <a:pPr algn="ctr"/>
                      <a:r>
                        <a:rPr sz="900" b="0">
                          <a:solidFill>
                            <a:srgbClr val="000000"/>
                          </a:solidFill>
                          <a:latin typeface="Roboto Light"/>
                        </a:rPr>
                        <a:t>+9.5%</a:t>
                      </a:r>
                    </a:p>
                  </a:txBody>
                  <a:tcPr marL="36000" marR="36000" marT="4095" marB="0" anchor="ctr">
                    <a:lnL>
                      <a:noFill/>
                    </a:lnL>
                    <a:lnR>
                      <a:noFill/>
                    </a:lnR>
                    <a:lnT>
                      <a:noFill/>
                    </a:lnT>
                    <a:lnB>
                      <a:noFill/>
                    </a:lnB>
                    <a:solidFill>
                      <a:srgbClr val="C0E4C9"/>
                    </a:solidFill>
                  </a:tcPr>
                </a:tc>
                <a:tc>
                  <a:txBody>
                    <a:bodyPr/>
                    <a:lstStyle/>
                    <a:p>
                      <a:pPr algn="ctr"/>
                      <a:r>
                        <a:rPr sz="900" b="0">
                          <a:solidFill>
                            <a:srgbClr val="000000"/>
                          </a:solidFill>
                          <a:latin typeface="Roboto Light"/>
                        </a:rPr>
                        <a:t>+6.4%</a:t>
                      </a:r>
                    </a:p>
                  </a:txBody>
                  <a:tcPr marL="36000" marR="36000" marT="4095" marB="0" anchor="ctr">
                    <a:lnL>
                      <a:noFill/>
                    </a:lnL>
                    <a:lnR>
                      <a:noFill/>
                    </a:lnR>
                    <a:lnT>
                      <a:noFill/>
                    </a:lnT>
                    <a:lnB>
                      <a:noFill/>
                    </a:lnB>
                    <a:solidFill>
                      <a:srgbClr val="CAE9D2"/>
                    </a:solidFill>
                  </a:tcPr>
                </a:tc>
                <a:tc>
                  <a:txBody>
                    <a:bodyPr/>
                    <a:lstStyle/>
                    <a:p>
                      <a:pPr algn="ctr"/>
                      <a:r>
                        <a:rPr sz="900" b="0">
                          <a:solidFill>
                            <a:srgbClr val="000000"/>
                          </a:solidFill>
                          <a:latin typeface="Roboto Light"/>
                        </a:rPr>
                        <a:t>+9.7%</a:t>
                      </a:r>
                    </a:p>
                  </a:txBody>
                  <a:tcPr marL="36000" marR="36000" marT="4095" marB="0" anchor="ctr">
                    <a:lnL>
                      <a:noFill/>
                    </a:lnL>
                    <a:lnR>
                      <a:noFill/>
                    </a:lnR>
                    <a:lnT>
                      <a:noFill/>
                    </a:lnT>
                    <a:lnB>
                      <a:noFill/>
                    </a:lnB>
                    <a:solidFill>
                      <a:srgbClr val="D4EDDB"/>
                    </a:solidFill>
                  </a:tcPr>
                </a:tc>
                <a:tc>
                  <a:txBody>
                    <a:bodyPr/>
                    <a:lstStyle/>
                    <a:p>
                      <a:pPr algn="ctr"/>
                      <a:r>
                        <a:rPr sz="900" b="0">
                          <a:solidFill>
                            <a:srgbClr val="000000"/>
                          </a:solidFill>
                          <a:latin typeface="Roboto Light"/>
                        </a:rPr>
                        <a:t>-6.0</a:t>
                      </a:r>
                    </a:p>
                  </a:txBody>
                  <a:tcPr marL="36000" marR="36000" marT="4095" marB="0" anchor="ctr">
                    <a:lnL>
                      <a:noFill/>
                    </a:lnL>
                    <a:lnR>
                      <a:noFill/>
                    </a:lnR>
                    <a:lnT>
                      <a:noFill/>
                    </a:lnT>
                    <a:lnB>
                      <a:noFill/>
                    </a:lnB>
                    <a:solidFill>
                      <a:srgbClr val="FCD2D2"/>
                    </a:solidFill>
                  </a:tcPr>
                </a:tc>
                <a:extLst>
                  <a:ext uri="{0D108BD9-81ED-4DB2-BD59-A6C34878D82A}">
                    <a16:rowId xmlns:a16="http://schemas.microsoft.com/office/drawing/2014/main" val="10004"/>
                  </a:ext>
                </a:extLst>
              </a:tr>
              <a:tr h="180000">
                <a:tc>
                  <a:txBody>
                    <a:bodyPr/>
                    <a:lstStyle/>
                    <a:p>
                      <a:pPr algn="ctr"/>
                      <a:r>
                        <a:rPr sz="900" b="0">
                          <a:solidFill>
                            <a:srgbClr val="000000"/>
                          </a:solidFill>
                          <a:latin typeface="Roboto Light"/>
                        </a:rPr>
                        <a:t>Low USD Exposure</a:t>
                      </a:r>
                    </a:p>
                  </a:txBody>
                  <a:tcPr marL="36000" marR="36000" marT="4095" marB="0" anchor="ctr">
                    <a:lnL>
                      <a:noFill/>
                    </a:lnL>
                    <a:lnR>
                      <a:noFill/>
                    </a:lnR>
                    <a:lnT>
                      <a:noFill/>
                    </a:lnT>
                    <a:lnB>
                      <a:noFill/>
                    </a:lnB>
                    <a:solidFill>
                      <a:srgbClr val="F2F2F2"/>
                    </a:solidFill>
                  </a:tcPr>
                </a:tc>
                <a:tc>
                  <a:txBody>
                    <a:bodyPr/>
                    <a:lstStyle/>
                    <a:p>
                      <a:pPr algn="ctr"/>
                      <a:r>
                        <a:rPr sz="900" b="0">
                          <a:solidFill>
                            <a:srgbClr val="000000"/>
                          </a:solidFill>
                          <a:latin typeface="Roboto Light"/>
                        </a:rPr>
                        <a:t>-0.8%</a:t>
                      </a:r>
                    </a:p>
                  </a:txBody>
                  <a:tcPr marL="36000" marR="36000" marT="4095" marB="0" anchor="ctr">
                    <a:lnL>
                      <a:noFill/>
                    </a:lnL>
                    <a:lnR>
                      <a:noFill/>
                    </a:lnR>
                    <a:lnT>
                      <a:noFill/>
                    </a:lnT>
                    <a:lnB>
                      <a:noFill/>
                    </a:lnB>
                    <a:solidFill>
                      <a:srgbClr val="F87476"/>
                    </a:solidFill>
                  </a:tcPr>
                </a:tc>
                <a:tc>
                  <a:txBody>
                    <a:bodyPr/>
                    <a:lstStyle/>
                    <a:p>
                      <a:pPr algn="ctr"/>
                      <a:r>
                        <a:rPr sz="900" b="0">
                          <a:solidFill>
                            <a:srgbClr val="000000"/>
                          </a:solidFill>
                          <a:latin typeface="Roboto Light"/>
                        </a:rPr>
                        <a:t>+6.6%</a:t>
                      </a:r>
                    </a:p>
                  </a:txBody>
                  <a:tcPr marL="36000" marR="36000" marT="4095" marB="0" anchor="ctr">
                    <a:lnL>
                      <a:noFill/>
                    </a:lnL>
                    <a:lnR>
                      <a:noFill/>
                    </a:lnR>
                    <a:lnT>
                      <a:noFill/>
                    </a:lnT>
                    <a:lnB>
                      <a:noFill/>
                    </a:lnB>
                    <a:solidFill>
                      <a:srgbClr val="69C080"/>
                    </a:solidFill>
                  </a:tcPr>
                </a:tc>
                <a:tc>
                  <a:txBody>
                    <a:bodyPr/>
                    <a:lstStyle/>
                    <a:p>
                      <a:pPr algn="ctr"/>
                      <a:r>
                        <a:rPr sz="900" b="0">
                          <a:solidFill>
                            <a:srgbClr val="000000"/>
                          </a:solidFill>
                          <a:latin typeface="Roboto Light"/>
                        </a:rPr>
                        <a:t>+12.6%</a:t>
                      </a:r>
                    </a:p>
                  </a:txBody>
                  <a:tcPr marL="36000" marR="36000" marT="4095" marB="0" anchor="ctr">
                    <a:lnL>
                      <a:noFill/>
                    </a:lnL>
                    <a:lnR>
                      <a:noFill/>
                    </a:lnR>
                    <a:lnT>
                      <a:noFill/>
                    </a:lnT>
                    <a:lnB>
                      <a:noFill/>
                    </a:lnB>
                    <a:solidFill>
                      <a:srgbClr val="88CD9A"/>
                    </a:solidFill>
                  </a:tcPr>
                </a:tc>
                <a:tc>
                  <a:txBody>
                    <a:bodyPr/>
                    <a:lstStyle/>
                    <a:p>
                      <a:pPr algn="ctr"/>
                      <a:r>
                        <a:rPr sz="900" b="0">
                          <a:solidFill>
                            <a:srgbClr val="000000"/>
                          </a:solidFill>
                          <a:latin typeface="Roboto Light"/>
                        </a:rPr>
                        <a:t>+3.4%</a:t>
                      </a:r>
                    </a:p>
                  </a:txBody>
                  <a:tcPr marL="36000" marR="36000" marT="4095" marB="0" anchor="ctr">
                    <a:lnL>
                      <a:noFill/>
                    </a:lnL>
                    <a:lnR>
                      <a:noFill/>
                    </a:lnR>
                    <a:lnT>
                      <a:noFill/>
                    </a:lnT>
                    <a:lnB>
                      <a:noFill/>
                    </a:lnB>
                    <a:solidFill>
                      <a:srgbClr val="E8F5EC"/>
                    </a:solidFill>
                  </a:tcPr>
                </a:tc>
                <a:tc>
                  <a:txBody>
                    <a:bodyPr/>
                    <a:lstStyle/>
                    <a:p>
                      <a:pPr algn="ctr"/>
                      <a:r>
                        <a:rPr sz="900" b="0">
                          <a:solidFill>
                            <a:srgbClr val="000000"/>
                          </a:solidFill>
                          <a:latin typeface="Roboto Light"/>
                        </a:rPr>
                        <a:t>+1.2%</a:t>
                      </a:r>
                    </a:p>
                  </a:txBody>
                  <a:tcPr marL="36000" marR="36000" marT="4095" marB="0" anchor="ctr">
                    <a:lnL>
                      <a:noFill/>
                    </a:lnL>
                    <a:lnR>
                      <a:noFill/>
                    </a:lnR>
                    <a:lnT>
                      <a:noFill/>
                    </a:lnT>
                    <a:lnB>
                      <a:noFill/>
                    </a:lnB>
                    <a:solidFill>
                      <a:srgbClr val="F5FAF6"/>
                    </a:solidFill>
                  </a:tcPr>
                </a:tc>
                <a:tc>
                  <a:txBody>
                    <a:bodyPr/>
                    <a:lstStyle/>
                    <a:p>
                      <a:pPr algn="ctr"/>
                      <a:r>
                        <a:rPr sz="900" b="0">
                          <a:solidFill>
                            <a:srgbClr val="000000"/>
                          </a:solidFill>
                          <a:latin typeface="Roboto Light"/>
                        </a:rPr>
                        <a:t>+5.4%</a:t>
                      </a:r>
                    </a:p>
                  </a:txBody>
                  <a:tcPr marL="36000" marR="36000" marT="4095" marB="0" anchor="ctr">
                    <a:lnL>
                      <a:noFill/>
                    </a:lnL>
                    <a:lnR>
                      <a:noFill/>
                    </a:lnR>
                    <a:lnT>
                      <a:noFill/>
                    </a:lnT>
                    <a:lnB>
                      <a:noFill/>
                    </a:lnB>
                    <a:solidFill>
                      <a:srgbClr val="E7F5EB"/>
                    </a:solidFill>
                  </a:tcPr>
                </a:tc>
                <a:tc>
                  <a:txBody>
                    <a:bodyPr/>
                    <a:lstStyle/>
                    <a:p>
                      <a:pPr algn="ctr"/>
                      <a:r>
                        <a:rPr sz="900" b="0">
                          <a:solidFill>
                            <a:srgbClr val="000000"/>
                          </a:solidFill>
                          <a:latin typeface="Roboto Light"/>
                        </a:rPr>
                        <a:t>-10.4</a:t>
                      </a:r>
                    </a:p>
                  </a:txBody>
                  <a:tcPr marL="36000" marR="36000" marT="4095" marB="0" anchor="ctr">
                    <a:lnL>
                      <a:noFill/>
                    </a:lnL>
                    <a:lnR>
                      <a:noFill/>
                    </a:lnR>
                    <a:lnT>
                      <a:noFill/>
                    </a:lnT>
                    <a:lnB>
                      <a:noFill/>
                    </a:lnB>
                    <a:solidFill>
                      <a:srgbClr val="FBB1B2"/>
                    </a:solidFill>
                  </a:tcPr>
                </a:tc>
                <a:extLst>
                  <a:ext uri="{0D108BD9-81ED-4DB2-BD59-A6C34878D82A}">
                    <a16:rowId xmlns:a16="http://schemas.microsoft.com/office/drawing/2014/main" val="10005"/>
                  </a:ext>
                </a:extLst>
              </a:tr>
              <a:tr h="180000">
                <a:tc>
                  <a:txBody>
                    <a:bodyPr/>
                    <a:lstStyle/>
                    <a:p>
                      <a:pPr algn="ctr"/>
                      <a:r>
                        <a:rPr sz="900" b="0">
                          <a:solidFill>
                            <a:srgbClr val="000000"/>
                          </a:solidFill>
                          <a:latin typeface="Roboto Light"/>
                        </a:rPr>
                        <a:t>Ibovespa</a:t>
                      </a:r>
                    </a:p>
                  </a:txBody>
                  <a:tcPr marL="36000" marR="36000" marT="4095" marB="0" anchor="ctr">
                    <a:lnL>
                      <a:noFill/>
                    </a:lnL>
                    <a:lnR>
                      <a:noFill/>
                    </a:lnR>
                    <a:lnT>
                      <a:noFill/>
                    </a:lnT>
                    <a:lnB>
                      <a:noFill/>
                    </a:lnB>
                    <a:noFill/>
                  </a:tcPr>
                </a:tc>
                <a:tc>
                  <a:txBody>
                    <a:bodyPr/>
                    <a:lstStyle/>
                    <a:p>
                      <a:pPr algn="ctr"/>
                      <a:r>
                        <a:rPr sz="900" b="0">
                          <a:solidFill>
                            <a:srgbClr val="000000"/>
                          </a:solidFill>
                          <a:latin typeface="Roboto Light"/>
                        </a:rPr>
                        <a:t>-0.5%</a:t>
                      </a:r>
                    </a:p>
                  </a:txBody>
                  <a:tcPr marL="36000" marR="36000" marT="4095" marB="0" anchor="ctr">
                    <a:lnL>
                      <a:noFill/>
                    </a:lnL>
                    <a:lnR>
                      <a:noFill/>
                    </a:lnR>
                    <a:lnT>
                      <a:noFill/>
                    </a:lnT>
                    <a:lnB>
                      <a:noFill/>
                    </a:lnB>
                    <a:solidFill>
                      <a:srgbClr val="FBAEAF"/>
                    </a:solidFill>
                  </a:tcPr>
                </a:tc>
                <a:tc>
                  <a:txBody>
                    <a:bodyPr/>
                    <a:lstStyle/>
                    <a:p>
                      <a:pPr algn="ctr"/>
                      <a:r>
                        <a:rPr sz="900" b="0">
                          <a:solidFill>
                            <a:srgbClr val="000000"/>
                          </a:solidFill>
                          <a:latin typeface="Roboto Light"/>
                        </a:rPr>
                        <a:t>+5.1%</a:t>
                      </a:r>
                    </a:p>
                  </a:txBody>
                  <a:tcPr marL="36000" marR="36000" marT="4095" marB="0" anchor="ctr">
                    <a:lnL>
                      <a:noFill/>
                    </a:lnL>
                    <a:lnR>
                      <a:noFill/>
                    </a:lnR>
                    <a:lnT>
                      <a:noFill/>
                    </a:lnT>
                    <a:lnB>
                      <a:noFill/>
                    </a:lnB>
                    <a:solidFill>
                      <a:srgbClr val="8BCF9D"/>
                    </a:solidFill>
                  </a:tcPr>
                </a:tc>
                <a:tc>
                  <a:txBody>
                    <a:bodyPr/>
                    <a:lstStyle/>
                    <a:p>
                      <a:pPr algn="ctr"/>
                      <a:r>
                        <a:rPr sz="900" b="0">
                          <a:solidFill>
                            <a:srgbClr val="000000"/>
                          </a:solidFill>
                          <a:latin typeface="Roboto Light"/>
                        </a:rPr>
                        <a:t>+11.7%</a:t>
                      </a:r>
                    </a:p>
                  </a:txBody>
                  <a:tcPr marL="36000" marR="36000" marT="4095" marB="0" anchor="ctr">
                    <a:lnL>
                      <a:noFill/>
                    </a:lnL>
                    <a:lnR>
                      <a:noFill/>
                    </a:lnR>
                    <a:lnT>
                      <a:noFill/>
                    </a:lnT>
                    <a:lnB>
                      <a:noFill/>
                    </a:lnB>
                    <a:solidFill>
                      <a:srgbClr val="90D1A1"/>
                    </a:solidFill>
                  </a:tcPr>
                </a:tc>
                <a:tc>
                  <a:txBody>
                    <a:bodyPr/>
                    <a:lstStyle/>
                    <a:p>
                      <a:pPr algn="ctr"/>
                      <a:r>
                        <a:rPr sz="900" b="0">
                          <a:solidFill>
                            <a:srgbClr val="000000"/>
                          </a:solidFill>
                          <a:latin typeface="Roboto Light"/>
                        </a:rPr>
                        <a:t>+9.4%</a:t>
                      </a:r>
                    </a:p>
                  </a:txBody>
                  <a:tcPr marL="36000" marR="36000" marT="4095" marB="0" anchor="ctr">
                    <a:lnL>
                      <a:noFill/>
                    </a:lnL>
                    <a:lnR>
                      <a:noFill/>
                    </a:lnR>
                    <a:lnT>
                      <a:noFill/>
                    </a:lnT>
                    <a:lnB>
                      <a:noFill/>
                    </a:lnB>
                    <a:solidFill>
                      <a:srgbClr val="C0E4C9"/>
                    </a:solidFill>
                  </a:tcPr>
                </a:tc>
                <a:tc>
                  <a:txBody>
                    <a:bodyPr/>
                    <a:lstStyle/>
                    <a:p>
                      <a:pPr algn="ctr"/>
                      <a:r>
                        <a:rPr sz="900" b="0">
                          <a:solidFill>
                            <a:srgbClr val="000000"/>
                          </a:solidFill>
                          <a:latin typeface="Roboto Light"/>
                        </a:rPr>
                        <a:t>+5.0%</a:t>
                      </a:r>
                    </a:p>
                  </a:txBody>
                  <a:tcPr marL="36000" marR="36000" marT="4095" marB="0" anchor="ctr">
                    <a:lnL>
                      <a:noFill/>
                    </a:lnL>
                    <a:lnR>
                      <a:noFill/>
                    </a:lnR>
                    <a:lnT>
                      <a:noFill/>
                    </a:lnT>
                    <a:lnB>
                      <a:noFill/>
                    </a:lnB>
                    <a:solidFill>
                      <a:srgbClr val="D5EDDB"/>
                    </a:solidFill>
                  </a:tcPr>
                </a:tc>
                <a:tc>
                  <a:txBody>
                    <a:bodyPr/>
                    <a:lstStyle/>
                    <a:p>
                      <a:pPr algn="ctr"/>
                      <a:r>
                        <a:rPr sz="900" b="0">
                          <a:solidFill>
                            <a:srgbClr val="000000"/>
                          </a:solidFill>
                          <a:latin typeface="Roboto Light"/>
                        </a:rPr>
                        <a:t>+15.8%</a:t>
                      </a:r>
                    </a:p>
                  </a:txBody>
                  <a:tcPr marL="36000" marR="36000" marT="4095" marB="0" anchor="ctr">
                    <a:lnL>
                      <a:noFill/>
                    </a:lnL>
                    <a:lnR>
                      <a:noFill/>
                    </a:lnR>
                    <a:lnT>
                      <a:noFill/>
                    </a:lnT>
                    <a:lnB>
                      <a:noFill/>
                    </a:lnB>
                    <a:solidFill>
                      <a:srgbClr val="BAE2C5"/>
                    </a:solidFill>
                  </a:tcPr>
                </a:tc>
                <a:tc>
                  <a:txBody>
                    <a:bodyPr/>
                    <a:lstStyle/>
                    <a:p>
                      <a:pPr algn="ctr"/>
                      <a:r>
                        <a:rPr sz="900" b="0">
                          <a:solidFill>
                            <a:srgbClr val="000000"/>
                          </a:solidFill>
                          <a:latin typeface="Roboto Light"/>
                        </a:rPr>
                        <a:t>-</a:t>
                      </a:r>
                    </a:p>
                  </a:txBody>
                  <a:tcPr marL="36000" marR="36000" marT="4095" marB="0" anchor="ctr">
                    <a:lnL>
                      <a:noFill/>
                    </a:lnL>
                    <a:lnR>
                      <a:noFill/>
                    </a:lnR>
                    <a:lnT>
                      <a:noFill/>
                    </a:lnT>
                    <a:lnB>
                      <a:noFill/>
                    </a:lnB>
                    <a:noFill/>
                  </a:tcPr>
                </a:tc>
                <a:extLst>
                  <a:ext uri="{0D108BD9-81ED-4DB2-BD59-A6C34878D82A}">
                    <a16:rowId xmlns:a16="http://schemas.microsoft.com/office/drawing/2014/main" val="10006"/>
                  </a:ext>
                </a:extLst>
              </a:tr>
            </a:tbl>
          </a:graphicData>
        </a:graphic>
      </p:graphicFrame>
      <p:graphicFrame>
        <p:nvGraphicFramePr>
          <p:cNvPr id="27" name="Chart 26"/>
          <p:cNvGraphicFramePr>
            <a:graphicFrameLocks noGrp="1"/>
          </p:cNvGraphicFramePr>
          <p:nvPr/>
        </p:nvGraphicFramePr>
        <p:xfrm>
          <a:off x="381600" y="7793999"/>
          <a:ext cx="6105600" cy="1638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093405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7567</TotalTime>
  <Words>359</Words>
  <Application>Microsoft Office PowerPoint</Application>
  <PresentationFormat>A4 Paper (210x297 mm)</PresentationFormat>
  <Paragraphs>66</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Arial</vt:lpstr>
      <vt:lpstr>Calibri</vt:lpstr>
      <vt:lpstr>Roboto</vt:lpstr>
      <vt:lpstr>Roboto Light</vt:lpstr>
      <vt:lpstr>XP</vt:lpstr>
      <vt:lpstr>XP Light Lighthouse</vt:lpstr>
      <vt:lpstr>Tema IB 2021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Amanda Augusti</dc:creator>
  <cp:lastModifiedBy>Caio Lopes de Souza</cp:lastModifiedBy>
  <cp:revision>377</cp:revision>
  <dcterms:created xsi:type="dcterms:W3CDTF">2022-03-20T14:16:37Z</dcterms:created>
  <dcterms:modified xsi:type="dcterms:W3CDTF">2026-09-28T19:26:31Z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2025-03-07T20:02:49Z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baa5625b-963e-4a95-9d6d-d9fd1ed2ce52</vt:lpwstr>
  </property>
  <property fmtid="{D5CDD505-2E9C-101B-9397-08002B2CF9AE}" pid="8" name="MSIP_Label_e6a9157b-bcf3-4eac-b03e-7cf007ba9fdf_ContentBits">
    <vt:lpwstr>2</vt:lpwstr>
  </property>
  <property fmtid="{D5CDD505-2E9C-101B-9397-08002B2CF9AE}" pid="9" name="MSIP_Label_e6a9157b-bcf3-4eac-b03e-7cf007ba9fdf_Tag">
    <vt:lpwstr>10, 3, 0, 1</vt:lpwstr>
  </property>
  <property fmtid="{D5CDD505-2E9C-101B-9397-08002B2CF9AE}" pid="10" name="ClassificationContentMarkingFooterLocations">
    <vt:lpwstr>Tema IB 2021:5</vt:lpwstr>
  </property>
  <property fmtid="{D5CDD505-2E9C-101B-9397-08002B2CF9AE}" pid="11" name="ClassificationContentMarkingFooterText">
    <vt:lpwstr>[ CLASSIFICAÇÃO: PÚBLICA ]</vt:lpwstr>
  </property>
</Properties>
</file>