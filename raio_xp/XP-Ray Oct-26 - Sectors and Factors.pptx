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3.xml" ContentType="application/vnd.openxmlformats-officedocument.theme+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4.xml" ContentType="application/vnd.openxmlformats-officedocument.theme+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5"/>
    <p:sldMasterId id="2147483711" r:id="rId6"/>
    <p:sldMasterId id="2147483733" r:id="rId7"/>
    <p:sldMasterId id="2147483775" r:id="rId8"/>
  </p:sldMasterIdLst>
  <p:notesMasterIdLst>
    <p:notesMasterId r:id="rId11"/>
  </p:notesMasterIdLst>
  <p:sldIdLst>
    <p:sldId id="419" r:id="rId9"/>
    <p:sldId id="609" r:id="rId10"/>
  </p:sldIdLst>
  <p:sldSz cx="6858000" cy="9906000" type="A4"/>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52B8D366-D974-49B9-9048-79C7BC97B1C0}">
          <p14:sldIdLst/>
        </p14:section>
        <p14:section name="Market Commentary" id="{1DDDF273-5083-43AE-9EAF-20022A669B2B}">
          <p14:sldIdLst>
            <p14:sldId id="419"/>
            <p14:sldId id="609"/>
          </p14:sldIdLst>
        </p14:section>
        <p14:section name="1st theme" id="{0D83D7D9-D959-424B-AE8F-ED0568E46D59}">
          <p14:sldIdLst/>
        </p14:section>
        <p14:section name="2nd theme" id="{7A8C10F5-2914-4DB1-A570-F6B617CA83DE}">
          <p14:sldIdLst/>
        </p14:section>
        <p14:section name="Valuation" id="{CB71DB92-9365-4341-A55F-040AA74305FC}">
          <p14:sldIdLst/>
        </p14:section>
        <p14:section name="XP Portfolios" id="{2377CAFA-D6E1-4894-9DC4-ABCD93C777F0}">
          <p14:sldIdLst/>
        </p14:section>
        <p14:section name="Chartbook" id="{E5DEA1DD-2F81-443B-8C12-5E93EC33A658}">
          <p14:sldIdLst/>
        </p14:section>
        <p14:section name="Ending" id="{6816E140-E35F-4B96-A615-EA8F68519C7F}">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B42ED4F-8EBE-474C-3F8A-8E5FC5FA0DDD}" name="Caio Souza" initials="CL" userId="S::caio.lsouza@xpi.com.br::3c9a17a9-6dee-4d8b-b93c-2a0cbe4083ed" providerId="AD"/>
  <p188:author id="{26C36357-AA82-766B-7F10-0B8B0172D89D}" name="Lucas Rosa" initials="LV" userId="S::lucas.vrosa@xpi.com.br::49f0bb8d-b3ef-4afe-baf3-ede37f21a37e" providerId="AD"/>
  <p188:author id="{96E38678-DC99-8AA7-CD9B-A7924E3A8969}" name="Júlia Aquino" initials="JA" userId="S::julia.aquino@xpi.com.br::df34683f-61bd-4800-a050-1fef18d72e46" providerId="AD"/>
  <p188:author id="{6C4C2D8B-95CF-3366-BCBB-00835F353133}" name="Jennie Li" initials="JL" userId="S::jennie.li@xpi.com.br::4287a3cb-d5b5-40b5-a43d-7effe9254b38" providerId="AD"/>
  <p188:author id="{EC8CAF98-3BD7-D185-1C28-5390FA4B602C}" name="Fernando Figueiredo Ferreira" initials="FFF" userId="S::fernando.f.ferreira@xpi.com.br::841c94e0-5eda-4da2-ae8d-84f2d71f1a7e" providerId="AD"/>
  <p188:author id="{E1E189EC-10D0-F876-0321-6E26D67990E2}" name="Felipe Veiga" initials="FV" userId="S::felipe.bveiga@xpi.com.br::29d82955-035a-46d2-8c02-fc4125ffa591" providerId="AD"/>
  <p188:author id="{3FF395FB-F7D1-5942-EBEC-B73C159F0C4F}" name="Guilherme Ramos" initials="GS" userId="S::guilherme.sramos@xpi.com.br::200c1542-152a-4227-82d8-f81507867da7"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BBD1EC"/>
    <a:srgbClr val="DBDDDE"/>
    <a:srgbClr val="1F2F44"/>
    <a:srgbClr val="D9D9D9"/>
    <a:srgbClr val="F2F2F2"/>
    <a:srgbClr val="FF0000"/>
    <a:srgbClr val="E8E8E8"/>
    <a:srgbClr val="FFE699"/>
    <a:srgbClr val="8EB3DF"/>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9E17313-5537-41D9-8224-E07C8253F484}" v="4209" dt="2026-07-31T22:43:49.601"/>
    <p1510:client id="{72CFA8D4-D045-405A-878A-0CCC0E1CE764}" v="11110" dt="2026-08-01T00:08:37.82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86" d="100"/>
          <a:sy n="86" d="100"/>
        </p:scale>
        <p:origin x="1973" y="-63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Master" Target="slideMasters/slideMaster3.xml"/><Relationship Id="rId12" Type="http://schemas.openxmlformats.org/officeDocument/2006/relationships/presProps" Target="presProps.xml"/><Relationship Id="rId17" Type="http://schemas.microsoft.com/office/2018/10/relationships/authors" Target="author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notesMaster" Target="notesMasters/notesMaster1.xml"/><Relationship Id="rId5" Type="http://schemas.openxmlformats.org/officeDocument/2006/relationships/slideMaster" Target="slideMasters/slideMaster1.xml"/><Relationship Id="rId15" Type="http://schemas.openxmlformats.org/officeDocument/2006/relationships/tableStyles" Target="tableStyles.xml"/><Relationship Id="rId10" Type="http://schemas.openxmlformats.org/officeDocument/2006/relationships/slide" Target="slides/slide2.xml"/><Relationship Id="rId4" Type="http://schemas.openxmlformats.org/officeDocument/2006/relationships/customXml" Target="../customXml/item4.xml"/><Relationship Id="rId9" Type="http://schemas.openxmlformats.org/officeDocument/2006/relationships/slide" Target="slides/slide1.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file:///\\xpdocs\Research\Equities\Estrategia\Banco%20de%20dados\Trackers\Baskets%20Consolidated.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36024210302754717"/>
          <c:y val="7.4293374978725887E-2"/>
          <c:w val="0.63975789697245289"/>
          <c:h val="0.9257066250212741"/>
        </c:manualLayout>
      </c:layout>
      <c:barChart>
        <c:barDir val="bar"/>
        <c:grouping val="clustered"/>
        <c:varyColors val="0"/>
        <c:ser>
          <c:idx val="0"/>
          <c:order val="0"/>
          <c:tx>
            <c:strRef>
              <c:f>'Factor Chart'!$J$4</c:f>
              <c:strCache>
                <c:ptCount val="1"/>
                <c:pt idx="0">
                  <c:v>MTD</c:v>
                </c:pt>
              </c:strCache>
            </c:strRef>
          </c:tx>
          <c:spPr>
            <a:solidFill>
              <a:srgbClr val="8EB3DF"/>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'Factor Chart'!$I$5:$I$10</c:f>
              <c:strCache>
                <c:ptCount val="6"/>
                <c:pt idx="0">
                  <c:v>Momentum</c:v>
                </c:pt>
                <c:pt idx="1">
                  <c:v>Quality</c:v>
                </c:pt>
                <c:pt idx="2">
                  <c:v>Low Risk</c:v>
                </c:pt>
                <c:pt idx="3">
                  <c:v>Sell-Side Revisions</c:v>
                </c:pt>
                <c:pt idx="4">
                  <c:v>Short Interest </c:v>
                </c:pt>
                <c:pt idx="5">
                  <c:v>Value</c:v>
                </c:pt>
              </c:strCache>
            </c:strRef>
          </c:cat>
          <c:val>
            <c:numRef>
              <c:f>'Factor Chart'!$J$5:$J$10</c:f>
              <c:numCache>
                <c:formatCode>0.0%</c:formatCode>
                <c:ptCount val="6"/>
                <c:pt idx="0">
                  <c:v>-4.8682780258168301E-2</c:v>
                </c:pt>
                <c:pt idx="1">
                  <c:v>-4.7288977096134666E-2</c:v>
                </c:pt>
                <c:pt idx="2">
                  <c:v>-3.3995477608424918E-2</c:v>
                </c:pt>
                <c:pt idx="3">
                  <c:v>1.5701272184710957E-2</c:v>
                </c:pt>
                <c:pt idx="4">
                  <c:v>3.1511347489654895E-2</c:v>
                </c:pt>
                <c:pt idx="5">
                  <c:v>4.1746126715094478E-2</c:v>
                </c:pt>
              </c:numCache>
            </c:numRef>
          </c:val>
          <c:extLst>
            <c:ext xmlns:c16="http://schemas.microsoft.com/office/drawing/2014/chart" uri="{C3380CC4-5D6E-409C-BE32-E72D297353CC}">
              <c16:uniqueId val="{00000000-5183-40E2-95AD-423D515FD494}"/>
            </c:ext>
          </c:extLst>
        </c:ser>
        <c:ser>
          <c:idx val="1"/>
          <c:order val="1"/>
          <c:tx>
            <c:strRef>
              <c:f>'Factor Chart'!$K$4</c:f>
              <c:strCache>
                <c:ptCount val="1"/>
                <c:pt idx="0">
                  <c:v>YTD</c:v>
                </c:pt>
              </c:strCache>
            </c:strRef>
          </c:tx>
          <c:spPr>
            <a:solidFill>
              <a:srgbClr val="1F2F4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'Factor Chart'!$I$5:$I$10</c:f>
              <c:strCache>
                <c:ptCount val="6"/>
                <c:pt idx="0">
                  <c:v>Momentum</c:v>
                </c:pt>
                <c:pt idx="1">
                  <c:v>Quality</c:v>
                </c:pt>
                <c:pt idx="2">
                  <c:v>Low Risk</c:v>
                </c:pt>
                <c:pt idx="3">
                  <c:v>Sell-Side Revisions</c:v>
                </c:pt>
                <c:pt idx="4">
                  <c:v>Short Interest </c:v>
                </c:pt>
                <c:pt idx="5">
                  <c:v>Value</c:v>
                </c:pt>
              </c:strCache>
            </c:strRef>
          </c:cat>
          <c:val>
            <c:numRef>
              <c:f>'Factor Chart'!$K$5:$K$10</c:f>
              <c:numCache>
                <c:formatCode>0.0%</c:formatCode>
                <c:ptCount val="6"/>
                <c:pt idx="0">
                  <c:v>0.10658161862314519</c:v>
                </c:pt>
                <c:pt idx="1">
                  <c:v>0.26102240259366405</c:v>
                </c:pt>
                <c:pt idx="2">
                  <c:v>0.39097973637876726</c:v>
                </c:pt>
                <c:pt idx="3">
                  <c:v>5.9166825409124879E-2</c:v>
                </c:pt>
                <c:pt idx="4">
                  <c:v>0.15272727670600772</c:v>
                </c:pt>
                <c:pt idx="5">
                  <c:v>0.25436022373973732</c:v>
                </c:pt>
              </c:numCache>
            </c:numRef>
          </c:val>
          <c:extLst>
            <c:ext xmlns:c16="http://schemas.microsoft.com/office/drawing/2014/chart" uri="{C3380CC4-5D6E-409C-BE32-E72D297353CC}">
              <c16:uniqueId val="{00000001-5183-40E2-95AD-423D515FD494}"/>
            </c:ext>
          </c:extLst>
        </c:ser>
        <c:dLbls>
          <c:dLblPos val="outEnd"/>
          <c:showLegendKey val="0"/>
          <c:showVal val="1"/>
          <c:showCatName val="0"/>
          <c:showSerName val="0"/>
          <c:showPercent val="0"/>
          <c:showBubbleSize val="0"/>
        </c:dLbls>
        <c:gapWidth val="100"/>
        <c:axId val="1955730671"/>
        <c:axId val="1955731151"/>
      </c:barChart>
      <c:catAx>
        <c:axId val="1955730671"/>
        <c:scaling>
          <c:orientation val="minMax"/>
        </c:scaling>
        <c:delete val="0"/>
        <c:axPos val="l"/>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1955731151"/>
        <c:crosses val="autoZero"/>
        <c:auto val="1"/>
        <c:lblAlgn val="ctr"/>
        <c:lblOffset val="100"/>
        <c:noMultiLvlLbl val="0"/>
      </c:catAx>
      <c:valAx>
        <c:axId val="1955731151"/>
        <c:scaling>
          <c:orientation val="minMax"/>
        </c:scaling>
        <c:delete val="1"/>
        <c:axPos val="b"/>
        <c:numFmt formatCode="0.0%" sourceLinked="1"/>
        <c:majorTickMark val="none"/>
        <c:minorTickMark val="none"/>
        <c:tickLblPos val="nextTo"/>
        <c:crossAx val="1955730671"/>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900">
          <a:latin typeface="Roboto Light" panose="02000000000000000000" pitchFamily="2" charset="0"/>
          <a:ea typeface="Roboto Light" panose="02000000000000000000" pitchFamily="2" charset="0"/>
          <a:cs typeface="Roboto Light" panose="02000000000000000000" pitchFamily="2" charset="0"/>
        </a:defRPr>
      </a:pPr>
      <a:endParaRPr lang="pt-B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904919-855E-41AB-8A84-30C374ADE181}" type="datetimeFigureOut">
              <a:rPr lang="en-US" smtClean="0"/>
              <a:t>9/28/2026</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984EC9-51C0-4BB7-A48B-D32011637DBD}" type="slidenum">
              <a:rPr lang="en-US" smtClean="0"/>
              <a:t>‹#›</a:t>
            </a:fld>
            <a:endParaRPr lang="en-US"/>
          </a:p>
        </p:txBody>
      </p:sp>
    </p:spTree>
    <p:extLst>
      <p:ext uri="{BB962C8B-B14F-4D97-AF65-F5344CB8AC3E}">
        <p14:creationId xmlns:p14="http://schemas.microsoft.com/office/powerpoint/2010/main" val="5848030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1984EC9-51C0-4BB7-A48B-D32011637DB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14248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4565CF-EE63-64AF-4E2F-02BE30F877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AD5BEF-D9E4-6CFE-188F-944E1FF185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B65E1A-7B07-8B83-75FB-8F9D06A48656}"/>
              </a:ext>
            </a:extLst>
          </p:cNvPr>
          <p:cNvSpPr>
            <a:spLocks noGrp="1"/>
          </p:cNvSpPr>
          <p:nvPr>
            <p:ph type="body" idx="1"/>
          </p:nvPr>
        </p:nvSpPr>
        <p:spPr/>
        <p:txBody>
          <a:bodyPr/>
          <a:lstStyle/>
          <a:p>
            <a:endParaRPr lang="pt-BR"/>
          </a:p>
        </p:txBody>
      </p:sp>
      <p:sp>
        <p:nvSpPr>
          <p:cNvPr id="4" name="Slide Number Placeholder 3">
            <a:extLst>
              <a:ext uri="{FF2B5EF4-FFF2-40B4-BE49-F238E27FC236}">
                <a16:creationId xmlns:a16="http://schemas.microsoft.com/office/drawing/2014/main" id="{5914FAD9-03A7-D5F7-45CA-5DBC65F776E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1984EC9-51C0-4BB7-A48B-D32011637DB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5834623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Master" Target="../slideMasters/slideMaster1.xml"/><Relationship Id="rId1" Type="http://schemas.openxmlformats.org/officeDocument/2006/relationships/tags" Target="../tags/tag7.xml"/><Relationship Id="rId6" Type="http://schemas.openxmlformats.org/officeDocument/2006/relationships/image" Target="../media/image4.svg"/><Relationship Id="rId5" Type="http://schemas.microsoft.com/office/2007/relationships/hdphoto" Target="../media/hdphoto1.wdp"/><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17.xml"/><Relationship Id="rId4" Type="http://schemas.openxmlformats.org/officeDocument/2006/relationships/image" Target="../media/image6.sv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7.jpeg"/><Relationship Id="rId7" Type="http://schemas.microsoft.com/office/2007/relationships/hdphoto" Target="../media/hdphoto2.wdp"/><Relationship Id="rId2" Type="http://schemas.openxmlformats.org/officeDocument/2006/relationships/slideMaster" Target="../slideMasters/slideMaster2.xml"/><Relationship Id="rId1" Type="http://schemas.openxmlformats.org/officeDocument/2006/relationships/tags" Target="../tags/tag18.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2.sv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Master" Target="../slideMasters/slideMaster2.xml"/><Relationship Id="rId1" Type="http://schemas.openxmlformats.org/officeDocument/2006/relationships/tags" Target="../tags/tag19.xml"/><Relationship Id="rId6" Type="http://schemas.openxmlformats.org/officeDocument/2006/relationships/image" Target="../media/image4.svg"/><Relationship Id="rId5" Type="http://schemas.microsoft.com/office/2007/relationships/hdphoto" Target="../media/hdphoto3.wdp"/><Relationship Id="rId4" Type="http://schemas.openxmlformats.org/officeDocument/2006/relationships/image" Target="../media/image10.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Master" Target="../slideMasters/slideMaster2.xml"/><Relationship Id="rId1" Type="http://schemas.openxmlformats.org/officeDocument/2006/relationships/tags" Target="../tags/tag20.xml"/><Relationship Id="rId6" Type="http://schemas.openxmlformats.org/officeDocument/2006/relationships/image" Target="../media/image4.svg"/><Relationship Id="rId5" Type="http://schemas.microsoft.com/office/2007/relationships/hdphoto" Target="../media/hdphoto3.wdp"/><Relationship Id="rId4" Type="http://schemas.openxmlformats.org/officeDocument/2006/relationships/image" Target="../media/image10.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Master" Target="../slideMasters/slideMaster2.xml"/><Relationship Id="rId1" Type="http://schemas.openxmlformats.org/officeDocument/2006/relationships/tags" Target="../tags/tag21.xml"/><Relationship Id="rId6" Type="http://schemas.openxmlformats.org/officeDocument/2006/relationships/image" Target="../media/image4.svg"/><Relationship Id="rId5" Type="http://schemas.microsoft.com/office/2007/relationships/hdphoto" Target="../media/hdphoto3.wdp"/><Relationship Id="rId4" Type="http://schemas.openxmlformats.org/officeDocument/2006/relationships/image" Target="../media/image10.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Master" Target="../slideMasters/slideMaster2.xml"/><Relationship Id="rId1" Type="http://schemas.openxmlformats.org/officeDocument/2006/relationships/tags" Target="../tags/tag22.xml"/><Relationship Id="rId6" Type="http://schemas.openxmlformats.org/officeDocument/2006/relationships/image" Target="../media/image4.svg"/><Relationship Id="rId5" Type="http://schemas.microsoft.com/office/2007/relationships/hdphoto" Target="../media/hdphoto3.wdp"/><Relationship Id="rId4" Type="http://schemas.openxmlformats.org/officeDocument/2006/relationships/image" Target="../media/image10.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Master" Target="../slideMasters/slideMaster2.xml"/><Relationship Id="rId1" Type="http://schemas.openxmlformats.org/officeDocument/2006/relationships/tags" Target="../tags/tag23.xml"/><Relationship Id="rId6" Type="http://schemas.openxmlformats.org/officeDocument/2006/relationships/image" Target="../media/image4.svg"/><Relationship Id="rId5" Type="http://schemas.microsoft.com/office/2007/relationships/hdphoto" Target="../media/hdphoto3.wdp"/><Relationship Id="rId4" Type="http://schemas.openxmlformats.org/officeDocument/2006/relationships/image" Target="../media/image10.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Master" Target="../slideMasters/slideMaster2.xml"/><Relationship Id="rId1" Type="http://schemas.openxmlformats.org/officeDocument/2006/relationships/tags" Target="../tags/tag24.xml"/><Relationship Id="rId6" Type="http://schemas.openxmlformats.org/officeDocument/2006/relationships/image" Target="../media/image4.svg"/><Relationship Id="rId5" Type="http://schemas.microsoft.com/office/2007/relationships/hdphoto" Target="../media/hdphoto3.wdp"/><Relationship Id="rId4" Type="http://schemas.openxmlformats.org/officeDocument/2006/relationships/image" Target="../media/image10.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Master" Target="../slideMasters/slideMaster2.xml"/><Relationship Id="rId1" Type="http://schemas.openxmlformats.org/officeDocument/2006/relationships/tags" Target="../tags/tag25.xml"/><Relationship Id="rId6" Type="http://schemas.openxmlformats.org/officeDocument/2006/relationships/image" Target="../media/image4.svg"/><Relationship Id="rId5" Type="http://schemas.microsoft.com/office/2007/relationships/hdphoto" Target="../media/hdphoto3.wdp"/><Relationship Id="rId4" Type="http://schemas.openxmlformats.org/officeDocument/2006/relationships/image" Target="../media/image10.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Master" Target="../slideMasters/slideMaster2.xml"/><Relationship Id="rId1" Type="http://schemas.openxmlformats.org/officeDocument/2006/relationships/tags" Target="../tags/tag26.xml"/><Relationship Id="rId6" Type="http://schemas.openxmlformats.org/officeDocument/2006/relationships/image" Target="../media/image4.svg"/><Relationship Id="rId5" Type="http://schemas.microsoft.com/office/2007/relationships/hdphoto" Target="../media/hdphoto3.wdp"/><Relationship Id="rId4" Type="http://schemas.openxmlformats.org/officeDocument/2006/relationships/image" Target="../media/image10.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Master" Target="../slideMasters/slideMaster2.xml"/><Relationship Id="rId1" Type="http://schemas.openxmlformats.org/officeDocument/2006/relationships/tags" Target="../tags/tag27.xml"/><Relationship Id="rId6" Type="http://schemas.openxmlformats.org/officeDocument/2006/relationships/image" Target="../media/image4.svg"/><Relationship Id="rId5" Type="http://schemas.microsoft.com/office/2007/relationships/hdphoto" Target="../media/hdphoto1.wdp"/><Relationship Id="rId4" Type="http://schemas.openxmlformats.org/officeDocument/2006/relationships/image" Target="../media/image3.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2.xml"/><Relationship Id="rId1" Type="http://schemas.openxmlformats.org/officeDocument/2006/relationships/tags" Target="../tags/tag28.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2.xml"/><Relationship Id="rId1" Type="http://schemas.openxmlformats.org/officeDocument/2006/relationships/tags" Target="../tags/tag29.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2.xml"/><Relationship Id="rId1" Type="http://schemas.openxmlformats.org/officeDocument/2006/relationships/tags" Target="../tags/tag30.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2.xml"/><Relationship Id="rId1" Type="http://schemas.openxmlformats.org/officeDocument/2006/relationships/tags" Target="../tags/tag3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2.xml"/><Relationship Id="rId1" Type="http://schemas.openxmlformats.org/officeDocument/2006/relationships/tags" Target="../tags/tag3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2.xml"/><Relationship Id="rId1" Type="http://schemas.openxmlformats.org/officeDocument/2006/relationships/tags" Target="../tags/tag33.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2.xml"/><Relationship Id="rId1" Type="http://schemas.openxmlformats.org/officeDocument/2006/relationships/tags" Target="../tags/tag34.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2.xml"/><Relationship Id="rId1" Type="http://schemas.openxmlformats.org/officeDocument/2006/relationships/tags" Target="../tags/tag35.xml"/></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36.xml"/></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37.xml"/></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38.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Master" Target="../slideMasters/slideMaster2.xml"/><Relationship Id="rId1" Type="http://schemas.openxmlformats.org/officeDocument/2006/relationships/tags" Target="../tags/tag39.xml"/><Relationship Id="rId6" Type="http://schemas.microsoft.com/office/2007/relationships/hdphoto" Target="../media/hdphoto4.wdp"/><Relationship Id="rId5" Type="http://schemas.openxmlformats.org/officeDocument/2006/relationships/image" Target="../media/image11.png"/><Relationship Id="rId4" Type="http://schemas.openxmlformats.org/officeDocument/2006/relationships/image" Target="../media/image8.svg"/></Relationships>
</file>

<file path=ppt/slideLayouts/_rels/slideLayout4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40.xml"/></Relationships>
</file>

<file path=ppt/slideLayouts/_rels/slideLayout4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41.xml"/></Relationships>
</file>

<file path=ppt/slideLayouts/_rels/slideLayout4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42.xml"/></Relationships>
</file>

<file path=ppt/slideLayouts/_rels/slideLayout4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43.xml"/></Relationships>
</file>

<file path=ppt/slideLayouts/_rels/slideLayout44.xml.rels><?xml version="1.0" encoding="UTF-8" standalone="yes"?>
<Relationships xmlns="http://schemas.openxmlformats.org/package/2006/relationships"><Relationship Id="rId3" Type="http://schemas.openxmlformats.org/officeDocument/2006/relationships/hyperlink" Target="http://www.xpi.com.br/" TargetMode="External"/><Relationship Id="rId2" Type="http://schemas.openxmlformats.org/officeDocument/2006/relationships/slideMaster" Target="../slideMasters/slideMaster2.xml"/><Relationship Id="rId1" Type="http://schemas.openxmlformats.org/officeDocument/2006/relationships/tags" Target="../tags/tag44.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Master" Target="../slideMasters/slideMaster2.xml"/><Relationship Id="rId1" Type="http://schemas.openxmlformats.org/officeDocument/2006/relationships/tags" Target="../tags/tag45.xml"/><Relationship Id="rId6" Type="http://schemas.microsoft.com/office/2007/relationships/hdphoto" Target="../media/hdphoto4.wdp"/><Relationship Id="rId5" Type="http://schemas.openxmlformats.org/officeDocument/2006/relationships/image" Target="../media/image11.png"/><Relationship Id="rId4" Type="http://schemas.openxmlformats.org/officeDocument/2006/relationships/image" Target="../media/image8.svg"/></Relationships>
</file>

<file path=ppt/slideLayouts/_rels/slideLayout4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46.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2.xml"/><Relationship Id="rId1" Type="http://schemas.openxmlformats.org/officeDocument/2006/relationships/tags" Target="../tags/tag47.xml"/><Relationship Id="rId4" Type="http://schemas.openxmlformats.org/officeDocument/2006/relationships/image" Target="../media/image6.sv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7.jpeg"/><Relationship Id="rId7" Type="http://schemas.microsoft.com/office/2007/relationships/hdphoto" Target="../media/hdphoto2.wdp"/><Relationship Id="rId2" Type="http://schemas.openxmlformats.org/officeDocument/2006/relationships/slideMaster" Target="../slideMasters/slideMaster3.xml"/><Relationship Id="rId1" Type="http://schemas.openxmlformats.org/officeDocument/2006/relationships/tags" Target="../tags/tag48.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2.sv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Master" Target="../slideMasters/slideMaster3.xml"/><Relationship Id="rId1" Type="http://schemas.openxmlformats.org/officeDocument/2006/relationships/tags" Target="../tags/tag49.xml"/><Relationship Id="rId6" Type="http://schemas.openxmlformats.org/officeDocument/2006/relationships/image" Target="../media/image4.svg"/><Relationship Id="rId5" Type="http://schemas.microsoft.com/office/2007/relationships/hdphoto" Target="../media/hdphoto3.wdp"/><Relationship Id="rId4" Type="http://schemas.openxmlformats.org/officeDocument/2006/relationships/image" Target="../media/image10.pn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Master" Target="../slideMasters/slideMaster3.xml"/><Relationship Id="rId1" Type="http://schemas.openxmlformats.org/officeDocument/2006/relationships/tags" Target="../tags/tag50.xml"/><Relationship Id="rId6" Type="http://schemas.openxmlformats.org/officeDocument/2006/relationships/image" Target="../media/image4.svg"/><Relationship Id="rId5" Type="http://schemas.microsoft.com/office/2007/relationships/hdphoto" Target="../media/hdphoto3.wdp"/><Relationship Id="rId4" Type="http://schemas.openxmlformats.org/officeDocument/2006/relationships/image" Target="../media/image10.pn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Master" Target="../slideMasters/slideMaster3.xml"/><Relationship Id="rId1" Type="http://schemas.openxmlformats.org/officeDocument/2006/relationships/tags" Target="../tags/tag51.xml"/><Relationship Id="rId6" Type="http://schemas.openxmlformats.org/officeDocument/2006/relationships/image" Target="../media/image4.svg"/><Relationship Id="rId5" Type="http://schemas.microsoft.com/office/2007/relationships/hdphoto" Target="../media/hdphoto3.wdp"/><Relationship Id="rId4" Type="http://schemas.openxmlformats.org/officeDocument/2006/relationships/image" Target="../media/image10.png"/></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Master" Target="../slideMasters/slideMaster3.xml"/><Relationship Id="rId1" Type="http://schemas.openxmlformats.org/officeDocument/2006/relationships/tags" Target="../tags/tag52.xml"/><Relationship Id="rId6" Type="http://schemas.openxmlformats.org/officeDocument/2006/relationships/image" Target="../media/image4.svg"/><Relationship Id="rId5" Type="http://schemas.microsoft.com/office/2007/relationships/hdphoto" Target="../media/hdphoto3.wdp"/><Relationship Id="rId4" Type="http://schemas.openxmlformats.org/officeDocument/2006/relationships/image" Target="../media/image10.png"/></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Master" Target="../slideMasters/slideMaster3.xml"/><Relationship Id="rId1" Type="http://schemas.openxmlformats.org/officeDocument/2006/relationships/tags" Target="../tags/tag53.xml"/><Relationship Id="rId6" Type="http://schemas.openxmlformats.org/officeDocument/2006/relationships/image" Target="../media/image4.svg"/><Relationship Id="rId5" Type="http://schemas.microsoft.com/office/2007/relationships/hdphoto" Target="../media/hdphoto3.wdp"/><Relationship Id="rId4" Type="http://schemas.openxmlformats.org/officeDocument/2006/relationships/image" Target="../media/image10.png"/></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Master" Target="../slideMasters/slideMaster3.xml"/><Relationship Id="rId1" Type="http://schemas.openxmlformats.org/officeDocument/2006/relationships/tags" Target="../tags/tag54.xml"/><Relationship Id="rId6" Type="http://schemas.openxmlformats.org/officeDocument/2006/relationships/image" Target="../media/image4.svg"/><Relationship Id="rId5" Type="http://schemas.microsoft.com/office/2007/relationships/hdphoto" Target="../media/hdphoto3.wdp"/><Relationship Id="rId4" Type="http://schemas.openxmlformats.org/officeDocument/2006/relationships/image" Target="../media/image10.pn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Master" Target="../slideMasters/slideMaster3.xml"/><Relationship Id="rId1" Type="http://schemas.openxmlformats.org/officeDocument/2006/relationships/tags" Target="../tags/tag55.xml"/><Relationship Id="rId6" Type="http://schemas.openxmlformats.org/officeDocument/2006/relationships/image" Target="../media/image4.svg"/><Relationship Id="rId5" Type="http://schemas.microsoft.com/office/2007/relationships/hdphoto" Target="../media/hdphoto3.wdp"/><Relationship Id="rId4" Type="http://schemas.openxmlformats.org/officeDocument/2006/relationships/image" Target="../media/image10.png"/></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Master" Target="../slideMasters/slideMaster3.xml"/><Relationship Id="rId1" Type="http://schemas.openxmlformats.org/officeDocument/2006/relationships/tags" Target="../tags/tag56.xml"/><Relationship Id="rId6" Type="http://schemas.openxmlformats.org/officeDocument/2006/relationships/image" Target="../media/image4.svg"/><Relationship Id="rId5" Type="http://schemas.microsoft.com/office/2007/relationships/hdphoto" Target="../media/hdphoto3.wdp"/><Relationship Id="rId4" Type="http://schemas.openxmlformats.org/officeDocument/2006/relationships/image" Target="../media/image10.pn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Master" Target="../slideMasters/slideMaster3.xml"/><Relationship Id="rId1" Type="http://schemas.openxmlformats.org/officeDocument/2006/relationships/tags" Target="../tags/tag57.xml"/><Relationship Id="rId6" Type="http://schemas.openxmlformats.org/officeDocument/2006/relationships/image" Target="../media/image4.svg"/><Relationship Id="rId5" Type="http://schemas.microsoft.com/office/2007/relationships/hdphoto" Target="../media/hdphoto1.wdp"/><Relationship Id="rId4" Type="http://schemas.openxmlformats.org/officeDocument/2006/relationships/image" Target="../media/image3.png"/></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58.xml"/></Relationships>
</file>

<file path=ppt/slideLayouts/_rels/slideLayout5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59.xml"/></Relationships>
</file>

<file path=ppt/slideLayouts/_rels/slideLayout60.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60.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Master" Target="../slideMasters/slideMaster3.xml"/><Relationship Id="rId1" Type="http://schemas.openxmlformats.org/officeDocument/2006/relationships/tags" Target="../tags/tag61.xml"/><Relationship Id="rId6" Type="http://schemas.microsoft.com/office/2007/relationships/hdphoto" Target="../media/hdphoto4.wdp"/><Relationship Id="rId5" Type="http://schemas.openxmlformats.org/officeDocument/2006/relationships/image" Target="../media/image11.png"/><Relationship Id="rId4" Type="http://schemas.openxmlformats.org/officeDocument/2006/relationships/image" Target="../media/image8.svg"/></Relationships>
</file>

<file path=ppt/slideLayouts/_rels/slideLayout6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62.xml"/></Relationships>
</file>

<file path=ppt/slideLayouts/_rels/slideLayout6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63.xml"/></Relationships>
</file>

<file path=ppt/slideLayouts/_rels/slideLayout6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64.xml"/></Relationships>
</file>

<file path=ppt/slideLayouts/_rels/slideLayout6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65.xml"/></Relationships>
</file>

<file path=ppt/slideLayouts/_rels/slideLayout66.xml.rels><?xml version="1.0" encoding="UTF-8" standalone="yes"?>
<Relationships xmlns="http://schemas.openxmlformats.org/package/2006/relationships"><Relationship Id="rId3" Type="http://schemas.openxmlformats.org/officeDocument/2006/relationships/hyperlink" Target="http://www.xpi.com.br/" TargetMode="External"/><Relationship Id="rId2" Type="http://schemas.openxmlformats.org/officeDocument/2006/relationships/slideMaster" Target="../slideMasters/slideMaster3.xml"/><Relationship Id="rId1" Type="http://schemas.openxmlformats.org/officeDocument/2006/relationships/tags" Target="../tags/tag66.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Master" Target="../slideMasters/slideMaster3.xml"/><Relationship Id="rId1" Type="http://schemas.openxmlformats.org/officeDocument/2006/relationships/tags" Target="../tags/tag67.xml"/><Relationship Id="rId6" Type="http://schemas.microsoft.com/office/2007/relationships/hdphoto" Target="../media/hdphoto4.wdp"/><Relationship Id="rId5" Type="http://schemas.openxmlformats.org/officeDocument/2006/relationships/image" Target="../media/image11.png"/><Relationship Id="rId4" Type="http://schemas.openxmlformats.org/officeDocument/2006/relationships/image" Target="../media/image8.svg"/></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4.xml"/><Relationship Id="rId1" Type="http://schemas.openxmlformats.org/officeDocument/2006/relationships/tags" Target="../tags/tag68.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4.xml"/><Relationship Id="rId1" Type="http://schemas.openxmlformats.org/officeDocument/2006/relationships/tags" Target="../tags/tag69.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4.xml"/><Relationship Id="rId1" Type="http://schemas.openxmlformats.org/officeDocument/2006/relationships/tags" Target="../tags/tag70.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4.xml"/><Relationship Id="rId1" Type="http://schemas.openxmlformats.org/officeDocument/2006/relationships/tags" Target="../tags/tag71.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4.xml"/><Relationship Id="rId1" Type="http://schemas.openxmlformats.org/officeDocument/2006/relationships/tags" Target="../tags/tag7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4.xml"/><Relationship Id="rId1" Type="http://schemas.openxmlformats.org/officeDocument/2006/relationships/tags" Target="../tags/tag73.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4.xml"/><Relationship Id="rId1" Type="http://schemas.openxmlformats.org/officeDocument/2006/relationships/tags" Target="../tags/tag74.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4.xml"/><Relationship Id="rId1" Type="http://schemas.openxmlformats.org/officeDocument/2006/relationships/tags" Target="../tags/tag75.xml"/></Relationships>
</file>

<file path=ppt/slideLayouts/_rels/slideLayout76.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76.xml"/></Relationships>
</file>

<file path=ppt/slideLayouts/_rels/slideLayout77.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77.xml"/></Relationships>
</file>

<file path=ppt/slideLayouts/_rels/slideLayout78.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78.xml"/></Relationships>
</file>

<file path=ppt/slideLayouts/_rels/slideLayout7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79.xml"/></Relationships>
</file>

<file path=ppt/slideLayouts/_rels/slideLayout8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80.xml"/></Relationships>
</file>

<file path=ppt/slideLayouts/_rels/slideLayout8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81.xml"/></Relationships>
</file>

<file path=ppt/slideLayouts/_rels/slideLayout82.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82.xml"/></Relationships>
</file>

<file path=ppt/slideLayouts/_rels/slideLayout83.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83.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4.xml"/><Relationship Id="rId1" Type="http://schemas.openxmlformats.org/officeDocument/2006/relationships/tags" Target="../tags/tag84.xml"/><Relationship Id="rId4" Type="http://schemas.openxmlformats.org/officeDocument/2006/relationships/image" Target="../media/image6.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apa">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2"/>
            <a:ext cx="4490940" cy="1772766"/>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3" y="4060055"/>
            <a:ext cx="6112353" cy="3349806"/>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72" name="Espaço Reservado para Conteúdo 14">
            <a:extLst>
              <a:ext uri="{FF2B5EF4-FFF2-40B4-BE49-F238E27FC236}">
                <a16:creationId xmlns:a16="http://schemas.microsoft.com/office/drawing/2014/main" id="{7F6E3DBC-5BBD-4436-85AB-82E653F9C656}"/>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73" name="Espaço Reservado para Conteúdo 14">
            <a:extLst>
              <a:ext uri="{FF2B5EF4-FFF2-40B4-BE49-F238E27FC236}">
                <a16:creationId xmlns:a16="http://schemas.microsoft.com/office/drawing/2014/main" id="{3405AF30-6481-4177-8C12-0BD1B0028E72}"/>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74" name="Espaço Reservado para Conteúdo 14">
            <a:extLst>
              <a:ext uri="{FF2B5EF4-FFF2-40B4-BE49-F238E27FC236}">
                <a16:creationId xmlns:a16="http://schemas.microsoft.com/office/drawing/2014/main" id="{14ECC719-6B01-4AF5-92A8-682707D600B0}"/>
              </a:ext>
            </a:extLst>
          </p:cNvPr>
          <p:cNvSpPr>
            <a:spLocks noGrp="1"/>
          </p:cNvSpPr>
          <p:nvPr>
            <p:ph sz="quarter" idx="24"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75" name="Espaço Reservado para Conteúdo 14">
            <a:extLst>
              <a:ext uri="{FF2B5EF4-FFF2-40B4-BE49-F238E27FC236}">
                <a16:creationId xmlns:a16="http://schemas.microsoft.com/office/drawing/2014/main" id="{519BA8D8-2D27-44DB-8406-D6D20B529EED}"/>
              </a:ext>
            </a:extLst>
          </p:cNvPr>
          <p:cNvSpPr>
            <a:spLocks noGrp="1"/>
          </p:cNvSpPr>
          <p:nvPr>
            <p:ph sz="quarter" idx="25"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0F2F86A7-ED4D-48B1-9F47-4F6090DC3372}" type="datetime4">
              <a:rPr lang="en-US" smtClean="0"/>
              <a:t>September 28, 2026</a:t>
            </a:fld>
            <a:endParaRPr lang="en-US"/>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5022853" y="2150953"/>
            <a:ext cx="1466848"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5022853" y="2312750"/>
            <a:ext cx="1466848"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5022853" y="2439622"/>
            <a:ext cx="1466848"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5022853" y="2815008"/>
            <a:ext cx="1466848"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5022853" y="2976805"/>
            <a:ext cx="1466848"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5022853" y="3103677"/>
            <a:ext cx="1466848"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5022853" y="3467328"/>
            <a:ext cx="1466848"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5022853" y="3629125"/>
            <a:ext cx="1466848"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5022853" y="3755997"/>
            <a:ext cx="1466848"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cxnSp>
        <p:nvCxnSpPr>
          <p:cNvPr id="3" name="Straight Connector 2">
            <a:extLst>
              <a:ext uri="{FF2B5EF4-FFF2-40B4-BE49-F238E27FC236}">
                <a16:creationId xmlns:a16="http://schemas.microsoft.com/office/drawing/2014/main" id="{8A3B4E86-9E31-44B1-AD38-564BDC91B35E}"/>
              </a:ext>
            </a:extLst>
          </p:cNvPr>
          <p:cNvCxnSpPr/>
          <p:nvPr userDrawn="1"/>
        </p:nvCxnSpPr>
        <p:spPr>
          <a:xfrm>
            <a:off x="4951973" y="2150952"/>
            <a:ext cx="0" cy="1772766"/>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6" name="Espaço Reservado para Texto 6">
            <a:extLst>
              <a:ext uri="{FF2B5EF4-FFF2-40B4-BE49-F238E27FC236}">
                <a16:creationId xmlns:a16="http://schemas.microsoft.com/office/drawing/2014/main" id="{984F9560-6699-43C8-BEE0-490CDFCBCF21}"/>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37" name="Espaço Reservado para Texto 6">
            <a:extLst>
              <a:ext uri="{FF2B5EF4-FFF2-40B4-BE49-F238E27FC236}">
                <a16:creationId xmlns:a16="http://schemas.microsoft.com/office/drawing/2014/main" id="{580EC9BA-5BCE-49E4-BC4C-E52C56FC5C26}"/>
              </a:ext>
            </a:extLst>
          </p:cNvPr>
          <p:cNvSpPr>
            <a:spLocks noGrp="1"/>
          </p:cNvSpPr>
          <p:nvPr>
            <p:ph type="body" sz="quarter" idx="37"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Tree>
    <p:extLst>
      <p:ext uri="{BB962C8B-B14F-4D97-AF65-F5344CB8AC3E}">
        <p14:creationId xmlns:p14="http://schemas.microsoft.com/office/powerpoint/2010/main" val="2209024188"/>
      </p:ext>
    </p:extLst>
  </p:cSld>
  <p:clrMapOvr>
    <a:masterClrMapping/>
  </p:clrMapOvr>
  <p:extLst>
    <p:ext uri="{DCECCB84-F9BA-43D5-87BE-67443E8EF086}">
      <p15:sldGuideLst xmlns:p15="http://schemas.microsoft.com/office/powerpoint/2012/main">
        <p15:guide id="0" pos="2228" userDrawn="1">
          <p15:clr>
            <a:srgbClr val="FBAE40"/>
          </p15:clr>
        </p15:guide>
        <p15:guide id="1" pos="2092"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apa Company Update/Report">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8"/>
            <a:ext cx="3734170" cy="4174580"/>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BA6D1BE1-1084-428A-81B9-BDA8CD6501B7}" type="datetime4">
              <a:rPr lang="en-US" smtClean="0"/>
              <a:t>September 28, 2026</a:t>
            </a:fld>
            <a:endParaRPr lang="en-US"/>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36" name="Espaço Reservado para Conteúdo 14">
            <a:extLst>
              <a:ext uri="{FF2B5EF4-FFF2-40B4-BE49-F238E27FC236}">
                <a16:creationId xmlns:a16="http://schemas.microsoft.com/office/drawing/2014/main" id="{FC793E5F-9C0C-468E-8CC6-E5FF5C28A615}"/>
              </a:ext>
            </a:extLst>
          </p:cNvPr>
          <p:cNvSpPr>
            <a:spLocks noGrp="1"/>
          </p:cNvSpPr>
          <p:nvPr>
            <p:ph sz="quarter" idx="25" hasCustomPrompt="1"/>
          </p:nvPr>
        </p:nvSpPr>
        <p:spPr>
          <a:xfrm>
            <a:off x="4330594" y="5349815"/>
            <a:ext cx="2159107" cy="966741"/>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1445B0B9-ADF4-4441-B72F-3BFD45AB8EE6}"/>
              </a:ext>
            </a:extLst>
          </p:cNvPr>
          <p:cNvSpPr>
            <a:spLocks noGrp="1"/>
          </p:cNvSpPr>
          <p:nvPr>
            <p:ph sz="quarter" idx="36" hasCustomPrompt="1"/>
          </p:nvPr>
        </p:nvSpPr>
        <p:spPr>
          <a:xfrm>
            <a:off x="4330594" y="5061196"/>
            <a:ext cx="215910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8" name="Espaço Reservado para Conteúdo 14">
            <a:extLst>
              <a:ext uri="{FF2B5EF4-FFF2-40B4-BE49-F238E27FC236}">
                <a16:creationId xmlns:a16="http://schemas.microsoft.com/office/drawing/2014/main" id="{8272B113-2F70-441F-8502-29E6B907995B}"/>
              </a:ext>
            </a:extLst>
          </p:cNvPr>
          <p:cNvSpPr>
            <a:spLocks noGrp="1"/>
          </p:cNvSpPr>
          <p:nvPr>
            <p:ph sz="quarter"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sz="quarter" idx="22" hasCustomPrompt="1"/>
          </p:nvPr>
        </p:nvSpPr>
        <p:spPr>
          <a:xfrm>
            <a:off x="4330594" y="67527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p:ph sz="quarter"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sz="quarter" idx="24" hasCustomPrompt="1"/>
          </p:nvPr>
        </p:nvSpPr>
        <p:spPr>
          <a:xfrm>
            <a:off x="4330594" y="64641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56" name="Espaço Reservado para Texto 6">
            <a:extLst>
              <a:ext uri="{FF2B5EF4-FFF2-40B4-BE49-F238E27FC236}">
                <a16:creationId xmlns:a16="http://schemas.microsoft.com/office/drawing/2014/main" id="{5B35F13F-8F40-465F-949A-882361D6B7D8}"/>
              </a:ext>
            </a:extLst>
          </p:cNvPr>
          <p:cNvSpPr>
            <a:spLocks noGrp="1"/>
          </p:cNvSpPr>
          <p:nvPr>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58" name="Espaço Reservado para Texto 6">
            <a:extLst>
              <a:ext uri="{FF2B5EF4-FFF2-40B4-BE49-F238E27FC236}">
                <a16:creationId xmlns:a16="http://schemas.microsoft.com/office/drawing/2014/main" id="{891AEF2F-E5F3-40A5-A6BD-124D7FF714E4}"/>
              </a:ext>
            </a:extLst>
          </p:cNvPr>
          <p:cNvSpPr>
            <a:spLocks noGrp="1"/>
          </p:cNvSpPr>
          <p:nvPr>
            <p:ph type="body" sz="quarter" idx="39"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Tree>
    <p:extLst>
      <p:ext uri="{BB962C8B-B14F-4D97-AF65-F5344CB8AC3E}">
        <p14:creationId xmlns:p14="http://schemas.microsoft.com/office/powerpoint/2010/main" val="1303002841"/>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apa Company Results">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8"/>
            <a:ext cx="3734170" cy="4174580"/>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89658630-F50C-49FA-9C67-15A852608CF0}" type="datetime4">
              <a:rPr lang="en-US" smtClean="0"/>
              <a:t>September 28, 2026</a:t>
            </a:fld>
            <a:endParaRPr lang="en-US"/>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417458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8" name="Espaço Reservado para Conteúdo 14">
            <a:extLst>
              <a:ext uri="{FF2B5EF4-FFF2-40B4-BE49-F238E27FC236}">
                <a16:creationId xmlns:a16="http://schemas.microsoft.com/office/drawing/2014/main" id="{8272B113-2F70-441F-8502-29E6B907995B}"/>
              </a:ext>
            </a:extLst>
          </p:cNvPr>
          <p:cNvSpPr>
            <a:spLocks noGrp="1"/>
          </p:cNvSpPr>
          <p:nvPr>
            <p:ph sz="quarter"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sz="quarter" idx="22" hasCustomPrompt="1"/>
          </p:nvPr>
        </p:nvSpPr>
        <p:spPr>
          <a:xfrm>
            <a:off x="4330594" y="67527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p:ph sz="quarter"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sz="quarter" idx="24" hasCustomPrompt="1"/>
          </p:nvPr>
        </p:nvSpPr>
        <p:spPr>
          <a:xfrm>
            <a:off x="4330594" y="64641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6" name="Espaço Reservado para Texto 6">
            <a:extLst>
              <a:ext uri="{FF2B5EF4-FFF2-40B4-BE49-F238E27FC236}">
                <a16:creationId xmlns:a16="http://schemas.microsoft.com/office/drawing/2014/main" id="{B935674C-A1AD-4842-93A9-83EA6491755B}"/>
              </a:ext>
            </a:extLst>
          </p:cNvPr>
          <p:cNvSpPr>
            <a:spLocks noGrp="1"/>
          </p:cNvSpPr>
          <p:nvPr>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37" name="Espaço Reservado para Texto 6">
            <a:extLst>
              <a:ext uri="{FF2B5EF4-FFF2-40B4-BE49-F238E27FC236}">
                <a16:creationId xmlns:a16="http://schemas.microsoft.com/office/drawing/2014/main" id="{5E39DE0F-32BC-41A9-847E-3FD62BFA409F}"/>
              </a:ext>
            </a:extLst>
          </p:cNvPr>
          <p:cNvSpPr>
            <a:spLocks noGrp="1"/>
          </p:cNvSpPr>
          <p:nvPr>
            <p:ph type="body" sz="quarter" idx="36"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Tree>
    <p:extLst>
      <p:ext uri="{BB962C8B-B14F-4D97-AF65-F5344CB8AC3E}">
        <p14:creationId xmlns:p14="http://schemas.microsoft.com/office/powerpoint/2010/main" val="3764756462"/>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apa Short Note v1">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8"/>
            <a:ext cx="3734170" cy="4174580"/>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FB42F95B-FE82-4845-B017-23DFE4AAD221}" type="datetime4">
              <a:rPr lang="en-US" smtClean="0"/>
              <a:t>September 28, 2026</a:t>
            </a:fld>
            <a:endParaRPr lang="en-US"/>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417458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sz="quarter" idx="22" hasCustomPrompt="1"/>
          </p:nvPr>
        </p:nvSpPr>
        <p:spPr>
          <a:xfrm>
            <a:off x="4330594" y="67527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sz="quarter" idx="24" hasCustomPrompt="1"/>
          </p:nvPr>
        </p:nvSpPr>
        <p:spPr>
          <a:xfrm>
            <a:off x="4330594" y="64641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6" name="Espaço Reservado para Conteúdo 14">
            <a:extLst>
              <a:ext uri="{FF2B5EF4-FFF2-40B4-BE49-F238E27FC236}">
                <a16:creationId xmlns:a16="http://schemas.microsoft.com/office/drawing/2014/main" id="{91EAA875-CDD1-40CF-93C6-C46C988D6819}"/>
              </a:ext>
            </a:extLst>
          </p:cNvPr>
          <p:cNvSpPr>
            <a:spLocks noGrp="1"/>
          </p:cNvSpPr>
          <p:nvPr>
            <p:ph sz="quarter" idx="21" hasCustomPrompt="1"/>
          </p:nvPr>
        </p:nvSpPr>
        <p:spPr>
          <a:xfrm>
            <a:off x="382829" y="8150455"/>
            <a:ext cx="293822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5F8828C5-9B1E-49A4-9578-F6E2F3FA1C7A}"/>
              </a:ext>
            </a:extLst>
          </p:cNvPr>
          <p:cNvSpPr>
            <a:spLocks noGrp="1"/>
          </p:cNvSpPr>
          <p:nvPr>
            <p:ph sz="quarter" idx="36" hasCustomPrompt="1"/>
          </p:nvPr>
        </p:nvSpPr>
        <p:spPr>
          <a:xfrm>
            <a:off x="3536951" y="8150455"/>
            <a:ext cx="2965558"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6" name="Espaço Reservado para Conteúdo 14">
            <a:extLst>
              <a:ext uri="{FF2B5EF4-FFF2-40B4-BE49-F238E27FC236}">
                <a16:creationId xmlns:a16="http://schemas.microsoft.com/office/drawing/2014/main" id="{C8043A8B-C6A0-451F-BCE0-CF376EA84CE7}"/>
              </a:ext>
            </a:extLst>
          </p:cNvPr>
          <p:cNvSpPr>
            <a:spLocks noGrp="1"/>
          </p:cNvSpPr>
          <p:nvPr>
            <p:ph sz="quarter" idx="37" hasCustomPrompt="1"/>
          </p:nvPr>
        </p:nvSpPr>
        <p:spPr>
          <a:xfrm>
            <a:off x="382829" y="7861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58" name="Espaço Reservado para Conteúdo 14">
            <a:extLst>
              <a:ext uri="{FF2B5EF4-FFF2-40B4-BE49-F238E27FC236}">
                <a16:creationId xmlns:a16="http://schemas.microsoft.com/office/drawing/2014/main" id="{313F160D-109A-48C3-A366-CA46AF2EF492}"/>
              </a:ext>
            </a:extLst>
          </p:cNvPr>
          <p:cNvSpPr>
            <a:spLocks noGrp="1"/>
          </p:cNvSpPr>
          <p:nvPr>
            <p:ph sz="quarter" idx="25" hasCustomPrompt="1"/>
          </p:nvPr>
        </p:nvSpPr>
        <p:spPr>
          <a:xfrm>
            <a:off x="3552750" y="7861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8" name="Espaço Reservado para Texto 6">
            <a:extLst>
              <a:ext uri="{FF2B5EF4-FFF2-40B4-BE49-F238E27FC236}">
                <a16:creationId xmlns:a16="http://schemas.microsoft.com/office/drawing/2014/main" id="{46934314-6D62-4693-8E75-BA871E290EE7}"/>
              </a:ext>
            </a:extLst>
          </p:cNvPr>
          <p:cNvSpPr>
            <a:spLocks noGrp="1"/>
          </p:cNvSpPr>
          <p:nvPr>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54" name="Espaço Reservado para Texto 6">
            <a:extLst>
              <a:ext uri="{FF2B5EF4-FFF2-40B4-BE49-F238E27FC236}">
                <a16:creationId xmlns:a16="http://schemas.microsoft.com/office/drawing/2014/main" id="{84AAEFD1-E87A-45B0-AAA9-B3FEC57B9D27}"/>
              </a:ext>
            </a:extLst>
          </p:cNvPr>
          <p:cNvSpPr>
            <a:spLocks noGrp="1"/>
          </p:cNvSpPr>
          <p:nvPr>
            <p:ph type="body" sz="quarter" idx="39"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Tree>
    <p:extLst>
      <p:ext uri="{BB962C8B-B14F-4D97-AF65-F5344CB8AC3E}">
        <p14:creationId xmlns:p14="http://schemas.microsoft.com/office/powerpoint/2010/main" val="856977676"/>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apa Short Note v2">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579232"/>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808524"/>
            <a:ext cx="3734170" cy="5848235"/>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A9953E18-D5D3-4CC4-B931-BB76DEE5113D}" type="datetime4">
              <a:rPr lang="en-US" smtClean="0"/>
              <a:t>September 28, 2026</a:t>
            </a:fld>
            <a:endParaRPr lang="en-US"/>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813981"/>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975778"/>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4102650"/>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300236"/>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462033"/>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588905"/>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793806"/>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955603"/>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5082475"/>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808525"/>
            <a:ext cx="0" cy="5740288"/>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sz="quarter" idx="22" hasCustomPrompt="1"/>
          </p:nvPr>
        </p:nvSpPr>
        <p:spPr>
          <a:xfrm>
            <a:off x="4330594" y="84291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sz="quarter" idx="24" hasCustomPrompt="1"/>
          </p:nvPr>
        </p:nvSpPr>
        <p:spPr>
          <a:xfrm>
            <a:off x="4330594" y="81405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4" name="Espaço Reservado para Texto 6">
            <a:extLst>
              <a:ext uri="{FF2B5EF4-FFF2-40B4-BE49-F238E27FC236}">
                <a16:creationId xmlns:a16="http://schemas.microsoft.com/office/drawing/2014/main" id="{3C2377C1-5302-4095-B1EF-BCFAB3F7EA2C}"/>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35" name="Espaço Reservado para Texto 6">
            <a:extLst>
              <a:ext uri="{FF2B5EF4-FFF2-40B4-BE49-F238E27FC236}">
                <a16:creationId xmlns:a16="http://schemas.microsoft.com/office/drawing/2014/main" id="{EE3879DA-CAD4-4DDD-A957-A5A9C7A21942}"/>
              </a:ext>
            </a:extLst>
          </p:cNvPr>
          <p:cNvSpPr>
            <a:spLocks noGrp="1"/>
          </p:cNvSpPr>
          <p:nvPr>
            <p:ph type="body" sz="quarter" idx="37"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2" name="Espaço Reservado para Conteúdo 14">
            <a:extLst>
              <a:ext uri="{FF2B5EF4-FFF2-40B4-BE49-F238E27FC236}">
                <a16:creationId xmlns:a16="http://schemas.microsoft.com/office/drawing/2014/main" id="{0C3B0BBF-0180-E669-01B6-1ED0D3247D9F}"/>
              </a:ext>
            </a:extLst>
          </p:cNvPr>
          <p:cNvSpPr>
            <a:spLocks noGrp="1"/>
          </p:cNvSpPr>
          <p:nvPr>
            <p:ph sz="quarter" idx="38" hasCustomPrompt="1"/>
          </p:nvPr>
        </p:nvSpPr>
        <p:spPr>
          <a:xfrm>
            <a:off x="4330594" y="6928943"/>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 name="Espaço Reservado para Conteúdo 14">
            <a:extLst>
              <a:ext uri="{FF2B5EF4-FFF2-40B4-BE49-F238E27FC236}">
                <a16:creationId xmlns:a16="http://schemas.microsoft.com/office/drawing/2014/main" id="{73418C2F-AF1B-6403-E505-EE107BB19802}"/>
              </a:ext>
            </a:extLst>
          </p:cNvPr>
          <p:cNvSpPr>
            <a:spLocks noGrp="1"/>
          </p:cNvSpPr>
          <p:nvPr>
            <p:ph sz="quarter" idx="39" hasCustomPrompt="1"/>
          </p:nvPr>
        </p:nvSpPr>
        <p:spPr>
          <a:xfrm>
            <a:off x="4330594" y="6640324"/>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Tree>
    <p:extLst>
      <p:ext uri="{BB962C8B-B14F-4D97-AF65-F5344CB8AC3E}">
        <p14:creationId xmlns:p14="http://schemas.microsoft.com/office/powerpoint/2010/main" val="2716037715"/>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apa Short Note Sector">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8"/>
            <a:ext cx="3734170" cy="4174580"/>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6783F467-2C6D-430D-9E05-AA9499427763}" type="datetime4">
              <a:rPr lang="en-US" smtClean="0"/>
              <a:t>September 28, 2026</a:t>
            </a:fld>
            <a:endParaRPr lang="en-US"/>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417458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8" name="Espaço Reservado para Conteúdo 14">
            <a:extLst>
              <a:ext uri="{FF2B5EF4-FFF2-40B4-BE49-F238E27FC236}">
                <a16:creationId xmlns:a16="http://schemas.microsoft.com/office/drawing/2014/main" id="{8272B113-2F70-441F-8502-29E6B907995B}"/>
              </a:ext>
            </a:extLst>
          </p:cNvPr>
          <p:cNvSpPr>
            <a:spLocks noGrp="1"/>
          </p:cNvSpPr>
          <p:nvPr>
            <p:ph sz="quarter"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p:ph sz="quarter"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4" name="Espaço Reservado para Texto 6">
            <a:extLst>
              <a:ext uri="{FF2B5EF4-FFF2-40B4-BE49-F238E27FC236}">
                <a16:creationId xmlns:a16="http://schemas.microsoft.com/office/drawing/2014/main" id="{ACB57286-315D-4256-A485-D81372E0374A}"/>
              </a:ext>
            </a:extLst>
          </p:cNvPr>
          <p:cNvSpPr>
            <a:spLocks noGrp="1"/>
          </p:cNvSpPr>
          <p:nvPr>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35" name="Espaço Reservado para Texto 6">
            <a:extLst>
              <a:ext uri="{FF2B5EF4-FFF2-40B4-BE49-F238E27FC236}">
                <a16:creationId xmlns:a16="http://schemas.microsoft.com/office/drawing/2014/main" id="{25C0A81E-C51A-4118-9E4E-C1BE395DDC0C}"/>
              </a:ext>
            </a:extLst>
          </p:cNvPr>
          <p:cNvSpPr>
            <a:spLocks noGrp="1"/>
          </p:cNvSpPr>
          <p:nvPr>
            <p:ph type="body" sz="quarter" idx="36"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Tree>
    <p:extLst>
      <p:ext uri="{BB962C8B-B14F-4D97-AF65-F5344CB8AC3E}">
        <p14:creationId xmlns:p14="http://schemas.microsoft.com/office/powerpoint/2010/main" val="1915879394"/>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umário">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D58E3DF-22F8-4C37-9B26-E76DF3BA1D45}"/>
              </a:ext>
            </a:extLst>
          </p:cNvPr>
          <p:cNvSpPr/>
          <p:nvPr userDrawn="1"/>
        </p:nvSpPr>
        <p:spPr>
          <a:xfrm>
            <a:off x="0" y="0"/>
            <a:ext cx="4738914" cy="990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70" name="CaixaDeTexto 4">
            <a:extLst>
              <a:ext uri="{FF2B5EF4-FFF2-40B4-BE49-F238E27FC236}">
                <a16:creationId xmlns:a16="http://schemas.microsoft.com/office/drawing/2014/main" id="{B62B5412-17EF-418D-8B6E-BF6ED9EC7C15}"/>
              </a:ext>
            </a:extLst>
          </p:cNvPr>
          <p:cNvSpPr txBox="1"/>
          <p:nvPr userDrawn="1"/>
        </p:nvSpPr>
        <p:spPr>
          <a:xfrm>
            <a:off x="375638" y="368602"/>
            <a:ext cx="3733609" cy="430887"/>
          </a:xfrm>
          <a:prstGeom prst="rect">
            <a:avLst/>
          </a:prstGeom>
        </p:spPr>
        <p:txBody>
          <a:bodyPr wrap="square" lIns="0" tIns="0" rIns="0" bIns="0" rtlCol="0">
            <a:spAutoFit/>
          </a:bodyPr>
          <a:lstStyle/>
          <a:p>
            <a:r>
              <a:rPr lang="pt-BR" sz="2800" err="1">
                <a:solidFill>
                  <a:srgbClr val="242424"/>
                </a:solidFill>
                <a:latin typeface="+mj-lt"/>
                <a:ea typeface="XP Light Lighthouse" pitchFamily="50" charset="0"/>
              </a:rPr>
              <a:t>Table</a:t>
            </a:r>
            <a:r>
              <a:rPr lang="pt-BR" sz="2800">
                <a:solidFill>
                  <a:srgbClr val="242424"/>
                </a:solidFill>
                <a:latin typeface="+mj-lt"/>
                <a:ea typeface="XP Light Lighthouse" pitchFamily="50" charset="0"/>
              </a:rPr>
              <a:t> </a:t>
            </a:r>
            <a:r>
              <a:rPr lang="pt-BR" sz="2800" err="1">
                <a:solidFill>
                  <a:srgbClr val="242424"/>
                </a:solidFill>
                <a:latin typeface="+mj-lt"/>
                <a:ea typeface="XP Light Lighthouse" pitchFamily="50" charset="0"/>
              </a:rPr>
              <a:t>of</a:t>
            </a:r>
            <a:r>
              <a:rPr lang="pt-BR" sz="2800">
                <a:solidFill>
                  <a:srgbClr val="242424"/>
                </a:solidFill>
                <a:latin typeface="+mj-lt"/>
                <a:ea typeface="XP Light Lighthouse" pitchFamily="50" charset="0"/>
              </a:rPr>
              <a:t> </a:t>
            </a:r>
            <a:r>
              <a:rPr lang="pt-BR" sz="2800" err="1">
                <a:solidFill>
                  <a:srgbClr val="242424"/>
                </a:solidFill>
                <a:latin typeface="+mj-lt"/>
                <a:ea typeface="XP Light Lighthouse" pitchFamily="50" charset="0"/>
              </a:rPr>
              <a:t>Contents</a:t>
            </a:r>
            <a:endParaRPr lang="pt-BR" sz="2800">
              <a:solidFill>
                <a:srgbClr val="242424"/>
              </a:solidFill>
              <a:latin typeface="+mj-lt"/>
              <a:ea typeface="XP Light Lighthouse" pitchFamily="50" charset="0"/>
            </a:endParaRPr>
          </a:p>
        </p:txBody>
      </p:sp>
      <p:sp>
        <p:nvSpPr>
          <p:cNvPr id="71" name="Espaço Reservado para Texto 6">
            <a:extLst>
              <a:ext uri="{FF2B5EF4-FFF2-40B4-BE49-F238E27FC236}">
                <a16:creationId xmlns:a16="http://schemas.microsoft.com/office/drawing/2014/main" id="{03A9C79B-A9AE-450D-ABDB-D007A473C085}"/>
              </a:ext>
            </a:extLst>
          </p:cNvPr>
          <p:cNvSpPr>
            <a:spLocks noGrp="1"/>
          </p:cNvSpPr>
          <p:nvPr>
            <p:ph type="body" sz="quarter" idx="17" hasCustomPrompt="1"/>
          </p:nvPr>
        </p:nvSpPr>
        <p:spPr>
          <a:xfrm>
            <a:off x="375638" y="1155618"/>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72" name="Espaço Reservado para Texto 6">
            <a:extLst>
              <a:ext uri="{FF2B5EF4-FFF2-40B4-BE49-F238E27FC236}">
                <a16:creationId xmlns:a16="http://schemas.microsoft.com/office/drawing/2014/main" id="{BDA9F1F2-ABC2-4D8D-8E95-0E8A4C2D295D}"/>
              </a:ext>
            </a:extLst>
          </p:cNvPr>
          <p:cNvSpPr>
            <a:spLocks noGrp="1"/>
          </p:cNvSpPr>
          <p:nvPr>
            <p:ph type="body" sz="quarter" idx="18" hasCustomPrompt="1"/>
          </p:nvPr>
        </p:nvSpPr>
        <p:spPr>
          <a:xfrm>
            <a:off x="375638" y="1485836"/>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73" name="Espaço Reservado para Texto 6">
            <a:extLst>
              <a:ext uri="{FF2B5EF4-FFF2-40B4-BE49-F238E27FC236}">
                <a16:creationId xmlns:a16="http://schemas.microsoft.com/office/drawing/2014/main" id="{0A91C08B-11B6-4949-955F-D55D9CBDCDD4}"/>
              </a:ext>
            </a:extLst>
          </p:cNvPr>
          <p:cNvSpPr>
            <a:spLocks noGrp="1"/>
          </p:cNvSpPr>
          <p:nvPr>
            <p:ph type="body" sz="quarter" idx="19" hasCustomPrompt="1"/>
          </p:nvPr>
        </p:nvSpPr>
        <p:spPr>
          <a:xfrm>
            <a:off x="375638" y="2139998"/>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74" name="Espaço Reservado para Texto 6">
            <a:extLst>
              <a:ext uri="{FF2B5EF4-FFF2-40B4-BE49-F238E27FC236}">
                <a16:creationId xmlns:a16="http://schemas.microsoft.com/office/drawing/2014/main" id="{61B220E4-8E3F-4CA0-815C-0FC23ECB015D}"/>
              </a:ext>
            </a:extLst>
          </p:cNvPr>
          <p:cNvSpPr>
            <a:spLocks noGrp="1"/>
          </p:cNvSpPr>
          <p:nvPr>
            <p:ph type="body" sz="quarter" idx="20" hasCustomPrompt="1"/>
          </p:nvPr>
        </p:nvSpPr>
        <p:spPr>
          <a:xfrm>
            <a:off x="375638" y="2470216"/>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75" name="Espaço Reservado para Texto 6">
            <a:extLst>
              <a:ext uri="{FF2B5EF4-FFF2-40B4-BE49-F238E27FC236}">
                <a16:creationId xmlns:a16="http://schemas.microsoft.com/office/drawing/2014/main" id="{55260DBC-11EE-4FC0-8B7C-0A2E6E95D846}"/>
              </a:ext>
            </a:extLst>
          </p:cNvPr>
          <p:cNvSpPr>
            <a:spLocks noGrp="1"/>
          </p:cNvSpPr>
          <p:nvPr>
            <p:ph type="body" sz="quarter" idx="21" hasCustomPrompt="1"/>
          </p:nvPr>
        </p:nvSpPr>
        <p:spPr>
          <a:xfrm>
            <a:off x="375638" y="313479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76" name="Espaço Reservado para Texto 6">
            <a:extLst>
              <a:ext uri="{FF2B5EF4-FFF2-40B4-BE49-F238E27FC236}">
                <a16:creationId xmlns:a16="http://schemas.microsoft.com/office/drawing/2014/main" id="{6E08F1B6-19EB-446F-A384-6FA55F237690}"/>
              </a:ext>
            </a:extLst>
          </p:cNvPr>
          <p:cNvSpPr>
            <a:spLocks noGrp="1"/>
          </p:cNvSpPr>
          <p:nvPr>
            <p:ph type="body" sz="quarter" idx="22" hasCustomPrompt="1"/>
          </p:nvPr>
        </p:nvSpPr>
        <p:spPr>
          <a:xfrm>
            <a:off x="375638" y="346501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77" name="Espaço Reservado para Texto 6">
            <a:extLst>
              <a:ext uri="{FF2B5EF4-FFF2-40B4-BE49-F238E27FC236}">
                <a16:creationId xmlns:a16="http://schemas.microsoft.com/office/drawing/2014/main" id="{91B87D7C-F3BF-4C21-A351-A0BDE3AC1780}"/>
              </a:ext>
            </a:extLst>
          </p:cNvPr>
          <p:cNvSpPr>
            <a:spLocks noGrp="1"/>
          </p:cNvSpPr>
          <p:nvPr>
            <p:ph type="body" sz="quarter" idx="23" hasCustomPrompt="1"/>
          </p:nvPr>
        </p:nvSpPr>
        <p:spPr>
          <a:xfrm>
            <a:off x="375638" y="411834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78" name="Espaço Reservado para Texto 6">
            <a:extLst>
              <a:ext uri="{FF2B5EF4-FFF2-40B4-BE49-F238E27FC236}">
                <a16:creationId xmlns:a16="http://schemas.microsoft.com/office/drawing/2014/main" id="{0AADF45C-FD67-4EA0-A19C-DFC61C6FDD41}"/>
              </a:ext>
            </a:extLst>
          </p:cNvPr>
          <p:cNvSpPr>
            <a:spLocks noGrp="1"/>
          </p:cNvSpPr>
          <p:nvPr>
            <p:ph type="body" sz="quarter" idx="24" hasCustomPrompt="1"/>
          </p:nvPr>
        </p:nvSpPr>
        <p:spPr>
          <a:xfrm>
            <a:off x="375638" y="444856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79" name="Espaço Reservado para Texto 6">
            <a:extLst>
              <a:ext uri="{FF2B5EF4-FFF2-40B4-BE49-F238E27FC236}">
                <a16:creationId xmlns:a16="http://schemas.microsoft.com/office/drawing/2014/main" id="{DBE90486-65C0-4DE3-B772-E75BDCB11A71}"/>
              </a:ext>
            </a:extLst>
          </p:cNvPr>
          <p:cNvSpPr>
            <a:spLocks noGrp="1"/>
          </p:cNvSpPr>
          <p:nvPr>
            <p:ph type="body" sz="quarter" idx="25" hasCustomPrompt="1"/>
          </p:nvPr>
        </p:nvSpPr>
        <p:spPr>
          <a:xfrm>
            <a:off x="375638" y="510189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80" name="Espaço Reservado para Texto 6">
            <a:extLst>
              <a:ext uri="{FF2B5EF4-FFF2-40B4-BE49-F238E27FC236}">
                <a16:creationId xmlns:a16="http://schemas.microsoft.com/office/drawing/2014/main" id="{1A800117-3D6E-41C0-87EE-163118B8A2E2}"/>
              </a:ext>
            </a:extLst>
          </p:cNvPr>
          <p:cNvSpPr>
            <a:spLocks noGrp="1"/>
          </p:cNvSpPr>
          <p:nvPr>
            <p:ph type="body" sz="quarter" idx="26" hasCustomPrompt="1"/>
          </p:nvPr>
        </p:nvSpPr>
        <p:spPr>
          <a:xfrm>
            <a:off x="375638" y="543211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82" name="Espaço Reservado para Texto 6">
            <a:extLst>
              <a:ext uri="{FF2B5EF4-FFF2-40B4-BE49-F238E27FC236}">
                <a16:creationId xmlns:a16="http://schemas.microsoft.com/office/drawing/2014/main" id="{55F89238-ABFA-4DE5-BEEE-C9A02D0C172F}"/>
              </a:ext>
            </a:extLst>
          </p:cNvPr>
          <p:cNvSpPr>
            <a:spLocks noGrp="1"/>
          </p:cNvSpPr>
          <p:nvPr>
            <p:ph type="body" sz="quarter" idx="27" hasCustomPrompt="1"/>
          </p:nvPr>
        </p:nvSpPr>
        <p:spPr>
          <a:xfrm>
            <a:off x="375638" y="610088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83" name="Espaço Reservado para Texto 6">
            <a:extLst>
              <a:ext uri="{FF2B5EF4-FFF2-40B4-BE49-F238E27FC236}">
                <a16:creationId xmlns:a16="http://schemas.microsoft.com/office/drawing/2014/main" id="{B576006F-5C63-4F83-A6A7-3A1D6518574B}"/>
              </a:ext>
            </a:extLst>
          </p:cNvPr>
          <p:cNvSpPr>
            <a:spLocks noGrp="1"/>
          </p:cNvSpPr>
          <p:nvPr>
            <p:ph type="body" sz="quarter" idx="28" hasCustomPrompt="1"/>
          </p:nvPr>
        </p:nvSpPr>
        <p:spPr>
          <a:xfrm>
            <a:off x="375638" y="643110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84" name="Espaço Reservado para Texto 6">
            <a:extLst>
              <a:ext uri="{FF2B5EF4-FFF2-40B4-BE49-F238E27FC236}">
                <a16:creationId xmlns:a16="http://schemas.microsoft.com/office/drawing/2014/main" id="{5BF4C252-6B86-4B48-9F78-8860636B44CF}"/>
              </a:ext>
            </a:extLst>
          </p:cNvPr>
          <p:cNvSpPr>
            <a:spLocks noGrp="1"/>
          </p:cNvSpPr>
          <p:nvPr>
            <p:ph type="body" sz="quarter" idx="29" hasCustomPrompt="1"/>
          </p:nvPr>
        </p:nvSpPr>
        <p:spPr>
          <a:xfrm>
            <a:off x="375638" y="708443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85" name="Espaço Reservado para Texto 6">
            <a:extLst>
              <a:ext uri="{FF2B5EF4-FFF2-40B4-BE49-F238E27FC236}">
                <a16:creationId xmlns:a16="http://schemas.microsoft.com/office/drawing/2014/main" id="{25455617-CBBE-4E5A-84C2-E57D5C8B9CAE}"/>
              </a:ext>
            </a:extLst>
          </p:cNvPr>
          <p:cNvSpPr>
            <a:spLocks noGrp="1"/>
          </p:cNvSpPr>
          <p:nvPr>
            <p:ph type="body" sz="quarter" idx="30" hasCustomPrompt="1"/>
          </p:nvPr>
        </p:nvSpPr>
        <p:spPr>
          <a:xfrm>
            <a:off x="375638" y="741465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86" name="CaixaDeTexto 9">
            <a:extLst>
              <a:ext uri="{FF2B5EF4-FFF2-40B4-BE49-F238E27FC236}">
                <a16:creationId xmlns:a16="http://schemas.microsoft.com/office/drawing/2014/main" id="{50BF8A2C-093E-471E-8719-A576D404CF14}"/>
              </a:ext>
            </a:extLst>
          </p:cNvPr>
          <p:cNvSpPr txBox="1"/>
          <p:nvPr userDrawn="1"/>
        </p:nvSpPr>
        <p:spPr>
          <a:xfrm>
            <a:off x="6328029" y="9584374"/>
            <a:ext cx="148017" cy="127755"/>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bg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99" name="Espaço Reservado para Texto 6">
            <a:extLst>
              <a:ext uri="{FF2B5EF4-FFF2-40B4-BE49-F238E27FC236}">
                <a16:creationId xmlns:a16="http://schemas.microsoft.com/office/drawing/2014/main" id="{7B172628-B577-4AEB-B6C9-D0D032DB3544}"/>
              </a:ext>
            </a:extLst>
          </p:cNvPr>
          <p:cNvSpPr>
            <a:spLocks noGrp="1"/>
          </p:cNvSpPr>
          <p:nvPr>
            <p:ph type="body" sz="quarter" idx="31" hasCustomPrompt="1"/>
          </p:nvPr>
        </p:nvSpPr>
        <p:spPr>
          <a:xfrm>
            <a:off x="375638" y="8063396"/>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100" name="Espaço Reservado para Texto 6">
            <a:extLst>
              <a:ext uri="{FF2B5EF4-FFF2-40B4-BE49-F238E27FC236}">
                <a16:creationId xmlns:a16="http://schemas.microsoft.com/office/drawing/2014/main" id="{B20D4700-3F28-45FE-AD12-4DD7C836112A}"/>
              </a:ext>
            </a:extLst>
          </p:cNvPr>
          <p:cNvSpPr>
            <a:spLocks noGrp="1"/>
          </p:cNvSpPr>
          <p:nvPr>
            <p:ph type="body" sz="quarter" idx="32" hasCustomPrompt="1"/>
          </p:nvPr>
        </p:nvSpPr>
        <p:spPr>
          <a:xfrm>
            <a:off x="375638" y="8393614"/>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grpSp>
        <p:nvGrpSpPr>
          <p:cNvPr id="58" name="Group 57">
            <a:extLst>
              <a:ext uri="{FF2B5EF4-FFF2-40B4-BE49-F238E27FC236}">
                <a16:creationId xmlns:a16="http://schemas.microsoft.com/office/drawing/2014/main" id="{21EC4E3C-94FF-4DEE-BCA5-6C69C79BF726}"/>
              </a:ext>
            </a:extLst>
          </p:cNvPr>
          <p:cNvGrpSpPr/>
          <p:nvPr userDrawn="1"/>
        </p:nvGrpSpPr>
        <p:grpSpPr>
          <a:xfrm>
            <a:off x="0" y="8408987"/>
            <a:ext cx="6858000" cy="1497013"/>
            <a:chOff x="-2701533" y="4131759"/>
            <a:chExt cx="8821930" cy="2757656"/>
          </a:xfrm>
        </p:grpSpPr>
        <p:cxnSp>
          <p:nvCxnSpPr>
            <p:cNvPr id="59" name="Conector reto 7">
              <a:extLst>
                <a:ext uri="{FF2B5EF4-FFF2-40B4-BE49-F238E27FC236}">
                  <a16:creationId xmlns:a16="http://schemas.microsoft.com/office/drawing/2014/main" id="{36127AE7-5949-4D77-9612-72EB21196D4A}"/>
                </a:ext>
              </a:extLst>
            </p:cNvPr>
            <p:cNvCxnSpPr>
              <a:cxnSpLocks/>
            </p:cNvCxnSpPr>
            <p:nvPr userDrawn="1"/>
          </p:nvCxnSpPr>
          <p:spPr>
            <a:xfrm>
              <a:off x="-2701533" y="5750250"/>
              <a:ext cx="88219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0" name="Conector reto 2">
              <a:extLst>
                <a:ext uri="{FF2B5EF4-FFF2-40B4-BE49-F238E27FC236}">
                  <a16:creationId xmlns:a16="http://schemas.microsoft.com/office/drawing/2014/main" id="{4CE8B0B8-0AF5-462B-9CCC-6E9CFFF38D98}"/>
                </a:ext>
              </a:extLst>
            </p:cNvPr>
            <p:cNvCxnSpPr>
              <a:cxnSpLocks/>
            </p:cNvCxnSpPr>
            <p:nvPr userDrawn="1"/>
          </p:nvCxnSpPr>
          <p:spPr>
            <a:xfrm flipH="1">
              <a:off x="4033407" y="4131759"/>
              <a:ext cx="2086990" cy="275765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38" name="Freeform: Shape 37">
            <a:extLst>
              <a:ext uri="{FF2B5EF4-FFF2-40B4-BE49-F238E27FC236}">
                <a16:creationId xmlns:a16="http://schemas.microsoft.com/office/drawing/2014/main" id="{B095B632-657C-4580-8D60-6742FAE9328E}"/>
              </a:ext>
            </a:extLst>
          </p:cNvPr>
          <p:cNvSpPr/>
          <p:nvPr userDrawn="1"/>
        </p:nvSpPr>
        <p:spPr>
          <a:xfrm>
            <a:off x="381000" y="9526266"/>
            <a:ext cx="270465" cy="24397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000000"/>
          </a:solidFill>
          <a:ln w="6350" cap="flat">
            <a:noFill/>
            <a:prstDash val="solid"/>
            <a:miter/>
          </a:ln>
        </p:spPr>
        <p:txBody>
          <a:bodyPr rtlCol="0" anchor="ctr"/>
          <a:lstStyle/>
          <a:p>
            <a:endParaRPr lang="en-US"/>
          </a:p>
        </p:txBody>
      </p:sp>
      <p:grpSp>
        <p:nvGrpSpPr>
          <p:cNvPr id="2" name="Group 1">
            <a:extLst>
              <a:ext uri="{FF2B5EF4-FFF2-40B4-BE49-F238E27FC236}">
                <a16:creationId xmlns:a16="http://schemas.microsoft.com/office/drawing/2014/main" id="{1718E427-0260-0727-2935-19A1C631F6FC}"/>
              </a:ext>
            </a:extLst>
          </p:cNvPr>
          <p:cNvGrpSpPr/>
          <p:nvPr userDrawn="1"/>
        </p:nvGrpSpPr>
        <p:grpSpPr>
          <a:xfrm flipV="1">
            <a:off x="4738912" y="0"/>
            <a:ext cx="2119086" cy="9906000"/>
            <a:chOff x="-1" y="0"/>
            <a:chExt cx="1467060" cy="6858000"/>
          </a:xfrm>
        </p:grpSpPr>
        <p:pic>
          <p:nvPicPr>
            <p:cNvPr id="3" name="Graphic 2">
              <a:extLst>
                <a:ext uri="{FF2B5EF4-FFF2-40B4-BE49-F238E27FC236}">
                  <a16:creationId xmlns:a16="http://schemas.microsoft.com/office/drawing/2014/main" id="{D6A78708-7056-DECF-E2B8-397592D375BA}"/>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71178" b="20035"/>
            <a:stretch/>
          </p:blipFill>
          <p:spPr>
            <a:xfrm flipV="1">
              <a:off x="0" y="0"/>
              <a:ext cx="1467059" cy="6858000"/>
            </a:xfrm>
            <a:prstGeom prst="rect">
              <a:avLst/>
            </a:prstGeom>
          </p:spPr>
        </p:pic>
        <p:pic>
          <p:nvPicPr>
            <p:cNvPr id="4" name="Picture 3" descr="A blue and white dot pattern&#10;&#10;AI-generated content may be incorrect.">
              <a:extLst>
                <a:ext uri="{FF2B5EF4-FFF2-40B4-BE49-F238E27FC236}">
                  <a16:creationId xmlns:a16="http://schemas.microsoft.com/office/drawing/2014/main" id="{F6065E33-77E0-318A-9391-9D69FD091928}"/>
                </a:ext>
              </a:extLst>
            </p:cNvPr>
            <p:cNvPicPr>
              <a:picLocks noChangeAspect="1"/>
            </p:cNvPicPr>
            <p:nvPr userDrawn="1"/>
          </p:nvPicPr>
          <p:blipFill>
            <a:blip r:embed="rId4">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a:off x="-1" y="0"/>
              <a:ext cx="1467060" cy="6858000"/>
            </a:xfrm>
            <a:prstGeom prst="rect">
              <a:avLst/>
            </a:prstGeom>
          </p:spPr>
        </p:pic>
      </p:grpSp>
      <p:pic>
        <p:nvPicPr>
          <p:cNvPr id="5" name="Picture 4" descr="A blue and white dot pattern&#10;&#10;AI-generated content may be incorrect.">
            <a:extLst>
              <a:ext uri="{FF2B5EF4-FFF2-40B4-BE49-F238E27FC236}">
                <a16:creationId xmlns:a16="http://schemas.microsoft.com/office/drawing/2014/main" id="{D1DAA25D-C72A-5FAF-A27A-F80057011D0E}"/>
              </a:ext>
            </a:extLst>
          </p:cNvPr>
          <p:cNvPicPr>
            <a:picLocks noChangeAspect="1"/>
          </p:cNvPicPr>
          <p:nvPr userDrawn="1"/>
        </p:nvPicPr>
        <p:blipFill>
          <a:blip r:embed="rId4">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V="1">
            <a:off x="4738914" y="0"/>
            <a:ext cx="2119086" cy="9906000"/>
          </a:xfrm>
          <a:prstGeom prst="rect">
            <a:avLst/>
          </a:prstGeom>
        </p:spPr>
      </p:pic>
      <p:pic>
        <p:nvPicPr>
          <p:cNvPr id="7" name="Graphic 6">
            <a:extLst>
              <a:ext uri="{FF2B5EF4-FFF2-40B4-BE49-F238E27FC236}">
                <a16:creationId xmlns:a16="http://schemas.microsoft.com/office/drawing/2014/main" id="{B633886A-BEEC-730C-F984-64E67FD6A551}"/>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rcRect l="53016" t="24344" r="39234" b="-323"/>
          <a:stretch/>
        </p:blipFill>
        <p:spPr>
          <a:xfrm flipH="1">
            <a:off x="4738912" y="193872"/>
            <a:ext cx="2119088" cy="9712130"/>
          </a:xfrm>
          <a:prstGeom prst="rect">
            <a:avLst/>
          </a:prstGeom>
        </p:spPr>
      </p:pic>
    </p:spTree>
    <p:extLst>
      <p:ext uri="{BB962C8B-B14F-4D97-AF65-F5344CB8AC3E}">
        <p14:creationId xmlns:p14="http://schemas.microsoft.com/office/powerpoint/2010/main" val="1227467593"/>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sória">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4004B1B-6C67-4C40-BA3A-400177C1EF88}"/>
              </a:ext>
            </a:extLst>
          </p:cNvPr>
          <p:cNvSpPr/>
          <p:nvPr userDrawn="1"/>
        </p:nvSpPr>
        <p:spPr>
          <a:xfrm>
            <a:off x="-1" y="0"/>
            <a:ext cx="6858001" cy="200346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5" name="Group 4">
            <a:extLst>
              <a:ext uri="{FF2B5EF4-FFF2-40B4-BE49-F238E27FC236}">
                <a16:creationId xmlns:a16="http://schemas.microsoft.com/office/drawing/2014/main" id="{F8C7BC6E-B42D-4416-8608-21682D8920A8}"/>
              </a:ext>
            </a:extLst>
          </p:cNvPr>
          <p:cNvGrpSpPr/>
          <p:nvPr userDrawn="1"/>
        </p:nvGrpSpPr>
        <p:grpSpPr>
          <a:xfrm>
            <a:off x="0" y="1188728"/>
            <a:ext cx="6858000" cy="8726315"/>
            <a:chOff x="0" y="-1859272"/>
            <a:chExt cx="6858000" cy="8726315"/>
          </a:xfrm>
        </p:grpSpPr>
        <p:sp>
          <p:nvSpPr>
            <p:cNvPr id="40" name="Rectangle 39">
              <a:extLst>
                <a:ext uri="{FF2B5EF4-FFF2-40B4-BE49-F238E27FC236}">
                  <a16:creationId xmlns:a16="http://schemas.microsoft.com/office/drawing/2014/main" id="{8213840C-2C06-4CAA-815E-6052211F6CA0}"/>
                </a:ext>
              </a:extLst>
            </p:cNvPr>
            <p:cNvSpPr/>
            <p:nvPr userDrawn="1"/>
          </p:nvSpPr>
          <p:spPr>
            <a:xfrm flipH="1" flipV="1">
              <a:off x="0" y="-1859272"/>
              <a:ext cx="6858000" cy="871727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pic>
          <p:nvPicPr>
            <p:cNvPr id="41" name="Picture 40" descr="A picture containing dark, night sky&#10;&#10;Description automatically generated">
              <a:extLst>
                <a:ext uri="{FF2B5EF4-FFF2-40B4-BE49-F238E27FC236}">
                  <a16:creationId xmlns:a16="http://schemas.microsoft.com/office/drawing/2014/main" id="{AACBCC8B-613D-4802-AE5F-7D7D5FE3F250}"/>
                </a:ext>
              </a:extLst>
            </p:cNvPr>
            <p:cNvPicPr>
              <a:picLocks noChangeAspect="1"/>
            </p:cNvPicPr>
            <p:nvPr userDrawn="1"/>
          </p:nvPicPr>
          <p:blipFill rotWithShape="1">
            <a:blip r:embed="rId3">
              <a:alphaModFix amt="49000"/>
            </a:blip>
            <a:srcRect l="11124"/>
            <a:stretch/>
          </p:blipFill>
          <p:spPr>
            <a:xfrm rot="16200000" flipV="1">
              <a:off x="-929638" y="-920592"/>
              <a:ext cx="8717273" cy="6857998"/>
            </a:xfrm>
            <a:prstGeom prst="rect">
              <a:avLst/>
            </a:prstGeom>
          </p:spPr>
        </p:pic>
      </p:gr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52" name="Group 51">
            <a:extLst>
              <a:ext uri="{FF2B5EF4-FFF2-40B4-BE49-F238E27FC236}">
                <a16:creationId xmlns:a16="http://schemas.microsoft.com/office/drawing/2014/main" id="{EC4BCA75-7F1B-481D-83B9-D8049585F325}"/>
              </a:ext>
            </a:extLst>
          </p:cNvPr>
          <p:cNvGrpSpPr/>
          <p:nvPr userDrawn="1"/>
        </p:nvGrpSpPr>
        <p:grpSpPr>
          <a:xfrm>
            <a:off x="390154" y="406178"/>
            <a:ext cx="1240285" cy="341910"/>
            <a:chOff x="2700591" y="2522601"/>
            <a:chExt cx="6428993" cy="1772284"/>
          </a:xfrm>
          <a:solidFill>
            <a:schemeClr val="accent6"/>
          </a:solidFill>
        </p:grpSpPr>
        <p:sp>
          <p:nvSpPr>
            <p:cNvPr id="53" name="Freeform: Shape 52">
              <a:extLst>
                <a:ext uri="{FF2B5EF4-FFF2-40B4-BE49-F238E27FC236}">
                  <a16:creationId xmlns:a16="http://schemas.microsoft.com/office/drawing/2014/main" id="{C0D7674D-49E8-4FD1-8EE6-775A8BFD963D}"/>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54" name="Graphic 20">
              <a:extLst>
                <a:ext uri="{FF2B5EF4-FFF2-40B4-BE49-F238E27FC236}">
                  <a16:creationId xmlns:a16="http://schemas.microsoft.com/office/drawing/2014/main" id="{6A9C8637-4BB5-4C3D-BB13-864B0F50ADAC}"/>
                </a:ext>
              </a:extLst>
            </p:cNvPr>
            <p:cNvGrpSpPr/>
            <p:nvPr/>
          </p:nvGrpSpPr>
          <p:grpSpPr>
            <a:xfrm>
              <a:off x="5034660" y="3339528"/>
              <a:ext cx="4094924" cy="747077"/>
              <a:chOff x="5034660" y="3339528"/>
              <a:chExt cx="4094924" cy="747077"/>
            </a:xfrm>
            <a:grpFill/>
          </p:grpSpPr>
          <p:sp>
            <p:nvSpPr>
              <p:cNvPr id="55" name="Freeform: Shape 54">
                <a:extLst>
                  <a:ext uri="{FF2B5EF4-FFF2-40B4-BE49-F238E27FC236}">
                    <a16:creationId xmlns:a16="http://schemas.microsoft.com/office/drawing/2014/main" id="{273D17AC-608D-476F-91F6-CBDB227934BC}"/>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89D56B08-E8EB-4273-9F75-1A42800FD143}"/>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20671906-27FC-42C4-A9E6-35A63345C057}"/>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69454B6E-7FD0-4912-A22A-33AE78094B3B}"/>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E0AD0E05-3DF2-467D-BDF2-ED8EC44AA42A}"/>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6766A6D9-B62B-4E0B-8E9A-9861449C93B9}"/>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2449AA0B-9870-42BD-AFAC-DE917DC4535C}"/>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5219A594-2CF0-4BDD-8434-C0E75A7F1753}"/>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
        <p:nvSpPr>
          <p:cNvPr id="87" name="Rectangle 86">
            <a:extLst>
              <a:ext uri="{FF2B5EF4-FFF2-40B4-BE49-F238E27FC236}">
                <a16:creationId xmlns:a16="http://schemas.microsoft.com/office/drawing/2014/main" id="{07C5F37B-60FC-4C36-9DD3-0AB5A17A75AB}"/>
              </a:ext>
            </a:extLst>
          </p:cNvPr>
          <p:cNvSpPr/>
          <p:nvPr userDrawn="1"/>
        </p:nvSpPr>
        <p:spPr>
          <a:xfrm>
            <a:off x="4086054" y="0"/>
            <a:ext cx="2771946" cy="1188728"/>
          </a:xfrm>
          <a:custGeom>
            <a:avLst/>
            <a:gdLst>
              <a:gd name="connsiteX0" fmla="*/ 0 w 2771946"/>
              <a:gd name="connsiteY0" fmla="*/ 0 h 1188728"/>
              <a:gd name="connsiteX1" fmla="*/ 2771946 w 2771946"/>
              <a:gd name="connsiteY1" fmla="*/ 0 h 1188728"/>
              <a:gd name="connsiteX2" fmla="*/ 2771946 w 2771946"/>
              <a:gd name="connsiteY2" fmla="*/ 1188728 h 1188728"/>
              <a:gd name="connsiteX3" fmla="*/ 0 w 2771946"/>
              <a:gd name="connsiteY3" fmla="*/ 1188728 h 1188728"/>
              <a:gd name="connsiteX4" fmla="*/ 0 w 2771946"/>
              <a:gd name="connsiteY4" fmla="*/ 0 h 1188728"/>
              <a:gd name="connsiteX0" fmla="*/ 0 w 2771946"/>
              <a:gd name="connsiteY0" fmla="*/ 0 h 1188728"/>
              <a:gd name="connsiteX1" fmla="*/ 2771946 w 2771946"/>
              <a:gd name="connsiteY1" fmla="*/ 0 h 1188728"/>
              <a:gd name="connsiteX2" fmla="*/ 2771946 w 2771946"/>
              <a:gd name="connsiteY2" fmla="*/ 1188728 h 1188728"/>
              <a:gd name="connsiteX3" fmla="*/ 1104900 w 2771946"/>
              <a:gd name="connsiteY3" fmla="*/ 909328 h 1188728"/>
              <a:gd name="connsiteX4" fmla="*/ 0 w 2771946"/>
              <a:gd name="connsiteY4" fmla="*/ 0 h 1188728"/>
              <a:gd name="connsiteX0" fmla="*/ 0 w 2771946"/>
              <a:gd name="connsiteY0" fmla="*/ 0 h 1188728"/>
              <a:gd name="connsiteX1" fmla="*/ 2771946 w 2771946"/>
              <a:gd name="connsiteY1" fmla="*/ 0 h 1188728"/>
              <a:gd name="connsiteX2" fmla="*/ 2771946 w 2771946"/>
              <a:gd name="connsiteY2" fmla="*/ 1188728 h 1188728"/>
              <a:gd name="connsiteX3" fmla="*/ 971550 w 2771946"/>
              <a:gd name="connsiteY3" fmla="*/ 1188728 h 1188728"/>
              <a:gd name="connsiteX4" fmla="*/ 0 w 2771946"/>
              <a:gd name="connsiteY4" fmla="*/ 0 h 11887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1946" h="1188728">
                <a:moveTo>
                  <a:pt x="0" y="0"/>
                </a:moveTo>
                <a:lnTo>
                  <a:pt x="2771946" y="0"/>
                </a:lnTo>
                <a:lnTo>
                  <a:pt x="2771946" y="1188728"/>
                </a:lnTo>
                <a:lnTo>
                  <a:pt x="971550" y="1188728"/>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68" name="Group 67">
            <a:extLst>
              <a:ext uri="{FF2B5EF4-FFF2-40B4-BE49-F238E27FC236}">
                <a16:creationId xmlns:a16="http://schemas.microsoft.com/office/drawing/2014/main" id="{17DB0CED-EB9B-40B9-950A-5942CEE89D15}"/>
              </a:ext>
            </a:extLst>
          </p:cNvPr>
          <p:cNvGrpSpPr/>
          <p:nvPr userDrawn="1"/>
        </p:nvGrpSpPr>
        <p:grpSpPr>
          <a:xfrm>
            <a:off x="0" y="0"/>
            <a:ext cx="6858000" cy="3415894"/>
            <a:chOff x="-2701533" y="4114034"/>
            <a:chExt cx="8821930" cy="4701783"/>
          </a:xfrm>
        </p:grpSpPr>
        <p:cxnSp>
          <p:nvCxnSpPr>
            <p:cNvPr id="69" name="Conector reto 7">
              <a:extLst>
                <a:ext uri="{FF2B5EF4-FFF2-40B4-BE49-F238E27FC236}">
                  <a16:creationId xmlns:a16="http://schemas.microsoft.com/office/drawing/2014/main" id="{7C215890-47CA-4535-A28E-F0D8639CAF52}"/>
                </a:ext>
              </a:extLst>
            </p:cNvPr>
            <p:cNvCxnSpPr>
              <a:cxnSpLocks/>
            </p:cNvCxnSpPr>
            <p:nvPr userDrawn="1"/>
          </p:nvCxnSpPr>
          <p:spPr>
            <a:xfrm>
              <a:off x="-2701533" y="5741510"/>
              <a:ext cx="882193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1" name="Conector reto 2">
              <a:extLst>
                <a:ext uri="{FF2B5EF4-FFF2-40B4-BE49-F238E27FC236}">
                  <a16:creationId xmlns:a16="http://schemas.microsoft.com/office/drawing/2014/main" id="{C9C6FAA6-86BF-4151-9C12-9A001DB12D56}"/>
                </a:ext>
              </a:extLst>
            </p:cNvPr>
            <p:cNvCxnSpPr>
              <a:cxnSpLocks/>
            </p:cNvCxnSpPr>
            <p:nvPr userDrawn="1"/>
          </p:nvCxnSpPr>
          <p:spPr>
            <a:xfrm flipH="1" flipV="1">
              <a:off x="2562094" y="4114034"/>
              <a:ext cx="3558302" cy="4701783"/>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sp>
        <p:nvSpPr>
          <p:cNvPr id="88" name="CaixaDeTexto 9">
            <a:extLst>
              <a:ext uri="{FF2B5EF4-FFF2-40B4-BE49-F238E27FC236}">
                <a16:creationId xmlns:a16="http://schemas.microsoft.com/office/drawing/2014/main" id="{2FF21D72-7D65-4AA3-AE03-41BAE5375E8C}"/>
              </a:ext>
            </a:extLst>
          </p:cNvPr>
          <p:cNvSpPr txBox="1"/>
          <p:nvPr userDrawn="1"/>
        </p:nvSpPr>
        <p:spPr>
          <a:xfrm>
            <a:off x="6328029" y="9584374"/>
            <a:ext cx="148017" cy="127755"/>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bg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89" name="Text Placeholder 40">
            <a:extLst>
              <a:ext uri="{FF2B5EF4-FFF2-40B4-BE49-F238E27FC236}">
                <a16:creationId xmlns:a16="http://schemas.microsoft.com/office/drawing/2014/main" id="{91D72DC1-72BB-4D90-888F-230C2490908D}"/>
              </a:ext>
            </a:extLst>
          </p:cNvPr>
          <p:cNvSpPr>
            <a:spLocks noGrp="1"/>
          </p:cNvSpPr>
          <p:nvPr>
            <p:ph type="body" sz="quarter" idx="11" hasCustomPrompt="1"/>
          </p:nvPr>
        </p:nvSpPr>
        <p:spPr>
          <a:xfrm>
            <a:off x="368299" y="1928155"/>
            <a:ext cx="5337375" cy="458908"/>
          </a:xfrm>
          <a:prstGeom prst="rect">
            <a:avLst/>
          </a:prstGeom>
          <a:noFill/>
          <a:effectLst/>
        </p:spPr>
        <p:txBody>
          <a:bodyPr wrap="square" lIns="0" tIns="0" rIns="0" bIns="0" rtlCol="0" anchor="t" anchorCtr="0">
            <a:noAutofit/>
          </a:bodyPr>
          <a:lstStyle>
            <a:lvl1pPr algn="l">
              <a:defRPr lang="en-US" sz="3200" b="0" i="0" dirty="0">
                <a:solidFill>
                  <a:schemeClr val="bg1"/>
                </a:solidFill>
                <a:latin typeface="+mj-lt"/>
                <a:ea typeface="XP Light" pitchFamily="50" charset="0"/>
                <a:cs typeface="Roboto" panose="02000000000000000000" pitchFamily="2" charset="0"/>
              </a:defRPr>
            </a:lvl1pPr>
          </a:lstStyle>
          <a:p>
            <a:pPr lvl="0" algn="ctr" defTabSz="914400">
              <a:lnSpc>
                <a:spcPct val="80000"/>
              </a:lnSpc>
              <a:spcBef>
                <a:spcPts val="1200"/>
              </a:spcBef>
            </a:pPr>
            <a:r>
              <a:rPr lang="pt-BR" noProof="0" err="1"/>
              <a:t>Edit</a:t>
            </a:r>
            <a:endParaRPr lang="pt-BR" noProof="0"/>
          </a:p>
        </p:txBody>
      </p:sp>
      <p:sp>
        <p:nvSpPr>
          <p:cNvPr id="90" name="Text Placeholder 40">
            <a:extLst>
              <a:ext uri="{FF2B5EF4-FFF2-40B4-BE49-F238E27FC236}">
                <a16:creationId xmlns:a16="http://schemas.microsoft.com/office/drawing/2014/main" id="{B7833D10-130C-44AA-A9F0-0C48CBA6D02C}"/>
              </a:ext>
            </a:extLst>
          </p:cNvPr>
          <p:cNvSpPr>
            <a:spLocks noGrp="1"/>
          </p:cNvSpPr>
          <p:nvPr>
            <p:ph type="body" sz="quarter" idx="12" hasCustomPrompt="1"/>
          </p:nvPr>
        </p:nvSpPr>
        <p:spPr>
          <a:xfrm>
            <a:off x="368300" y="1509004"/>
            <a:ext cx="3006272" cy="336050"/>
          </a:xfrm>
          <a:prstGeom prst="rect">
            <a:avLst/>
          </a:prstGeom>
          <a:noFill/>
          <a:effectLst/>
        </p:spPr>
        <p:txBody>
          <a:bodyPr wrap="none" lIns="0" tIns="0" rIns="0" bIns="0" rtlCol="0" anchor="ctr">
            <a:noAutofit/>
          </a:bodyPr>
          <a:lstStyle>
            <a:lvl1pPr algn="l">
              <a:defRPr lang="en-US" sz="1800" b="0" i="0" dirty="0">
                <a:solidFill>
                  <a:schemeClr val="accent2"/>
                </a:solidFill>
                <a:latin typeface="+mj-lt"/>
                <a:ea typeface="Roboto" panose="02000000000000000000" pitchFamily="2" charset="0"/>
                <a:cs typeface="Roboto" panose="02000000000000000000" pitchFamily="2" charset="0"/>
              </a:defRPr>
            </a:lvl1pPr>
          </a:lstStyle>
          <a:p>
            <a:pPr lvl="0" algn="ctr" defTabSz="914400">
              <a:lnSpc>
                <a:spcPct val="80000"/>
              </a:lnSpc>
              <a:spcBef>
                <a:spcPts val="1200"/>
              </a:spcBef>
            </a:pPr>
            <a:r>
              <a:rPr lang="pt-BR" noProof="0" err="1"/>
              <a:t>Section</a:t>
            </a:r>
            <a:endParaRPr lang="pt-BR" noProof="0"/>
          </a:p>
        </p:txBody>
      </p:sp>
    </p:spTree>
    <p:extLst>
      <p:ext uri="{BB962C8B-B14F-4D97-AF65-F5344CB8AC3E}">
        <p14:creationId xmlns:p14="http://schemas.microsoft.com/office/powerpoint/2010/main" val="2035387602"/>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 Gráfico">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1798335"/>
            <a:ext cx="6105737" cy="7668901"/>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1509718"/>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cxnSp>
        <p:nvCxnSpPr>
          <p:cNvPr id="22" name="Straight Connector 21">
            <a:extLst>
              <a:ext uri="{FF2B5EF4-FFF2-40B4-BE49-F238E27FC236}">
                <a16:creationId xmlns:a16="http://schemas.microsoft.com/office/drawing/2014/main" id="{66D21A7D-7928-4237-874A-A5ECB267418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Espaço Reservado para Texto 6">
            <a:extLst>
              <a:ext uri="{FF2B5EF4-FFF2-40B4-BE49-F238E27FC236}">
                <a16:creationId xmlns:a16="http://schemas.microsoft.com/office/drawing/2014/main" id="{63243072-4DA0-4C3A-B73A-671A2BEE8737}"/>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13" name="Espaço Reservado para Texto 6">
            <a:extLst>
              <a:ext uri="{FF2B5EF4-FFF2-40B4-BE49-F238E27FC236}">
                <a16:creationId xmlns:a16="http://schemas.microsoft.com/office/drawing/2014/main" id="{6194D149-E2F1-4BF9-A8EC-BA08D0C1D8BC}"/>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14" name="Espaço Reservado para Texto 6">
            <a:extLst>
              <a:ext uri="{FF2B5EF4-FFF2-40B4-BE49-F238E27FC236}">
                <a16:creationId xmlns:a16="http://schemas.microsoft.com/office/drawing/2014/main" id="{2B30E5FD-9051-4E1E-8485-CF615FEFF1FB}"/>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15" name="Date Placeholder 1">
            <a:extLst>
              <a:ext uri="{FF2B5EF4-FFF2-40B4-BE49-F238E27FC236}">
                <a16:creationId xmlns:a16="http://schemas.microsoft.com/office/drawing/2014/main" id="{CEDF22C0-1511-410D-B4C2-53B4E4FE64CB}"/>
              </a:ext>
            </a:extLst>
          </p:cNvPr>
          <p:cNvSpPr>
            <a:spLocks noGrp="1"/>
          </p:cNvSpPr>
          <p:nvPr>
            <p:ph type="dt" sz="half" idx="2"/>
          </p:nvPr>
        </p:nvSpPr>
        <p:spPr>
          <a:xfrm>
            <a:off x="3957639" y="438763"/>
            <a:ext cx="2532062"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196DE099-8702-425F-92E5-66E465B8F6C6}" type="datetime4">
              <a:rPr lang="en-US" smtClean="0"/>
              <a:t>September 28, 2026</a:t>
            </a:fld>
            <a:endParaRPr lang="en-US"/>
          </a:p>
        </p:txBody>
      </p:sp>
    </p:spTree>
    <p:extLst>
      <p:ext uri="{BB962C8B-B14F-4D97-AF65-F5344CB8AC3E}">
        <p14:creationId xmlns:p14="http://schemas.microsoft.com/office/powerpoint/2010/main" val="3305316096"/>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8" y="1497015"/>
            <a:ext cx="6106871" cy="3948034"/>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sz="quarter" idx="21" hasCustomPrompt="1"/>
          </p:nvPr>
        </p:nvSpPr>
        <p:spPr>
          <a:xfrm>
            <a:off x="382829" y="7896455"/>
            <a:ext cx="610687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sz="quarter" idx="23" hasCustomPrompt="1"/>
          </p:nvPr>
        </p:nvSpPr>
        <p:spPr>
          <a:xfrm>
            <a:off x="382829" y="7607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5927315"/>
            <a:ext cx="6105737"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563869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cxnSp>
        <p:nvCxnSpPr>
          <p:cNvPr id="22" name="Straight Connector 21">
            <a:extLst>
              <a:ext uri="{FF2B5EF4-FFF2-40B4-BE49-F238E27FC236}">
                <a16:creationId xmlns:a16="http://schemas.microsoft.com/office/drawing/2014/main" id="{36D3C0D4-4772-47D7-8E52-EDEF11C64EA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6" name="Espaço Reservado para Texto 6">
            <a:extLst>
              <a:ext uri="{FF2B5EF4-FFF2-40B4-BE49-F238E27FC236}">
                <a16:creationId xmlns:a16="http://schemas.microsoft.com/office/drawing/2014/main" id="{F0727637-B56E-4C1E-9D50-4D5CB2A21C4F}"/>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37" name="Espaço Reservado para Texto 6">
            <a:extLst>
              <a:ext uri="{FF2B5EF4-FFF2-40B4-BE49-F238E27FC236}">
                <a16:creationId xmlns:a16="http://schemas.microsoft.com/office/drawing/2014/main" id="{6A52A1EC-A892-4253-A152-66B87248D94E}"/>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14" name="Espaço Reservado para Texto 6">
            <a:extLst>
              <a:ext uri="{FF2B5EF4-FFF2-40B4-BE49-F238E27FC236}">
                <a16:creationId xmlns:a16="http://schemas.microsoft.com/office/drawing/2014/main" id="{7905309A-7F3E-4A7B-816E-100D4419AC95}"/>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15" name="Date Placeholder 1">
            <a:extLst>
              <a:ext uri="{FF2B5EF4-FFF2-40B4-BE49-F238E27FC236}">
                <a16:creationId xmlns:a16="http://schemas.microsoft.com/office/drawing/2014/main" id="{F553351A-90B3-4CE5-942E-AE4248858838}"/>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9E0760C8-E149-4DBB-A28A-A719E19094E5}" type="datetime4">
              <a:rPr lang="en-US" smtClean="0"/>
              <a:t>September 28, 2026</a:t>
            </a:fld>
            <a:endParaRPr lang="en-US"/>
          </a:p>
        </p:txBody>
      </p:sp>
    </p:spTree>
    <p:extLst>
      <p:ext uri="{BB962C8B-B14F-4D97-AF65-F5344CB8AC3E}">
        <p14:creationId xmlns:p14="http://schemas.microsoft.com/office/powerpoint/2010/main" val="3969763560"/>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9" y="1497013"/>
            <a:ext cx="2923563" cy="2616675"/>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sz="quarter" idx="25" hasCustomPrompt="1"/>
          </p:nvPr>
        </p:nvSpPr>
        <p:spPr>
          <a:xfrm>
            <a:off x="382829" y="4581387"/>
            <a:ext cx="6119679" cy="208201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sz="quarter" idx="26" hasCustomPrompt="1"/>
          </p:nvPr>
        </p:nvSpPr>
        <p:spPr>
          <a:xfrm>
            <a:off x="3536951" y="1836751"/>
            <a:ext cx="2965558" cy="227693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sz="quarter" idx="27" hasCustomPrompt="1"/>
          </p:nvPr>
        </p:nvSpPr>
        <p:spPr>
          <a:xfrm>
            <a:off x="382829" y="4292769"/>
            <a:ext cx="611967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sz="quarter" idx="28" hasCustomPrompt="1"/>
          </p:nvPr>
        </p:nvSpPr>
        <p:spPr>
          <a:xfrm>
            <a:off x="3552750" y="1548134"/>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0" name="Text Placeholder 4">
            <a:extLst>
              <a:ext uri="{FF2B5EF4-FFF2-40B4-BE49-F238E27FC236}">
                <a16:creationId xmlns:a16="http://schemas.microsoft.com/office/drawing/2014/main" id="{92D80794-D9BD-4233-9669-1606A39695D6}"/>
              </a:ext>
            </a:extLst>
          </p:cNvPr>
          <p:cNvSpPr>
            <a:spLocks noGrp="1"/>
          </p:cNvSpPr>
          <p:nvPr>
            <p:ph type="body" sz="quarter" idx="29"/>
          </p:nvPr>
        </p:nvSpPr>
        <p:spPr>
          <a:xfrm>
            <a:off x="390154" y="6866857"/>
            <a:ext cx="2923563" cy="2584765"/>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21" name="Espaço Reservado para Conteúdo 14">
            <a:extLst>
              <a:ext uri="{FF2B5EF4-FFF2-40B4-BE49-F238E27FC236}">
                <a16:creationId xmlns:a16="http://schemas.microsoft.com/office/drawing/2014/main" id="{A6CB413F-84EF-44DF-BD40-B9F876AF8DE8}"/>
              </a:ext>
            </a:extLst>
          </p:cNvPr>
          <p:cNvSpPr>
            <a:spLocks noGrp="1"/>
          </p:cNvSpPr>
          <p:nvPr>
            <p:ph sz="quarter" idx="30" hasCustomPrompt="1"/>
          </p:nvPr>
        </p:nvSpPr>
        <p:spPr>
          <a:xfrm>
            <a:off x="3544276" y="7190300"/>
            <a:ext cx="2965558" cy="226326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81B1184E-C2A9-4D89-B81A-04C67DFDFC84}"/>
              </a:ext>
            </a:extLst>
          </p:cNvPr>
          <p:cNvSpPr>
            <a:spLocks noGrp="1"/>
          </p:cNvSpPr>
          <p:nvPr>
            <p:ph sz="quarter" idx="31" hasCustomPrompt="1"/>
          </p:nvPr>
        </p:nvSpPr>
        <p:spPr>
          <a:xfrm>
            <a:off x="3560075" y="6901682"/>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cxnSp>
        <p:nvCxnSpPr>
          <p:cNvPr id="23" name="Straight Connector 22">
            <a:extLst>
              <a:ext uri="{FF2B5EF4-FFF2-40B4-BE49-F238E27FC236}">
                <a16:creationId xmlns:a16="http://schemas.microsoft.com/office/drawing/2014/main" id="{15C7A86C-C2D3-4F3B-B362-92EDFEE558D4}"/>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7" name="Espaço Reservado para Texto 6">
            <a:extLst>
              <a:ext uri="{FF2B5EF4-FFF2-40B4-BE49-F238E27FC236}">
                <a16:creationId xmlns:a16="http://schemas.microsoft.com/office/drawing/2014/main" id="{667A78A2-6B0A-4B79-B91F-864FAEBDF306}"/>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18" name="Espaço Reservado para Texto 6">
            <a:extLst>
              <a:ext uri="{FF2B5EF4-FFF2-40B4-BE49-F238E27FC236}">
                <a16:creationId xmlns:a16="http://schemas.microsoft.com/office/drawing/2014/main" id="{C057AED6-8480-40FD-AA17-1DD8BA77D1B9}"/>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19" name="Espaço Reservado para Texto 6">
            <a:extLst>
              <a:ext uri="{FF2B5EF4-FFF2-40B4-BE49-F238E27FC236}">
                <a16:creationId xmlns:a16="http://schemas.microsoft.com/office/drawing/2014/main" id="{D8173AC5-D6F2-4007-9E85-9CC5D5ECAF90}"/>
              </a:ext>
            </a:extLst>
          </p:cNvPr>
          <p:cNvSpPr>
            <a:spLocks noGrp="1"/>
          </p:cNvSpPr>
          <p:nvPr>
            <p:ph type="body" sz="quarter" idx="32"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24" name="Date Placeholder 1">
            <a:extLst>
              <a:ext uri="{FF2B5EF4-FFF2-40B4-BE49-F238E27FC236}">
                <a16:creationId xmlns:a16="http://schemas.microsoft.com/office/drawing/2014/main" id="{907C5A98-0307-4E77-A8F5-55605CF6F9F6}"/>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73D0C852-B234-4B47-8D71-A0131BBD9A6A}" type="datetime4">
              <a:rPr lang="en-US" smtClean="0"/>
              <a:t>September 28, 2026</a:t>
            </a:fld>
            <a:endParaRPr lang="en-US"/>
          </a:p>
        </p:txBody>
      </p:sp>
    </p:spTree>
    <p:extLst>
      <p:ext uri="{BB962C8B-B14F-4D97-AF65-F5344CB8AC3E}">
        <p14:creationId xmlns:p14="http://schemas.microsoft.com/office/powerpoint/2010/main" val="3967573536"/>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0" name="Text Placeholder 4">
            <a:extLst>
              <a:ext uri="{FF2B5EF4-FFF2-40B4-BE49-F238E27FC236}">
                <a16:creationId xmlns:a16="http://schemas.microsoft.com/office/drawing/2014/main" id="{49A1E59E-08DB-45E6-A0D5-7C78A54C869F}"/>
              </a:ext>
            </a:extLst>
          </p:cNvPr>
          <p:cNvSpPr>
            <a:spLocks noGrp="1"/>
          </p:cNvSpPr>
          <p:nvPr>
            <p:ph type="body" sz="quarter" idx="20"/>
          </p:nvPr>
        </p:nvSpPr>
        <p:spPr>
          <a:xfrm>
            <a:off x="382829" y="1497013"/>
            <a:ext cx="2923563" cy="4079539"/>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21" name="Espaço Reservado para Conteúdo 14">
            <a:extLst>
              <a:ext uri="{FF2B5EF4-FFF2-40B4-BE49-F238E27FC236}">
                <a16:creationId xmlns:a16="http://schemas.microsoft.com/office/drawing/2014/main" id="{85B528AB-0607-4A82-934E-C1C7106546B5}"/>
              </a:ext>
            </a:extLst>
          </p:cNvPr>
          <p:cNvSpPr>
            <a:spLocks noGrp="1"/>
          </p:cNvSpPr>
          <p:nvPr>
            <p:ph sz="quarter" idx="26" hasCustomPrompt="1"/>
          </p:nvPr>
        </p:nvSpPr>
        <p:spPr>
          <a:xfrm>
            <a:off x="3536951" y="1831799"/>
            <a:ext cx="2965558" cy="374475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5294E6AB-735D-48F4-9AC8-EF3781FB2746}"/>
              </a:ext>
            </a:extLst>
          </p:cNvPr>
          <p:cNvSpPr>
            <a:spLocks noGrp="1"/>
          </p:cNvSpPr>
          <p:nvPr>
            <p:ph sz="quarter" idx="28" hasCustomPrompt="1"/>
          </p:nvPr>
        </p:nvSpPr>
        <p:spPr>
          <a:xfrm>
            <a:off x="3552750" y="1543180"/>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3" name="Espaço Reservado para Conteúdo 14">
            <a:extLst>
              <a:ext uri="{FF2B5EF4-FFF2-40B4-BE49-F238E27FC236}">
                <a16:creationId xmlns:a16="http://schemas.microsoft.com/office/drawing/2014/main" id="{6B9EB78B-FD20-4719-A056-235ADA20204A}"/>
              </a:ext>
            </a:extLst>
          </p:cNvPr>
          <p:cNvSpPr>
            <a:spLocks noGrp="1"/>
          </p:cNvSpPr>
          <p:nvPr>
            <p:ph sz="quarter" idx="25" hasCustomPrompt="1"/>
          </p:nvPr>
        </p:nvSpPr>
        <p:spPr>
          <a:xfrm>
            <a:off x="382829" y="6010940"/>
            <a:ext cx="6119679" cy="1466185"/>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5" name="Espaço Reservado para Conteúdo 14">
            <a:extLst>
              <a:ext uri="{FF2B5EF4-FFF2-40B4-BE49-F238E27FC236}">
                <a16:creationId xmlns:a16="http://schemas.microsoft.com/office/drawing/2014/main" id="{378CEBA8-7472-47EB-BC4A-EA019A667AE5}"/>
              </a:ext>
            </a:extLst>
          </p:cNvPr>
          <p:cNvSpPr>
            <a:spLocks noGrp="1"/>
          </p:cNvSpPr>
          <p:nvPr>
            <p:ph sz="quarter" idx="27" hasCustomPrompt="1"/>
          </p:nvPr>
        </p:nvSpPr>
        <p:spPr>
          <a:xfrm>
            <a:off x="382829" y="5722322"/>
            <a:ext cx="611967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6" name="Espaço Reservado para Conteúdo 14">
            <a:extLst>
              <a:ext uri="{FF2B5EF4-FFF2-40B4-BE49-F238E27FC236}">
                <a16:creationId xmlns:a16="http://schemas.microsoft.com/office/drawing/2014/main" id="{88102008-164E-4847-B70E-2DA2859EB5FA}"/>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1DAFB6F6-C902-48DE-A854-209EE1401B64}"/>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8" name="Espaço Reservado para Conteúdo 14">
            <a:extLst>
              <a:ext uri="{FF2B5EF4-FFF2-40B4-BE49-F238E27FC236}">
                <a16:creationId xmlns:a16="http://schemas.microsoft.com/office/drawing/2014/main" id="{B4F7A4B0-6A5B-48E7-93D0-A6438A15CF56}"/>
              </a:ext>
            </a:extLst>
          </p:cNvPr>
          <p:cNvSpPr>
            <a:spLocks noGrp="1"/>
          </p:cNvSpPr>
          <p:nvPr>
            <p:ph sz="quarter"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9" name="Espaço Reservado para Conteúdo 14">
            <a:extLst>
              <a:ext uri="{FF2B5EF4-FFF2-40B4-BE49-F238E27FC236}">
                <a16:creationId xmlns:a16="http://schemas.microsoft.com/office/drawing/2014/main" id="{C64B94EB-9494-4B55-92F4-166DEF48DB35}"/>
              </a:ext>
            </a:extLst>
          </p:cNvPr>
          <p:cNvSpPr>
            <a:spLocks noGrp="1"/>
          </p:cNvSpPr>
          <p:nvPr>
            <p:ph sz="quarter"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cxnSp>
        <p:nvCxnSpPr>
          <p:cNvPr id="42" name="Straight Connector 41">
            <a:extLst>
              <a:ext uri="{FF2B5EF4-FFF2-40B4-BE49-F238E27FC236}">
                <a16:creationId xmlns:a16="http://schemas.microsoft.com/office/drawing/2014/main" id="{02558420-2316-4877-A0B8-02C6D7796F9F}"/>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8" name="Espaço Reservado para Texto 6">
            <a:extLst>
              <a:ext uri="{FF2B5EF4-FFF2-40B4-BE49-F238E27FC236}">
                <a16:creationId xmlns:a16="http://schemas.microsoft.com/office/drawing/2014/main" id="{E9006F28-0FC5-4C17-84E9-DDB1DE717662}"/>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19" name="Espaço Reservado para Texto 6">
            <a:extLst>
              <a:ext uri="{FF2B5EF4-FFF2-40B4-BE49-F238E27FC236}">
                <a16:creationId xmlns:a16="http://schemas.microsoft.com/office/drawing/2014/main" id="{840CD343-D27F-44CB-9F5D-7257A48DB76E}"/>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17" name="Espaço Reservado para Texto 6">
            <a:extLst>
              <a:ext uri="{FF2B5EF4-FFF2-40B4-BE49-F238E27FC236}">
                <a16:creationId xmlns:a16="http://schemas.microsoft.com/office/drawing/2014/main" id="{522774F4-0A02-4D7F-A169-A0935028BEB7}"/>
              </a:ext>
            </a:extLst>
          </p:cNvPr>
          <p:cNvSpPr>
            <a:spLocks noGrp="1"/>
          </p:cNvSpPr>
          <p:nvPr>
            <p:ph type="body" sz="quarter" idx="29"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24" name="Date Placeholder 1">
            <a:extLst>
              <a:ext uri="{FF2B5EF4-FFF2-40B4-BE49-F238E27FC236}">
                <a16:creationId xmlns:a16="http://schemas.microsoft.com/office/drawing/2014/main" id="{41D27BDA-0B7B-4B7B-98DE-F04BF5B3804F}"/>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0118D491-1674-4CB6-8E2B-83DFAA1D77E6}" type="datetime4">
              <a:rPr lang="en-US" smtClean="0"/>
              <a:t>September 28, 2026</a:t>
            </a:fld>
            <a:endParaRPr lang="en-US"/>
          </a:p>
        </p:txBody>
      </p:sp>
    </p:spTree>
    <p:extLst>
      <p:ext uri="{BB962C8B-B14F-4D97-AF65-F5344CB8AC3E}">
        <p14:creationId xmlns:p14="http://schemas.microsoft.com/office/powerpoint/2010/main" val="3717197418"/>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9" y="1500036"/>
            <a:ext cx="6063034" cy="2027390"/>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cxnSp>
        <p:nvCxnSpPr>
          <p:cNvPr id="3" name="Straight Connector 2">
            <a:extLst>
              <a:ext uri="{FF2B5EF4-FFF2-40B4-BE49-F238E27FC236}">
                <a16:creationId xmlns:a16="http://schemas.microsoft.com/office/drawing/2014/main" id="{2EDD6930-C0EE-4FA2-8633-016983CCBB57}"/>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8" name="Espaço Reservado para Conteúdo 14">
            <a:extLst>
              <a:ext uri="{FF2B5EF4-FFF2-40B4-BE49-F238E27FC236}">
                <a16:creationId xmlns:a16="http://schemas.microsoft.com/office/drawing/2014/main" id="{90F6C72D-8B37-43A2-8FA6-85DFDDE86A1B}"/>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sz="quarter"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0" name="Espaço Reservado para Conteúdo 14">
            <a:extLst>
              <a:ext uri="{FF2B5EF4-FFF2-40B4-BE49-F238E27FC236}">
                <a16:creationId xmlns:a16="http://schemas.microsoft.com/office/drawing/2014/main" id="{24118CA0-014C-422D-9DAA-777D7AB184F5}"/>
              </a:ext>
            </a:extLst>
          </p:cNvPr>
          <p:cNvSpPr>
            <a:spLocks noGrp="1"/>
          </p:cNvSpPr>
          <p:nvPr>
            <p:ph sz="quarter"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sz="quarter" idx="25" hasCustomPrompt="1"/>
          </p:nvPr>
        </p:nvSpPr>
        <p:spPr>
          <a:xfrm>
            <a:off x="382829" y="3937440"/>
            <a:ext cx="2938221"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sz="quarter" idx="26" hasCustomPrompt="1"/>
          </p:nvPr>
        </p:nvSpPr>
        <p:spPr>
          <a:xfrm>
            <a:off x="3536951" y="3937440"/>
            <a:ext cx="2965558"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sz="quarter" idx="27" hasCustomPrompt="1"/>
          </p:nvPr>
        </p:nvSpPr>
        <p:spPr>
          <a:xfrm>
            <a:off x="382829" y="3648822"/>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sz="quarter" idx="28" hasCustomPrompt="1"/>
          </p:nvPr>
        </p:nvSpPr>
        <p:spPr>
          <a:xfrm>
            <a:off x="3552750" y="3648822"/>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5927315"/>
            <a:ext cx="6105737"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563869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0" name="Espaço Reservado para Texto 6">
            <a:extLst>
              <a:ext uri="{FF2B5EF4-FFF2-40B4-BE49-F238E27FC236}">
                <a16:creationId xmlns:a16="http://schemas.microsoft.com/office/drawing/2014/main" id="{91D8F271-5DD6-476D-87DF-62D9F494BA28}"/>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21" name="Espaço Reservado para Texto 6">
            <a:extLst>
              <a:ext uri="{FF2B5EF4-FFF2-40B4-BE49-F238E27FC236}">
                <a16:creationId xmlns:a16="http://schemas.microsoft.com/office/drawing/2014/main" id="{AF9F85D2-CE44-4122-A483-C9E0FDD6786F}"/>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22" name="Espaço Reservado para Texto 6">
            <a:extLst>
              <a:ext uri="{FF2B5EF4-FFF2-40B4-BE49-F238E27FC236}">
                <a16:creationId xmlns:a16="http://schemas.microsoft.com/office/drawing/2014/main" id="{74EB01E9-4823-42ED-A528-F9EFE6F730DC}"/>
              </a:ext>
            </a:extLst>
          </p:cNvPr>
          <p:cNvSpPr>
            <a:spLocks noGrp="1"/>
          </p:cNvSpPr>
          <p:nvPr>
            <p:ph type="body" sz="quarter" idx="31"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23" name="Date Placeholder 1">
            <a:extLst>
              <a:ext uri="{FF2B5EF4-FFF2-40B4-BE49-F238E27FC236}">
                <a16:creationId xmlns:a16="http://schemas.microsoft.com/office/drawing/2014/main" id="{8D52D738-8B55-415F-BAF5-54C848910AF7}"/>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68379CB8-B53F-435E-862F-BF7C15787848}" type="datetime4">
              <a:rPr lang="en-US" smtClean="0"/>
              <a:t>September 28, 2026</a:t>
            </a:fld>
            <a:endParaRPr lang="en-US"/>
          </a:p>
        </p:txBody>
      </p:sp>
    </p:spTree>
    <p:extLst>
      <p:ext uri="{BB962C8B-B14F-4D97-AF65-F5344CB8AC3E}">
        <p14:creationId xmlns:p14="http://schemas.microsoft.com/office/powerpoint/2010/main" val="1735979925"/>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 Gráficos v2">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9" y="1498177"/>
            <a:ext cx="6063034" cy="202924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8" name="Espaço Reservado para Conteúdo 14">
            <a:extLst>
              <a:ext uri="{FF2B5EF4-FFF2-40B4-BE49-F238E27FC236}">
                <a16:creationId xmlns:a16="http://schemas.microsoft.com/office/drawing/2014/main" id="{90F6C72D-8B37-43A2-8FA6-85DFDDE86A1B}"/>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sz="quarter"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0" name="Espaço Reservado para Conteúdo 14">
            <a:extLst>
              <a:ext uri="{FF2B5EF4-FFF2-40B4-BE49-F238E27FC236}">
                <a16:creationId xmlns:a16="http://schemas.microsoft.com/office/drawing/2014/main" id="{24118CA0-014C-422D-9DAA-777D7AB184F5}"/>
              </a:ext>
            </a:extLst>
          </p:cNvPr>
          <p:cNvSpPr>
            <a:spLocks noGrp="1"/>
          </p:cNvSpPr>
          <p:nvPr>
            <p:ph sz="quarter"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sz="quarter" idx="25" hasCustomPrompt="1"/>
          </p:nvPr>
        </p:nvSpPr>
        <p:spPr>
          <a:xfrm>
            <a:off x="377825" y="5908439"/>
            <a:ext cx="2938221"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sz="quarter" idx="26" hasCustomPrompt="1"/>
          </p:nvPr>
        </p:nvSpPr>
        <p:spPr>
          <a:xfrm>
            <a:off x="3531947" y="5908439"/>
            <a:ext cx="2965558"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sz="quarter" idx="27" hasCustomPrompt="1"/>
          </p:nvPr>
        </p:nvSpPr>
        <p:spPr>
          <a:xfrm>
            <a:off x="377825" y="5619821"/>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sz="quarter" idx="28" hasCustomPrompt="1"/>
          </p:nvPr>
        </p:nvSpPr>
        <p:spPr>
          <a:xfrm>
            <a:off x="3547746" y="5619821"/>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3929789"/>
            <a:ext cx="6105737"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3641171"/>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cxnSp>
        <p:nvCxnSpPr>
          <p:cNvPr id="22" name="Straight Connector 21">
            <a:extLst>
              <a:ext uri="{FF2B5EF4-FFF2-40B4-BE49-F238E27FC236}">
                <a16:creationId xmlns:a16="http://schemas.microsoft.com/office/drawing/2014/main" id="{014FD5D7-4E44-4DED-87A2-F5483B7E4A72}"/>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Espaço Reservado para Texto 6">
            <a:extLst>
              <a:ext uri="{FF2B5EF4-FFF2-40B4-BE49-F238E27FC236}">
                <a16:creationId xmlns:a16="http://schemas.microsoft.com/office/drawing/2014/main" id="{C5901B80-52C0-495B-B245-C86EC38FA663}"/>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21" name="Espaço Reservado para Texto 6">
            <a:extLst>
              <a:ext uri="{FF2B5EF4-FFF2-40B4-BE49-F238E27FC236}">
                <a16:creationId xmlns:a16="http://schemas.microsoft.com/office/drawing/2014/main" id="{12A1DB4F-E711-4954-BA2E-C3355075992F}"/>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23" name="Espaço Reservado para Texto 6">
            <a:extLst>
              <a:ext uri="{FF2B5EF4-FFF2-40B4-BE49-F238E27FC236}">
                <a16:creationId xmlns:a16="http://schemas.microsoft.com/office/drawing/2014/main" id="{8578E20C-E30C-41E8-BD4E-471F9D9B43F9}"/>
              </a:ext>
            </a:extLst>
          </p:cNvPr>
          <p:cNvSpPr>
            <a:spLocks noGrp="1"/>
          </p:cNvSpPr>
          <p:nvPr>
            <p:ph type="body" sz="quarter" idx="31"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24" name="Date Placeholder 1">
            <a:extLst>
              <a:ext uri="{FF2B5EF4-FFF2-40B4-BE49-F238E27FC236}">
                <a16:creationId xmlns:a16="http://schemas.microsoft.com/office/drawing/2014/main" id="{BEDC87FD-5664-4739-BE21-72F2918833A4}"/>
              </a:ext>
            </a:extLst>
          </p:cNvPr>
          <p:cNvSpPr>
            <a:spLocks noGrp="1"/>
          </p:cNvSpPr>
          <p:nvPr>
            <p:ph type="dt" sz="half" idx="2"/>
          </p:nvPr>
        </p:nvSpPr>
        <p:spPr>
          <a:xfrm>
            <a:off x="3971925" y="438763"/>
            <a:ext cx="2517776"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215285F9-5D62-42E4-80C2-03AA42307FEF}" type="datetime4">
              <a:rPr lang="en-US" smtClean="0"/>
              <a:t>September 28, 2026</a:t>
            </a:fld>
            <a:endParaRPr lang="en-US"/>
          </a:p>
        </p:txBody>
      </p:sp>
    </p:spTree>
    <p:extLst>
      <p:ext uri="{BB962C8B-B14F-4D97-AF65-F5344CB8AC3E}">
        <p14:creationId xmlns:p14="http://schemas.microsoft.com/office/powerpoint/2010/main" val="186726068"/>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hesis Chart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1791895"/>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150327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cxnSp>
        <p:nvCxnSpPr>
          <p:cNvPr id="22" name="Straight Connector 21">
            <a:extLst>
              <a:ext uri="{FF2B5EF4-FFF2-40B4-BE49-F238E27FC236}">
                <a16:creationId xmlns:a16="http://schemas.microsoft.com/office/drawing/2014/main" id="{014FD5D7-4E44-4DED-87A2-F5483B7E4A72}"/>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Espaço Reservado para Texto 6">
            <a:extLst>
              <a:ext uri="{FF2B5EF4-FFF2-40B4-BE49-F238E27FC236}">
                <a16:creationId xmlns:a16="http://schemas.microsoft.com/office/drawing/2014/main" id="{C5901B80-52C0-495B-B245-C86EC38FA663}"/>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21" name="Espaço Reservado para Texto 6">
            <a:extLst>
              <a:ext uri="{FF2B5EF4-FFF2-40B4-BE49-F238E27FC236}">
                <a16:creationId xmlns:a16="http://schemas.microsoft.com/office/drawing/2014/main" id="{12A1DB4F-E711-4954-BA2E-C3355075992F}"/>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23" name="Espaço Reservado para Texto 6">
            <a:extLst>
              <a:ext uri="{FF2B5EF4-FFF2-40B4-BE49-F238E27FC236}">
                <a16:creationId xmlns:a16="http://schemas.microsoft.com/office/drawing/2014/main" id="{8578E20C-E30C-41E8-BD4E-471F9D9B43F9}"/>
              </a:ext>
            </a:extLst>
          </p:cNvPr>
          <p:cNvSpPr>
            <a:spLocks noGrp="1"/>
          </p:cNvSpPr>
          <p:nvPr>
            <p:ph type="body" sz="quarter" idx="31"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24" name="Date Placeholder 1">
            <a:extLst>
              <a:ext uri="{FF2B5EF4-FFF2-40B4-BE49-F238E27FC236}">
                <a16:creationId xmlns:a16="http://schemas.microsoft.com/office/drawing/2014/main" id="{BEDC87FD-5664-4739-BE21-72F2918833A4}"/>
              </a:ext>
            </a:extLst>
          </p:cNvPr>
          <p:cNvSpPr>
            <a:spLocks noGrp="1"/>
          </p:cNvSpPr>
          <p:nvPr>
            <p:ph type="dt" sz="half" idx="2"/>
          </p:nvPr>
        </p:nvSpPr>
        <p:spPr>
          <a:xfrm>
            <a:off x="3971925" y="438763"/>
            <a:ext cx="2517776"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395C79A2-AA1C-41E0-A332-B81276CFB69B}" type="datetime4">
              <a:rPr lang="en-US" smtClean="0"/>
              <a:t>September 28, 2026</a:t>
            </a:fld>
            <a:endParaRPr lang="en-US"/>
          </a:p>
        </p:txBody>
      </p:sp>
      <p:sp>
        <p:nvSpPr>
          <p:cNvPr id="19" name="Espaço Reservado para Conteúdo 14">
            <a:extLst>
              <a:ext uri="{FF2B5EF4-FFF2-40B4-BE49-F238E27FC236}">
                <a16:creationId xmlns:a16="http://schemas.microsoft.com/office/drawing/2014/main" id="{D23B7F16-8ADE-42C2-B1EE-5684155EC67C}"/>
              </a:ext>
            </a:extLst>
          </p:cNvPr>
          <p:cNvSpPr>
            <a:spLocks noGrp="1"/>
          </p:cNvSpPr>
          <p:nvPr>
            <p:ph sz="quarter" idx="32" hasCustomPrompt="1"/>
          </p:nvPr>
        </p:nvSpPr>
        <p:spPr>
          <a:xfrm>
            <a:off x="390153" y="3838161"/>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5" name="Espaço Reservado para Conteúdo 14">
            <a:extLst>
              <a:ext uri="{FF2B5EF4-FFF2-40B4-BE49-F238E27FC236}">
                <a16:creationId xmlns:a16="http://schemas.microsoft.com/office/drawing/2014/main" id="{8D21CE70-9138-4D56-899D-1BFC170ACCAA}"/>
              </a:ext>
            </a:extLst>
          </p:cNvPr>
          <p:cNvSpPr>
            <a:spLocks noGrp="1"/>
          </p:cNvSpPr>
          <p:nvPr>
            <p:ph sz="quarter" idx="33" hasCustomPrompt="1"/>
          </p:nvPr>
        </p:nvSpPr>
        <p:spPr>
          <a:xfrm>
            <a:off x="390153" y="3549543"/>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6" name="Espaço Reservado para Conteúdo 14">
            <a:extLst>
              <a:ext uri="{FF2B5EF4-FFF2-40B4-BE49-F238E27FC236}">
                <a16:creationId xmlns:a16="http://schemas.microsoft.com/office/drawing/2014/main" id="{DA0FF651-C1F8-494C-8441-58B8D108DFB0}"/>
              </a:ext>
            </a:extLst>
          </p:cNvPr>
          <p:cNvSpPr>
            <a:spLocks noGrp="1"/>
          </p:cNvSpPr>
          <p:nvPr>
            <p:ph sz="quarter" idx="34" hasCustomPrompt="1"/>
          </p:nvPr>
        </p:nvSpPr>
        <p:spPr>
          <a:xfrm>
            <a:off x="390153" y="5842030"/>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EA6A1D37-C00C-4212-9602-D8F29782C38B}"/>
              </a:ext>
            </a:extLst>
          </p:cNvPr>
          <p:cNvSpPr>
            <a:spLocks noGrp="1"/>
          </p:cNvSpPr>
          <p:nvPr>
            <p:ph sz="quarter" idx="35" hasCustomPrompt="1"/>
          </p:nvPr>
        </p:nvSpPr>
        <p:spPr>
          <a:xfrm>
            <a:off x="390153" y="5553412"/>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8" name="Espaço Reservado para Conteúdo 14">
            <a:extLst>
              <a:ext uri="{FF2B5EF4-FFF2-40B4-BE49-F238E27FC236}">
                <a16:creationId xmlns:a16="http://schemas.microsoft.com/office/drawing/2014/main" id="{9BD0D569-187E-435F-84F7-4A907AB05F06}"/>
              </a:ext>
            </a:extLst>
          </p:cNvPr>
          <p:cNvSpPr>
            <a:spLocks noGrp="1"/>
          </p:cNvSpPr>
          <p:nvPr>
            <p:ph sz="quarter" idx="36" hasCustomPrompt="1"/>
          </p:nvPr>
        </p:nvSpPr>
        <p:spPr>
          <a:xfrm>
            <a:off x="397477" y="7888296"/>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9" name="Espaço Reservado para Conteúdo 14">
            <a:extLst>
              <a:ext uri="{FF2B5EF4-FFF2-40B4-BE49-F238E27FC236}">
                <a16:creationId xmlns:a16="http://schemas.microsoft.com/office/drawing/2014/main" id="{BD578F19-77CA-4807-93D6-DF0C8142271F}"/>
              </a:ext>
            </a:extLst>
          </p:cNvPr>
          <p:cNvSpPr>
            <a:spLocks noGrp="1"/>
          </p:cNvSpPr>
          <p:nvPr>
            <p:ph sz="quarter" idx="37" hasCustomPrompt="1"/>
          </p:nvPr>
        </p:nvSpPr>
        <p:spPr>
          <a:xfrm>
            <a:off x="397477" y="7599678"/>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40" name="Espaço Reservado para Conteúdo 14">
            <a:extLst>
              <a:ext uri="{FF2B5EF4-FFF2-40B4-BE49-F238E27FC236}">
                <a16:creationId xmlns:a16="http://schemas.microsoft.com/office/drawing/2014/main" id="{008E7608-0ADC-4C74-A591-69DB8C22030C}"/>
              </a:ext>
            </a:extLst>
          </p:cNvPr>
          <p:cNvSpPr>
            <a:spLocks noGrp="1"/>
          </p:cNvSpPr>
          <p:nvPr>
            <p:ph sz="quarter" idx="38" hasCustomPrompt="1"/>
          </p:nvPr>
        </p:nvSpPr>
        <p:spPr>
          <a:xfrm>
            <a:off x="3536952" y="1791895"/>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1" name="Espaço Reservado para Conteúdo 14">
            <a:extLst>
              <a:ext uri="{FF2B5EF4-FFF2-40B4-BE49-F238E27FC236}">
                <a16:creationId xmlns:a16="http://schemas.microsoft.com/office/drawing/2014/main" id="{34DA8105-E242-4DA6-910E-D486433DF87A}"/>
              </a:ext>
            </a:extLst>
          </p:cNvPr>
          <p:cNvSpPr>
            <a:spLocks noGrp="1"/>
          </p:cNvSpPr>
          <p:nvPr>
            <p:ph sz="quarter" idx="39" hasCustomPrompt="1"/>
          </p:nvPr>
        </p:nvSpPr>
        <p:spPr>
          <a:xfrm>
            <a:off x="3544276" y="3838161"/>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2" name="Espaço Reservado para Conteúdo 14">
            <a:extLst>
              <a:ext uri="{FF2B5EF4-FFF2-40B4-BE49-F238E27FC236}">
                <a16:creationId xmlns:a16="http://schemas.microsoft.com/office/drawing/2014/main" id="{581288D2-722F-44A9-937B-2A51CBC81940}"/>
              </a:ext>
            </a:extLst>
          </p:cNvPr>
          <p:cNvSpPr>
            <a:spLocks noGrp="1"/>
          </p:cNvSpPr>
          <p:nvPr>
            <p:ph sz="quarter" idx="40" hasCustomPrompt="1"/>
          </p:nvPr>
        </p:nvSpPr>
        <p:spPr>
          <a:xfrm>
            <a:off x="3544276" y="5842030"/>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3" name="Espaço Reservado para Conteúdo 14">
            <a:extLst>
              <a:ext uri="{FF2B5EF4-FFF2-40B4-BE49-F238E27FC236}">
                <a16:creationId xmlns:a16="http://schemas.microsoft.com/office/drawing/2014/main" id="{0A7E3758-611C-4779-8E92-7476EE614506}"/>
              </a:ext>
            </a:extLst>
          </p:cNvPr>
          <p:cNvSpPr>
            <a:spLocks noGrp="1"/>
          </p:cNvSpPr>
          <p:nvPr>
            <p:ph sz="quarter" idx="41" hasCustomPrompt="1"/>
          </p:nvPr>
        </p:nvSpPr>
        <p:spPr>
          <a:xfrm>
            <a:off x="3551600" y="7888296"/>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Tree>
    <p:extLst>
      <p:ext uri="{BB962C8B-B14F-4D97-AF65-F5344CB8AC3E}">
        <p14:creationId xmlns:p14="http://schemas.microsoft.com/office/powerpoint/2010/main" val="88432142"/>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sclaimer">
    <p:bg>
      <p:bgPr>
        <a:solidFill>
          <a:schemeClr val="bg1"/>
        </a:solidFill>
        <a:effectLst/>
      </p:bgPr>
    </p:bg>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3B476172-FCCC-4217-B659-E252FC48877E}"/>
              </a:ext>
            </a:extLst>
          </p:cNvPr>
          <p:cNvSpPr txBox="1"/>
          <p:nvPr userDrawn="1"/>
        </p:nvSpPr>
        <p:spPr>
          <a:xfrm>
            <a:off x="390153" y="814312"/>
            <a:ext cx="6099546" cy="263149"/>
          </a:xfrm>
          <a:prstGeom prst="rect">
            <a:avLst/>
          </a:prstGeom>
        </p:spPr>
        <p:txBody>
          <a:bodyPr lIns="0" tIns="0" rIns="0" bIns="0" anchor="t" anchorCtr="0">
            <a:spAutoFit/>
          </a:bodyPr>
          <a:lstStyle>
            <a:lvl1pPr lvl="0" indent="0" defTabSz="385767">
              <a:lnSpc>
                <a:spcPct val="90000"/>
              </a:lnSpc>
              <a:spcBef>
                <a:spcPts val="422"/>
              </a:spcBef>
              <a:buFont typeface="Arial" panose="020B0604020202020204" pitchFamily="34" charset="0"/>
              <a:buNone/>
              <a:defRPr sz="1900" b="1" spc="0">
                <a:solidFill>
                  <a:schemeClr val="tx2"/>
                </a:solidFill>
                <a:latin typeface="Roboto" panose="02000000000000000000" pitchFamily="2" charset="0"/>
                <a:ea typeface="Roboto" panose="02000000000000000000" pitchFamily="2" charset="0"/>
                <a:cs typeface="Roboto" panose="02000000000000000000" pitchFamily="2" charset="0"/>
              </a:defRPr>
            </a:lvl1pPr>
            <a:lvl2pPr marL="227710" indent="-77020" defTabSz="385767">
              <a:lnSpc>
                <a:spcPct val="90000"/>
              </a:lnSpc>
              <a:spcBef>
                <a:spcPts val="211"/>
              </a:spcBef>
              <a:buFont typeface="Arial" panose="020B0604020202020204" pitchFamily="34" charset="0"/>
              <a:buChar char="•"/>
              <a:defRPr sz="591">
                <a:solidFill>
                  <a:schemeClr val="tx2"/>
                </a:solidFill>
              </a:defRPr>
            </a:lvl2pPr>
            <a:lvl3pPr marL="379070" indent="-77689" defTabSz="385767">
              <a:lnSpc>
                <a:spcPct val="90000"/>
              </a:lnSpc>
              <a:spcBef>
                <a:spcPts val="211"/>
              </a:spcBef>
              <a:buFont typeface="Arial" panose="020B0604020202020204" pitchFamily="34" charset="0"/>
              <a:buChar char="•"/>
              <a:defRPr sz="506">
                <a:solidFill>
                  <a:schemeClr val="tx2"/>
                </a:solidFill>
              </a:defRPr>
            </a:lvl3pPr>
            <a:lvl4pPr marL="529761" indent="-77689" defTabSz="385767">
              <a:lnSpc>
                <a:spcPct val="90000"/>
              </a:lnSpc>
              <a:spcBef>
                <a:spcPts val="211"/>
              </a:spcBef>
              <a:buFont typeface="Arial" panose="020B0604020202020204" pitchFamily="34" charset="0"/>
              <a:buChar char="•"/>
              <a:defRPr sz="464">
                <a:solidFill>
                  <a:schemeClr val="tx2"/>
                </a:solidFill>
              </a:defRPr>
            </a:lvl4pPr>
            <a:lvl5pPr marL="680451" indent="-73671" defTabSz="385767">
              <a:lnSpc>
                <a:spcPct val="90000"/>
              </a:lnSpc>
              <a:spcBef>
                <a:spcPts val="211"/>
              </a:spcBef>
              <a:buFont typeface="Arial" panose="020B0604020202020204" pitchFamily="34" charset="0"/>
              <a:buChar char="•"/>
              <a:defRPr sz="464">
                <a:solidFill>
                  <a:schemeClr val="tx2"/>
                </a:solidFill>
              </a:defRPr>
            </a:lvl5pPr>
            <a:lvl6pPr marL="1060860" indent="-96442" defTabSz="385767">
              <a:lnSpc>
                <a:spcPct val="90000"/>
              </a:lnSpc>
              <a:spcBef>
                <a:spcPts val="211"/>
              </a:spcBef>
              <a:buFont typeface="Arial" panose="020B0604020202020204" pitchFamily="34" charset="0"/>
              <a:buChar char="•"/>
              <a:defRPr sz="760"/>
            </a:lvl6pPr>
            <a:lvl7pPr marL="1253744" indent="-96442" defTabSz="385767">
              <a:lnSpc>
                <a:spcPct val="90000"/>
              </a:lnSpc>
              <a:spcBef>
                <a:spcPts val="211"/>
              </a:spcBef>
              <a:buFont typeface="Arial" panose="020B0604020202020204" pitchFamily="34" charset="0"/>
              <a:buChar char="•"/>
              <a:defRPr sz="760"/>
            </a:lvl7pPr>
            <a:lvl8pPr marL="1446628" indent="-96442" defTabSz="385767">
              <a:lnSpc>
                <a:spcPct val="90000"/>
              </a:lnSpc>
              <a:spcBef>
                <a:spcPts val="211"/>
              </a:spcBef>
              <a:buFont typeface="Arial" panose="020B0604020202020204" pitchFamily="34" charset="0"/>
              <a:buChar char="•"/>
              <a:defRPr sz="760"/>
            </a:lvl8pPr>
            <a:lvl9pPr marL="1639511" indent="-96442" defTabSz="385767">
              <a:lnSpc>
                <a:spcPct val="90000"/>
              </a:lnSpc>
              <a:spcBef>
                <a:spcPts val="211"/>
              </a:spcBef>
              <a:buFont typeface="Arial" panose="020B0604020202020204" pitchFamily="34" charset="0"/>
              <a:buChar char="•"/>
              <a:defRPr sz="760"/>
            </a:lvl9pPr>
          </a:lstStyle>
          <a:p>
            <a:pPr lvl="0"/>
            <a:r>
              <a:rPr lang="en-US"/>
              <a:t>Disclaimer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cxnSp>
        <p:nvCxnSpPr>
          <p:cNvPr id="22" name="Straight Connector 21">
            <a:extLst>
              <a:ext uri="{FF2B5EF4-FFF2-40B4-BE49-F238E27FC236}">
                <a16:creationId xmlns:a16="http://schemas.microsoft.com/office/drawing/2014/main" id="{66D21A7D-7928-4237-874A-A5ECB267418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Espaço Reservado para Texto 6">
            <a:extLst>
              <a:ext uri="{FF2B5EF4-FFF2-40B4-BE49-F238E27FC236}">
                <a16:creationId xmlns:a16="http://schemas.microsoft.com/office/drawing/2014/main" id="{2B30E5FD-9051-4E1E-8485-CF615FEFF1FB}"/>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15" name="Date Placeholder 1">
            <a:extLst>
              <a:ext uri="{FF2B5EF4-FFF2-40B4-BE49-F238E27FC236}">
                <a16:creationId xmlns:a16="http://schemas.microsoft.com/office/drawing/2014/main" id="{CEDF22C0-1511-410D-B4C2-53B4E4FE64CB}"/>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2ECBBCEC-AA92-46C3-82F8-B9BDABA4A63F}" type="datetime4">
              <a:rPr lang="en-US" smtClean="0"/>
              <a:t>September 28, 2026</a:t>
            </a:fld>
            <a:endParaRPr lang="en-US"/>
          </a:p>
        </p:txBody>
      </p:sp>
      <p:sp>
        <p:nvSpPr>
          <p:cNvPr id="2" name="TextBox 1">
            <a:extLst>
              <a:ext uri="{FF2B5EF4-FFF2-40B4-BE49-F238E27FC236}">
                <a16:creationId xmlns:a16="http://schemas.microsoft.com/office/drawing/2014/main" id="{52F95B42-1FBA-401A-8214-0A1239E090A4}"/>
              </a:ext>
            </a:extLst>
          </p:cNvPr>
          <p:cNvSpPr txBox="1"/>
          <p:nvPr userDrawn="1"/>
        </p:nvSpPr>
        <p:spPr>
          <a:xfrm>
            <a:off x="390153" y="1318100"/>
            <a:ext cx="6099546" cy="8099974"/>
          </a:xfrm>
          <a:prstGeom prst="rect">
            <a:avLst/>
          </a:prstGeom>
        </p:spPr>
        <p:txBody>
          <a:bodyPr lIns="0" tIns="0" rIns="0" bIns="0">
            <a:spAutoFit/>
          </a:bodyPr>
          <a:lstStyle>
            <a:lvl1pPr indent="0" defTabSz="385767">
              <a:lnSpc>
                <a:spcPct val="90000"/>
              </a:lnSpc>
              <a:spcBef>
                <a:spcPts val="422"/>
              </a:spcBef>
              <a:buFont typeface="Arial" panose="020B0604020202020204" pitchFamily="34" charset="0"/>
              <a:buNone/>
              <a:defRPr sz="730">
                <a:solidFill>
                  <a:schemeClr val="tx2"/>
                </a:solidFill>
              </a:defRPr>
            </a:lvl1pPr>
            <a:lvl2pPr marL="227710" indent="-77020" defTabSz="385767">
              <a:lnSpc>
                <a:spcPct val="90000"/>
              </a:lnSpc>
              <a:spcBef>
                <a:spcPts val="211"/>
              </a:spcBef>
              <a:buFont typeface="Arial" panose="020B0604020202020204" pitchFamily="34" charset="0"/>
              <a:buChar char="•"/>
              <a:defRPr sz="591">
                <a:solidFill>
                  <a:schemeClr val="tx2"/>
                </a:solidFill>
              </a:defRPr>
            </a:lvl2pPr>
            <a:lvl3pPr marL="379070" indent="-77689" defTabSz="385767">
              <a:lnSpc>
                <a:spcPct val="90000"/>
              </a:lnSpc>
              <a:spcBef>
                <a:spcPts val="211"/>
              </a:spcBef>
              <a:buFont typeface="Arial" panose="020B0604020202020204" pitchFamily="34" charset="0"/>
              <a:buChar char="•"/>
              <a:defRPr sz="506">
                <a:solidFill>
                  <a:schemeClr val="tx2"/>
                </a:solidFill>
              </a:defRPr>
            </a:lvl3pPr>
            <a:lvl4pPr marL="529761" indent="-77689" defTabSz="385767">
              <a:lnSpc>
                <a:spcPct val="90000"/>
              </a:lnSpc>
              <a:spcBef>
                <a:spcPts val="211"/>
              </a:spcBef>
              <a:buFont typeface="Arial" panose="020B0604020202020204" pitchFamily="34" charset="0"/>
              <a:buChar char="•"/>
              <a:defRPr sz="464">
                <a:solidFill>
                  <a:schemeClr val="tx2"/>
                </a:solidFill>
              </a:defRPr>
            </a:lvl4pPr>
            <a:lvl5pPr marL="680451" indent="-73671" defTabSz="385767">
              <a:lnSpc>
                <a:spcPct val="90000"/>
              </a:lnSpc>
              <a:spcBef>
                <a:spcPts val="211"/>
              </a:spcBef>
              <a:buFont typeface="Arial" panose="020B0604020202020204" pitchFamily="34" charset="0"/>
              <a:buChar char="•"/>
              <a:defRPr sz="464">
                <a:solidFill>
                  <a:schemeClr val="tx2"/>
                </a:solidFill>
              </a:defRPr>
            </a:lvl5pPr>
            <a:lvl6pPr marL="1060860" indent="-96442" defTabSz="385767">
              <a:lnSpc>
                <a:spcPct val="90000"/>
              </a:lnSpc>
              <a:spcBef>
                <a:spcPts val="211"/>
              </a:spcBef>
              <a:buFont typeface="Arial" panose="020B0604020202020204" pitchFamily="34" charset="0"/>
              <a:buChar char="•"/>
              <a:defRPr sz="760"/>
            </a:lvl6pPr>
            <a:lvl7pPr marL="1253744" indent="-96442" defTabSz="385767">
              <a:lnSpc>
                <a:spcPct val="90000"/>
              </a:lnSpc>
              <a:spcBef>
                <a:spcPts val="211"/>
              </a:spcBef>
              <a:buFont typeface="Arial" panose="020B0604020202020204" pitchFamily="34" charset="0"/>
              <a:buChar char="•"/>
              <a:defRPr sz="760"/>
            </a:lvl7pPr>
            <a:lvl8pPr marL="1446628" indent="-96442" defTabSz="385767">
              <a:lnSpc>
                <a:spcPct val="90000"/>
              </a:lnSpc>
              <a:spcBef>
                <a:spcPts val="211"/>
              </a:spcBef>
              <a:buFont typeface="Arial" panose="020B0604020202020204" pitchFamily="34" charset="0"/>
              <a:buChar char="•"/>
              <a:defRPr sz="760"/>
            </a:lvl8pPr>
            <a:lvl9pPr marL="1639511" indent="-96442" defTabSz="385767">
              <a:lnSpc>
                <a:spcPct val="90000"/>
              </a:lnSpc>
              <a:spcBef>
                <a:spcPts val="211"/>
              </a:spcBef>
              <a:buFont typeface="Arial" panose="020B0604020202020204" pitchFamily="34" charset="0"/>
              <a:buChar char="•"/>
              <a:defRPr sz="760"/>
            </a:lvl9pPr>
          </a:lstStyle>
          <a:p>
            <a:pPr marL="228600" lvl="0" indent="-228600" algn="just">
              <a:lnSpc>
                <a:spcPts val="800"/>
              </a:lnSpc>
              <a:buFont typeface="+mj-lt"/>
              <a:buAutoNum type="arabicPeriod"/>
            </a:pPr>
            <a:r>
              <a:rPr lang="en-US" sz="650" i="0" dirty="0"/>
              <a:t>This report was prepared by XP Investimentos CCTVM S.A. ("XP Investimentos or XP") according to the requirements provided in CVM Resolution 20/2021 and aims to provide information that can help the investors make their own investment decisions, and does not constitute any kind of offer or purchase request and/or sale of any product. The information contained in this report is considered valid on the date of disclosure and has been obtained from public sources. XP Investimentos is not liable for any decisions made by the customer based on this report.  </a:t>
            </a:r>
          </a:p>
          <a:p>
            <a:pPr marL="228600" lvl="0" indent="-228600" algn="just">
              <a:lnSpc>
                <a:spcPts val="800"/>
              </a:lnSpc>
              <a:buFont typeface="+mj-lt"/>
              <a:buAutoNum type="arabicPeriod"/>
            </a:pPr>
            <a:r>
              <a:rPr lang="en-US" sz="650" i="0" dirty="0"/>
              <a:t>This report was prepared considering the product risk classification in order to generate allocation results for each investor profile.  		</a:t>
            </a:r>
          </a:p>
          <a:p>
            <a:pPr marL="228600" lvl="0" indent="-228600" algn="just">
              <a:lnSpc>
                <a:spcPts val="800"/>
              </a:lnSpc>
              <a:buFont typeface="+mj-lt"/>
              <a:buAutoNum type="arabicPeriod"/>
            </a:pPr>
            <a:r>
              <a:rPr lang="en-US" sz="650" i="0" dirty="0"/>
              <a:t>All of the views expressed in this research report accurately reflect the research analyst’s personal views regarding any and all of the subject securities or issuers.  No part of analyst(s) compensation was, is or will be, directly or indirectly related to the specific recommendations or views expressed in this research report.</a:t>
            </a:r>
          </a:p>
          <a:p>
            <a:pPr marL="228600" lvl="0" indent="-228600" algn="just">
              <a:lnSpc>
                <a:spcPts val="800"/>
              </a:lnSpc>
              <a:buFont typeface="+mj-lt"/>
              <a:buAutoNum type="arabicPeriod"/>
            </a:pPr>
            <a:r>
              <a:rPr lang="en-US" sz="650" i="0" dirty="0"/>
              <a:t>The signatory of this report declare that the recommendations reflect solely and exclusively their personal analyses and opinions, which have been produced independently, including in relation to XP Investimentos and which are subject to modifications without notice due to changes in market conditions, and that their remuneration are indirectly affected by revenue from business and financial transactions carried out by XP Investimentos.  </a:t>
            </a:r>
          </a:p>
          <a:p>
            <a:pPr marL="228600" lvl="0" indent="-228600" algn="just">
              <a:lnSpc>
                <a:spcPts val="800"/>
              </a:lnSpc>
              <a:buFont typeface="+mj-lt"/>
              <a:buAutoNum type="arabicPeriod"/>
            </a:pPr>
            <a:r>
              <a:rPr lang="en-US" sz="650" i="0" dirty="0"/>
              <a:t>The analyst responsible for the content of this report and the compliance with CVM Resolution 20/2021 is indicated above, and, in the event of an indication of another analyst in the report, the person responsible will be the first accredited analyst to be mentioned in Report.  		</a:t>
            </a:r>
          </a:p>
          <a:p>
            <a:pPr marL="228600" lvl="0" indent="-228600" algn="just">
              <a:lnSpc>
                <a:spcPts val="800"/>
              </a:lnSpc>
              <a:buFont typeface="+mj-lt"/>
              <a:buAutoNum type="arabicPeriod"/>
            </a:pPr>
            <a:r>
              <a:rPr lang="en-US" sz="650" i="0" dirty="0"/>
              <a:t>XP Investimentos’ analysts are obligated to comply with all the rules laid down in the APIMEC’s conduct code for the securities analyst and XP Investimentos’ analyst of securities conduct policy.  		</a:t>
            </a:r>
          </a:p>
          <a:p>
            <a:pPr marL="228600" lvl="0" indent="-228600" algn="just">
              <a:lnSpc>
                <a:spcPts val="800"/>
              </a:lnSpc>
              <a:buFont typeface="+mj-lt"/>
              <a:buAutoNum type="arabicPeriod"/>
            </a:pPr>
            <a:r>
              <a:rPr lang="en-US" sz="650" i="0" dirty="0"/>
              <a:t>Customer service is carried out by XP Investimentos employees or by autonomous investment agents who perform their activities through XP, in accordance with CVM Resolution 16/2021, which are registered in the national association of brokers and distributors of securities (“ANCORD”). The autonomous agent of investment may not provide consulting, administration or management of customer net worth, and must act as an intermediary and request prior authorization from the client for the realization of any operation in the capital market.  				</a:t>
            </a:r>
          </a:p>
          <a:p>
            <a:pPr marL="228600" lvl="0" indent="-228600" algn="just">
              <a:lnSpc>
                <a:spcPts val="800"/>
              </a:lnSpc>
              <a:buFont typeface="+mj-lt"/>
              <a:buAutoNum type="arabicPeriod"/>
            </a:pPr>
            <a:r>
              <a:rPr lang="en-US" sz="650" i="0" dirty="0"/>
              <a:t>For the purpose of verifying the adequacy of the investor's profile to the investment services and products offered by XP Investimentos, we use the methodology of adequacy of products by portfolio, in accordance with the ANBIMA Rules and Procedures of Suitability No. 01 and the ANBIMA Code of Regulation and Best Practices for Distribution of Investment Products. This methodology consists of assigning a maximum risk score for each investor profile (conservative, moderate and aggressive), as well as a risk score for each of the products offered by XP Investimentos, so that all customers can have access to all products, provided that within the amounts and limits of the risk score defined for their profile. Before applying to the products and/or contracting the services subject to this material, it is important that you verify that your current risk score includes the application in the products and/or the contracting of the services in question, as well as whether there are limitations of volume, concentration and/or quantity for the desired application. You can consult this information directly at the time of transmission of your order or by consulting the overall risk of your wallet on the portfolio screen (Risk View).f your current risk score does not support the desired application/contract, or if there are limitations in relation to the amount and/or financial volume for said application/contracting, this means that, based on the current composition of your portfolio, this application/contract is not appropriate to your profile. If you have questions about the process of suiting the products offered by XP Investimentos to your investor profile, please refer to the FAQ. Market conditions, climate change and the macroeconomic scenario can affect investment performance.</a:t>
            </a:r>
          </a:p>
          <a:p>
            <a:pPr marL="228600" lvl="0" indent="-228600" algn="just">
              <a:lnSpc>
                <a:spcPts val="800"/>
              </a:lnSpc>
              <a:buFont typeface="+mj-lt"/>
              <a:buAutoNum type="arabicPeriod"/>
            </a:pPr>
            <a:r>
              <a:rPr lang="en-US" sz="650" i="0" dirty="0"/>
              <a:t>The profitability of financial products may present variations and their price or value may increase or decrease in a short period of time. Past performance is not necessarily indicative of future results. Performance disclosed is not net of any applicable taxes. The information present in this material is based on simulations and the actual results may be significantly different.  				</a:t>
            </a:r>
          </a:p>
          <a:p>
            <a:pPr marL="228600" lvl="0" indent="-228600" algn="just">
              <a:lnSpc>
                <a:spcPts val="800"/>
              </a:lnSpc>
              <a:buFont typeface="+mj-lt"/>
              <a:buAutoNum type="arabicPeriod"/>
            </a:pPr>
            <a:r>
              <a:rPr lang="en-US" sz="650" i="0" dirty="0"/>
              <a:t>This report is intended exclusively for to the XP Investimentos’ network, including independent XP agents and XP customers, and may also be released on XP’s website. It is prohibited to reproduce or redistribute this report to any person, in whole or in part, whatever the purpose, without the prior express consent of XP Investimentos.  				</a:t>
            </a:r>
          </a:p>
          <a:p>
            <a:pPr marL="228600" lvl="0" indent="-228600" algn="just">
              <a:lnSpc>
                <a:spcPts val="800"/>
              </a:lnSpc>
              <a:buFont typeface="+mj-lt"/>
              <a:buAutoNum type="arabicPeriod"/>
            </a:pPr>
            <a:r>
              <a:rPr lang="en-US" sz="650" i="0" dirty="0"/>
              <a:t>XP Investimentos’ ombudsman has the mission to serve as a contact channel whenever customers who do not feel satisfied with the solutions given by the company to their problems. The contact can be made via telephone 0800 722 3710  if you are in Brazil or via ombudsman form if you are in other localities: ttps://institucional.xpi.com.br/ouvidoria.aspx/.  				</a:t>
            </a:r>
          </a:p>
          <a:p>
            <a:pPr marL="228600" lvl="0" indent="-228600" algn="just">
              <a:lnSpc>
                <a:spcPts val="800"/>
              </a:lnSpc>
              <a:buFont typeface="+mj-lt"/>
              <a:buAutoNum type="arabicPeriod"/>
            </a:pPr>
            <a:r>
              <a:rPr lang="en-US" sz="650" i="0" dirty="0"/>
              <a:t>The cost of the transactions billing policies are defined in the operational cost tables which are made available on XP Investimentos website: www.xpi.com.br.</a:t>
            </a:r>
          </a:p>
          <a:p>
            <a:pPr marL="228600" lvl="0" indent="-228600" algn="just">
              <a:lnSpc>
                <a:spcPts val="800"/>
              </a:lnSpc>
              <a:buFont typeface="+mj-lt"/>
              <a:buAutoNum type="arabicPeriod"/>
            </a:pPr>
            <a:r>
              <a:rPr lang="en-US" sz="650" i="0" dirty="0"/>
              <a:t>XP Investimentos is exempt from any liability for any damages, direct or indirect, that come from the use of this report or its contents.  	</a:t>
            </a:r>
          </a:p>
          <a:p>
            <a:pPr marL="228600" lvl="0" indent="-228600" algn="just">
              <a:lnSpc>
                <a:spcPts val="800"/>
              </a:lnSpc>
              <a:buFont typeface="+mj-lt"/>
              <a:buAutoNum type="arabicPeriod"/>
            </a:pPr>
            <a:r>
              <a:rPr lang="en-US" sz="650" i="0" dirty="0"/>
              <a:t>Technical analysis and fundamental analysis follow different methodologies. Technical analysis is performed following concepts such as trends, support, resistance, candles, volume, and moving averages, amongst others. Fundamental analysis uses as information the results disseminated by the issuing companies and their projections. In this way, the opinions of fundamental analysts, who seek the best returns given the market conditions, the macroeconomic scenario and the specific events of the company and the sector, may differ from the opinions of technical analysts, which aim to Identify the most likely movements on asset prices, using "stops" limit possible losses.  				</a:t>
            </a:r>
          </a:p>
          <a:p>
            <a:pPr marL="228600" lvl="0" indent="-228600" algn="just">
              <a:lnSpc>
                <a:spcPts val="800"/>
              </a:lnSpc>
              <a:buFont typeface="+mj-lt"/>
              <a:buAutoNum type="arabicPeriod"/>
            </a:pPr>
            <a:r>
              <a:rPr lang="en-US" sz="650" i="0" dirty="0"/>
              <a:t>Equity investments available are portion a company’s capital that is traded on the market. Stock is a variable financial investment (i.e. an investment in which profitability is not pre-established and varies depending on market quotations). Investment in stock is a high-risk investment and past performance is not necessarily indicative of future results and no statement or warranty, expressed or implied, is made in this material in relation to future performance. Market conditions, macroeconomic scenario, company and sector specific events can affect investment performance and may even result in significant asset losses. The recommended duration for equity investments is medium-long term. There is no guarantee of investment return for customers’ investments in stock.  	</a:t>
            </a:r>
          </a:p>
          <a:p>
            <a:pPr marL="228600" lvl="0" indent="-228600" algn="just">
              <a:lnSpc>
                <a:spcPts val="800"/>
              </a:lnSpc>
              <a:buFont typeface="+mj-lt"/>
              <a:buAutoNum type="arabicPeriod"/>
            </a:pPr>
            <a:r>
              <a:rPr lang="en-US" sz="650" i="0" dirty="0"/>
              <a:t>Investment in options is the purchase or sale rights of a good shall be negotiated at a price fixed at a future date, and the purchaser of the negotiated duty should pay a premium to the seller as in a secure agreement. Operations with these derivatives are considered very high risk for presenting high risk and return relationships and some positions present the possibility of losses higher than the capital invested. The recommended duration for the investment is short-term and the customer's assets are not guaranteed in this type of product.  				</a:t>
            </a:r>
          </a:p>
          <a:p>
            <a:pPr marL="228600" lvl="0" indent="-228600" algn="just">
              <a:lnSpc>
                <a:spcPts val="800"/>
              </a:lnSpc>
              <a:buFont typeface="+mj-lt"/>
              <a:buAutoNum type="arabicPeriod"/>
            </a:pPr>
            <a:r>
              <a:rPr lang="en-US" sz="650" i="0" dirty="0"/>
              <a:t>Investment in terms are contracts for the purchase or sale of a certain number of shares at a fixed price for settlement within a specified period. The term of the contract is freely chosen by the investors, complying with the minimum period of 16 days and a maximum of 999 days. The price will be the value of the added share of a portion corresponding to the interest-which are set freely on the market, depending on the term of the contract. Every transaction in the term requires a guarantee deposit. These guarantees are provided in two forms: coverage or margin.  			</a:t>
            </a:r>
          </a:p>
          <a:p>
            <a:pPr marL="228600" lvl="0" indent="-228600" algn="just">
              <a:lnSpc>
                <a:spcPts val="800"/>
              </a:lnSpc>
              <a:buFont typeface="+mj-lt"/>
              <a:buAutoNum type="arabicPeriod"/>
            </a:pPr>
            <a:r>
              <a:rPr lang="en-US" sz="650" i="0" dirty="0"/>
              <a:t>Investments in futures markets are subject to significant loss of principal. a commodity is an object or price determinant of a future contract or other derivative instrument, which may substantiate an index, a fee, a movable value or a physical product.  Commodities are considered high risk investments, which include the possibility of price fluctuation due to the use of financial leverage. The recommended duration for commodity investments is short-term and customers’ assets are not guaranteed in this type of product. Market conditions and the macroeconomic scenario can affect the performance investments.  		</a:t>
            </a:r>
          </a:p>
          <a:p>
            <a:pPr marL="228600" lvl="0" indent="-228600" algn="just">
              <a:lnSpc>
                <a:spcPts val="800"/>
              </a:lnSpc>
              <a:buFont typeface="+mj-lt"/>
              <a:buAutoNum type="arabicPeriod"/>
            </a:pPr>
            <a:r>
              <a:rPr lang="en-US" sz="650" i="0" dirty="0"/>
              <a:t>This institution is adhering ANBIMA Code of Regulation and best practices for the distribution activity of retail investment products.		</a:t>
            </a:r>
          </a:p>
          <a:p>
            <a:pPr marL="228600" lvl="0" indent="-228600" algn="just">
              <a:lnSpc>
                <a:spcPts val="800"/>
              </a:lnSpc>
              <a:buFont typeface="+mj-lt"/>
              <a:buAutoNum type="arabicPeriod"/>
            </a:pPr>
            <a:r>
              <a:rPr lang="en-US" sz="650" i="0" dirty="0"/>
              <a:t>XP Investments US, LLC, a broker-dealer registered with the U.S. Securities and Exchange Commission, has assumed responsibility for this research for purposes of U.S. law.  All transactions arising from this research should be directed to XP Investments US, LLC, at +1 646-664-0525.		</a:t>
            </a:r>
          </a:p>
          <a:p>
            <a:pPr marL="228600" lvl="0" indent="-228600" algn="just">
              <a:lnSpc>
                <a:spcPts val="800"/>
              </a:lnSpc>
              <a:buFont typeface="+mj-lt"/>
              <a:buAutoNum type="arabicPeriod"/>
            </a:pPr>
            <a:r>
              <a:rPr lang="en-US" sz="650" i="0" dirty="0"/>
              <a:t>XP Investimentos (a) managed or co-managed a public offering of securities for the subject company in the past 12 months, or (b) received compensation for investment banking services from the subject company in the past 12 months; or (c) expects to receive or intends to seek compensation for investment banking services from the subject company in the next 3 months. 				</a:t>
            </a:r>
          </a:p>
        </p:txBody>
      </p:sp>
    </p:spTree>
    <p:extLst>
      <p:ext uri="{BB962C8B-B14F-4D97-AF65-F5344CB8AC3E}">
        <p14:creationId xmlns:p14="http://schemas.microsoft.com/office/powerpoint/2010/main" val="518860375"/>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Fechamento">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5" name="Rectangle 24">
            <a:extLst>
              <a:ext uri="{FF2B5EF4-FFF2-40B4-BE49-F238E27FC236}">
                <a16:creationId xmlns:a16="http://schemas.microsoft.com/office/drawing/2014/main" id="{09CD1B14-21A0-4905-A3FF-6A46EBDF6BCD}"/>
              </a:ext>
            </a:extLst>
          </p:cNvPr>
          <p:cNvSpPr/>
          <p:nvPr userDrawn="1"/>
        </p:nvSpPr>
        <p:spPr>
          <a:xfrm>
            <a:off x="0" y="0"/>
            <a:ext cx="6858000" cy="9906000"/>
          </a:xfrm>
          <a:prstGeom prst="rect">
            <a:avLst/>
          </a:prstGeom>
          <a:solidFill>
            <a:srgbClr val="1819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26" name="Picture 25" descr="A picture containing dark, night sky&#10;&#10;Description automatically generated">
            <a:extLst>
              <a:ext uri="{FF2B5EF4-FFF2-40B4-BE49-F238E27FC236}">
                <a16:creationId xmlns:a16="http://schemas.microsoft.com/office/drawing/2014/main" id="{A879A646-97B6-4998-8A89-2BAA11919B9D}"/>
              </a:ext>
            </a:extLst>
          </p:cNvPr>
          <p:cNvPicPr>
            <a:picLocks noChangeAspect="1"/>
          </p:cNvPicPr>
          <p:nvPr userDrawn="1"/>
        </p:nvPicPr>
        <p:blipFill rotWithShape="1">
          <a:blip r:embed="rId3">
            <a:alphaModFix amt="81000"/>
          </a:blip>
          <a:srcRect l="1783" t="114" r="50667" b="1655"/>
          <a:stretch/>
        </p:blipFill>
        <p:spPr>
          <a:xfrm>
            <a:off x="0" y="0"/>
            <a:ext cx="6858000" cy="9906000"/>
          </a:xfrm>
          <a:prstGeom prst="rect">
            <a:avLst/>
          </a:prstGeom>
        </p:spPr>
      </p:pic>
      <p:grpSp>
        <p:nvGrpSpPr>
          <p:cNvPr id="37" name="Group 36">
            <a:extLst>
              <a:ext uri="{FF2B5EF4-FFF2-40B4-BE49-F238E27FC236}">
                <a16:creationId xmlns:a16="http://schemas.microsoft.com/office/drawing/2014/main" id="{B7CE084B-3CD6-493B-AA0A-FC3B928DD6B4}"/>
              </a:ext>
            </a:extLst>
          </p:cNvPr>
          <p:cNvGrpSpPr/>
          <p:nvPr userDrawn="1"/>
        </p:nvGrpSpPr>
        <p:grpSpPr>
          <a:xfrm>
            <a:off x="-438" y="6168571"/>
            <a:ext cx="6858438" cy="3737429"/>
            <a:chOff x="0" y="-3773484"/>
            <a:chExt cx="18085267" cy="9855364"/>
          </a:xfrm>
        </p:grpSpPr>
        <p:cxnSp>
          <p:nvCxnSpPr>
            <p:cNvPr id="38" name="Straight Connector 37">
              <a:extLst>
                <a:ext uri="{FF2B5EF4-FFF2-40B4-BE49-F238E27FC236}">
                  <a16:creationId xmlns:a16="http://schemas.microsoft.com/office/drawing/2014/main" id="{31AB2E40-F9FD-42C3-9517-2D4CAEFC6A49}"/>
                </a:ext>
              </a:extLst>
            </p:cNvPr>
            <p:cNvCxnSpPr>
              <a:cxnSpLocks/>
            </p:cNvCxnSpPr>
            <p:nvPr userDrawn="1"/>
          </p:nvCxnSpPr>
          <p:spPr>
            <a:xfrm flipV="1">
              <a:off x="0" y="2914763"/>
              <a:ext cx="18085267" cy="0"/>
            </a:xfrm>
            <a:prstGeom prst="line">
              <a:avLst/>
            </a:prstGeom>
            <a:ln w="12700" cap="rnd">
              <a:solidFill>
                <a:schemeClr val="bg1"/>
              </a:solidFill>
              <a:roun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194F34E-5B13-40DE-A8F8-15955077D952}"/>
                </a:ext>
              </a:extLst>
            </p:cNvPr>
            <p:cNvCxnSpPr>
              <a:cxnSpLocks/>
            </p:cNvCxnSpPr>
            <p:nvPr userDrawn="1"/>
          </p:nvCxnSpPr>
          <p:spPr>
            <a:xfrm flipV="1">
              <a:off x="9327868" y="-3773484"/>
              <a:ext cx="8717924" cy="9855364"/>
            </a:xfrm>
            <a:prstGeom prst="line">
              <a:avLst/>
            </a:prstGeom>
            <a:ln w="12700" cap="rnd">
              <a:solidFill>
                <a:schemeClr val="bg1"/>
              </a:solidFill>
              <a:round/>
            </a:ln>
          </p:spPr>
          <p:style>
            <a:lnRef idx="1">
              <a:schemeClr val="accent1"/>
            </a:lnRef>
            <a:fillRef idx="0">
              <a:schemeClr val="accent1"/>
            </a:fillRef>
            <a:effectRef idx="0">
              <a:schemeClr val="accent1"/>
            </a:effectRef>
            <a:fontRef idx="minor">
              <a:schemeClr val="tx1"/>
            </a:fontRef>
          </p:style>
        </p:cxnSp>
      </p:grpSp>
      <p:pic>
        <p:nvPicPr>
          <p:cNvPr id="40" name="Graphic 39">
            <a:extLst>
              <a:ext uri="{FF2B5EF4-FFF2-40B4-BE49-F238E27FC236}">
                <a16:creationId xmlns:a16="http://schemas.microsoft.com/office/drawing/2014/main" id="{DCB009AC-E0A4-48A2-8D2A-AE84DA4D0C94}"/>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5565203" y="9198690"/>
            <a:ext cx="924497" cy="213562"/>
          </a:xfrm>
          <a:prstGeom prst="rect">
            <a:avLst/>
          </a:prstGeom>
        </p:spPr>
      </p:pic>
      <p:grpSp>
        <p:nvGrpSpPr>
          <p:cNvPr id="50" name="Group 49">
            <a:extLst>
              <a:ext uri="{FF2B5EF4-FFF2-40B4-BE49-F238E27FC236}">
                <a16:creationId xmlns:a16="http://schemas.microsoft.com/office/drawing/2014/main" id="{AE2F80D2-D401-47D5-BDE2-DC6D12066D2C}"/>
              </a:ext>
            </a:extLst>
          </p:cNvPr>
          <p:cNvGrpSpPr/>
          <p:nvPr userDrawn="1"/>
        </p:nvGrpSpPr>
        <p:grpSpPr>
          <a:xfrm>
            <a:off x="2684238" y="4747691"/>
            <a:ext cx="1489524" cy="410618"/>
            <a:chOff x="2700591" y="2522601"/>
            <a:chExt cx="6428993" cy="1772284"/>
          </a:xfrm>
          <a:solidFill>
            <a:schemeClr val="bg1"/>
          </a:solidFill>
        </p:grpSpPr>
        <p:sp>
          <p:nvSpPr>
            <p:cNvPr id="51" name="Freeform: Shape 50">
              <a:extLst>
                <a:ext uri="{FF2B5EF4-FFF2-40B4-BE49-F238E27FC236}">
                  <a16:creationId xmlns:a16="http://schemas.microsoft.com/office/drawing/2014/main" id="{4B5EB41B-6E79-481E-A6C7-0CE249B9C220}"/>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52" name="Graphic 20">
              <a:extLst>
                <a:ext uri="{FF2B5EF4-FFF2-40B4-BE49-F238E27FC236}">
                  <a16:creationId xmlns:a16="http://schemas.microsoft.com/office/drawing/2014/main" id="{A6F5F2BF-1CBD-48DA-83E4-900C9F654F42}"/>
                </a:ext>
              </a:extLst>
            </p:cNvPr>
            <p:cNvGrpSpPr/>
            <p:nvPr/>
          </p:nvGrpSpPr>
          <p:grpSpPr>
            <a:xfrm>
              <a:off x="5034660" y="3339528"/>
              <a:ext cx="4094924" cy="747077"/>
              <a:chOff x="5034660" y="3339528"/>
              <a:chExt cx="4094924" cy="747077"/>
            </a:xfrm>
            <a:grpFill/>
          </p:grpSpPr>
          <p:sp>
            <p:nvSpPr>
              <p:cNvPr id="54" name="Freeform: Shape 53">
                <a:extLst>
                  <a:ext uri="{FF2B5EF4-FFF2-40B4-BE49-F238E27FC236}">
                    <a16:creationId xmlns:a16="http://schemas.microsoft.com/office/drawing/2014/main" id="{F920B4FD-CF67-4AC3-ACC8-8AE9EED3B08A}"/>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9E5C3886-4D19-464F-B7AC-950F1E46F85F}"/>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3BFBC377-5A48-41C6-B03C-9149828E8A7C}"/>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B88D6791-E280-4A9B-B6F6-189BF7C4BF98}"/>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D846E24C-F514-42EF-8579-AF8CE6A376A7}"/>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767EAC76-4221-4D48-A548-1D3F7EF8A4ED}"/>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28455B7D-9D95-4D0E-8503-2F81C7680372}"/>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DF480758-BB1D-4122-964B-6CD9563D3404}"/>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2999527364"/>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_Agro, alimentos e bebidas">
    <p:bg>
      <p:bgPr>
        <a:solidFill>
          <a:schemeClr val="accent6"/>
        </a:solidFill>
        <a:effectLst/>
      </p:bgPr>
    </p:bg>
    <p:spTree>
      <p:nvGrpSpPr>
        <p:cNvPr id="1" name=""/>
        <p:cNvGrpSpPr/>
        <p:nvPr/>
      </p:nvGrpSpPr>
      <p:grpSpPr>
        <a:xfrm>
          <a:off x="0" y="0"/>
          <a:ext cx="0" cy="0"/>
          <a:chOff x="0" y="0"/>
          <a:chExt cx="0" cy="0"/>
        </a:xfrm>
      </p:grpSpPr>
      <p:sp>
        <p:nvSpPr>
          <p:cNvPr id="6" name="Rectangle 5" hidden="1">
            <a:extLst>
              <a:ext uri="{FF2B5EF4-FFF2-40B4-BE49-F238E27FC236}">
                <a16:creationId xmlns:a16="http://schemas.microsoft.com/office/drawing/2014/main" id="{7227264A-2A2E-B464-74B1-0F6F1C10C77E}"/>
              </a:ext>
            </a:extLst>
          </p:cNvPr>
          <p:cNvSpPr/>
          <p:nvPr userDrawn="1"/>
        </p:nvSpPr>
        <p:spPr>
          <a:xfrm>
            <a:off x="-1" y="8774019"/>
            <a:ext cx="6858000" cy="112935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5" name="Rectangle 4">
            <a:extLst>
              <a:ext uri="{FF2B5EF4-FFF2-40B4-BE49-F238E27FC236}">
                <a16:creationId xmlns:a16="http://schemas.microsoft.com/office/drawing/2014/main" id="{3E3B1163-CCC9-1979-5D10-8ECD746F5FCC}"/>
              </a:ext>
            </a:extLst>
          </p:cNvPr>
          <p:cNvSpPr/>
          <p:nvPr userDrawn="1"/>
        </p:nvSpPr>
        <p:spPr>
          <a:xfrm>
            <a:off x="0" y="-3"/>
            <a:ext cx="6858000" cy="112935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a:solidFill>
                <a:schemeClr val="tx1"/>
              </a:solidFill>
              <a:latin typeface="Roboto" panose="02000000000000000000" pitchFamily="2" charset="0"/>
              <a:ea typeface="Roboto" panose="02000000000000000000" pitchFamily="2" charset="0"/>
              <a:cs typeface="Roboto" panose="02000000000000000000" pitchFamily="2" charset="0"/>
            </a:endParaRPr>
          </a:p>
        </p:txBody>
      </p:sp>
      <p:pic>
        <p:nvPicPr>
          <p:cNvPr id="8" name="Imagem 7" descr="Frutas e vegetais&#10;&#10;Descrição gerada automaticamente">
            <a:extLst>
              <a:ext uri="{FF2B5EF4-FFF2-40B4-BE49-F238E27FC236}">
                <a16:creationId xmlns:a16="http://schemas.microsoft.com/office/drawing/2014/main" id="{19467A36-704B-386B-9F69-26B3AAC82C6C}"/>
              </a:ext>
            </a:extLst>
          </p:cNvPr>
          <p:cNvPicPr>
            <a:picLocks noChangeAspect="1"/>
          </p:cNvPicPr>
          <p:nvPr userDrawn="1"/>
        </p:nvPicPr>
        <p:blipFill>
          <a:blip r:embed="rId3" cstate="screen">
            <a:alphaModFix amt="25000"/>
            <a:extLst>
              <a:ext uri="{28A0092B-C50C-407E-A947-70E740481C1C}">
                <a14:useLocalDpi xmlns:a14="http://schemas.microsoft.com/office/drawing/2010/main"/>
              </a:ext>
            </a:extLst>
          </a:blip>
          <a:srcRect/>
          <a:stretch>
            <a:fillRect/>
          </a:stretch>
        </p:blipFill>
        <p:spPr>
          <a:xfrm>
            <a:off x="0" y="3"/>
            <a:ext cx="6858000" cy="9905997"/>
          </a:xfrm>
          <a:custGeom>
            <a:avLst/>
            <a:gdLst>
              <a:gd name="connsiteX0" fmla="*/ 0 w 6858000"/>
              <a:gd name="connsiteY0" fmla="*/ 0 h 9905997"/>
              <a:gd name="connsiteX1" fmla="*/ 6858000 w 6858000"/>
              <a:gd name="connsiteY1" fmla="*/ 0 h 9905997"/>
              <a:gd name="connsiteX2" fmla="*/ 6858000 w 6858000"/>
              <a:gd name="connsiteY2" fmla="*/ 9905997 h 9905997"/>
              <a:gd name="connsiteX3" fmla="*/ 0 w 6858000"/>
              <a:gd name="connsiteY3" fmla="*/ 9905997 h 9905997"/>
            </a:gdLst>
            <a:ahLst/>
            <a:cxnLst>
              <a:cxn ang="0">
                <a:pos x="connsiteX0" y="connsiteY0"/>
              </a:cxn>
              <a:cxn ang="0">
                <a:pos x="connsiteX1" y="connsiteY1"/>
              </a:cxn>
              <a:cxn ang="0">
                <a:pos x="connsiteX2" y="connsiteY2"/>
              </a:cxn>
              <a:cxn ang="0">
                <a:pos x="connsiteX3" y="connsiteY3"/>
              </a:cxn>
            </a:cxnLst>
            <a:rect l="l" t="t" r="r" b="b"/>
            <a:pathLst>
              <a:path w="6858000" h="9905997">
                <a:moveTo>
                  <a:pt x="0" y="0"/>
                </a:moveTo>
                <a:lnTo>
                  <a:pt x="6858000" y="0"/>
                </a:lnTo>
                <a:lnTo>
                  <a:pt x="6858000" y="9905997"/>
                </a:lnTo>
                <a:lnTo>
                  <a:pt x="0" y="9905997"/>
                </a:lnTo>
                <a:close/>
              </a:path>
            </a:pathLst>
          </a:custGeom>
        </p:spPr>
      </p:pic>
      <p:pic>
        <p:nvPicPr>
          <p:cNvPr id="10" name="Graphic 9">
            <a:extLst>
              <a:ext uri="{FF2B5EF4-FFF2-40B4-BE49-F238E27FC236}">
                <a16:creationId xmlns:a16="http://schemas.microsoft.com/office/drawing/2014/main" id="{F49ABFC1-C342-CD17-8E24-68B202FF4DD6}"/>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l="19269" t="2351" r="1339" b="20035"/>
          <a:stretch/>
        </p:blipFill>
        <p:spPr>
          <a:xfrm flipV="1">
            <a:off x="-1" y="0"/>
            <a:ext cx="6858001" cy="9906000"/>
          </a:xfrm>
          <a:prstGeom prst="rect">
            <a:avLst/>
          </a:prstGeom>
        </p:spPr>
      </p:pic>
      <p:grpSp>
        <p:nvGrpSpPr>
          <p:cNvPr id="2" name="Agrupar 1">
            <a:extLst>
              <a:ext uri="{FF2B5EF4-FFF2-40B4-BE49-F238E27FC236}">
                <a16:creationId xmlns:a16="http://schemas.microsoft.com/office/drawing/2014/main" id="{12DD471D-7E3A-5696-BFDC-BC93E1279A2D}"/>
              </a:ext>
            </a:extLst>
          </p:cNvPr>
          <p:cNvGrpSpPr/>
          <p:nvPr userDrawn="1"/>
        </p:nvGrpSpPr>
        <p:grpSpPr>
          <a:xfrm>
            <a:off x="0" y="-3"/>
            <a:ext cx="6858001" cy="9906000"/>
            <a:chOff x="3836069" y="701305"/>
            <a:chExt cx="6858001" cy="9906000"/>
          </a:xfrm>
        </p:grpSpPr>
        <p:sp>
          <p:nvSpPr>
            <p:cNvPr id="3" name="Rectangle 50">
              <a:extLst>
                <a:ext uri="{FF2B5EF4-FFF2-40B4-BE49-F238E27FC236}">
                  <a16:creationId xmlns:a16="http://schemas.microsoft.com/office/drawing/2014/main" id="{62502AB0-64AA-9E82-4E61-E8AC520077F2}"/>
                </a:ext>
              </a:extLst>
            </p:cNvPr>
            <p:cNvSpPr/>
            <p:nvPr/>
          </p:nvSpPr>
          <p:spPr>
            <a:xfrm rot="10800000">
              <a:off x="3836070" y="701305"/>
              <a:ext cx="6858000" cy="9906000"/>
            </a:xfrm>
            <a:prstGeom prst="rect">
              <a:avLst/>
            </a:prstGeom>
            <a:gradFill>
              <a:gsLst>
                <a:gs pos="0">
                  <a:schemeClr val="accent6"/>
                </a:gs>
                <a:gs pos="36000">
                  <a:schemeClr val="accent6">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pt-BR" sz="100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4" name="Rectangle 1">
              <a:extLst>
                <a:ext uri="{FF2B5EF4-FFF2-40B4-BE49-F238E27FC236}">
                  <a16:creationId xmlns:a16="http://schemas.microsoft.com/office/drawing/2014/main" id="{65C3F032-3230-CC1F-B579-F0F95BD08170}"/>
                </a:ext>
              </a:extLst>
            </p:cNvPr>
            <p:cNvSpPr>
              <a:spLocks/>
            </p:cNvSpPr>
            <p:nvPr/>
          </p:nvSpPr>
          <p:spPr>
            <a:xfrm>
              <a:off x="3836069" y="701305"/>
              <a:ext cx="6858000" cy="9906000"/>
            </a:xfrm>
            <a:prstGeom prst="rect">
              <a:avLst/>
            </a:prstGeom>
            <a:gradFill>
              <a:gsLst>
                <a:gs pos="0">
                  <a:schemeClr val="accent6"/>
                </a:gs>
                <a:gs pos="36000">
                  <a:schemeClr val="accent6">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pt-BR" sz="1000">
                <a:solidFill>
                  <a:schemeClr val="tx1"/>
                </a:solidFill>
                <a:latin typeface="Roboto" panose="02000000000000000000" pitchFamily="2" charset="0"/>
                <a:ea typeface="Roboto" panose="02000000000000000000" pitchFamily="2" charset="0"/>
                <a:cs typeface="Roboto" panose="02000000000000000000" pitchFamily="2" charset="0"/>
              </a:endParaRPr>
            </a:p>
          </p:txBody>
        </p:sp>
      </p:grpSp>
      <p:pic>
        <p:nvPicPr>
          <p:cNvPr id="13" name="Graphic 12">
            <a:extLst>
              <a:ext uri="{FF2B5EF4-FFF2-40B4-BE49-F238E27FC236}">
                <a16:creationId xmlns:a16="http://schemas.microsoft.com/office/drawing/2014/main" id="{2B3617B2-4386-53AD-39A7-6CFB852D60D5}"/>
              </a:ext>
            </a:extLst>
          </p:cNvPr>
          <p:cNvPicPr>
            <a:picLocks noChangeAspect="1"/>
          </p:cNvPicPr>
          <p:nvPr userDrawn="1"/>
        </p:nvPicPr>
        <p:blipFill>
          <a:blip>
            <a:alphaModFix amt="66000"/>
            <a:extLst>
              <a:ext uri="{96DAC541-7B7A-43D3-8B79-37D633B846F1}">
                <asvg:svgBlip xmlns:asvg="http://schemas.microsoft.com/office/drawing/2016/SVG/main" r:embed="rId5"/>
              </a:ext>
            </a:extLst>
          </a:blip>
          <a:srcRect l="27193" t="22453" r="47498" b="7994"/>
          <a:stretch/>
        </p:blipFill>
        <p:spPr>
          <a:xfrm>
            <a:off x="0" y="1133591"/>
            <a:ext cx="6858000" cy="8738553"/>
          </a:xfrm>
          <a:prstGeom prst="rect">
            <a:avLst/>
          </a:prstGeom>
        </p:spPr>
      </p:pic>
      <p:pic>
        <p:nvPicPr>
          <p:cNvPr id="9" name="Picture 8" descr="A blue and white dot pattern&#10;&#10;AI-generated content may be incorrect.">
            <a:extLst>
              <a:ext uri="{FF2B5EF4-FFF2-40B4-BE49-F238E27FC236}">
                <a16:creationId xmlns:a16="http://schemas.microsoft.com/office/drawing/2014/main" id="{D572D620-A33D-FA48-00AE-F1018BB7DF23}"/>
              </a:ext>
            </a:extLst>
          </p:cNvPr>
          <p:cNvPicPr>
            <a:picLocks noChangeAspect="1"/>
          </p:cNvPicPr>
          <p:nvPr userDrawn="1"/>
        </p:nvPicPr>
        <p:blipFill>
          <a:blip r:embed="rId6" cstate="screen">
            <a:alphaModFix amt="18000"/>
            <a:extLst>
              <a:ext uri="{BEBA8EAE-BF5A-486C-A8C5-ECC9F3942E4B}">
                <a14:imgProps xmlns:a14="http://schemas.microsoft.com/office/drawing/2010/main">
                  <a14:imgLayer r:embed="rId7">
                    <a14:imgEffect>
                      <a14:colorTemperature colorTemp="4700"/>
                    </a14:imgEffect>
                    <a14:imgEffect>
                      <a14:saturation sat="33000"/>
                    </a14:imgEffect>
                  </a14:imgLayer>
                </a14:imgProps>
              </a:ext>
              <a:ext uri="{28A0092B-C50C-407E-A947-70E740481C1C}">
                <a14:useLocalDpi xmlns:a14="http://schemas.microsoft.com/office/drawing/2010/main"/>
              </a:ext>
            </a:extLst>
          </a:blip>
          <a:srcRect t="-673"/>
          <a:stretch/>
        </p:blipFill>
        <p:spPr>
          <a:xfrm>
            <a:off x="0" y="1062189"/>
            <a:ext cx="6858000" cy="8809959"/>
          </a:xfrm>
          <a:prstGeom prst="rect">
            <a:avLst/>
          </a:prstGeom>
        </p:spPr>
      </p:pic>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16" name="Group 15">
            <a:extLst>
              <a:ext uri="{FF2B5EF4-FFF2-40B4-BE49-F238E27FC236}">
                <a16:creationId xmlns:a16="http://schemas.microsoft.com/office/drawing/2014/main" id="{C4DF0931-276A-C4B3-E0A7-02B6EAA3C49B}"/>
              </a:ext>
            </a:extLst>
          </p:cNvPr>
          <p:cNvGrpSpPr/>
          <p:nvPr userDrawn="1"/>
        </p:nvGrpSpPr>
        <p:grpSpPr>
          <a:xfrm>
            <a:off x="390154" y="406178"/>
            <a:ext cx="1240285" cy="341910"/>
            <a:chOff x="2700591" y="2522601"/>
            <a:chExt cx="6428993" cy="1772284"/>
          </a:xfrm>
        </p:grpSpPr>
        <p:sp>
          <p:nvSpPr>
            <p:cNvPr id="17" name="Freeform: Shape 16">
              <a:extLst>
                <a:ext uri="{FF2B5EF4-FFF2-40B4-BE49-F238E27FC236}">
                  <a16:creationId xmlns:a16="http://schemas.microsoft.com/office/drawing/2014/main" id="{70B9B340-5E1C-9327-69F1-5AE446FF2255}"/>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20" name="Graphic 20">
              <a:extLst>
                <a:ext uri="{FF2B5EF4-FFF2-40B4-BE49-F238E27FC236}">
                  <a16:creationId xmlns:a16="http://schemas.microsoft.com/office/drawing/2014/main" id="{1E0C2497-164B-3E45-6090-5F805C67AB02}"/>
                </a:ext>
              </a:extLst>
            </p:cNvPr>
            <p:cNvGrpSpPr/>
            <p:nvPr/>
          </p:nvGrpSpPr>
          <p:grpSpPr>
            <a:xfrm>
              <a:off x="5034660" y="3339528"/>
              <a:ext cx="4094924" cy="747077"/>
              <a:chOff x="5034660" y="3339528"/>
              <a:chExt cx="4094924" cy="747077"/>
            </a:xfrm>
            <a:solidFill>
              <a:srgbClr val="FFFFFF"/>
            </a:solidFill>
          </p:grpSpPr>
          <p:sp>
            <p:nvSpPr>
              <p:cNvPr id="21" name="Freeform: Shape 20">
                <a:extLst>
                  <a:ext uri="{FF2B5EF4-FFF2-40B4-BE49-F238E27FC236}">
                    <a16:creationId xmlns:a16="http://schemas.microsoft.com/office/drawing/2014/main" id="{3198B4CB-7FA3-A37E-E540-E2FBA81CCDCB}"/>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5A8605D5-3EDB-F7D1-AC3B-DF5CEE516147}"/>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218B3AC0-A0B3-67F5-F442-48F0E029DF55}"/>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48AD7D35-F105-3B1F-6CF2-EDD48ACC71B9}"/>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99371C5E-12BC-7944-E1F6-FF98963DBD2A}"/>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C67F76F1-36B6-C9E1-0D69-7196D96834AE}"/>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D0C5B1F5-1F12-DAC8-A282-CAB55191AC3B}"/>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C4F4377A-A2E8-D20E-9FC2-722626414101}"/>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grpSp>
        <p:nvGrpSpPr>
          <p:cNvPr id="69" name="Group 68">
            <a:extLst>
              <a:ext uri="{FF2B5EF4-FFF2-40B4-BE49-F238E27FC236}">
                <a16:creationId xmlns:a16="http://schemas.microsoft.com/office/drawing/2014/main" id="{8F5893B4-B956-CA4C-4E89-2275C6A23F7F}"/>
              </a:ext>
            </a:extLst>
          </p:cNvPr>
          <p:cNvGrpSpPr/>
          <p:nvPr userDrawn="1"/>
        </p:nvGrpSpPr>
        <p:grpSpPr>
          <a:xfrm flipH="1">
            <a:off x="-113256" y="3"/>
            <a:ext cx="6971256" cy="6334517"/>
            <a:chOff x="-31505" y="3"/>
            <a:chExt cx="7944898" cy="6841768"/>
          </a:xfrm>
        </p:grpSpPr>
        <p:sp>
          <p:nvSpPr>
            <p:cNvPr id="65" name="Isosceles Triangle 64">
              <a:extLst>
                <a:ext uri="{FF2B5EF4-FFF2-40B4-BE49-F238E27FC236}">
                  <a16:creationId xmlns:a16="http://schemas.microsoft.com/office/drawing/2014/main" id="{7E756C03-7B9D-CF88-83F4-C1619FDA2C7C}"/>
                </a:ext>
              </a:extLst>
            </p:cNvPr>
            <p:cNvSpPr/>
            <p:nvPr userDrawn="1"/>
          </p:nvSpPr>
          <p:spPr>
            <a:xfrm rot="16200000">
              <a:off x="2660727" y="1589105"/>
              <a:ext cx="5619144" cy="4886188"/>
            </a:xfrm>
            <a:prstGeom prst="triangle">
              <a:avLst>
                <a:gd name="adj" fmla="val 100000"/>
              </a:avLst>
            </a:prstGeom>
            <a:gradFill>
              <a:gsLst>
                <a:gs pos="93000">
                  <a:srgbClr val="8EB3DF">
                    <a:alpha val="0"/>
                  </a:srgbClr>
                </a:gs>
                <a:gs pos="0">
                  <a:schemeClr val="accent3"/>
                </a:gs>
                <a:gs pos="70000">
                  <a:schemeClr val="accent3">
                    <a:alpha val="11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a:solidFill>
                  <a:schemeClr val="tx1"/>
                </a:solidFill>
                <a:latin typeface="Roboto" panose="02000000000000000000" pitchFamily="2" charset="0"/>
                <a:ea typeface="Roboto" panose="02000000000000000000" pitchFamily="2" charset="0"/>
                <a:cs typeface="Roboto" panose="02000000000000000000" pitchFamily="2" charset="0"/>
              </a:endParaRPr>
            </a:p>
          </p:txBody>
        </p:sp>
        <p:grpSp>
          <p:nvGrpSpPr>
            <p:cNvPr id="66" name="Group 65">
              <a:extLst>
                <a:ext uri="{FF2B5EF4-FFF2-40B4-BE49-F238E27FC236}">
                  <a16:creationId xmlns:a16="http://schemas.microsoft.com/office/drawing/2014/main" id="{F23A80A8-5B7B-720A-0498-48FB270B56F2}"/>
                </a:ext>
              </a:extLst>
            </p:cNvPr>
            <p:cNvGrpSpPr/>
            <p:nvPr userDrawn="1"/>
          </p:nvGrpSpPr>
          <p:grpSpPr>
            <a:xfrm flipV="1">
              <a:off x="-31505" y="3"/>
              <a:ext cx="3073148" cy="1233884"/>
              <a:chOff x="-33216277" y="3696971"/>
              <a:chExt cx="17875623" cy="1180237"/>
            </a:xfrm>
          </p:grpSpPr>
          <p:cxnSp>
            <p:nvCxnSpPr>
              <p:cNvPr id="67" name="Straight Connector 66">
                <a:extLst>
                  <a:ext uri="{FF2B5EF4-FFF2-40B4-BE49-F238E27FC236}">
                    <a16:creationId xmlns:a16="http://schemas.microsoft.com/office/drawing/2014/main" id="{F1A1FDB4-0FB7-BEEB-2B9D-D1E8FE3853CA}"/>
                  </a:ext>
                </a:extLst>
              </p:cNvPr>
              <p:cNvCxnSpPr>
                <a:cxnSpLocks/>
              </p:cNvCxnSpPr>
              <p:nvPr userDrawn="1"/>
            </p:nvCxnSpPr>
            <p:spPr>
              <a:xfrm flipV="1">
                <a:off x="-33216277" y="3710462"/>
                <a:ext cx="1787562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9D45C79A-47B8-8CD3-9D6C-3CA04B7EC39E}"/>
                  </a:ext>
                </a:extLst>
              </p:cNvPr>
              <p:cNvCxnSpPr>
                <a:cxnSpLocks/>
              </p:cNvCxnSpPr>
              <p:nvPr userDrawn="1"/>
            </p:nvCxnSpPr>
            <p:spPr>
              <a:xfrm flipH="1">
                <a:off x="-21608832" y="3696971"/>
                <a:ext cx="6241002" cy="118023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grpSp>
        <p:nvGrpSpPr>
          <p:cNvPr id="72" name="Group 71">
            <a:extLst>
              <a:ext uri="{FF2B5EF4-FFF2-40B4-BE49-F238E27FC236}">
                <a16:creationId xmlns:a16="http://schemas.microsoft.com/office/drawing/2014/main" id="{7D85C331-0D97-F14F-BCEE-E4CACC063DDB}"/>
              </a:ext>
            </a:extLst>
          </p:cNvPr>
          <p:cNvGrpSpPr/>
          <p:nvPr userDrawn="1"/>
        </p:nvGrpSpPr>
        <p:grpSpPr>
          <a:xfrm>
            <a:off x="340252" y="1670475"/>
            <a:ext cx="2267822" cy="1002192"/>
            <a:chOff x="423863" y="1657596"/>
            <a:chExt cx="2267822" cy="1002192"/>
          </a:xfrm>
        </p:grpSpPr>
        <p:sp>
          <p:nvSpPr>
            <p:cNvPr id="31" name="TextBox 30">
              <a:extLst>
                <a:ext uri="{FF2B5EF4-FFF2-40B4-BE49-F238E27FC236}">
                  <a16:creationId xmlns:a16="http://schemas.microsoft.com/office/drawing/2014/main" id="{8EC449FF-42C7-1A50-8B68-6D905C6EC17A}"/>
                </a:ext>
              </a:extLst>
            </p:cNvPr>
            <p:cNvSpPr txBox="1"/>
            <p:nvPr userDrawn="1"/>
          </p:nvSpPr>
          <p:spPr>
            <a:xfrm>
              <a:off x="423863" y="1657596"/>
              <a:ext cx="2267822" cy="615553"/>
            </a:xfrm>
            <a:prstGeom prst="rect">
              <a:avLst/>
            </a:prstGeom>
            <a:noFill/>
          </p:spPr>
          <p:txBody>
            <a:bodyPr wrap="square" lIns="0" tIns="0" rIns="0" bIns="0" rtlCol="0">
              <a:spAutoFit/>
            </a:bodyPr>
            <a:lstStyle/>
            <a:p>
              <a:pPr algn="r"/>
              <a:r>
                <a:rPr lang="pt-BR" sz="4000" b="1" i="1">
                  <a:solidFill>
                    <a:schemeClr val="bg1"/>
                  </a:solidFill>
                  <a:latin typeface="XP" pitchFamily="50" charset="0"/>
                  <a:ea typeface="XP" pitchFamily="50" charset="0"/>
                  <a:cs typeface="Roboto" panose="02000000000000000000" pitchFamily="2" charset="0"/>
                </a:rPr>
                <a:t>Thematic</a:t>
              </a:r>
            </a:p>
          </p:txBody>
        </p:sp>
        <p:sp>
          <p:nvSpPr>
            <p:cNvPr id="71" name="TextBox 70">
              <a:extLst>
                <a:ext uri="{FF2B5EF4-FFF2-40B4-BE49-F238E27FC236}">
                  <a16:creationId xmlns:a16="http://schemas.microsoft.com/office/drawing/2014/main" id="{F39388AA-C6A0-BACD-48D5-2675535A9633}"/>
                </a:ext>
              </a:extLst>
            </p:cNvPr>
            <p:cNvSpPr txBox="1"/>
            <p:nvPr userDrawn="1"/>
          </p:nvSpPr>
          <p:spPr>
            <a:xfrm>
              <a:off x="637566" y="2105790"/>
              <a:ext cx="2054119" cy="553998"/>
            </a:xfrm>
            <a:prstGeom prst="rect">
              <a:avLst/>
            </a:prstGeom>
            <a:noFill/>
          </p:spPr>
          <p:txBody>
            <a:bodyPr wrap="square" lIns="0" tIns="0" rIns="0" bIns="0" rtlCol="0">
              <a:spAutoFit/>
            </a:bodyPr>
            <a:lstStyle/>
            <a:p>
              <a:pPr algn="r"/>
              <a:r>
                <a:rPr lang="pt-BR" sz="3600" b="0" i="0">
                  <a:solidFill>
                    <a:schemeClr val="bg1"/>
                  </a:solidFill>
                  <a:latin typeface="XP Light Lighthouse" pitchFamily="50" charset="0"/>
                  <a:ea typeface="XP Light Lighthouse" pitchFamily="50" charset="0"/>
                  <a:cs typeface="Roboto" panose="02000000000000000000" pitchFamily="2" charset="0"/>
                </a:rPr>
                <a:t>Research</a:t>
              </a:r>
            </a:p>
          </p:txBody>
        </p:sp>
      </p:grpSp>
      <p:sp>
        <p:nvSpPr>
          <p:cNvPr id="75" name="Espaço Reservado para Texto 6">
            <a:extLst>
              <a:ext uri="{FF2B5EF4-FFF2-40B4-BE49-F238E27FC236}">
                <a16:creationId xmlns:a16="http://schemas.microsoft.com/office/drawing/2014/main" id="{354E5287-B1CE-DBCC-A334-7B6607B9F041}"/>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en-US" noProof="0"/>
              <a:t>Sector / Segment</a:t>
            </a:r>
          </a:p>
        </p:txBody>
      </p:sp>
      <p:sp>
        <p:nvSpPr>
          <p:cNvPr id="7" name="Date Placeholder 10">
            <a:extLst>
              <a:ext uri="{FF2B5EF4-FFF2-40B4-BE49-F238E27FC236}">
                <a16:creationId xmlns:a16="http://schemas.microsoft.com/office/drawing/2014/main" id="{624580AB-8B11-2158-FF8A-2264EA11D9E6}"/>
              </a:ext>
            </a:extLst>
          </p:cNvPr>
          <p:cNvSpPr>
            <a:spLocks noGrp="1"/>
          </p:cNvSpPr>
          <p:nvPr>
            <p:ph type="dt" sz="half" idx="2"/>
          </p:nvPr>
        </p:nvSpPr>
        <p:spPr>
          <a:xfrm>
            <a:off x="3371691" y="438763"/>
            <a:ext cx="3132139" cy="184666"/>
          </a:xfrm>
        </p:spPr>
        <p:txBody>
          <a:bodyPr/>
          <a:lstStyle>
            <a:lvl1pPr>
              <a:defRPr>
                <a:solidFill>
                  <a:srgbClr val="F9C113"/>
                </a:solidFill>
              </a:defRPr>
            </a:lvl1pPr>
          </a:lstStyle>
          <a:p>
            <a:fld id="{30C15221-0831-43DD-95FB-CF916F624DA6}" type="datetime4">
              <a:rPr lang="en-US" smtClean="0"/>
              <a:t>September 28, 2026</a:t>
            </a:fld>
            <a:endParaRPr lang="en-US"/>
          </a:p>
        </p:txBody>
      </p:sp>
    </p:spTree>
    <p:extLst>
      <p:ext uri="{BB962C8B-B14F-4D97-AF65-F5344CB8AC3E}">
        <p14:creationId xmlns:p14="http://schemas.microsoft.com/office/powerpoint/2010/main" val="2220205947"/>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apa">
    <p:bg>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688A787-9182-A426-2B75-FA6C6DDF288A}"/>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0" y="0"/>
            <a:ext cx="6858000" cy="2003470"/>
          </a:xfrm>
          <a:prstGeom prst="rect">
            <a:avLst/>
          </a:prstGeom>
        </p:spPr>
      </p:pic>
      <p:pic>
        <p:nvPicPr>
          <p:cNvPr id="7" name="Picture 6" descr="A blue and white dot pattern&#10;&#10;AI-generated content may be incorrect.">
            <a:extLst>
              <a:ext uri="{FF2B5EF4-FFF2-40B4-BE49-F238E27FC236}">
                <a16:creationId xmlns:a16="http://schemas.microsoft.com/office/drawing/2014/main" id="{A4E2FB3C-1561-CDE0-F2B0-0E2716BC040B}"/>
              </a:ext>
            </a:extLst>
          </p:cNvPr>
          <p:cNvPicPr>
            <a:picLocks noChangeAspect="1"/>
          </p:cNvPicPr>
          <p:nvPr/>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14569" y="12000"/>
            <a:ext cx="6843431" cy="1991470"/>
          </a:xfrm>
          <a:prstGeom prst="rect">
            <a:avLst/>
          </a:prstGeom>
        </p:spPr>
      </p:pic>
      <p:pic>
        <p:nvPicPr>
          <p:cNvPr id="9" name="Graphic 8">
            <a:extLst>
              <a:ext uri="{FF2B5EF4-FFF2-40B4-BE49-F238E27FC236}">
                <a16:creationId xmlns:a16="http://schemas.microsoft.com/office/drawing/2014/main" id="{2E2DBF91-C31C-E0F0-254B-B03F97806A89}"/>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rcRect l="51901" t="57744" r="40349" b="-120"/>
          <a:stretch/>
        </p:blipFill>
        <p:spPr>
          <a:xfrm rot="5400000" flipH="1">
            <a:off x="3316774" y="-1537758"/>
            <a:ext cx="2003470" cy="5078985"/>
          </a:xfrm>
          <a:prstGeom prst="rect">
            <a:avLst/>
          </a:pr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userDrawn="1">
            <p:ph type="body" sz="quarter" idx="16" hasCustomPrompt="1"/>
          </p:nvPr>
        </p:nvSpPr>
        <p:spPr>
          <a:xfrm>
            <a:off x="390154" y="96923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11" name="Do not remove" hidden="1">
            <a:extLst>
              <a:ext uri="{FF2B5EF4-FFF2-40B4-BE49-F238E27FC236}">
                <a16:creationId xmlns:a16="http://schemas.microsoft.com/office/drawing/2014/main" id="{A0E1623B-010B-478D-BFD7-8A4047822D40}"/>
              </a:ext>
            </a:extLst>
          </p:cNvPr>
          <p:cNvSpPr/>
          <p:nvPr userDrawn="1">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userDrawn="1">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userDrawn="1">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p>
        </p:txBody>
      </p:sp>
      <p:sp>
        <p:nvSpPr>
          <p:cNvPr id="26" name="Date Placeholder 1">
            <a:extLst>
              <a:ext uri="{FF2B5EF4-FFF2-40B4-BE49-F238E27FC236}">
                <a16:creationId xmlns:a16="http://schemas.microsoft.com/office/drawing/2014/main" id="{3B4501E0-2CFF-4239-9520-A5B3FF88FAB7}"/>
              </a:ext>
            </a:extLst>
          </p:cNvPr>
          <p:cNvSpPr>
            <a:spLocks noGrp="1"/>
          </p:cNvSpPr>
          <p:nvPr userDrawn="1">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807B1664-155D-41D4-A5BA-90B8C8D56DA8}" type="datetime4">
              <a:rPr lang="en-US" smtClean="0"/>
              <a:t>September 28, 2026</a:t>
            </a:fld>
            <a:endParaRPr lang="en-US"/>
          </a:p>
        </p:txBody>
      </p:sp>
      <p:sp>
        <p:nvSpPr>
          <p:cNvPr id="36" name="Espaço Reservado para Texto 6">
            <a:extLst>
              <a:ext uri="{FF2B5EF4-FFF2-40B4-BE49-F238E27FC236}">
                <a16:creationId xmlns:a16="http://schemas.microsoft.com/office/drawing/2014/main" id="{984F9560-6699-43C8-BEE0-490CDFCBCF21}"/>
              </a:ext>
            </a:extLst>
          </p:cNvPr>
          <p:cNvSpPr>
            <a:spLocks noGrp="1"/>
          </p:cNvSpPr>
          <p:nvPr userDrawn="1">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37" name="Espaço Reservado para Texto 6">
            <a:extLst>
              <a:ext uri="{FF2B5EF4-FFF2-40B4-BE49-F238E27FC236}">
                <a16:creationId xmlns:a16="http://schemas.microsoft.com/office/drawing/2014/main" id="{580EC9BA-5BCE-49E4-BC4C-E52C56FC5C26}"/>
              </a:ext>
            </a:extLst>
          </p:cNvPr>
          <p:cNvSpPr>
            <a:spLocks noGrp="1"/>
          </p:cNvSpPr>
          <p:nvPr userDrawn="1">
            <p:ph type="body" sz="quarter" idx="37" hasCustomPrompt="1"/>
          </p:nvPr>
        </p:nvSpPr>
        <p:spPr>
          <a:xfrm>
            <a:off x="390154" y="1405779"/>
            <a:ext cx="6112352" cy="187302"/>
          </a:xfrm>
          <a:prstGeom prst="rect">
            <a:avLst/>
          </a:prstGeom>
        </p:spPr>
        <p:txBody>
          <a:bodyPr vert="horz" lIns="0" tIns="0" rIns="0" bIns="0" rtlCol="0" anchor="t">
            <a:noAutofit/>
          </a:bodyPr>
          <a:lstStyle>
            <a:lvl1pPr>
              <a:defRPr lang="pt-BR" sz="16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2" name="Espaço Reservado para Conteúdo 14">
            <a:extLst>
              <a:ext uri="{FF2B5EF4-FFF2-40B4-BE49-F238E27FC236}">
                <a16:creationId xmlns:a16="http://schemas.microsoft.com/office/drawing/2014/main" id="{3422534A-F1CB-BBFF-8CE5-5CB138892884}"/>
              </a:ext>
            </a:extLst>
          </p:cNvPr>
          <p:cNvSpPr>
            <a:spLocks noGrp="1"/>
          </p:cNvSpPr>
          <p:nvPr>
            <p:ph sz="quarter" idx="21" hasCustomPrompt="1"/>
          </p:nvPr>
        </p:nvSpPr>
        <p:spPr>
          <a:xfrm>
            <a:off x="382829" y="7896455"/>
            <a:ext cx="2952000"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 name="Espaço Reservado para Conteúdo 14">
            <a:extLst>
              <a:ext uri="{FF2B5EF4-FFF2-40B4-BE49-F238E27FC236}">
                <a16:creationId xmlns:a16="http://schemas.microsoft.com/office/drawing/2014/main" id="{052BA432-D493-B8B5-ADA1-4440290AC12E}"/>
              </a:ext>
            </a:extLst>
          </p:cNvPr>
          <p:cNvSpPr>
            <a:spLocks noGrp="1"/>
          </p:cNvSpPr>
          <p:nvPr>
            <p:ph sz="quarter" idx="22" hasCustomPrompt="1"/>
          </p:nvPr>
        </p:nvSpPr>
        <p:spPr>
          <a:xfrm>
            <a:off x="3536951" y="7896455"/>
            <a:ext cx="2952000"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 name="Espaço Reservado para Conteúdo 14">
            <a:extLst>
              <a:ext uri="{FF2B5EF4-FFF2-40B4-BE49-F238E27FC236}">
                <a16:creationId xmlns:a16="http://schemas.microsoft.com/office/drawing/2014/main" id="{78436872-10E7-F7BB-DA0B-A6FFDDD07333}"/>
              </a:ext>
            </a:extLst>
          </p:cNvPr>
          <p:cNvSpPr>
            <a:spLocks noGrp="1"/>
          </p:cNvSpPr>
          <p:nvPr>
            <p:ph sz="quarter" idx="24" hasCustomPrompt="1"/>
          </p:nvPr>
        </p:nvSpPr>
        <p:spPr>
          <a:xfrm>
            <a:off x="382829" y="7607837"/>
            <a:ext cx="2952000"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8" name="Espaço Reservado para Conteúdo 14">
            <a:extLst>
              <a:ext uri="{FF2B5EF4-FFF2-40B4-BE49-F238E27FC236}">
                <a16:creationId xmlns:a16="http://schemas.microsoft.com/office/drawing/2014/main" id="{19DBE73C-C2CD-83C2-C6D2-8217714624B1}"/>
              </a:ext>
            </a:extLst>
          </p:cNvPr>
          <p:cNvSpPr>
            <a:spLocks noGrp="1"/>
          </p:cNvSpPr>
          <p:nvPr>
            <p:ph sz="quarter" idx="25" hasCustomPrompt="1"/>
          </p:nvPr>
        </p:nvSpPr>
        <p:spPr>
          <a:xfrm>
            <a:off x="3536951" y="7607837"/>
            <a:ext cx="2952000"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cxnSp>
        <p:nvCxnSpPr>
          <p:cNvPr id="10" name="Straight Connector 9">
            <a:extLst>
              <a:ext uri="{FF2B5EF4-FFF2-40B4-BE49-F238E27FC236}">
                <a16:creationId xmlns:a16="http://schemas.microsoft.com/office/drawing/2014/main" id="{15D71B80-AC72-49AC-B09D-E52C19B52064}"/>
              </a:ext>
            </a:extLst>
          </p:cNvPr>
          <p:cNvCxnSpPr>
            <a:cxnSpLocks/>
          </p:cNvCxnSpPr>
          <p:nvPr userDrawn="1"/>
        </p:nvCxnSpPr>
        <p:spPr>
          <a:xfrm>
            <a:off x="4227459" y="2150951"/>
            <a:ext cx="0" cy="525891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89BF6539-9496-327C-37FC-619DC6D9078A}"/>
              </a:ext>
            </a:extLst>
          </p:cNvPr>
          <p:cNvSpPr>
            <a:spLocks noGrp="1"/>
          </p:cNvSpPr>
          <p:nvPr>
            <p:ph type="body" sz="quarter" idx="27" hasCustomPrompt="1"/>
          </p:nvPr>
        </p:nvSpPr>
        <p:spPr>
          <a:xfrm>
            <a:off x="4330593" y="3551967"/>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13" name="Text Placeholder 4">
            <a:extLst>
              <a:ext uri="{FF2B5EF4-FFF2-40B4-BE49-F238E27FC236}">
                <a16:creationId xmlns:a16="http://schemas.microsoft.com/office/drawing/2014/main" id="{9FE7D662-06FD-4510-0814-E74815AED648}"/>
              </a:ext>
            </a:extLst>
          </p:cNvPr>
          <p:cNvSpPr>
            <a:spLocks noGrp="1"/>
          </p:cNvSpPr>
          <p:nvPr>
            <p:ph type="body" sz="quarter" idx="28" hasCustomPrompt="1"/>
          </p:nvPr>
        </p:nvSpPr>
        <p:spPr>
          <a:xfrm>
            <a:off x="4330593" y="3713764"/>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14" name="Text Placeholder 4">
            <a:extLst>
              <a:ext uri="{FF2B5EF4-FFF2-40B4-BE49-F238E27FC236}">
                <a16:creationId xmlns:a16="http://schemas.microsoft.com/office/drawing/2014/main" id="{66D34F81-1353-1F11-EDF6-131DEC8F78E3}"/>
              </a:ext>
            </a:extLst>
          </p:cNvPr>
          <p:cNvSpPr>
            <a:spLocks noGrp="1"/>
          </p:cNvSpPr>
          <p:nvPr>
            <p:ph type="body" sz="quarter" idx="29" hasCustomPrompt="1"/>
          </p:nvPr>
        </p:nvSpPr>
        <p:spPr>
          <a:xfrm>
            <a:off x="4330593" y="3840636"/>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16" name="Text Placeholder 4">
            <a:extLst>
              <a:ext uri="{FF2B5EF4-FFF2-40B4-BE49-F238E27FC236}">
                <a16:creationId xmlns:a16="http://schemas.microsoft.com/office/drawing/2014/main" id="{9C0F5FBA-7015-1C4F-6440-8D2DC566707E}"/>
              </a:ext>
            </a:extLst>
          </p:cNvPr>
          <p:cNvSpPr>
            <a:spLocks noGrp="1"/>
          </p:cNvSpPr>
          <p:nvPr>
            <p:ph type="body" sz="quarter" idx="30" hasCustomPrompt="1"/>
          </p:nvPr>
        </p:nvSpPr>
        <p:spPr>
          <a:xfrm>
            <a:off x="4330593" y="4038222"/>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17" name="Text Placeholder 4">
            <a:extLst>
              <a:ext uri="{FF2B5EF4-FFF2-40B4-BE49-F238E27FC236}">
                <a16:creationId xmlns:a16="http://schemas.microsoft.com/office/drawing/2014/main" id="{2F372600-E1E8-A42B-36DD-8F450B0D3FB6}"/>
              </a:ext>
            </a:extLst>
          </p:cNvPr>
          <p:cNvSpPr>
            <a:spLocks noGrp="1"/>
          </p:cNvSpPr>
          <p:nvPr>
            <p:ph type="body" sz="quarter" idx="31" hasCustomPrompt="1"/>
          </p:nvPr>
        </p:nvSpPr>
        <p:spPr>
          <a:xfrm>
            <a:off x="4330593" y="4200019"/>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18" name="Text Placeholder 4">
            <a:extLst>
              <a:ext uri="{FF2B5EF4-FFF2-40B4-BE49-F238E27FC236}">
                <a16:creationId xmlns:a16="http://schemas.microsoft.com/office/drawing/2014/main" id="{5BE5F1CC-0CA1-970E-03FC-5B891C2CEF42}"/>
              </a:ext>
            </a:extLst>
          </p:cNvPr>
          <p:cNvSpPr>
            <a:spLocks noGrp="1"/>
          </p:cNvSpPr>
          <p:nvPr>
            <p:ph type="body" sz="quarter" idx="32" hasCustomPrompt="1"/>
          </p:nvPr>
        </p:nvSpPr>
        <p:spPr>
          <a:xfrm>
            <a:off x="4330593" y="4326891"/>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19" name="Text Placeholder 4">
            <a:extLst>
              <a:ext uri="{FF2B5EF4-FFF2-40B4-BE49-F238E27FC236}">
                <a16:creationId xmlns:a16="http://schemas.microsoft.com/office/drawing/2014/main" id="{35824A92-0CF6-962F-0FE9-04EC29CA20F0}"/>
              </a:ext>
            </a:extLst>
          </p:cNvPr>
          <p:cNvSpPr>
            <a:spLocks noGrp="1"/>
          </p:cNvSpPr>
          <p:nvPr>
            <p:ph type="body" sz="quarter" idx="33" hasCustomPrompt="1"/>
          </p:nvPr>
        </p:nvSpPr>
        <p:spPr>
          <a:xfrm>
            <a:off x="4330593" y="4531792"/>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20" name="Text Placeholder 4">
            <a:extLst>
              <a:ext uri="{FF2B5EF4-FFF2-40B4-BE49-F238E27FC236}">
                <a16:creationId xmlns:a16="http://schemas.microsoft.com/office/drawing/2014/main" id="{0B3A3938-C409-5084-9827-D18788FC36AE}"/>
              </a:ext>
            </a:extLst>
          </p:cNvPr>
          <p:cNvSpPr>
            <a:spLocks noGrp="1"/>
          </p:cNvSpPr>
          <p:nvPr>
            <p:ph type="body" sz="quarter" idx="34" hasCustomPrompt="1"/>
          </p:nvPr>
        </p:nvSpPr>
        <p:spPr>
          <a:xfrm>
            <a:off x="4330593" y="4693589"/>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21" name="Text Placeholder 4">
            <a:extLst>
              <a:ext uri="{FF2B5EF4-FFF2-40B4-BE49-F238E27FC236}">
                <a16:creationId xmlns:a16="http://schemas.microsoft.com/office/drawing/2014/main" id="{110F7DB8-030A-FD87-106E-18EC0280F85D}"/>
              </a:ext>
            </a:extLst>
          </p:cNvPr>
          <p:cNvSpPr>
            <a:spLocks noGrp="1"/>
          </p:cNvSpPr>
          <p:nvPr>
            <p:ph type="body" sz="quarter" idx="35" hasCustomPrompt="1"/>
          </p:nvPr>
        </p:nvSpPr>
        <p:spPr>
          <a:xfrm>
            <a:off x="4330593" y="4820461"/>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22" name="Espaço Reservado para Conteúdo 14">
            <a:extLst>
              <a:ext uri="{FF2B5EF4-FFF2-40B4-BE49-F238E27FC236}">
                <a16:creationId xmlns:a16="http://schemas.microsoft.com/office/drawing/2014/main" id="{34EB6BD4-0983-55AD-E75C-92B427051854}"/>
              </a:ext>
            </a:extLst>
          </p:cNvPr>
          <p:cNvSpPr>
            <a:spLocks noGrp="1"/>
          </p:cNvSpPr>
          <p:nvPr>
            <p:ph sz="quarter" idx="40" hasCustomPrompt="1"/>
          </p:nvPr>
        </p:nvSpPr>
        <p:spPr>
          <a:xfrm>
            <a:off x="4330593" y="2150951"/>
            <a:ext cx="2159107" cy="1236051"/>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3" name="Text Placeholder 4">
            <a:extLst>
              <a:ext uri="{FF2B5EF4-FFF2-40B4-BE49-F238E27FC236}">
                <a16:creationId xmlns:a16="http://schemas.microsoft.com/office/drawing/2014/main" id="{C29922D5-A5CB-5E06-BEF1-C535371BF795}"/>
              </a:ext>
            </a:extLst>
          </p:cNvPr>
          <p:cNvSpPr>
            <a:spLocks noGrp="1"/>
          </p:cNvSpPr>
          <p:nvPr>
            <p:ph type="body" sz="quarter" idx="23"/>
          </p:nvPr>
        </p:nvSpPr>
        <p:spPr>
          <a:xfrm>
            <a:off x="390154" y="3836988"/>
            <a:ext cx="3734172" cy="3572873"/>
          </a:xfrm>
          <a:prstGeom prst="rect">
            <a:avLst/>
          </a:prstGeom>
          <a:noFill/>
        </p:spPr>
        <p:txBody>
          <a:bodyPr wrap="square" lIns="0" tIns="0" rIns="0" bIns="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a:t>Click to edit Master text styles</a:t>
            </a:r>
          </a:p>
        </p:txBody>
      </p:sp>
      <p:sp>
        <p:nvSpPr>
          <p:cNvPr id="24" name="Text Placeholder 4">
            <a:extLst>
              <a:ext uri="{FF2B5EF4-FFF2-40B4-BE49-F238E27FC236}">
                <a16:creationId xmlns:a16="http://schemas.microsoft.com/office/drawing/2014/main" id="{61B2C06E-6371-A6FA-77BC-61B45402995B}"/>
              </a:ext>
            </a:extLst>
          </p:cNvPr>
          <p:cNvSpPr>
            <a:spLocks noGrp="1"/>
          </p:cNvSpPr>
          <p:nvPr>
            <p:ph type="body" sz="quarter" idx="42"/>
          </p:nvPr>
        </p:nvSpPr>
        <p:spPr>
          <a:xfrm>
            <a:off x="390154" y="2150952"/>
            <a:ext cx="3734171" cy="1541573"/>
          </a:xfrm>
          <a:prstGeom prst="rect">
            <a:avLst/>
          </a:prstGeom>
          <a:solidFill>
            <a:schemeClr val="bg1">
              <a:lumMod val="95000"/>
            </a:schemeClr>
          </a:solidFill>
        </p:spPr>
        <p:txBody>
          <a:bodyPr wrap="square" lIns="72000" tIns="72000" rIns="72000" bIns="7200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a:t>Click to edit Master text styles</a:t>
            </a:r>
          </a:p>
        </p:txBody>
      </p:sp>
    </p:spTree>
    <p:extLst>
      <p:ext uri="{BB962C8B-B14F-4D97-AF65-F5344CB8AC3E}">
        <p14:creationId xmlns:p14="http://schemas.microsoft.com/office/powerpoint/2010/main" val="2786746524"/>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apa Short Note Sector">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38" name="Espaço Reservado para Conteúdo 14">
            <a:extLst>
              <a:ext uri="{FF2B5EF4-FFF2-40B4-BE49-F238E27FC236}">
                <a16:creationId xmlns:a16="http://schemas.microsoft.com/office/drawing/2014/main" id="{8272B113-2F70-441F-8502-29E6B907995B}"/>
              </a:ext>
            </a:extLst>
          </p:cNvPr>
          <p:cNvSpPr>
            <a:spLocks noGrp="1"/>
          </p:cNvSpPr>
          <p:nvPr>
            <p:ph sz="quarter"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p:ph sz="quarter"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pic>
        <p:nvPicPr>
          <p:cNvPr id="2" name="Graphic 1">
            <a:extLst>
              <a:ext uri="{FF2B5EF4-FFF2-40B4-BE49-F238E27FC236}">
                <a16:creationId xmlns:a16="http://schemas.microsoft.com/office/drawing/2014/main" id="{DAE82E8C-95AD-0361-B8B0-B7C0D8684CF5}"/>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0" y="0"/>
            <a:ext cx="6858000" cy="2003470"/>
          </a:xfrm>
          <a:prstGeom prst="rect">
            <a:avLst/>
          </a:prstGeom>
        </p:spPr>
      </p:pic>
      <p:pic>
        <p:nvPicPr>
          <p:cNvPr id="4" name="Picture 3" descr="A blue and white dot pattern&#10;&#10;AI-generated content may be incorrect.">
            <a:extLst>
              <a:ext uri="{FF2B5EF4-FFF2-40B4-BE49-F238E27FC236}">
                <a16:creationId xmlns:a16="http://schemas.microsoft.com/office/drawing/2014/main" id="{29FA0211-7640-B008-5F80-DFE4BF78EDCF}"/>
              </a:ext>
            </a:extLst>
          </p:cNvPr>
          <p:cNvPicPr>
            <a:picLocks noChangeAspect="1"/>
          </p:cNvPicPr>
          <p:nvPr userDrawn="1"/>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14569" y="12000"/>
            <a:ext cx="6843431" cy="1991470"/>
          </a:xfrm>
          <a:prstGeom prst="rect">
            <a:avLst/>
          </a:prstGeom>
        </p:spPr>
      </p:pic>
      <p:pic>
        <p:nvPicPr>
          <p:cNvPr id="5" name="Graphic 4">
            <a:extLst>
              <a:ext uri="{FF2B5EF4-FFF2-40B4-BE49-F238E27FC236}">
                <a16:creationId xmlns:a16="http://schemas.microsoft.com/office/drawing/2014/main" id="{17F97C21-6648-EF6C-A98D-137E0F480F1A}"/>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rcRect l="51901" t="57744" r="40349" b="-120"/>
          <a:stretch/>
        </p:blipFill>
        <p:spPr>
          <a:xfrm rot="5400000" flipH="1">
            <a:off x="3316774" y="-1537758"/>
            <a:ext cx="2003470" cy="5078985"/>
          </a:xfrm>
          <a:prstGeom prst="rect">
            <a:avLst/>
          </a:prstGeom>
        </p:spPr>
      </p:pic>
      <p:sp>
        <p:nvSpPr>
          <p:cNvPr id="6" name="Espaço Reservado para Texto 6">
            <a:extLst>
              <a:ext uri="{FF2B5EF4-FFF2-40B4-BE49-F238E27FC236}">
                <a16:creationId xmlns:a16="http://schemas.microsoft.com/office/drawing/2014/main" id="{928D0FCD-860E-59BE-AB6B-2EA27033053F}"/>
              </a:ext>
            </a:extLst>
          </p:cNvPr>
          <p:cNvSpPr>
            <a:spLocks noGrp="1"/>
          </p:cNvSpPr>
          <p:nvPr>
            <p:ph type="body" sz="quarter" idx="16" hasCustomPrompt="1"/>
          </p:nvPr>
        </p:nvSpPr>
        <p:spPr>
          <a:xfrm>
            <a:off x="390154" y="96923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grpSp>
        <p:nvGrpSpPr>
          <p:cNvPr id="7" name="Group 6">
            <a:extLst>
              <a:ext uri="{FF2B5EF4-FFF2-40B4-BE49-F238E27FC236}">
                <a16:creationId xmlns:a16="http://schemas.microsoft.com/office/drawing/2014/main" id="{7B14105F-6B03-AB02-2E6B-E280AFC5EA3E}"/>
              </a:ext>
            </a:extLst>
          </p:cNvPr>
          <p:cNvGrpSpPr/>
          <p:nvPr userDrawn="1"/>
        </p:nvGrpSpPr>
        <p:grpSpPr>
          <a:xfrm>
            <a:off x="390154" y="406178"/>
            <a:ext cx="1240285" cy="341910"/>
            <a:chOff x="2700591" y="2522601"/>
            <a:chExt cx="6428993" cy="1772284"/>
          </a:xfrm>
        </p:grpSpPr>
        <p:sp>
          <p:nvSpPr>
            <p:cNvPr id="8" name="Freeform: Shape 40">
              <a:extLst>
                <a:ext uri="{FF2B5EF4-FFF2-40B4-BE49-F238E27FC236}">
                  <a16:creationId xmlns:a16="http://schemas.microsoft.com/office/drawing/2014/main" id="{F910343D-7729-C09A-9C77-894C9CA08B3A}"/>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9" name="Graphic 20">
              <a:extLst>
                <a:ext uri="{FF2B5EF4-FFF2-40B4-BE49-F238E27FC236}">
                  <a16:creationId xmlns:a16="http://schemas.microsoft.com/office/drawing/2014/main" id="{19EE9025-8994-9F60-34A1-5C3B3CFAD1EC}"/>
                </a:ext>
              </a:extLst>
            </p:cNvPr>
            <p:cNvGrpSpPr/>
            <p:nvPr/>
          </p:nvGrpSpPr>
          <p:grpSpPr>
            <a:xfrm>
              <a:off x="5034660" y="3339528"/>
              <a:ext cx="4094924" cy="747077"/>
              <a:chOff x="5034660" y="3339528"/>
              <a:chExt cx="4094924" cy="747077"/>
            </a:xfrm>
            <a:solidFill>
              <a:srgbClr val="FFFFFF"/>
            </a:solidFill>
          </p:grpSpPr>
          <p:sp>
            <p:nvSpPr>
              <p:cNvPr id="10" name="Freeform: Shape 42">
                <a:extLst>
                  <a:ext uri="{FF2B5EF4-FFF2-40B4-BE49-F238E27FC236}">
                    <a16:creationId xmlns:a16="http://schemas.microsoft.com/office/drawing/2014/main" id="{7B5DDC33-C3D4-9796-19F2-58D7C38A2C63}"/>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2" name="Freeform: Shape 43">
                <a:extLst>
                  <a:ext uri="{FF2B5EF4-FFF2-40B4-BE49-F238E27FC236}">
                    <a16:creationId xmlns:a16="http://schemas.microsoft.com/office/drawing/2014/main" id="{F4C69D50-6649-D4B4-7D87-4089B8DBE467}"/>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13" name="Freeform: Shape 44">
                <a:extLst>
                  <a:ext uri="{FF2B5EF4-FFF2-40B4-BE49-F238E27FC236}">
                    <a16:creationId xmlns:a16="http://schemas.microsoft.com/office/drawing/2014/main" id="{883D8FB5-0F60-B49C-34DC-9175C66F908E}"/>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14" name="Freeform: Shape 45">
                <a:extLst>
                  <a:ext uri="{FF2B5EF4-FFF2-40B4-BE49-F238E27FC236}">
                    <a16:creationId xmlns:a16="http://schemas.microsoft.com/office/drawing/2014/main" id="{371036E0-69E7-A8D3-000E-87223966A2ED}"/>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16" name="Freeform: Shape 46">
                <a:extLst>
                  <a:ext uri="{FF2B5EF4-FFF2-40B4-BE49-F238E27FC236}">
                    <a16:creationId xmlns:a16="http://schemas.microsoft.com/office/drawing/2014/main" id="{02898492-89A0-DE15-D6C5-D551EFE24C97}"/>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17" name="Freeform: Shape 47">
                <a:extLst>
                  <a:ext uri="{FF2B5EF4-FFF2-40B4-BE49-F238E27FC236}">
                    <a16:creationId xmlns:a16="http://schemas.microsoft.com/office/drawing/2014/main" id="{E25F01F7-A7A9-F302-A1F0-C58B6E4EF15D}"/>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8" name="Freeform: Shape 48">
                <a:extLst>
                  <a:ext uri="{FF2B5EF4-FFF2-40B4-BE49-F238E27FC236}">
                    <a16:creationId xmlns:a16="http://schemas.microsoft.com/office/drawing/2014/main" id="{DFD7414B-9A29-543D-FEA3-E085A244A597}"/>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19" name="Freeform: Shape 49">
                <a:extLst>
                  <a:ext uri="{FF2B5EF4-FFF2-40B4-BE49-F238E27FC236}">
                    <a16:creationId xmlns:a16="http://schemas.microsoft.com/office/drawing/2014/main" id="{057F6B16-BFF0-4DFA-603A-E9BCA79F8063}"/>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20" name="Espaço Reservado para Texto 6">
            <a:extLst>
              <a:ext uri="{FF2B5EF4-FFF2-40B4-BE49-F238E27FC236}">
                <a16:creationId xmlns:a16="http://schemas.microsoft.com/office/drawing/2014/main" id="{C856C89A-7562-82C0-70CE-765A1BE0195E}"/>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21" name="Date Placeholder 1">
            <a:extLst>
              <a:ext uri="{FF2B5EF4-FFF2-40B4-BE49-F238E27FC236}">
                <a16:creationId xmlns:a16="http://schemas.microsoft.com/office/drawing/2014/main" id="{BFDFB630-05CE-02BE-378B-A5C3EA6BC938}"/>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CD33074D-C4F5-4788-8ECF-12AF8E0B44CC}" type="datetime4">
              <a:rPr lang="en-US" smtClean="0"/>
              <a:t>September 28, 2026</a:t>
            </a:fld>
            <a:endParaRPr lang="en-US"/>
          </a:p>
        </p:txBody>
      </p:sp>
      <p:sp>
        <p:nvSpPr>
          <p:cNvPr id="22" name="Espaço Reservado para Texto 6">
            <a:extLst>
              <a:ext uri="{FF2B5EF4-FFF2-40B4-BE49-F238E27FC236}">
                <a16:creationId xmlns:a16="http://schemas.microsoft.com/office/drawing/2014/main" id="{BC5C97CA-C109-C89E-B0DA-580EB374FF5A}"/>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23" name="Espaço Reservado para Texto 6">
            <a:extLst>
              <a:ext uri="{FF2B5EF4-FFF2-40B4-BE49-F238E27FC236}">
                <a16:creationId xmlns:a16="http://schemas.microsoft.com/office/drawing/2014/main" id="{6CE2BDD4-5FBE-4506-6AAF-2D2BA90A0DD8}"/>
              </a:ext>
            </a:extLst>
          </p:cNvPr>
          <p:cNvSpPr>
            <a:spLocks noGrp="1"/>
          </p:cNvSpPr>
          <p:nvPr>
            <p:ph type="body" sz="quarter" idx="38" hasCustomPrompt="1"/>
          </p:nvPr>
        </p:nvSpPr>
        <p:spPr>
          <a:xfrm>
            <a:off x="390154" y="1405779"/>
            <a:ext cx="6112352" cy="187302"/>
          </a:xfrm>
          <a:prstGeom prst="rect">
            <a:avLst/>
          </a:prstGeom>
        </p:spPr>
        <p:txBody>
          <a:bodyPr vert="horz" lIns="0" tIns="0" rIns="0" bIns="0" rtlCol="0" anchor="t">
            <a:noAutofit/>
          </a:bodyPr>
          <a:lstStyle>
            <a:lvl1pPr>
              <a:defRPr lang="pt-BR" sz="16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15" name="Text Placeholder 4">
            <a:extLst>
              <a:ext uri="{FF2B5EF4-FFF2-40B4-BE49-F238E27FC236}">
                <a16:creationId xmlns:a16="http://schemas.microsoft.com/office/drawing/2014/main" id="{940F99CF-8986-12A5-817F-97B685225E90}"/>
              </a:ext>
            </a:extLst>
          </p:cNvPr>
          <p:cNvSpPr>
            <a:spLocks noGrp="1"/>
          </p:cNvSpPr>
          <p:nvPr>
            <p:ph type="body" sz="quarter" idx="27" hasCustomPrompt="1"/>
          </p:nvPr>
        </p:nvSpPr>
        <p:spPr>
          <a:xfrm>
            <a:off x="4330593" y="5026703"/>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24" name="Text Placeholder 4">
            <a:extLst>
              <a:ext uri="{FF2B5EF4-FFF2-40B4-BE49-F238E27FC236}">
                <a16:creationId xmlns:a16="http://schemas.microsoft.com/office/drawing/2014/main" id="{0140C41B-2354-17F2-8688-7AB404EEA1F0}"/>
              </a:ext>
            </a:extLst>
          </p:cNvPr>
          <p:cNvSpPr>
            <a:spLocks noGrp="1"/>
          </p:cNvSpPr>
          <p:nvPr>
            <p:ph type="body" sz="quarter" idx="28" hasCustomPrompt="1"/>
          </p:nvPr>
        </p:nvSpPr>
        <p:spPr>
          <a:xfrm>
            <a:off x="4330593" y="5188500"/>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25" name="Text Placeholder 4">
            <a:extLst>
              <a:ext uri="{FF2B5EF4-FFF2-40B4-BE49-F238E27FC236}">
                <a16:creationId xmlns:a16="http://schemas.microsoft.com/office/drawing/2014/main" id="{88382CAA-FCB9-2AEB-20BA-5D243A50978F}"/>
              </a:ext>
            </a:extLst>
          </p:cNvPr>
          <p:cNvSpPr>
            <a:spLocks noGrp="1"/>
          </p:cNvSpPr>
          <p:nvPr>
            <p:ph type="body" sz="quarter" idx="29" hasCustomPrompt="1"/>
          </p:nvPr>
        </p:nvSpPr>
        <p:spPr>
          <a:xfrm>
            <a:off x="4330593" y="5315372"/>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26" name="Text Placeholder 4">
            <a:extLst>
              <a:ext uri="{FF2B5EF4-FFF2-40B4-BE49-F238E27FC236}">
                <a16:creationId xmlns:a16="http://schemas.microsoft.com/office/drawing/2014/main" id="{91E52212-A260-84D8-2C50-08CDC08A8BB7}"/>
              </a:ext>
            </a:extLst>
          </p:cNvPr>
          <p:cNvSpPr>
            <a:spLocks noGrp="1"/>
          </p:cNvSpPr>
          <p:nvPr>
            <p:ph type="body" sz="quarter" idx="30" hasCustomPrompt="1"/>
          </p:nvPr>
        </p:nvSpPr>
        <p:spPr>
          <a:xfrm>
            <a:off x="4330593" y="5512958"/>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28" name="Text Placeholder 4">
            <a:extLst>
              <a:ext uri="{FF2B5EF4-FFF2-40B4-BE49-F238E27FC236}">
                <a16:creationId xmlns:a16="http://schemas.microsoft.com/office/drawing/2014/main" id="{FD566518-7137-787A-8B48-3DC74BA88C36}"/>
              </a:ext>
            </a:extLst>
          </p:cNvPr>
          <p:cNvSpPr>
            <a:spLocks noGrp="1"/>
          </p:cNvSpPr>
          <p:nvPr>
            <p:ph type="body" sz="quarter" idx="31" hasCustomPrompt="1"/>
          </p:nvPr>
        </p:nvSpPr>
        <p:spPr>
          <a:xfrm>
            <a:off x="4330593" y="5674755"/>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29" name="Text Placeholder 4">
            <a:extLst>
              <a:ext uri="{FF2B5EF4-FFF2-40B4-BE49-F238E27FC236}">
                <a16:creationId xmlns:a16="http://schemas.microsoft.com/office/drawing/2014/main" id="{128DB013-695D-1616-A486-7F2B38589E64}"/>
              </a:ext>
            </a:extLst>
          </p:cNvPr>
          <p:cNvSpPr>
            <a:spLocks noGrp="1"/>
          </p:cNvSpPr>
          <p:nvPr>
            <p:ph type="body" sz="quarter" idx="32" hasCustomPrompt="1"/>
          </p:nvPr>
        </p:nvSpPr>
        <p:spPr>
          <a:xfrm>
            <a:off x="4330593" y="580162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30" name="Text Placeholder 4">
            <a:extLst>
              <a:ext uri="{FF2B5EF4-FFF2-40B4-BE49-F238E27FC236}">
                <a16:creationId xmlns:a16="http://schemas.microsoft.com/office/drawing/2014/main" id="{88A24351-08B2-83F8-B4F8-D55D3F07EF7B}"/>
              </a:ext>
            </a:extLst>
          </p:cNvPr>
          <p:cNvSpPr>
            <a:spLocks noGrp="1"/>
          </p:cNvSpPr>
          <p:nvPr>
            <p:ph type="body" sz="quarter" idx="33" hasCustomPrompt="1"/>
          </p:nvPr>
        </p:nvSpPr>
        <p:spPr>
          <a:xfrm>
            <a:off x="4330593" y="6006528"/>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31" name="Text Placeholder 4">
            <a:extLst>
              <a:ext uri="{FF2B5EF4-FFF2-40B4-BE49-F238E27FC236}">
                <a16:creationId xmlns:a16="http://schemas.microsoft.com/office/drawing/2014/main" id="{C9E1A8CB-1D01-FB8E-FFF5-6ACBA780081F}"/>
              </a:ext>
            </a:extLst>
          </p:cNvPr>
          <p:cNvSpPr>
            <a:spLocks noGrp="1"/>
          </p:cNvSpPr>
          <p:nvPr>
            <p:ph type="body" sz="quarter" idx="34" hasCustomPrompt="1"/>
          </p:nvPr>
        </p:nvSpPr>
        <p:spPr>
          <a:xfrm>
            <a:off x="4330593" y="6168325"/>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32" name="Text Placeholder 4">
            <a:extLst>
              <a:ext uri="{FF2B5EF4-FFF2-40B4-BE49-F238E27FC236}">
                <a16:creationId xmlns:a16="http://schemas.microsoft.com/office/drawing/2014/main" id="{1AE7C39D-EA22-C5DB-A675-845E341B399F}"/>
              </a:ext>
            </a:extLst>
          </p:cNvPr>
          <p:cNvSpPr>
            <a:spLocks noGrp="1"/>
          </p:cNvSpPr>
          <p:nvPr>
            <p:ph type="body" sz="quarter" idx="35" hasCustomPrompt="1"/>
          </p:nvPr>
        </p:nvSpPr>
        <p:spPr>
          <a:xfrm>
            <a:off x="4330593" y="629519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33" name="Espaço Reservado para Conteúdo 14">
            <a:extLst>
              <a:ext uri="{FF2B5EF4-FFF2-40B4-BE49-F238E27FC236}">
                <a16:creationId xmlns:a16="http://schemas.microsoft.com/office/drawing/2014/main" id="{4D005A3B-2044-D406-2A9E-49AD2BFCCD4B}"/>
              </a:ext>
            </a:extLst>
          </p:cNvPr>
          <p:cNvSpPr>
            <a:spLocks noGrp="1"/>
          </p:cNvSpPr>
          <p:nvPr>
            <p:ph sz="quarter" idx="40" hasCustomPrompt="1"/>
          </p:nvPr>
        </p:nvSpPr>
        <p:spPr>
          <a:xfrm>
            <a:off x="4330593" y="3695191"/>
            <a:ext cx="2159107" cy="123486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cxnSp>
        <p:nvCxnSpPr>
          <p:cNvPr id="34" name="Straight Connector 33">
            <a:extLst>
              <a:ext uri="{FF2B5EF4-FFF2-40B4-BE49-F238E27FC236}">
                <a16:creationId xmlns:a16="http://schemas.microsoft.com/office/drawing/2014/main" id="{AF1BA942-F3DB-C7E0-BAED-A17071503BC2}"/>
              </a:ext>
            </a:extLst>
          </p:cNvPr>
          <p:cNvCxnSpPr>
            <a:cxnSpLocks/>
          </p:cNvCxnSpPr>
          <p:nvPr userDrawn="1"/>
        </p:nvCxnSpPr>
        <p:spPr>
          <a:xfrm>
            <a:off x="4227459" y="3692525"/>
            <a:ext cx="0" cy="403633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5" name="Text Placeholder 4">
            <a:extLst>
              <a:ext uri="{FF2B5EF4-FFF2-40B4-BE49-F238E27FC236}">
                <a16:creationId xmlns:a16="http://schemas.microsoft.com/office/drawing/2014/main" id="{36541823-4E2D-CA37-F162-ECE90D8582A7}"/>
              </a:ext>
            </a:extLst>
          </p:cNvPr>
          <p:cNvSpPr>
            <a:spLocks noGrp="1"/>
          </p:cNvSpPr>
          <p:nvPr>
            <p:ph type="body" sz="quarter" idx="23"/>
          </p:nvPr>
        </p:nvSpPr>
        <p:spPr>
          <a:xfrm>
            <a:off x="390154" y="3692524"/>
            <a:ext cx="3734170" cy="4036332"/>
          </a:xfrm>
          <a:prstGeom prst="rect">
            <a:avLst/>
          </a:prstGeom>
          <a:noFill/>
        </p:spPr>
        <p:txBody>
          <a:bodyPr wrap="square" lIns="0" tIns="0" rIns="0" bIns="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a:t>Click to edit Master text styles</a:t>
            </a:r>
          </a:p>
        </p:txBody>
      </p:sp>
      <p:sp>
        <p:nvSpPr>
          <p:cNvPr id="36" name="Text Placeholder 4">
            <a:extLst>
              <a:ext uri="{FF2B5EF4-FFF2-40B4-BE49-F238E27FC236}">
                <a16:creationId xmlns:a16="http://schemas.microsoft.com/office/drawing/2014/main" id="{921245B7-AB30-4FB7-CF96-2E86016A7C44}"/>
              </a:ext>
            </a:extLst>
          </p:cNvPr>
          <p:cNvSpPr>
            <a:spLocks noGrp="1"/>
          </p:cNvSpPr>
          <p:nvPr>
            <p:ph type="body" sz="quarter" idx="20"/>
          </p:nvPr>
        </p:nvSpPr>
        <p:spPr>
          <a:xfrm>
            <a:off x="390154" y="2150950"/>
            <a:ext cx="6099546" cy="1378800"/>
          </a:xfrm>
          <a:prstGeom prst="rect">
            <a:avLst/>
          </a:prstGeom>
          <a:solidFill>
            <a:schemeClr val="bg1">
              <a:lumMod val="95000"/>
            </a:schemeClr>
          </a:solidFill>
        </p:spPr>
        <p:txBody>
          <a:bodyPr wrap="square" lIns="72000" tIns="72000" rIns="72000" bIns="7200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a:t>Click to edit Master text styles</a:t>
            </a:r>
          </a:p>
        </p:txBody>
      </p:sp>
    </p:spTree>
    <p:extLst>
      <p:ext uri="{BB962C8B-B14F-4D97-AF65-F5344CB8AC3E}">
        <p14:creationId xmlns:p14="http://schemas.microsoft.com/office/powerpoint/2010/main" val="4281382363"/>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apa Company Update/Report">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pic>
        <p:nvPicPr>
          <p:cNvPr id="2" name="Graphic 1">
            <a:extLst>
              <a:ext uri="{FF2B5EF4-FFF2-40B4-BE49-F238E27FC236}">
                <a16:creationId xmlns:a16="http://schemas.microsoft.com/office/drawing/2014/main" id="{020CA7CE-0D5C-5488-D79D-0ED4E8CA1895}"/>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0" y="0"/>
            <a:ext cx="6858000" cy="2003470"/>
          </a:xfrm>
          <a:prstGeom prst="rect">
            <a:avLst/>
          </a:prstGeom>
        </p:spPr>
      </p:pic>
      <p:pic>
        <p:nvPicPr>
          <p:cNvPr id="4" name="Picture 3" descr="A blue and white dot pattern&#10;&#10;AI-generated content may be incorrect.">
            <a:extLst>
              <a:ext uri="{FF2B5EF4-FFF2-40B4-BE49-F238E27FC236}">
                <a16:creationId xmlns:a16="http://schemas.microsoft.com/office/drawing/2014/main" id="{FD512349-C8E0-A810-F233-AA959E02F3EC}"/>
              </a:ext>
            </a:extLst>
          </p:cNvPr>
          <p:cNvPicPr>
            <a:picLocks noChangeAspect="1"/>
          </p:cNvPicPr>
          <p:nvPr userDrawn="1"/>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14569" y="12000"/>
            <a:ext cx="6843431" cy="1991470"/>
          </a:xfrm>
          <a:prstGeom prst="rect">
            <a:avLst/>
          </a:prstGeom>
        </p:spPr>
      </p:pic>
      <p:pic>
        <p:nvPicPr>
          <p:cNvPr id="5" name="Graphic 4">
            <a:extLst>
              <a:ext uri="{FF2B5EF4-FFF2-40B4-BE49-F238E27FC236}">
                <a16:creationId xmlns:a16="http://schemas.microsoft.com/office/drawing/2014/main" id="{E63174DD-2C4B-6BAF-CEF1-EC07B326774A}"/>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rcRect l="51901" t="57744" r="40349" b="-120"/>
          <a:stretch/>
        </p:blipFill>
        <p:spPr>
          <a:xfrm rot="5400000" flipH="1">
            <a:off x="3316774" y="-1537758"/>
            <a:ext cx="2003470" cy="5078985"/>
          </a:xfrm>
          <a:prstGeom prst="rect">
            <a:avLst/>
          </a:prstGeom>
        </p:spPr>
      </p:pic>
      <p:sp>
        <p:nvSpPr>
          <p:cNvPr id="6" name="Espaço Reservado para Texto 6">
            <a:extLst>
              <a:ext uri="{FF2B5EF4-FFF2-40B4-BE49-F238E27FC236}">
                <a16:creationId xmlns:a16="http://schemas.microsoft.com/office/drawing/2014/main" id="{015B9AC7-A36B-41C5-EDAB-8DD657593D62}"/>
              </a:ext>
            </a:extLst>
          </p:cNvPr>
          <p:cNvSpPr>
            <a:spLocks noGrp="1"/>
          </p:cNvSpPr>
          <p:nvPr>
            <p:ph type="body" sz="quarter" idx="16" hasCustomPrompt="1"/>
          </p:nvPr>
        </p:nvSpPr>
        <p:spPr>
          <a:xfrm>
            <a:off x="390154" y="96923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grpSp>
        <p:nvGrpSpPr>
          <p:cNvPr id="7" name="Group 6">
            <a:extLst>
              <a:ext uri="{FF2B5EF4-FFF2-40B4-BE49-F238E27FC236}">
                <a16:creationId xmlns:a16="http://schemas.microsoft.com/office/drawing/2014/main" id="{02445908-BCDE-2295-D406-50E1C9EF2B7B}"/>
              </a:ext>
            </a:extLst>
          </p:cNvPr>
          <p:cNvGrpSpPr/>
          <p:nvPr userDrawn="1"/>
        </p:nvGrpSpPr>
        <p:grpSpPr>
          <a:xfrm>
            <a:off x="390154" y="406178"/>
            <a:ext cx="1240285" cy="341910"/>
            <a:chOff x="2700591" y="2522601"/>
            <a:chExt cx="6428993" cy="1772284"/>
          </a:xfrm>
        </p:grpSpPr>
        <p:sp>
          <p:nvSpPr>
            <p:cNvPr id="8" name="Freeform: Shape 40">
              <a:extLst>
                <a:ext uri="{FF2B5EF4-FFF2-40B4-BE49-F238E27FC236}">
                  <a16:creationId xmlns:a16="http://schemas.microsoft.com/office/drawing/2014/main" id="{2E67F9D7-F394-311A-DAC0-A499D3A6D817}"/>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9" name="Graphic 20">
              <a:extLst>
                <a:ext uri="{FF2B5EF4-FFF2-40B4-BE49-F238E27FC236}">
                  <a16:creationId xmlns:a16="http://schemas.microsoft.com/office/drawing/2014/main" id="{EE9B7EF6-E13B-2521-6B28-C02E7EB9EA15}"/>
                </a:ext>
              </a:extLst>
            </p:cNvPr>
            <p:cNvGrpSpPr/>
            <p:nvPr/>
          </p:nvGrpSpPr>
          <p:grpSpPr>
            <a:xfrm>
              <a:off x="5034660" y="3339528"/>
              <a:ext cx="4094924" cy="747077"/>
              <a:chOff x="5034660" y="3339528"/>
              <a:chExt cx="4094924" cy="747077"/>
            </a:xfrm>
            <a:solidFill>
              <a:srgbClr val="FFFFFF"/>
            </a:solidFill>
          </p:grpSpPr>
          <p:sp>
            <p:nvSpPr>
              <p:cNvPr id="10" name="Freeform: Shape 42">
                <a:extLst>
                  <a:ext uri="{FF2B5EF4-FFF2-40B4-BE49-F238E27FC236}">
                    <a16:creationId xmlns:a16="http://schemas.microsoft.com/office/drawing/2014/main" id="{A80B0CB7-CCBE-27F2-811D-831361DB3D9E}"/>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2" name="Freeform: Shape 43">
                <a:extLst>
                  <a:ext uri="{FF2B5EF4-FFF2-40B4-BE49-F238E27FC236}">
                    <a16:creationId xmlns:a16="http://schemas.microsoft.com/office/drawing/2014/main" id="{1CDAA107-BFA2-DA25-DBEA-C45AD8DA6896}"/>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13" name="Freeform: Shape 44">
                <a:extLst>
                  <a:ext uri="{FF2B5EF4-FFF2-40B4-BE49-F238E27FC236}">
                    <a16:creationId xmlns:a16="http://schemas.microsoft.com/office/drawing/2014/main" id="{B7F75FBE-3CBD-621E-BC87-614DC112F97F}"/>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14" name="Freeform: Shape 45">
                <a:extLst>
                  <a:ext uri="{FF2B5EF4-FFF2-40B4-BE49-F238E27FC236}">
                    <a16:creationId xmlns:a16="http://schemas.microsoft.com/office/drawing/2014/main" id="{0C3726A6-6347-549E-CAB6-E348B258C13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16" name="Freeform: Shape 46">
                <a:extLst>
                  <a:ext uri="{FF2B5EF4-FFF2-40B4-BE49-F238E27FC236}">
                    <a16:creationId xmlns:a16="http://schemas.microsoft.com/office/drawing/2014/main" id="{D33460AB-7460-89C4-1B3E-71E1559C24C4}"/>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17" name="Freeform: Shape 47">
                <a:extLst>
                  <a:ext uri="{FF2B5EF4-FFF2-40B4-BE49-F238E27FC236}">
                    <a16:creationId xmlns:a16="http://schemas.microsoft.com/office/drawing/2014/main" id="{6467008B-A71D-2B5A-5965-A4F4C926420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8" name="Freeform: Shape 48">
                <a:extLst>
                  <a:ext uri="{FF2B5EF4-FFF2-40B4-BE49-F238E27FC236}">
                    <a16:creationId xmlns:a16="http://schemas.microsoft.com/office/drawing/2014/main" id="{5F479CBE-4211-4C8C-D2E5-349D0E147F00}"/>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19" name="Freeform: Shape 49">
                <a:extLst>
                  <a:ext uri="{FF2B5EF4-FFF2-40B4-BE49-F238E27FC236}">
                    <a16:creationId xmlns:a16="http://schemas.microsoft.com/office/drawing/2014/main" id="{F81A199D-141A-22DC-6353-1881F40E055C}"/>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20" name="Espaço Reservado para Texto 6">
            <a:extLst>
              <a:ext uri="{FF2B5EF4-FFF2-40B4-BE49-F238E27FC236}">
                <a16:creationId xmlns:a16="http://schemas.microsoft.com/office/drawing/2014/main" id="{3E74DD25-30D6-188A-8CF7-03CD1A4C274B}"/>
              </a:ext>
            </a:extLst>
          </p:cNvPr>
          <p:cNvSpPr>
            <a:spLocks noGrp="1"/>
          </p:cNvSpPr>
          <p:nvPr>
            <p:ph type="body" sz="quarter" idx="38"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21" name="Date Placeholder 1">
            <a:extLst>
              <a:ext uri="{FF2B5EF4-FFF2-40B4-BE49-F238E27FC236}">
                <a16:creationId xmlns:a16="http://schemas.microsoft.com/office/drawing/2014/main" id="{225D8DF4-F29D-36AA-42FD-859125645D09}"/>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8640C9F6-BEFE-4005-81CF-479DB7EB107B}" type="datetime4">
              <a:rPr lang="en-US" smtClean="0"/>
              <a:t>September 28, 2026</a:t>
            </a:fld>
            <a:endParaRPr lang="en-US"/>
          </a:p>
        </p:txBody>
      </p:sp>
      <p:sp>
        <p:nvSpPr>
          <p:cNvPr id="22" name="Espaço Reservado para Texto 6">
            <a:extLst>
              <a:ext uri="{FF2B5EF4-FFF2-40B4-BE49-F238E27FC236}">
                <a16:creationId xmlns:a16="http://schemas.microsoft.com/office/drawing/2014/main" id="{600E4F54-16E4-F72B-E47F-AD7A341150E5}"/>
              </a:ext>
            </a:extLst>
          </p:cNvPr>
          <p:cNvSpPr>
            <a:spLocks noGrp="1"/>
          </p:cNvSpPr>
          <p:nvPr>
            <p:ph type="body" sz="quarter" idx="39"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23" name="Espaço Reservado para Texto 6">
            <a:extLst>
              <a:ext uri="{FF2B5EF4-FFF2-40B4-BE49-F238E27FC236}">
                <a16:creationId xmlns:a16="http://schemas.microsoft.com/office/drawing/2014/main" id="{E23A42F1-5093-9517-11CC-E94EDA508616}"/>
              </a:ext>
            </a:extLst>
          </p:cNvPr>
          <p:cNvSpPr>
            <a:spLocks noGrp="1"/>
          </p:cNvSpPr>
          <p:nvPr>
            <p:ph type="body" sz="quarter" idx="40" hasCustomPrompt="1"/>
          </p:nvPr>
        </p:nvSpPr>
        <p:spPr>
          <a:xfrm>
            <a:off x="390154" y="1405779"/>
            <a:ext cx="6112352" cy="187302"/>
          </a:xfrm>
          <a:prstGeom prst="rect">
            <a:avLst/>
          </a:prstGeom>
        </p:spPr>
        <p:txBody>
          <a:bodyPr vert="horz" lIns="0" tIns="0" rIns="0" bIns="0" rtlCol="0" anchor="t">
            <a:noAutofit/>
          </a:bodyPr>
          <a:lstStyle>
            <a:lvl1pPr>
              <a:defRPr lang="pt-BR" sz="16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15" name="Text Placeholder 4">
            <a:extLst>
              <a:ext uri="{FF2B5EF4-FFF2-40B4-BE49-F238E27FC236}">
                <a16:creationId xmlns:a16="http://schemas.microsoft.com/office/drawing/2014/main" id="{9CDC6F15-9156-27BD-DE24-345453CF452B}"/>
              </a:ext>
            </a:extLst>
          </p:cNvPr>
          <p:cNvSpPr>
            <a:spLocks noGrp="1"/>
          </p:cNvSpPr>
          <p:nvPr>
            <p:ph type="body" sz="quarter" idx="20"/>
          </p:nvPr>
        </p:nvSpPr>
        <p:spPr>
          <a:xfrm>
            <a:off x="390154" y="2150950"/>
            <a:ext cx="6098400" cy="1378800"/>
          </a:xfrm>
          <a:prstGeom prst="rect">
            <a:avLst/>
          </a:prstGeom>
          <a:solidFill>
            <a:schemeClr val="bg1">
              <a:lumMod val="95000"/>
            </a:schemeClr>
          </a:solidFill>
        </p:spPr>
        <p:txBody>
          <a:bodyPr wrap="square" lIns="72000" tIns="72000" rIns="72000" bIns="7200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a:t>Click to edit Master text styles</a:t>
            </a:r>
          </a:p>
        </p:txBody>
      </p:sp>
      <p:sp>
        <p:nvSpPr>
          <p:cNvPr id="24" name="Text Placeholder 4">
            <a:extLst>
              <a:ext uri="{FF2B5EF4-FFF2-40B4-BE49-F238E27FC236}">
                <a16:creationId xmlns:a16="http://schemas.microsoft.com/office/drawing/2014/main" id="{D09E0B4F-0CB9-DC61-CCA9-25A73A1C8DD4}"/>
              </a:ext>
            </a:extLst>
          </p:cNvPr>
          <p:cNvSpPr>
            <a:spLocks noGrp="1"/>
          </p:cNvSpPr>
          <p:nvPr>
            <p:ph type="body" sz="quarter" idx="23"/>
          </p:nvPr>
        </p:nvSpPr>
        <p:spPr>
          <a:xfrm>
            <a:off x="390154" y="3691053"/>
            <a:ext cx="3734170" cy="4018975"/>
          </a:xfrm>
          <a:prstGeom prst="rect">
            <a:avLst/>
          </a:prstGeom>
          <a:noFill/>
        </p:spPr>
        <p:txBody>
          <a:bodyPr wrap="square" lIns="0" tIns="0" rIns="0" bIns="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a:t>Click to edit Master text styles</a:t>
            </a:r>
          </a:p>
        </p:txBody>
      </p:sp>
      <p:sp>
        <p:nvSpPr>
          <p:cNvPr id="25" name="Text Placeholder 4">
            <a:extLst>
              <a:ext uri="{FF2B5EF4-FFF2-40B4-BE49-F238E27FC236}">
                <a16:creationId xmlns:a16="http://schemas.microsoft.com/office/drawing/2014/main" id="{5A7F030E-73C4-E07A-33DF-312D56F0F76C}"/>
              </a:ext>
            </a:extLst>
          </p:cNvPr>
          <p:cNvSpPr>
            <a:spLocks noGrp="1"/>
          </p:cNvSpPr>
          <p:nvPr>
            <p:ph type="body" sz="quarter" idx="27" hasCustomPrompt="1"/>
          </p:nvPr>
        </p:nvSpPr>
        <p:spPr>
          <a:xfrm>
            <a:off x="4330593" y="5026703"/>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26" name="Text Placeholder 4">
            <a:extLst>
              <a:ext uri="{FF2B5EF4-FFF2-40B4-BE49-F238E27FC236}">
                <a16:creationId xmlns:a16="http://schemas.microsoft.com/office/drawing/2014/main" id="{BB3A3439-E17D-6D38-1316-DAE169B84D8D}"/>
              </a:ext>
            </a:extLst>
          </p:cNvPr>
          <p:cNvSpPr>
            <a:spLocks noGrp="1"/>
          </p:cNvSpPr>
          <p:nvPr>
            <p:ph type="body" sz="quarter" idx="28" hasCustomPrompt="1"/>
          </p:nvPr>
        </p:nvSpPr>
        <p:spPr>
          <a:xfrm>
            <a:off x="4330593" y="5188500"/>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28" name="Text Placeholder 4">
            <a:extLst>
              <a:ext uri="{FF2B5EF4-FFF2-40B4-BE49-F238E27FC236}">
                <a16:creationId xmlns:a16="http://schemas.microsoft.com/office/drawing/2014/main" id="{D879252A-E1C2-E728-21D3-50B31743B00B}"/>
              </a:ext>
            </a:extLst>
          </p:cNvPr>
          <p:cNvSpPr>
            <a:spLocks noGrp="1"/>
          </p:cNvSpPr>
          <p:nvPr>
            <p:ph type="body" sz="quarter" idx="29" hasCustomPrompt="1"/>
          </p:nvPr>
        </p:nvSpPr>
        <p:spPr>
          <a:xfrm>
            <a:off x="4330593" y="5315372"/>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29" name="Text Placeholder 4">
            <a:extLst>
              <a:ext uri="{FF2B5EF4-FFF2-40B4-BE49-F238E27FC236}">
                <a16:creationId xmlns:a16="http://schemas.microsoft.com/office/drawing/2014/main" id="{F9B99FB5-852F-6BAD-F3AA-BCFE83FADD59}"/>
              </a:ext>
            </a:extLst>
          </p:cNvPr>
          <p:cNvSpPr>
            <a:spLocks noGrp="1"/>
          </p:cNvSpPr>
          <p:nvPr>
            <p:ph type="body" sz="quarter" idx="30" hasCustomPrompt="1"/>
          </p:nvPr>
        </p:nvSpPr>
        <p:spPr>
          <a:xfrm>
            <a:off x="4330593" y="5512958"/>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30" name="Text Placeholder 4">
            <a:extLst>
              <a:ext uri="{FF2B5EF4-FFF2-40B4-BE49-F238E27FC236}">
                <a16:creationId xmlns:a16="http://schemas.microsoft.com/office/drawing/2014/main" id="{40246B11-FD7D-36D8-6E07-4D3E3BAC269E}"/>
              </a:ext>
            </a:extLst>
          </p:cNvPr>
          <p:cNvSpPr>
            <a:spLocks noGrp="1"/>
          </p:cNvSpPr>
          <p:nvPr>
            <p:ph type="body" sz="quarter" idx="31" hasCustomPrompt="1"/>
          </p:nvPr>
        </p:nvSpPr>
        <p:spPr>
          <a:xfrm>
            <a:off x="4330593" y="5674755"/>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31" name="Text Placeholder 4">
            <a:extLst>
              <a:ext uri="{FF2B5EF4-FFF2-40B4-BE49-F238E27FC236}">
                <a16:creationId xmlns:a16="http://schemas.microsoft.com/office/drawing/2014/main" id="{6BB6FA29-C19C-7F7C-3184-635E561111AC}"/>
              </a:ext>
            </a:extLst>
          </p:cNvPr>
          <p:cNvSpPr>
            <a:spLocks noGrp="1"/>
          </p:cNvSpPr>
          <p:nvPr>
            <p:ph type="body" sz="quarter" idx="32" hasCustomPrompt="1"/>
          </p:nvPr>
        </p:nvSpPr>
        <p:spPr>
          <a:xfrm>
            <a:off x="4330593" y="580162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32" name="Text Placeholder 4">
            <a:extLst>
              <a:ext uri="{FF2B5EF4-FFF2-40B4-BE49-F238E27FC236}">
                <a16:creationId xmlns:a16="http://schemas.microsoft.com/office/drawing/2014/main" id="{5AB78DE9-33F1-89EC-EAD1-9DA325469D9C}"/>
              </a:ext>
            </a:extLst>
          </p:cNvPr>
          <p:cNvSpPr>
            <a:spLocks noGrp="1"/>
          </p:cNvSpPr>
          <p:nvPr>
            <p:ph type="body" sz="quarter" idx="33" hasCustomPrompt="1"/>
          </p:nvPr>
        </p:nvSpPr>
        <p:spPr>
          <a:xfrm>
            <a:off x="4330593" y="6006528"/>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33" name="Text Placeholder 4">
            <a:extLst>
              <a:ext uri="{FF2B5EF4-FFF2-40B4-BE49-F238E27FC236}">
                <a16:creationId xmlns:a16="http://schemas.microsoft.com/office/drawing/2014/main" id="{5E8516FE-9642-556F-F777-2569F79C7BFC}"/>
              </a:ext>
            </a:extLst>
          </p:cNvPr>
          <p:cNvSpPr>
            <a:spLocks noGrp="1"/>
          </p:cNvSpPr>
          <p:nvPr>
            <p:ph type="body" sz="quarter" idx="34" hasCustomPrompt="1"/>
          </p:nvPr>
        </p:nvSpPr>
        <p:spPr>
          <a:xfrm>
            <a:off x="4330593" y="6168325"/>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34" name="Text Placeholder 4">
            <a:extLst>
              <a:ext uri="{FF2B5EF4-FFF2-40B4-BE49-F238E27FC236}">
                <a16:creationId xmlns:a16="http://schemas.microsoft.com/office/drawing/2014/main" id="{5FC8989C-C279-357C-1E1A-D58DEA9EF4A5}"/>
              </a:ext>
            </a:extLst>
          </p:cNvPr>
          <p:cNvSpPr>
            <a:spLocks noGrp="1"/>
          </p:cNvSpPr>
          <p:nvPr>
            <p:ph type="body" sz="quarter" idx="35" hasCustomPrompt="1"/>
          </p:nvPr>
        </p:nvSpPr>
        <p:spPr>
          <a:xfrm>
            <a:off x="4330593" y="629519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39" name="Espaço Reservado para Conteúdo 14">
            <a:extLst>
              <a:ext uri="{FF2B5EF4-FFF2-40B4-BE49-F238E27FC236}">
                <a16:creationId xmlns:a16="http://schemas.microsoft.com/office/drawing/2014/main" id="{0367F594-505D-738C-FC34-474862284B60}"/>
              </a:ext>
            </a:extLst>
          </p:cNvPr>
          <p:cNvSpPr>
            <a:spLocks noGrp="1"/>
          </p:cNvSpPr>
          <p:nvPr>
            <p:ph sz="quarter" idx="21" hasCustomPrompt="1"/>
          </p:nvPr>
        </p:nvSpPr>
        <p:spPr>
          <a:xfrm>
            <a:off x="382830" y="8150455"/>
            <a:ext cx="6106868"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6" name="Espaço Reservado para Conteúdo 14">
            <a:extLst>
              <a:ext uri="{FF2B5EF4-FFF2-40B4-BE49-F238E27FC236}">
                <a16:creationId xmlns:a16="http://schemas.microsoft.com/office/drawing/2014/main" id="{2BBD1FCD-CECD-31A7-94DA-02CCEF482D42}"/>
              </a:ext>
            </a:extLst>
          </p:cNvPr>
          <p:cNvSpPr>
            <a:spLocks noGrp="1"/>
          </p:cNvSpPr>
          <p:nvPr>
            <p:ph sz="quarter" idx="22" hasCustomPrompt="1"/>
          </p:nvPr>
        </p:nvSpPr>
        <p:spPr>
          <a:xfrm>
            <a:off x="4330593" y="6790831"/>
            <a:ext cx="2159107" cy="91919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8" name="Espaço Reservado para Conteúdo 14">
            <a:extLst>
              <a:ext uri="{FF2B5EF4-FFF2-40B4-BE49-F238E27FC236}">
                <a16:creationId xmlns:a16="http://schemas.microsoft.com/office/drawing/2014/main" id="{BA06DE38-13ED-2B77-02BB-67B91D04C2A2}"/>
              </a:ext>
            </a:extLst>
          </p:cNvPr>
          <p:cNvSpPr>
            <a:spLocks noGrp="1"/>
          </p:cNvSpPr>
          <p:nvPr>
            <p:ph sz="quarter" idx="37" hasCustomPrompt="1"/>
          </p:nvPr>
        </p:nvSpPr>
        <p:spPr>
          <a:xfrm>
            <a:off x="382830" y="7861837"/>
            <a:ext cx="610686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59" name="Espaço Reservado para Conteúdo 14">
            <a:extLst>
              <a:ext uri="{FF2B5EF4-FFF2-40B4-BE49-F238E27FC236}">
                <a16:creationId xmlns:a16="http://schemas.microsoft.com/office/drawing/2014/main" id="{C1B6818F-6251-98B3-CD88-0BD6F91489D4}"/>
              </a:ext>
            </a:extLst>
          </p:cNvPr>
          <p:cNvSpPr>
            <a:spLocks noGrp="1"/>
          </p:cNvSpPr>
          <p:nvPr>
            <p:ph sz="quarter" idx="24" hasCustomPrompt="1"/>
          </p:nvPr>
        </p:nvSpPr>
        <p:spPr>
          <a:xfrm>
            <a:off x="4330593" y="65022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60" name="Espaço Reservado para Conteúdo 14">
            <a:extLst>
              <a:ext uri="{FF2B5EF4-FFF2-40B4-BE49-F238E27FC236}">
                <a16:creationId xmlns:a16="http://schemas.microsoft.com/office/drawing/2014/main" id="{9ED6545B-3ECC-FC98-B90F-BBC0841F64A7}"/>
              </a:ext>
            </a:extLst>
          </p:cNvPr>
          <p:cNvSpPr>
            <a:spLocks noGrp="1"/>
          </p:cNvSpPr>
          <p:nvPr>
            <p:ph sz="quarter" idx="41" hasCustomPrompt="1"/>
          </p:nvPr>
        </p:nvSpPr>
        <p:spPr>
          <a:xfrm>
            <a:off x="4330593" y="3695191"/>
            <a:ext cx="2159107" cy="123486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cxnSp>
        <p:nvCxnSpPr>
          <p:cNvPr id="70" name="Straight Connector 69">
            <a:extLst>
              <a:ext uri="{FF2B5EF4-FFF2-40B4-BE49-F238E27FC236}">
                <a16:creationId xmlns:a16="http://schemas.microsoft.com/office/drawing/2014/main" id="{C89909FC-D97F-7AAE-54BD-012E87CABC70}"/>
              </a:ext>
            </a:extLst>
          </p:cNvPr>
          <p:cNvCxnSpPr>
            <a:cxnSpLocks/>
          </p:cNvCxnSpPr>
          <p:nvPr userDrawn="1"/>
        </p:nvCxnSpPr>
        <p:spPr>
          <a:xfrm>
            <a:off x="4227459" y="3692525"/>
            <a:ext cx="0" cy="403633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4547467"/>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apa Short Note v1">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p>
        </p:txBody>
      </p:sp>
      <p:pic>
        <p:nvPicPr>
          <p:cNvPr id="2" name="Graphic 1">
            <a:extLst>
              <a:ext uri="{FF2B5EF4-FFF2-40B4-BE49-F238E27FC236}">
                <a16:creationId xmlns:a16="http://schemas.microsoft.com/office/drawing/2014/main" id="{D0549440-0B66-AA19-A3B2-4E02A5C5AD30}"/>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0" y="0"/>
            <a:ext cx="6858000" cy="2003470"/>
          </a:xfrm>
          <a:prstGeom prst="rect">
            <a:avLst/>
          </a:prstGeom>
        </p:spPr>
      </p:pic>
      <p:pic>
        <p:nvPicPr>
          <p:cNvPr id="4" name="Picture 3" descr="A blue and white dot pattern&#10;&#10;AI-generated content may be incorrect.">
            <a:extLst>
              <a:ext uri="{FF2B5EF4-FFF2-40B4-BE49-F238E27FC236}">
                <a16:creationId xmlns:a16="http://schemas.microsoft.com/office/drawing/2014/main" id="{05355334-9077-CE8A-46FF-97FBE3D34092}"/>
              </a:ext>
            </a:extLst>
          </p:cNvPr>
          <p:cNvPicPr>
            <a:picLocks noChangeAspect="1"/>
          </p:cNvPicPr>
          <p:nvPr userDrawn="1"/>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14569" y="12000"/>
            <a:ext cx="6843431" cy="1991470"/>
          </a:xfrm>
          <a:prstGeom prst="rect">
            <a:avLst/>
          </a:prstGeom>
        </p:spPr>
      </p:pic>
      <p:pic>
        <p:nvPicPr>
          <p:cNvPr id="5" name="Graphic 4">
            <a:extLst>
              <a:ext uri="{FF2B5EF4-FFF2-40B4-BE49-F238E27FC236}">
                <a16:creationId xmlns:a16="http://schemas.microsoft.com/office/drawing/2014/main" id="{C4A82DAB-D59D-A1F8-0D9C-7522C4D1B530}"/>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rcRect l="51901" t="57744" r="40349" b="-120"/>
          <a:stretch/>
        </p:blipFill>
        <p:spPr>
          <a:xfrm rot="5400000" flipH="1">
            <a:off x="3316774" y="-1537758"/>
            <a:ext cx="2003470" cy="5078985"/>
          </a:xfrm>
          <a:prstGeom prst="rect">
            <a:avLst/>
          </a:prstGeom>
        </p:spPr>
      </p:pic>
      <p:sp>
        <p:nvSpPr>
          <p:cNvPr id="6" name="Espaço Reservado para Texto 6">
            <a:extLst>
              <a:ext uri="{FF2B5EF4-FFF2-40B4-BE49-F238E27FC236}">
                <a16:creationId xmlns:a16="http://schemas.microsoft.com/office/drawing/2014/main" id="{02F0BBBC-DC77-7B39-FA0C-18F5D08A5E48}"/>
              </a:ext>
            </a:extLst>
          </p:cNvPr>
          <p:cNvSpPr>
            <a:spLocks noGrp="1"/>
          </p:cNvSpPr>
          <p:nvPr>
            <p:ph type="body" sz="quarter" idx="16" hasCustomPrompt="1"/>
          </p:nvPr>
        </p:nvSpPr>
        <p:spPr>
          <a:xfrm>
            <a:off x="390154" y="96923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grpSp>
        <p:nvGrpSpPr>
          <p:cNvPr id="7" name="Group 6">
            <a:extLst>
              <a:ext uri="{FF2B5EF4-FFF2-40B4-BE49-F238E27FC236}">
                <a16:creationId xmlns:a16="http://schemas.microsoft.com/office/drawing/2014/main" id="{C843CF93-C04E-A551-7854-0C181EDA86CF}"/>
              </a:ext>
            </a:extLst>
          </p:cNvPr>
          <p:cNvGrpSpPr/>
          <p:nvPr userDrawn="1"/>
        </p:nvGrpSpPr>
        <p:grpSpPr>
          <a:xfrm>
            <a:off x="390154" y="406178"/>
            <a:ext cx="1240285" cy="341910"/>
            <a:chOff x="2700591" y="2522601"/>
            <a:chExt cx="6428993" cy="1772284"/>
          </a:xfrm>
        </p:grpSpPr>
        <p:sp>
          <p:nvSpPr>
            <p:cNvPr id="8" name="Freeform: Shape 40">
              <a:extLst>
                <a:ext uri="{FF2B5EF4-FFF2-40B4-BE49-F238E27FC236}">
                  <a16:creationId xmlns:a16="http://schemas.microsoft.com/office/drawing/2014/main" id="{847B58D9-0CDC-BB3A-21D6-D3F56DDDCE72}"/>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9" name="Graphic 20">
              <a:extLst>
                <a:ext uri="{FF2B5EF4-FFF2-40B4-BE49-F238E27FC236}">
                  <a16:creationId xmlns:a16="http://schemas.microsoft.com/office/drawing/2014/main" id="{ACADCB28-4F89-983A-7757-B7A9D9B77716}"/>
                </a:ext>
              </a:extLst>
            </p:cNvPr>
            <p:cNvGrpSpPr/>
            <p:nvPr/>
          </p:nvGrpSpPr>
          <p:grpSpPr>
            <a:xfrm>
              <a:off x="5034660" y="3339528"/>
              <a:ext cx="4094924" cy="747077"/>
              <a:chOff x="5034660" y="3339528"/>
              <a:chExt cx="4094924" cy="747077"/>
            </a:xfrm>
            <a:solidFill>
              <a:srgbClr val="FFFFFF"/>
            </a:solidFill>
          </p:grpSpPr>
          <p:sp>
            <p:nvSpPr>
              <p:cNvPr id="10" name="Freeform: Shape 42">
                <a:extLst>
                  <a:ext uri="{FF2B5EF4-FFF2-40B4-BE49-F238E27FC236}">
                    <a16:creationId xmlns:a16="http://schemas.microsoft.com/office/drawing/2014/main" id="{77B3D8EE-2D17-16EB-162F-A610AA2A4CEE}"/>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2" name="Freeform: Shape 43">
                <a:extLst>
                  <a:ext uri="{FF2B5EF4-FFF2-40B4-BE49-F238E27FC236}">
                    <a16:creationId xmlns:a16="http://schemas.microsoft.com/office/drawing/2014/main" id="{1F71C35D-22D1-AC78-89DF-271FDC81FBD8}"/>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13" name="Freeform: Shape 44">
                <a:extLst>
                  <a:ext uri="{FF2B5EF4-FFF2-40B4-BE49-F238E27FC236}">
                    <a16:creationId xmlns:a16="http://schemas.microsoft.com/office/drawing/2014/main" id="{695043F5-9FE3-D64C-11F9-BBEFD0B3D912}"/>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14" name="Freeform: Shape 45">
                <a:extLst>
                  <a:ext uri="{FF2B5EF4-FFF2-40B4-BE49-F238E27FC236}">
                    <a16:creationId xmlns:a16="http://schemas.microsoft.com/office/drawing/2014/main" id="{CFB94037-5F60-9FB2-AEAA-1FC9AFEDB60A}"/>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16" name="Freeform: Shape 46">
                <a:extLst>
                  <a:ext uri="{FF2B5EF4-FFF2-40B4-BE49-F238E27FC236}">
                    <a16:creationId xmlns:a16="http://schemas.microsoft.com/office/drawing/2014/main" id="{831741FD-5C72-6EA4-F812-4B27C31D21B5}"/>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17" name="Freeform: Shape 47">
                <a:extLst>
                  <a:ext uri="{FF2B5EF4-FFF2-40B4-BE49-F238E27FC236}">
                    <a16:creationId xmlns:a16="http://schemas.microsoft.com/office/drawing/2014/main" id="{21077A4A-99EF-C5B3-3B2D-8E5451AD82DE}"/>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8" name="Freeform: Shape 48">
                <a:extLst>
                  <a:ext uri="{FF2B5EF4-FFF2-40B4-BE49-F238E27FC236}">
                    <a16:creationId xmlns:a16="http://schemas.microsoft.com/office/drawing/2014/main" id="{F843AE6D-8625-2B12-C14F-B0C5D276A76A}"/>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19" name="Freeform: Shape 49">
                <a:extLst>
                  <a:ext uri="{FF2B5EF4-FFF2-40B4-BE49-F238E27FC236}">
                    <a16:creationId xmlns:a16="http://schemas.microsoft.com/office/drawing/2014/main" id="{5C54346F-14A5-5076-E856-23E370C8FCED}"/>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20" name="Espaço Reservado para Texto 6">
            <a:extLst>
              <a:ext uri="{FF2B5EF4-FFF2-40B4-BE49-F238E27FC236}">
                <a16:creationId xmlns:a16="http://schemas.microsoft.com/office/drawing/2014/main" id="{CE9DB6D6-312F-75AA-3CC5-F8C21A4AAA08}"/>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21" name="Date Placeholder 1">
            <a:extLst>
              <a:ext uri="{FF2B5EF4-FFF2-40B4-BE49-F238E27FC236}">
                <a16:creationId xmlns:a16="http://schemas.microsoft.com/office/drawing/2014/main" id="{E8CBDECE-6D0D-C3E5-204E-426FA529B322}"/>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87F96A31-FEDC-466E-B0D9-0D8D68916DB7}" type="datetime4">
              <a:rPr lang="en-US" smtClean="0"/>
              <a:t>September 28, 2026</a:t>
            </a:fld>
            <a:endParaRPr lang="en-US"/>
          </a:p>
        </p:txBody>
      </p:sp>
      <p:sp>
        <p:nvSpPr>
          <p:cNvPr id="22" name="Espaço Reservado para Texto 6">
            <a:extLst>
              <a:ext uri="{FF2B5EF4-FFF2-40B4-BE49-F238E27FC236}">
                <a16:creationId xmlns:a16="http://schemas.microsoft.com/office/drawing/2014/main" id="{CF0C2964-DE74-9687-D177-9645A10446B2}"/>
              </a:ext>
            </a:extLst>
          </p:cNvPr>
          <p:cNvSpPr>
            <a:spLocks noGrp="1"/>
          </p:cNvSpPr>
          <p:nvPr>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23" name="Espaço Reservado para Texto 6">
            <a:extLst>
              <a:ext uri="{FF2B5EF4-FFF2-40B4-BE49-F238E27FC236}">
                <a16:creationId xmlns:a16="http://schemas.microsoft.com/office/drawing/2014/main" id="{198EED14-43EA-50D7-1903-F2F9650EDCB9}"/>
              </a:ext>
            </a:extLst>
          </p:cNvPr>
          <p:cNvSpPr>
            <a:spLocks noGrp="1"/>
          </p:cNvSpPr>
          <p:nvPr>
            <p:ph type="body" sz="quarter" idx="39" hasCustomPrompt="1"/>
          </p:nvPr>
        </p:nvSpPr>
        <p:spPr>
          <a:xfrm>
            <a:off x="390154" y="1405779"/>
            <a:ext cx="6112352" cy="187302"/>
          </a:xfrm>
          <a:prstGeom prst="rect">
            <a:avLst/>
          </a:prstGeom>
        </p:spPr>
        <p:txBody>
          <a:bodyPr vert="horz" lIns="0" tIns="0" rIns="0" bIns="0" rtlCol="0" anchor="t">
            <a:noAutofit/>
          </a:bodyPr>
          <a:lstStyle>
            <a:lvl1pPr>
              <a:defRPr lang="pt-BR" sz="16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15" name="Espaço Reservado para Conteúdo 14">
            <a:extLst>
              <a:ext uri="{FF2B5EF4-FFF2-40B4-BE49-F238E27FC236}">
                <a16:creationId xmlns:a16="http://schemas.microsoft.com/office/drawing/2014/main" id="{592D369A-CDFC-B507-81B4-EA34E7471120}"/>
              </a:ext>
            </a:extLst>
          </p:cNvPr>
          <p:cNvSpPr>
            <a:spLocks noGrp="1"/>
          </p:cNvSpPr>
          <p:nvPr>
            <p:ph sz="quarter" idx="21" hasCustomPrompt="1"/>
          </p:nvPr>
        </p:nvSpPr>
        <p:spPr>
          <a:xfrm>
            <a:off x="382830" y="8150455"/>
            <a:ext cx="3741496"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4" name="Espaço Reservado para Conteúdo 14">
            <a:extLst>
              <a:ext uri="{FF2B5EF4-FFF2-40B4-BE49-F238E27FC236}">
                <a16:creationId xmlns:a16="http://schemas.microsoft.com/office/drawing/2014/main" id="{EC7D38A6-E6A5-A9D6-2ED6-31212B379779}"/>
              </a:ext>
            </a:extLst>
          </p:cNvPr>
          <p:cNvSpPr>
            <a:spLocks noGrp="1"/>
          </p:cNvSpPr>
          <p:nvPr>
            <p:ph sz="quarter" idx="37" hasCustomPrompt="1"/>
          </p:nvPr>
        </p:nvSpPr>
        <p:spPr>
          <a:xfrm>
            <a:off x="382830" y="7861837"/>
            <a:ext cx="3741496"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cxnSp>
        <p:nvCxnSpPr>
          <p:cNvPr id="25" name="Straight Connector 24">
            <a:extLst>
              <a:ext uri="{FF2B5EF4-FFF2-40B4-BE49-F238E27FC236}">
                <a16:creationId xmlns:a16="http://schemas.microsoft.com/office/drawing/2014/main" id="{66BF18E4-3D29-42A7-6C25-B8127BF9DF8A}"/>
              </a:ext>
            </a:extLst>
          </p:cNvPr>
          <p:cNvCxnSpPr>
            <a:cxnSpLocks/>
          </p:cNvCxnSpPr>
          <p:nvPr userDrawn="1"/>
        </p:nvCxnSpPr>
        <p:spPr>
          <a:xfrm>
            <a:off x="4227459" y="3692525"/>
            <a:ext cx="0" cy="5761038"/>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26" name="Text Placeholder 4">
            <a:extLst>
              <a:ext uri="{FF2B5EF4-FFF2-40B4-BE49-F238E27FC236}">
                <a16:creationId xmlns:a16="http://schemas.microsoft.com/office/drawing/2014/main" id="{8E11B218-731B-DED1-E2DD-B6A88194082F}"/>
              </a:ext>
            </a:extLst>
          </p:cNvPr>
          <p:cNvSpPr>
            <a:spLocks noGrp="1"/>
          </p:cNvSpPr>
          <p:nvPr>
            <p:ph type="body" sz="quarter" idx="23"/>
          </p:nvPr>
        </p:nvSpPr>
        <p:spPr>
          <a:xfrm>
            <a:off x="390154" y="3692524"/>
            <a:ext cx="3734170" cy="4017503"/>
          </a:xfrm>
          <a:prstGeom prst="rect">
            <a:avLst/>
          </a:prstGeom>
          <a:noFill/>
        </p:spPr>
        <p:txBody>
          <a:bodyPr wrap="square" lIns="0" tIns="0" rIns="0" bIns="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a:t>Click to edit Master text styles</a:t>
            </a:r>
          </a:p>
        </p:txBody>
      </p:sp>
      <p:sp>
        <p:nvSpPr>
          <p:cNvPr id="28" name="Text Placeholder 4">
            <a:extLst>
              <a:ext uri="{FF2B5EF4-FFF2-40B4-BE49-F238E27FC236}">
                <a16:creationId xmlns:a16="http://schemas.microsoft.com/office/drawing/2014/main" id="{5E2B7853-2B3B-5C3E-31FA-0D980EB98254}"/>
              </a:ext>
            </a:extLst>
          </p:cNvPr>
          <p:cNvSpPr>
            <a:spLocks noGrp="1"/>
          </p:cNvSpPr>
          <p:nvPr>
            <p:ph type="body" sz="quarter" idx="20"/>
          </p:nvPr>
        </p:nvSpPr>
        <p:spPr>
          <a:xfrm>
            <a:off x="390154" y="2150950"/>
            <a:ext cx="6099546" cy="1378800"/>
          </a:xfrm>
          <a:prstGeom prst="rect">
            <a:avLst/>
          </a:prstGeom>
          <a:solidFill>
            <a:schemeClr val="bg1">
              <a:lumMod val="95000"/>
            </a:schemeClr>
          </a:solidFill>
        </p:spPr>
        <p:txBody>
          <a:bodyPr wrap="square" lIns="72000" tIns="72000" rIns="72000" bIns="7200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a:t>Click to edit Master text styles</a:t>
            </a:r>
          </a:p>
        </p:txBody>
      </p:sp>
      <p:sp>
        <p:nvSpPr>
          <p:cNvPr id="29" name="Text Placeholder 4">
            <a:extLst>
              <a:ext uri="{FF2B5EF4-FFF2-40B4-BE49-F238E27FC236}">
                <a16:creationId xmlns:a16="http://schemas.microsoft.com/office/drawing/2014/main" id="{CE0A76F7-79E8-A32B-B2C3-0DF23F12736F}"/>
              </a:ext>
            </a:extLst>
          </p:cNvPr>
          <p:cNvSpPr>
            <a:spLocks noGrp="1"/>
          </p:cNvSpPr>
          <p:nvPr>
            <p:ph type="body" sz="quarter" idx="27" hasCustomPrompt="1"/>
          </p:nvPr>
        </p:nvSpPr>
        <p:spPr>
          <a:xfrm>
            <a:off x="4330593" y="5026703"/>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30" name="Text Placeholder 4">
            <a:extLst>
              <a:ext uri="{FF2B5EF4-FFF2-40B4-BE49-F238E27FC236}">
                <a16:creationId xmlns:a16="http://schemas.microsoft.com/office/drawing/2014/main" id="{1572963F-527C-266C-CEA7-4BBE605CF227}"/>
              </a:ext>
            </a:extLst>
          </p:cNvPr>
          <p:cNvSpPr>
            <a:spLocks noGrp="1"/>
          </p:cNvSpPr>
          <p:nvPr>
            <p:ph type="body" sz="quarter" idx="28" hasCustomPrompt="1"/>
          </p:nvPr>
        </p:nvSpPr>
        <p:spPr>
          <a:xfrm>
            <a:off x="4330593" y="5188500"/>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31" name="Text Placeholder 4">
            <a:extLst>
              <a:ext uri="{FF2B5EF4-FFF2-40B4-BE49-F238E27FC236}">
                <a16:creationId xmlns:a16="http://schemas.microsoft.com/office/drawing/2014/main" id="{3E235B2D-3B3B-8BD6-F30A-7B508DC31E12}"/>
              </a:ext>
            </a:extLst>
          </p:cNvPr>
          <p:cNvSpPr>
            <a:spLocks noGrp="1"/>
          </p:cNvSpPr>
          <p:nvPr>
            <p:ph type="body" sz="quarter" idx="29" hasCustomPrompt="1"/>
          </p:nvPr>
        </p:nvSpPr>
        <p:spPr>
          <a:xfrm>
            <a:off x="4330593" y="5315372"/>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32" name="Text Placeholder 4">
            <a:extLst>
              <a:ext uri="{FF2B5EF4-FFF2-40B4-BE49-F238E27FC236}">
                <a16:creationId xmlns:a16="http://schemas.microsoft.com/office/drawing/2014/main" id="{F76892AD-65D9-283F-1D35-F2253E08B6E5}"/>
              </a:ext>
            </a:extLst>
          </p:cNvPr>
          <p:cNvSpPr>
            <a:spLocks noGrp="1"/>
          </p:cNvSpPr>
          <p:nvPr>
            <p:ph type="body" sz="quarter" idx="30" hasCustomPrompt="1"/>
          </p:nvPr>
        </p:nvSpPr>
        <p:spPr>
          <a:xfrm>
            <a:off x="4330593" y="5512958"/>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33" name="Text Placeholder 4">
            <a:extLst>
              <a:ext uri="{FF2B5EF4-FFF2-40B4-BE49-F238E27FC236}">
                <a16:creationId xmlns:a16="http://schemas.microsoft.com/office/drawing/2014/main" id="{C6AD9A9A-18E9-A7F8-886F-1061653B815D}"/>
              </a:ext>
            </a:extLst>
          </p:cNvPr>
          <p:cNvSpPr>
            <a:spLocks noGrp="1"/>
          </p:cNvSpPr>
          <p:nvPr>
            <p:ph type="body" sz="quarter" idx="31" hasCustomPrompt="1"/>
          </p:nvPr>
        </p:nvSpPr>
        <p:spPr>
          <a:xfrm>
            <a:off x="4330593" y="5674755"/>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34" name="Text Placeholder 4">
            <a:extLst>
              <a:ext uri="{FF2B5EF4-FFF2-40B4-BE49-F238E27FC236}">
                <a16:creationId xmlns:a16="http://schemas.microsoft.com/office/drawing/2014/main" id="{B88D50CA-40BF-B59C-5995-423CE5987457}"/>
              </a:ext>
            </a:extLst>
          </p:cNvPr>
          <p:cNvSpPr>
            <a:spLocks noGrp="1"/>
          </p:cNvSpPr>
          <p:nvPr>
            <p:ph type="body" sz="quarter" idx="32" hasCustomPrompt="1"/>
          </p:nvPr>
        </p:nvSpPr>
        <p:spPr>
          <a:xfrm>
            <a:off x="4330593" y="580162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35" name="Text Placeholder 4">
            <a:extLst>
              <a:ext uri="{FF2B5EF4-FFF2-40B4-BE49-F238E27FC236}">
                <a16:creationId xmlns:a16="http://schemas.microsoft.com/office/drawing/2014/main" id="{633C82EA-D2E2-815F-F550-B8F1A48AFB80}"/>
              </a:ext>
            </a:extLst>
          </p:cNvPr>
          <p:cNvSpPr>
            <a:spLocks noGrp="1"/>
          </p:cNvSpPr>
          <p:nvPr>
            <p:ph type="body" sz="quarter" idx="33" hasCustomPrompt="1"/>
          </p:nvPr>
        </p:nvSpPr>
        <p:spPr>
          <a:xfrm>
            <a:off x="4330593" y="6006528"/>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38" name="Text Placeholder 4">
            <a:extLst>
              <a:ext uri="{FF2B5EF4-FFF2-40B4-BE49-F238E27FC236}">
                <a16:creationId xmlns:a16="http://schemas.microsoft.com/office/drawing/2014/main" id="{7566DC93-2836-DD9B-3BE7-83D2D5C802F4}"/>
              </a:ext>
            </a:extLst>
          </p:cNvPr>
          <p:cNvSpPr>
            <a:spLocks noGrp="1"/>
          </p:cNvSpPr>
          <p:nvPr>
            <p:ph type="body" sz="quarter" idx="34" hasCustomPrompt="1"/>
          </p:nvPr>
        </p:nvSpPr>
        <p:spPr>
          <a:xfrm>
            <a:off x="4330593" y="6168325"/>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39" name="Text Placeholder 4">
            <a:extLst>
              <a:ext uri="{FF2B5EF4-FFF2-40B4-BE49-F238E27FC236}">
                <a16:creationId xmlns:a16="http://schemas.microsoft.com/office/drawing/2014/main" id="{86F96AEB-7089-8287-1C31-39DA1D1938AD}"/>
              </a:ext>
            </a:extLst>
          </p:cNvPr>
          <p:cNvSpPr>
            <a:spLocks noGrp="1"/>
          </p:cNvSpPr>
          <p:nvPr>
            <p:ph type="body" sz="quarter" idx="35" hasCustomPrompt="1"/>
          </p:nvPr>
        </p:nvSpPr>
        <p:spPr>
          <a:xfrm>
            <a:off x="4330593" y="629519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40" name="Espaço Reservado para Conteúdo 14">
            <a:extLst>
              <a:ext uri="{FF2B5EF4-FFF2-40B4-BE49-F238E27FC236}">
                <a16:creationId xmlns:a16="http://schemas.microsoft.com/office/drawing/2014/main" id="{9C7F0BE1-AF7E-208B-0029-AE82B626A70B}"/>
              </a:ext>
            </a:extLst>
          </p:cNvPr>
          <p:cNvSpPr>
            <a:spLocks noGrp="1"/>
          </p:cNvSpPr>
          <p:nvPr>
            <p:ph sz="quarter" idx="40" hasCustomPrompt="1"/>
          </p:nvPr>
        </p:nvSpPr>
        <p:spPr>
          <a:xfrm>
            <a:off x="4330593" y="3695191"/>
            <a:ext cx="2159107" cy="123486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Tree>
    <p:extLst>
      <p:ext uri="{BB962C8B-B14F-4D97-AF65-F5344CB8AC3E}">
        <p14:creationId xmlns:p14="http://schemas.microsoft.com/office/powerpoint/2010/main" val="3302554483"/>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apa Company Result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pic>
        <p:nvPicPr>
          <p:cNvPr id="2" name="Graphic 1">
            <a:extLst>
              <a:ext uri="{FF2B5EF4-FFF2-40B4-BE49-F238E27FC236}">
                <a16:creationId xmlns:a16="http://schemas.microsoft.com/office/drawing/2014/main" id="{8DD97E17-1633-9DC7-BC35-FCA0A5B849FD}"/>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0" y="0"/>
            <a:ext cx="6858000" cy="2003470"/>
          </a:xfrm>
          <a:prstGeom prst="rect">
            <a:avLst/>
          </a:prstGeom>
        </p:spPr>
      </p:pic>
      <p:pic>
        <p:nvPicPr>
          <p:cNvPr id="4" name="Picture 3" descr="A blue and white dot pattern&#10;&#10;AI-generated content may be incorrect.">
            <a:extLst>
              <a:ext uri="{FF2B5EF4-FFF2-40B4-BE49-F238E27FC236}">
                <a16:creationId xmlns:a16="http://schemas.microsoft.com/office/drawing/2014/main" id="{FD76D218-5DE6-C1A1-DE38-AE168D151F7E}"/>
              </a:ext>
            </a:extLst>
          </p:cNvPr>
          <p:cNvPicPr>
            <a:picLocks noChangeAspect="1"/>
          </p:cNvPicPr>
          <p:nvPr userDrawn="1"/>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14569" y="12000"/>
            <a:ext cx="6843431" cy="1991470"/>
          </a:xfrm>
          <a:prstGeom prst="rect">
            <a:avLst/>
          </a:prstGeom>
        </p:spPr>
      </p:pic>
      <p:pic>
        <p:nvPicPr>
          <p:cNvPr id="5" name="Graphic 4">
            <a:extLst>
              <a:ext uri="{FF2B5EF4-FFF2-40B4-BE49-F238E27FC236}">
                <a16:creationId xmlns:a16="http://schemas.microsoft.com/office/drawing/2014/main" id="{A4221516-7A6B-972E-DD8E-A0CF882307AE}"/>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rcRect l="51901" t="57744" r="40349" b="-120"/>
          <a:stretch/>
        </p:blipFill>
        <p:spPr>
          <a:xfrm rot="5400000" flipH="1">
            <a:off x="3316774" y="-1537758"/>
            <a:ext cx="2003470" cy="5078985"/>
          </a:xfrm>
          <a:prstGeom prst="rect">
            <a:avLst/>
          </a:prstGeom>
        </p:spPr>
      </p:pic>
      <p:sp>
        <p:nvSpPr>
          <p:cNvPr id="6" name="Espaço Reservado para Texto 6">
            <a:extLst>
              <a:ext uri="{FF2B5EF4-FFF2-40B4-BE49-F238E27FC236}">
                <a16:creationId xmlns:a16="http://schemas.microsoft.com/office/drawing/2014/main" id="{F73B5D7D-C029-32C1-730A-AA00B0D1572C}"/>
              </a:ext>
            </a:extLst>
          </p:cNvPr>
          <p:cNvSpPr>
            <a:spLocks noGrp="1"/>
          </p:cNvSpPr>
          <p:nvPr>
            <p:ph type="body" sz="quarter" idx="16" hasCustomPrompt="1"/>
          </p:nvPr>
        </p:nvSpPr>
        <p:spPr>
          <a:xfrm>
            <a:off x="390154" y="96923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grpSp>
        <p:nvGrpSpPr>
          <p:cNvPr id="7" name="Group 6">
            <a:extLst>
              <a:ext uri="{FF2B5EF4-FFF2-40B4-BE49-F238E27FC236}">
                <a16:creationId xmlns:a16="http://schemas.microsoft.com/office/drawing/2014/main" id="{AD986761-F60C-47D5-42CC-72B7159FDBF2}"/>
              </a:ext>
            </a:extLst>
          </p:cNvPr>
          <p:cNvGrpSpPr/>
          <p:nvPr userDrawn="1"/>
        </p:nvGrpSpPr>
        <p:grpSpPr>
          <a:xfrm>
            <a:off x="390154" y="406178"/>
            <a:ext cx="1240285" cy="341910"/>
            <a:chOff x="2700591" y="2522601"/>
            <a:chExt cx="6428993" cy="1772284"/>
          </a:xfrm>
        </p:grpSpPr>
        <p:sp>
          <p:nvSpPr>
            <p:cNvPr id="8" name="Freeform: Shape 40">
              <a:extLst>
                <a:ext uri="{FF2B5EF4-FFF2-40B4-BE49-F238E27FC236}">
                  <a16:creationId xmlns:a16="http://schemas.microsoft.com/office/drawing/2014/main" id="{77D2F9FF-D38E-7ECB-F830-985479897541}"/>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9" name="Graphic 20">
              <a:extLst>
                <a:ext uri="{FF2B5EF4-FFF2-40B4-BE49-F238E27FC236}">
                  <a16:creationId xmlns:a16="http://schemas.microsoft.com/office/drawing/2014/main" id="{D191A0D4-93FD-0228-F669-71947904308D}"/>
                </a:ext>
              </a:extLst>
            </p:cNvPr>
            <p:cNvGrpSpPr/>
            <p:nvPr/>
          </p:nvGrpSpPr>
          <p:grpSpPr>
            <a:xfrm>
              <a:off x="5034660" y="3339528"/>
              <a:ext cx="4094924" cy="747077"/>
              <a:chOff x="5034660" y="3339528"/>
              <a:chExt cx="4094924" cy="747077"/>
            </a:xfrm>
            <a:solidFill>
              <a:srgbClr val="FFFFFF"/>
            </a:solidFill>
          </p:grpSpPr>
          <p:sp>
            <p:nvSpPr>
              <p:cNvPr id="10" name="Freeform: Shape 42">
                <a:extLst>
                  <a:ext uri="{FF2B5EF4-FFF2-40B4-BE49-F238E27FC236}">
                    <a16:creationId xmlns:a16="http://schemas.microsoft.com/office/drawing/2014/main" id="{D86A1379-4428-C895-06EB-EA4188253C37}"/>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2" name="Freeform: Shape 43">
                <a:extLst>
                  <a:ext uri="{FF2B5EF4-FFF2-40B4-BE49-F238E27FC236}">
                    <a16:creationId xmlns:a16="http://schemas.microsoft.com/office/drawing/2014/main" id="{E647A2FD-7BE0-AB29-E0C3-BB1855036459}"/>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13" name="Freeform: Shape 44">
                <a:extLst>
                  <a:ext uri="{FF2B5EF4-FFF2-40B4-BE49-F238E27FC236}">
                    <a16:creationId xmlns:a16="http://schemas.microsoft.com/office/drawing/2014/main" id="{23954799-D2E4-CF43-2F24-AFE16925E9B2}"/>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14" name="Freeform: Shape 45">
                <a:extLst>
                  <a:ext uri="{FF2B5EF4-FFF2-40B4-BE49-F238E27FC236}">
                    <a16:creationId xmlns:a16="http://schemas.microsoft.com/office/drawing/2014/main" id="{8E151F48-18A3-8AFB-C284-53C9A37F1286}"/>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16" name="Freeform: Shape 46">
                <a:extLst>
                  <a:ext uri="{FF2B5EF4-FFF2-40B4-BE49-F238E27FC236}">
                    <a16:creationId xmlns:a16="http://schemas.microsoft.com/office/drawing/2014/main" id="{085E448D-A8C0-DE2C-291E-970B20E7D60A}"/>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17" name="Freeform: Shape 47">
                <a:extLst>
                  <a:ext uri="{FF2B5EF4-FFF2-40B4-BE49-F238E27FC236}">
                    <a16:creationId xmlns:a16="http://schemas.microsoft.com/office/drawing/2014/main" id="{76DF4D25-5169-02C0-D9B8-3701276FF94D}"/>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8" name="Freeform: Shape 48">
                <a:extLst>
                  <a:ext uri="{FF2B5EF4-FFF2-40B4-BE49-F238E27FC236}">
                    <a16:creationId xmlns:a16="http://schemas.microsoft.com/office/drawing/2014/main" id="{F4C0F1B7-7CA0-0AE4-423B-468BD5452ACE}"/>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19" name="Freeform: Shape 49">
                <a:extLst>
                  <a:ext uri="{FF2B5EF4-FFF2-40B4-BE49-F238E27FC236}">
                    <a16:creationId xmlns:a16="http://schemas.microsoft.com/office/drawing/2014/main" id="{240144E7-CB08-7592-0ED5-0B7DA11DB1E7}"/>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20" name="Espaço Reservado para Texto 6">
            <a:extLst>
              <a:ext uri="{FF2B5EF4-FFF2-40B4-BE49-F238E27FC236}">
                <a16:creationId xmlns:a16="http://schemas.microsoft.com/office/drawing/2014/main" id="{DB57C443-5119-36C9-D5BB-2C060B8CE2CB}"/>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21" name="Date Placeholder 1">
            <a:extLst>
              <a:ext uri="{FF2B5EF4-FFF2-40B4-BE49-F238E27FC236}">
                <a16:creationId xmlns:a16="http://schemas.microsoft.com/office/drawing/2014/main" id="{7B176E2A-7326-5C0E-E3D9-41BC4F056A28}"/>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63717774-4F5E-4AD9-86D5-D6751E6882FA}" type="datetime4">
              <a:rPr lang="en-US" smtClean="0"/>
              <a:t>September 28, 2026</a:t>
            </a:fld>
            <a:endParaRPr lang="en-US"/>
          </a:p>
        </p:txBody>
      </p:sp>
      <p:sp>
        <p:nvSpPr>
          <p:cNvPr id="22" name="Espaço Reservado para Texto 6">
            <a:extLst>
              <a:ext uri="{FF2B5EF4-FFF2-40B4-BE49-F238E27FC236}">
                <a16:creationId xmlns:a16="http://schemas.microsoft.com/office/drawing/2014/main" id="{FBFC930A-4161-0E9E-859A-6545100B021E}"/>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23" name="Espaço Reservado para Texto 6">
            <a:extLst>
              <a:ext uri="{FF2B5EF4-FFF2-40B4-BE49-F238E27FC236}">
                <a16:creationId xmlns:a16="http://schemas.microsoft.com/office/drawing/2014/main" id="{507BAB29-59E5-0D5E-65E5-D88197A60214}"/>
              </a:ext>
            </a:extLst>
          </p:cNvPr>
          <p:cNvSpPr>
            <a:spLocks noGrp="1"/>
          </p:cNvSpPr>
          <p:nvPr>
            <p:ph type="body" sz="quarter" idx="38" hasCustomPrompt="1"/>
          </p:nvPr>
        </p:nvSpPr>
        <p:spPr>
          <a:xfrm>
            <a:off x="390154" y="1405779"/>
            <a:ext cx="6112352" cy="187302"/>
          </a:xfrm>
          <a:prstGeom prst="rect">
            <a:avLst/>
          </a:prstGeom>
        </p:spPr>
        <p:txBody>
          <a:bodyPr vert="horz" lIns="0" tIns="0" rIns="0" bIns="0" rtlCol="0" anchor="t">
            <a:noAutofit/>
          </a:bodyPr>
          <a:lstStyle>
            <a:lvl1pPr>
              <a:defRPr lang="pt-BR" sz="16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15" name="Text Placeholder 4">
            <a:extLst>
              <a:ext uri="{FF2B5EF4-FFF2-40B4-BE49-F238E27FC236}">
                <a16:creationId xmlns:a16="http://schemas.microsoft.com/office/drawing/2014/main" id="{03F24DE4-04E0-A5A8-F149-FAF4BF9651B6}"/>
              </a:ext>
            </a:extLst>
          </p:cNvPr>
          <p:cNvSpPr>
            <a:spLocks noGrp="1"/>
          </p:cNvSpPr>
          <p:nvPr>
            <p:ph type="body" sz="quarter" idx="39" hasCustomPrompt="1"/>
          </p:nvPr>
        </p:nvSpPr>
        <p:spPr>
          <a:xfrm>
            <a:off x="4330593" y="6544495"/>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24" name="Text Placeholder 4">
            <a:extLst>
              <a:ext uri="{FF2B5EF4-FFF2-40B4-BE49-F238E27FC236}">
                <a16:creationId xmlns:a16="http://schemas.microsoft.com/office/drawing/2014/main" id="{2911FEF9-0A77-5C12-1418-42473AFCE41A}"/>
              </a:ext>
            </a:extLst>
          </p:cNvPr>
          <p:cNvSpPr>
            <a:spLocks noGrp="1"/>
          </p:cNvSpPr>
          <p:nvPr>
            <p:ph type="body" sz="quarter" idx="40" hasCustomPrompt="1"/>
          </p:nvPr>
        </p:nvSpPr>
        <p:spPr>
          <a:xfrm>
            <a:off x="4330593" y="6706292"/>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25" name="Text Placeholder 4">
            <a:extLst>
              <a:ext uri="{FF2B5EF4-FFF2-40B4-BE49-F238E27FC236}">
                <a16:creationId xmlns:a16="http://schemas.microsoft.com/office/drawing/2014/main" id="{262FBF81-AC68-DDE3-9791-5EB1369BB13D}"/>
              </a:ext>
            </a:extLst>
          </p:cNvPr>
          <p:cNvSpPr>
            <a:spLocks noGrp="1"/>
          </p:cNvSpPr>
          <p:nvPr>
            <p:ph type="body" sz="quarter" idx="41" hasCustomPrompt="1"/>
          </p:nvPr>
        </p:nvSpPr>
        <p:spPr>
          <a:xfrm>
            <a:off x="4330593" y="6833164"/>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26" name="Text Placeholder 4">
            <a:extLst>
              <a:ext uri="{FF2B5EF4-FFF2-40B4-BE49-F238E27FC236}">
                <a16:creationId xmlns:a16="http://schemas.microsoft.com/office/drawing/2014/main" id="{72B7B639-7E4C-008E-2F07-EFDDF1658B2C}"/>
              </a:ext>
            </a:extLst>
          </p:cNvPr>
          <p:cNvSpPr>
            <a:spLocks noGrp="1"/>
          </p:cNvSpPr>
          <p:nvPr>
            <p:ph type="body" sz="quarter" idx="42" hasCustomPrompt="1"/>
          </p:nvPr>
        </p:nvSpPr>
        <p:spPr>
          <a:xfrm>
            <a:off x="4330593" y="7030750"/>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28" name="Text Placeholder 4">
            <a:extLst>
              <a:ext uri="{FF2B5EF4-FFF2-40B4-BE49-F238E27FC236}">
                <a16:creationId xmlns:a16="http://schemas.microsoft.com/office/drawing/2014/main" id="{DED10EBA-827E-ACAF-F415-E893CEA58E46}"/>
              </a:ext>
            </a:extLst>
          </p:cNvPr>
          <p:cNvSpPr>
            <a:spLocks noGrp="1"/>
          </p:cNvSpPr>
          <p:nvPr>
            <p:ph type="body" sz="quarter" idx="43" hasCustomPrompt="1"/>
          </p:nvPr>
        </p:nvSpPr>
        <p:spPr>
          <a:xfrm>
            <a:off x="4330593" y="719254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29" name="Text Placeholder 4">
            <a:extLst>
              <a:ext uri="{FF2B5EF4-FFF2-40B4-BE49-F238E27FC236}">
                <a16:creationId xmlns:a16="http://schemas.microsoft.com/office/drawing/2014/main" id="{EF921770-73BA-30FA-5FFA-AF7977B7F701}"/>
              </a:ext>
            </a:extLst>
          </p:cNvPr>
          <p:cNvSpPr>
            <a:spLocks noGrp="1"/>
          </p:cNvSpPr>
          <p:nvPr>
            <p:ph type="body" sz="quarter" idx="44" hasCustomPrompt="1"/>
          </p:nvPr>
        </p:nvSpPr>
        <p:spPr>
          <a:xfrm>
            <a:off x="4330593" y="7319419"/>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30" name="Text Placeholder 4">
            <a:extLst>
              <a:ext uri="{FF2B5EF4-FFF2-40B4-BE49-F238E27FC236}">
                <a16:creationId xmlns:a16="http://schemas.microsoft.com/office/drawing/2014/main" id="{20ACEDB3-2C09-E20D-821E-DDD418D3FEB1}"/>
              </a:ext>
            </a:extLst>
          </p:cNvPr>
          <p:cNvSpPr>
            <a:spLocks noGrp="1"/>
          </p:cNvSpPr>
          <p:nvPr>
            <p:ph type="body" sz="quarter" idx="45" hasCustomPrompt="1"/>
          </p:nvPr>
        </p:nvSpPr>
        <p:spPr>
          <a:xfrm>
            <a:off x="4330593" y="7524320"/>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31" name="Text Placeholder 4">
            <a:extLst>
              <a:ext uri="{FF2B5EF4-FFF2-40B4-BE49-F238E27FC236}">
                <a16:creationId xmlns:a16="http://schemas.microsoft.com/office/drawing/2014/main" id="{86DF4C01-3652-C9F0-F8FF-57CF059BACF5}"/>
              </a:ext>
            </a:extLst>
          </p:cNvPr>
          <p:cNvSpPr>
            <a:spLocks noGrp="1"/>
          </p:cNvSpPr>
          <p:nvPr>
            <p:ph type="body" sz="quarter" idx="46" hasCustomPrompt="1"/>
          </p:nvPr>
        </p:nvSpPr>
        <p:spPr>
          <a:xfrm>
            <a:off x="4330593" y="768611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32" name="Text Placeholder 4">
            <a:extLst>
              <a:ext uri="{FF2B5EF4-FFF2-40B4-BE49-F238E27FC236}">
                <a16:creationId xmlns:a16="http://schemas.microsoft.com/office/drawing/2014/main" id="{716E856C-FAC0-A224-30F5-9210B261B290}"/>
              </a:ext>
            </a:extLst>
          </p:cNvPr>
          <p:cNvSpPr>
            <a:spLocks noGrp="1"/>
          </p:cNvSpPr>
          <p:nvPr>
            <p:ph type="body" sz="quarter" idx="47" hasCustomPrompt="1"/>
          </p:nvPr>
        </p:nvSpPr>
        <p:spPr>
          <a:xfrm>
            <a:off x="4330593" y="7812989"/>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33" name="Espaço Reservado para Conteúdo 14">
            <a:extLst>
              <a:ext uri="{FF2B5EF4-FFF2-40B4-BE49-F238E27FC236}">
                <a16:creationId xmlns:a16="http://schemas.microsoft.com/office/drawing/2014/main" id="{B7A0699F-1107-A7EB-E37F-3282D8B26723}"/>
              </a:ext>
            </a:extLst>
          </p:cNvPr>
          <p:cNvSpPr>
            <a:spLocks noGrp="1"/>
          </p:cNvSpPr>
          <p:nvPr>
            <p:ph sz="quarter" idx="21" hasCustomPrompt="1"/>
          </p:nvPr>
        </p:nvSpPr>
        <p:spPr>
          <a:xfrm>
            <a:off x="382830" y="8150455"/>
            <a:ext cx="3741496"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4" name="Espaço Reservado para Conteúdo 14">
            <a:extLst>
              <a:ext uri="{FF2B5EF4-FFF2-40B4-BE49-F238E27FC236}">
                <a16:creationId xmlns:a16="http://schemas.microsoft.com/office/drawing/2014/main" id="{8E3A02D8-6F7D-7ADF-FBA5-4B8274BFE885}"/>
              </a:ext>
            </a:extLst>
          </p:cNvPr>
          <p:cNvSpPr>
            <a:spLocks noGrp="1"/>
          </p:cNvSpPr>
          <p:nvPr>
            <p:ph sz="quarter" idx="37" hasCustomPrompt="1"/>
          </p:nvPr>
        </p:nvSpPr>
        <p:spPr>
          <a:xfrm>
            <a:off x="382830" y="7861837"/>
            <a:ext cx="3741496"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cxnSp>
        <p:nvCxnSpPr>
          <p:cNvPr id="35" name="Straight Connector 34">
            <a:extLst>
              <a:ext uri="{FF2B5EF4-FFF2-40B4-BE49-F238E27FC236}">
                <a16:creationId xmlns:a16="http://schemas.microsoft.com/office/drawing/2014/main" id="{72580441-ACD3-34DD-BE7E-A48F3B2C9853}"/>
              </a:ext>
            </a:extLst>
          </p:cNvPr>
          <p:cNvCxnSpPr>
            <a:cxnSpLocks/>
          </p:cNvCxnSpPr>
          <p:nvPr userDrawn="1"/>
        </p:nvCxnSpPr>
        <p:spPr>
          <a:xfrm>
            <a:off x="4227459" y="3692524"/>
            <a:ext cx="0" cy="5761039"/>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6" name="Espaço Reservado para Conteúdo 14">
            <a:extLst>
              <a:ext uri="{FF2B5EF4-FFF2-40B4-BE49-F238E27FC236}">
                <a16:creationId xmlns:a16="http://schemas.microsoft.com/office/drawing/2014/main" id="{3AD50A6F-9852-2DF4-CD76-ABDAB2ECB230}"/>
              </a:ext>
            </a:extLst>
          </p:cNvPr>
          <p:cNvSpPr>
            <a:spLocks noGrp="1"/>
          </p:cNvSpPr>
          <p:nvPr>
            <p:ph sz="quarter" idx="25" hasCustomPrompt="1"/>
          </p:nvPr>
        </p:nvSpPr>
        <p:spPr>
          <a:xfrm>
            <a:off x="4330593" y="5400654"/>
            <a:ext cx="2159107" cy="94624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A1EEFDF8-66EC-B678-3690-4B90D5170795}"/>
              </a:ext>
            </a:extLst>
          </p:cNvPr>
          <p:cNvSpPr>
            <a:spLocks noGrp="1"/>
          </p:cNvSpPr>
          <p:nvPr>
            <p:ph sz="quarter" idx="48" hasCustomPrompt="1"/>
          </p:nvPr>
        </p:nvSpPr>
        <p:spPr>
          <a:xfrm>
            <a:off x="4330593" y="5112035"/>
            <a:ext cx="215910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9" name="Espaço Reservado para Conteúdo 14">
            <a:extLst>
              <a:ext uri="{FF2B5EF4-FFF2-40B4-BE49-F238E27FC236}">
                <a16:creationId xmlns:a16="http://schemas.microsoft.com/office/drawing/2014/main" id="{0FE5B210-6AEE-6D43-743F-B26EA372DEB4}"/>
              </a:ext>
            </a:extLst>
          </p:cNvPr>
          <p:cNvSpPr>
            <a:spLocks noGrp="1"/>
          </p:cNvSpPr>
          <p:nvPr>
            <p:ph sz="quarter" idx="49" hasCustomPrompt="1"/>
          </p:nvPr>
        </p:nvSpPr>
        <p:spPr>
          <a:xfrm>
            <a:off x="4330593" y="3692524"/>
            <a:ext cx="2159107" cy="1239189"/>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0" name="Text Placeholder 4">
            <a:extLst>
              <a:ext uri="{FF2B5EF4-FFF2-40B4-BE49-F238E27FC236}">
                <a16:creationId xmlns:a16="http://schemas.microsoft.com/office/drawing/2014/main" id="{76703E1C-3A23-54F1-0E55-A22109AD96E7}"/>
              </a:ext>
            </a:extLst>
          </p:cNvPr>
          <p:cNvSpPr>
            <a:spLocks noGrp="1"/>
          </p:cNvSpPr>
          <p:nvPr>
            <p:ph type="body" sz="quarter" idx="23"/>
          </p:nvPr>
        </p:nvSpPr>
        <p:spPr>
          <a:xfrm>
            <a:off x="390154" y="3692524"/>
            <a:ext cx="3734170" cy="4017503"/>
          </a:xfrm>
          <a:prstGeom prst="rect">
            <a:avLst/>
          </a:prstGeom>
          <a:noFill/>
        </p:spPr>
        <p:txBody>
          <a:bodyPr wrap="square" lIns="0" tIns="0" rIns="0" bIns="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a:t>Click to edit Master text styles</a:t>
            </a:r>
          </a:p>
        </p:txBody>
      </p:sp>
      <p:sp>
        <p:nvSpPr>
          <p:cNvPr id="41" name="Text Placeholder 4">
            <a:extLst>
              <a:ext uri="{FF2B5EF4-FFF2-40B4-BE49-F238E27FC236}">
                <a16:creationId xmlns:a16="http://schemas.microsoft.com/office/drawing/2014/main" id="{5E067759-B73B-DD64-0392-7F84B67AA6EA}"/>
              </a:ext>
            </a:extLst>
          </p:cNvPr>
          <p:cNvSpPr>
            <a:spLocks noGrp="1"/>
          </p:cNvSpPr>
          <p:nvPr>
            <p:ph type="body" sz="quarter" idx="20"/>
          </p:nvPr>
        </p:nvSpPr>
        <p:spPr>
          <a:xfrm>
            <a:off x="390154" y="2150950"/>
            <a:ext cx="6099546" cy="1378800"/>
          </a:xfrm>
          <a:prstGeom prst="rect">
            <a:avLst/>
          </a:prstGeom>
          <a:solidFill>
            <a:schemeClr val="bg1">
              <a:lumMod val="95000"/>
            </a:schemeClr>
          </a:solidFill>
        </p:spPr>
        <p:txBody>
          <a:bodyPr wrap="square" lIns="72000" tIns="72000" rIns="72000" bIns="7200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a:t>Click to edit Master text styles</a:t>
            </a:r>
          </a:p>
        </p:txBody>
      </p:sp>
    </p:spTree>
    <p:extLst>
      <p:ext uri="{BB962C8B-B14F-4D97-AF65-F5344CB8AC3E}">
        <p14:creationId xmlns:p14="http://schemas.microsoft.com/office/powerpoint/2010/main" val="2448932805"/>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Capa Short Note v2">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p>
        </p:txBody>
      </p: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sz="quarter" idx="22" hasCustomPrompt="1"/>
          </p:nvPr>
        </p:nvSpPr>
        <p:spPr>
          <a:xfrm>
            <a:off x="4330594" y="84291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sz="quarter" idx="24" hasCustomPrompt="1"/>
          </p:nvPr>
        </p:nvSpPr>
        <p:spPr>
          <a:xfrm>
            <a:off x="4330594" y="81405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pic>
        <p:nvPicPr>
          <p:cNvPr id="2" name="Graphic 1">
            <a:extLst>
              <a:ext uri="{FF2B5EF4-FFF2-40B4-BE49-F238E27FC236}">
                <a16:creationId xmlns:a16="http://schemas.microsoft.com/office/drawing/2014/main" id="{0D170F3C-A405-4BC5-DB91-21B4D4B86710}"/>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0" y="0"/>
            <a:ext cx="6858000" cy="2003470"/>
          </a:xfrm>
          <a:prstGeom prst="rect">
            <a:avLst/>
          </a:prstGeom>
        </p:spPr>
      </p:pic>
      <p:pic>
        <p:nvPicPr>
          <p:cNvPr id="4" name="Picture 3" descr="A blue and white dot pattern&#10;&#10;AI-generated content may be incorrect.">
            <a:extLst>
              <a:ext uri="{FF2B5EF4-FFF2-40B4-BE49-F238E27FC236}">
                <a16:creationId xmlns:a16="http://schemas.microsoft.com/office/drawing/2014/main" id="{86F06D5F-EA57-B774-6CB5-FDEEEE7FBD3C}"/>
              </a:ext>
            </a:extLst>
          </p:cNvPr>
          <p:cNvPicPr>
            <a:picLocks noChangeAspect="1"/>
          </p:cNvPicPr>
          <p:nvPr userDrawn="1"/>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14569" y="12000"/>
            <a:ext cx="6843431" cy="1991470"/>
          </a:xfrm>
          <a:prstGeom prst="rect">
            <a:avLst/>
          </a:prstGeom>
        </p:spPr>
      </p:pic>
      <p:pic>
        <p:nvPicPr>
          <p:cNvPr id="5" name="Graphic 4">
            <a:extLst>
              <a:ext uri="{FF2B5EF4-FFF2-40B4-BE49-F238E27FC236}">
                <a16:creationId xmlns:a16="http://schemas.microsoft.com/office/drawing/2014/main" id="{3525D9DD-4FB7-3E81-046D-4F48E019BFF4}"/>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rcRect l="51901" t="57744" r="40349" b="-120"/>
          <a:stretch/>
        </p:blipFill>
        <p:spPr>
          <a:xfrm rot="5400000" flipH="1">
            <a:off x="3316774" y="-1537758"/>
            <a:ext cx="2003470" cy="5078985"/>
          </a:xfrm>
          <a:prstGeom prst="rect">
            <a:avLst/>
          </a:prstGeom>
        </p:spPr>
      </p:pic>
      <p:sp>
        <p:nvSpPr>
          <p:cNvPr id="6" name="Espaço Reservado para Texto 6">
            <a:extLst>
              <a:ext uri="{FF2B5EF4-FFF2-40B4-BE49-F238E27FC236}">
                <a16:creationId xmlns:a16="http://schemas.microsoft.com/office/drawing/2014/main" id="{6691DD02-8A42-4B12-996C-E8AA97E630DF}"/>
              </a:ext>
            </a:extLst>
          </p:cNvPr>
          <p:cNvSpPr>
            <a:spLocks noGrp="1"/>
          </p:cNvSpPr>
          <p:nvPr>
            <p:ph type="body" sz="quarter" idx="16" hasCustomPrompt="1"/>
          </p:nvPr>
        </p:nvSpPr>
        <p:spPr>
          <a:xfrm>
            <a:off x="390154" y="96923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grpSp>
        <p:nvGrpSpPr>
          <p:cNvPr id="7" name="Group 6">
            <a:extLst>
              <a:ext uri="{FF2B5EF4-FFF2-40B4-BE49-F238E27FC236}">
                <a16:creationId xmlns:a16="http://schemas.microsoft.com/office/drawing/2014/main" id="{46430BCF-7707-19A2-B573-F588949459D0}"/>
              </a:ext>
            </a:extLst>
          </p:cNvPr>
          <p:cNvGrpSpPr/>
          <p:nvPr userDrawn="1"/>
        </p:nvGrpSpPr>
        <p:grpSpPr>
          <a:xfrm>
            <a:off x="390154" y="406178"/>
            <a:ext cx="1240285" cy="341910"/>
            <a:chOff x="2700591" y="2522601"/>
            <a:chExt cx="6428993" cy="1772284"/>
          </a:xfrm>
        </p:grpSpPr>
        <p:sp>
          <p:nvSpPr>
            <p:cNvPr id="8" name="Freeform: Shape 40">
              <a:extLst>
                <a:ext uri="{FF2B5EF4-FFF2-40B4-BE49-F238E27FC236}">
                  <a16:creationId xmlns:a16="http://schemas.microsoft.com/office/drawing/2014/main" id="{D4539CAA-97BF-C1C0-3333-31E8BE52F8E4}"/>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9" name="Graphic 20">
              <a:extLst>
                <a:ext uri="{FF2B5EF4-FFF2-40B4-BE49-F238E27FC236}">
                  <a16:creationId xmlns:a16="http://schemas.microsoft.com/office/drawing/2014/main" id="{59674DE2-937E-E428-7983-75A6776DE4CB}"/>
                </a:ext>
              </a:extLst>
            </p:cNvPr>
            <p:cNvGrpSpPr/>
            <p:nvPr/>
          </p:nvGrpSpPr>
          <p:grpSpPr>
            <a:xfrm>
              <a:off x="5034660" y="3339528"/>
              <a:ext cx="4094924" cy="747077"/>
              <a:chOff x="5034660" y="3339528"/>
              <a:chExt cx="4094924" cy="747077"/>
            </a:xfrm>
            <a:solidFill>
              <a:srgbClr val="FFFFFF"/>
            </a:solidFill>
          </p:grpSpPr>
          <p:sp>
            <p:nvSpPr>
              <p:cNvPr id="10" name="Freeform: Shape 42">
                <a:extLst>
                  <a:ext uri="{FF2B5EF4-FFF2-40B4-BE49-F238E27FC236}">
                    <a16:creationId xmlns:a16="http://schemas.microsoft.com/office/drawing/2014/main" id="{291CF00D-94FF-5ED4-7147-527A38750C01}"/>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2" name="Freeform: Shape 43">
                <a:extLst>
                  <a:ext uri="{FF2B5EF4-FFF2-40B4-BE49-F238E27FC236}">
                    <a16:creationId xmlns:a16="http://schemas.microsoft.com/office/drawing/2014/main" id="{3138E082-26D7-A59B-36A6-FE94A7BF06F0}"/>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13" name="Freeform: Shape 44">
                <a:extLst>
                  <a:ext uri="{FF2B5EF4-FFF2-40B4-BE49-F238E27FC236}">
                    <a16:creationId xmlns:a16="http://schemas.microsoft.com/office/drawing/2014/main" id="{9024D65D-E20B-1B6C-53B1-FA4F1F9C65D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14" name="Freeform: Shape 45">
                <a:extLst>
                  <a:ext uri="{FF2B5EF4-FFF2-40B4-BE49-F238E27FC236}">
                    <a16:creationId xmlns:a16="http://schemas.microsoft.com/office/drawing/2014/main" id="{D0B0B35B-0747-6B2B-6933-D45499601DF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16" name="Freeform: Shape 46">
                <a:extLst>
                  <a:ext uri="{FF2B5EF4-FFF2-40B4-BE49-F238E27FC236}">
                    <a16:creationId xmlns:a16="http://schemas.microsoft.com/office/drawing/2014/main" id="{5B69C6C5-E8FE-2C89-F314-0A0FBBE815E0}"/>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17" name="Freeform: Shape 47">
                <a:extLst>
                  <a:ext uri="{FF2B5EF4-FFF2-40B4-BE49-F238E27FC236}">
                    <a16:creationId xmlns:a16="http://schemas.microsoft.com/office/drawing/2014/main" id="{F5BB930F-3832-317D-67C1-D87D9E4A9EF1}"/>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8" name="Freeform: Shape 48">
                <a:extLst>
                  <a:ext uri="{FF2B5EF4-FFF2-40B4-BE49-F238E27FC236}">
                    <a16:creationId xmlns:a16="http://schemas.microsoft.com/office/drawing/2014/main" id="{04F173F3-03F9-8E1B-2885-4AC07FD616EA}"/>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19" name="Freeform: Shape 49">
                <a:extLst>
                  <a:ext uri="{FF2B5EF4-FFF2-40B4-BE49-F238E27FC236}">
                    <a16:creationId xmlns:a16="http://schemas.microsoft.com/office/drawing/2014/main" id="{2BCB2A0B-34B2-34C1-5D56-4C2274A5C42F}"/>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20" name="Espaço Reservado para Texto 6">
            <a:extLst>
              <a:ext uri="{FF2B5EF4-FFF2-40B4-BE49-F238E27FC236}">
                <a16:creationId xmlns:a16="http://schemas.microsoft.com/office/drawing/2014/main" id="{589B4896-C673-DF18-8E1F-EFF9F0D6EC6A}"/>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21" name="Date Placeholder 1">
            <a:extLst>
              <a:ext uri="{FF2B5EF4-FFF2-40B4-BE49-F238E27FC236}">
                <a16:creationId xmlns:a16="http://schemas.microsoft.com/office/drawing/2014/main" id="{04F3B742-459A-95DB-1F25-5C5FD3DE4BC0}"/>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D0413553-1A97-4F70-A154-360868D7953B}" type="datetime4">
              <a:rPr lang="en-US" smtClean="0"/>
              <a:t>September 28, 2026</a:t>
            </a:fld>
            <a:endParaRPr lang="en-US"/>
          </a:p>
        </p:txBody>
      </p:sp>
      <p:sp>
        <p:nvSpPr>
          <p:cNvPr id="22" name="Espaço Reservado para Texto 6">
            <a:extLst>
              <a:ext uri="{FF2B5EF4-FFF2-40B4-BE49-F238E27FC236}">
                <a16:creationId xmlns:a16="http://schemas.microsoft.com/office/drawing/2014/main" id="{5A02647A-2A9C-F7EF-DEB7-9E9E3EA7A392}"/>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23" name="Espaço Reservado para Texto 6">
            <a:extLst>
              <a:ext uri="{FF2B5EF4-FFF2-40B4-BE49-F238E27FC236}">
                <a16:creationId xmlns:a16="http://schemas.microsoft.com/office/drawing/2014/main" id="{0D64EF15-F78C-A77F-85C1-A2EAB29B8120}"/>
              </a:ext>
            </a:extLst>
          </p:cNvPr>
          <p:cNvSpPr>
            <a:spLocks noGrp="1"/>
          </p:cNvSpPr>
          <p:nvPr>
            <p:ph type="body" sz="quarter" idx="37" hasCustomPrompt="1"/>
          </p:nvPr>
        </p:nvSpPr>
        <p:spPr>
          <a:xfrm>
            <a:off x="390154" y="1405779"/>
            <a:ext cx="6112352" cy="187302"/>
          </a:xfrm>
          <a:prstGeom prst="rect">
            <a:avLst/>
          </a:prstGeom>
        </p:spPr>
        <p:txBody>
          <a:bodyPr vert="horz" lIns="0" tIns="0" rIns="0" bIns="0" rtlCol="0" anchor="t">
            <a:noAutofit/>
          </a:bodyPr>
          <a:lstStyle>
            <a:lvl1pPr>
              <a:defRPr lang="pt-BR" sz="16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15" name="Text Placeholder 4">
            <a:extLst>
              <a:ext uri="{FF2B5EF4-FFF2-40B4-BE49-F238E27FC236}">
                <a16:creationId xmlns:a16="http://schemas.microsoft.com/office/drawing/2014/main" id="{A955F5D8-0156-E60B-A6A0-DA6EBBCACA35}"/>
              </a:ext>
            </a:extLst>
          </p:cNvPr>
          <p:cNvSpPr>
            <a:spLocks noGrp="1"/>
          </p:cNvSpPr>
          <p:nvPr>
            <p:ph type="body" sz="quarter" idx="27" hasCustomPrompt="1"/>
          </p:nvPr>
        </p:nvSpPr>
        <p:spPr>
          <a:xfrm>
            <a:off x="4330593" y="5026703"/>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24" name="Text Placeholder 4">
            <a:extLst>
              <a:ext uri="{FF2B5EF4-FFF2-40B4-BE49-F238E27FC236}">
                <a16:creationId xmlns:a16="http://schemas.microsoft.com/office/drawing/2014/main" id="{671F3DC4-3146-7572-DF86-04CF30B4670A}"/>
              </a:ext>
            </a:extLst>
          </p:cNvPr>
          <p:cNvSpPr>
            <a:spLocks noGrp="1"/>
          </p:cNvSpPr>
          <p:nvPr>
            <p:ph type="body" sz="quarter" idx="28" hasCustomPrompt="1"/>
          </p:nvPr>
        </p:nvSpPr>
        <p:spPr>
          <a:xfrm>
            <a:off x="4330593" y="5188500"/>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25" name="Text Placeholder 4">
            <a:extLst>
              <a:ext uri="{FF2B5EF4-FFF2-40B4-BE49-F238E27FC236}">
                <a16:creationId xmlns:a16="http://schemas.microsoft.com/office/drawing/2014/main" id="{C25FBB51-101B-7BC4-6209-A6AE0F61B541}"/>
              </a:ext>
            </a:extLst>
          </p:cNvPr>
          <p:cNvSpPr>
            <a:spLocks noGrp="1"/>
          </p:cNvSpPr>
          <p:nvPr>
            <p:ph type="body" sz="quarter" idx="29" hasCustomPrompt="1"/>
          </p:nvPr>
        </p:nvSpPr>
        <p:spPr>
          <a:xfrm>
            <a:off x="4330593" y="5315372"/>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26" name="Text Placeholder 4">
            <a:extLst>
              <a:ext uri="{FF2B5EF4-FFF2-40B4-BE49-F238E27FC236}">
                <a16:creationId xmlns:a16="http://schemas.microsoft.com/office/drawing/2014/main" id="{CCD507EB-0DD5-E0FE-7EBF-64F0329C1935}"/>
              </a:ext>
            </a:extLst>
          </p:cNvPr>
          <p:cNvSpPr>
            <a:spLocks noGrp="1"/>
          </p:cNvSpPr>
          <p:nvPr>
            <p:ph type="body" sz="quarter" idx="30" hasCustomPrompt="1"/>
          </p:nvPr>
        </p:nvSpPr>
        <p:spPr>
          <a:xfrm>
            <a:off x="4330593" y="5512958"/>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28" name="Text Placeholder 4">
            <a:extLst>
              <a:ext uri="{FF2B5EF4-FFF2-40B4-BE49-F238E27FC236}">
                <a16:creationId xmlns:a16="http://schemas.microsoft.com/office/drawing/2014/main" id="{B2D3B57B-5654-08D9-CF35-1B0510FBDB43}"/>
              </a:ext>
            </a:extLst>
          </p:cNvPr>
          <p:cNvSpPr>
            <a:spLocks noGrp="1"/>
          </p:cNvSpPr>
          <p:nvPr>
            <p:ph type="body" sz="quarter" idx="31" hasCustomPrompt="1"/>
          </p:nvPr>
        </p:nvSpPr>
        <p:spPr>
          <a:xfrm>
            <a:off x="4330593" y="5674755"/>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29" name="Text Placeholder 4">
            <a:extLst>
              <a:ext uri="{FF2B5EF4-FFF2-40B4-BE49-F238E27FC236}">
                <a16:creationId xmlns:a16="http://schemas.microsoft.com/office/drawing/2014/main" id="{3E40D777-F23D-154B-ED18-B3AC90627CAD}"/>
              </a:ext>
            </a:extLst>
          </p:cNvPr>
          <p:cNvSpPr>
            <a:spLocks noGrp="1"/>
          </p:cNvSpPr>
          <p:nvPr>
            <p:ph type="body" sz="quarter" idx="32" hasCustomPrompt="1"/>
          </p:nvPr>
        </p:nvSpPr>
        <p:spPr>
          <a:xfrm>
            <a:off x="4330593" y="580162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30" name="Text Placeholder 4">
            <a:extLst>
              <a:ext uri="{FF2B5EF4-FFF2-40B4-BE49-F238E27FC236}">
                <a16:creationId xmlns:a16="http://schemas.microsoft.com/office/drawing/2014/main" id="{2FB8FCA1-B9F0-6733-CCF5-17884C12C282}"/>
              </a:ext>
            </a:extLst>
          </p:cNvPr>
          <p:cNvSpPr>
            <a:spLocks noGrp="1"/>
          </p:cNvSpPr>
          <p:nvPr>
            <p:ph type="body" sz="quarter" idx="33" hasCustomPrompt="1"/>
          </p:nvPr>
        </p:nvSpPr>
        <p:spPr>
          <a:xfrm>
            <a:off x="4330593" y="6006528"/>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31" name="Text Placeholder 4">
            <a:extLst>
              <a:ext uri="{FF2B5EF4-FFF2-40B4-BE49-F238E27FC236}">
                <a16:creationId xmlns:a16="http://schemas.microsoft.com/office/drawing/2014/main" id="{1C6E0D76-848C-96AE-C91B-C6E6F86E0FE1}"/>
              </a:ext>
            </a:extLst>
          </p:cNvPr>
          <p:cNvSpPr>
            <a:spLocks noGrp="1"/>
          </p:cNvSpPr>
          <p:nvPr>
            <p:ph type="body" sz="quarter" idx="34" hasCustomPrompt="1"/>
          </p:nvPr>
        </p:nvSpPr>
        <p:spPr>
          <a:xfrm>
            <a:off x="4330593" y="6168325"/>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32" name="Text Placeholder 4">
            <a:extLst>
              <a:ext uri="{FF2B5EF4-FFF2-40B4-BE49-F238E27FC236}">
                <a16:creationId xmlns:a16="http://schemas.microsoft.com/office/drawing/2014/main" id="{70DBE899-3012-A4CF-0309-407CAE5D714A}"/>
              </a:ext>
            </a:extLst>
          </p:cNvPr>
          <p:cNvSpPr>
            <a:spLocks noGrp="1"/>
          </p:cNvSpPr>
          <p:nvPr>
            <p:ph type="body" sz="quarter" idx="35" hasCustomPrompt="1"/>
          </p:nvPr>
        </p:nvSpPr>
        <p:spPr>
          <a:xfrm>
            <a:off x="4330593" y="629519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33" name="Espaço Reservado para Conteúdo 14">
            <a:extLst>
              <a:ext uri="{FF2B5EF4-FFF2-40B4-BE49-F238E27FC236}">
                <a16:creationId xmlns:a16="http://schemas.microsoft.com/office/drawing/2014/main" id="{AF3F2DBA-090D-C776-7BBA-64874B35F7AC}"/>
              </a:ext>
            </a:extLst>
          </p:cNvPr>
          <p:cNvSpPr>
            <a:spLocks noGrp="1"/>
          </p:cNvSpPr>
          <p:nvPr>
            <p:ph sz="quarter" idx="40" hasCustomPrompt="1"/>
          </p:nvPr>
        </p:nvSpPr>
        <p:spPr>
          <a:xfrm>
            <a:off x="4330593" y="3695191"/>
            <a:ext cx="2159107" cy="123486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cxnSp>
        <p:nvCxnSpPr>
          <p:cNvPr id="34" name="Straight Connector 33">
            <a:extLst>
              <a:ext uri="{FF2B5EF4-FFF2-40B4-BE49-F238E27FC236}">
                <a16:creationId xmlns:a16="http://schemas.microsoft.com/office/drawing/2014/main" id="{C2553539-94F4-53FE-224D-42D9F145E1FE}"/>
              </a:ext>
            </a:extLst>
          </p:cNvPr>
          <p:cNvCxnSpPr>
            <a:cxnSpLocks/>
          </p:cNvCxnSpPr>
          <p:nvPr userDrawn="1"/>
        </p:nvCxnSpPr>
        <p:spPr>
          <a:xfrm>
            <a:off x="4227459" y="3692525"/>
            <a:ext cx="0" cy="5761038"/>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5" name="Text Placeholder 4">
            <a:extLst>
              <a:ext uri="{FF2B5EF4-FFF2-40B4-BE49-F238E27FC236}">
                <a16:creationId xmlns:a16="http://schemas.microsoft.com/office/drawing/2014/main" id="{020CCC31-EABC-9A13-29FD-F75168E56A12}"/>
              </a:ext>
            </a:extLst>
          </p:cNvPr>
          <p:cNvSpPr>
            <a:spLocks noGrp="1"/>
          </p:cNvSpPr>
          <p:nvPr>
            <p:ph type="body" sz="quarter" idx="23"/>
          </p:nvPr>
        </p:nvSpPr>
        <p:spPr>
          <a:xfrm>
            <a:off x="390154" y="3692524"/>
            <a:ext cx="3734170" cy="5761038"/>
          </a:xfrm>
          <a:prstGeom prst="rect">
            <a:avLst/>
          </a:prstGeom>
          <a:noFill/>
        </p:spPr>
        <p:txBody>
          <a:bodyPr wrap="square" lIns="0" tIns="0" rIns="0" bIns="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a:t>Click to edit Master text styles</a:t>
            </a:r>
          </a:p>
        </p:txBody>
      </p:sp>
      <p:sp>
        <p:nvSpPr>
          <p:cNvPr id="36" name="Text Placeholder 4">
            <a:extLst>
              <a:ext uri="{FF2B5EF4-FFF2-40B4-BE49-F238E27FC236}">
                <a16:creationId xmlns:a16="http://schemas.microsoft.com/office/drawing/2014/main" id="{528AB6C8-4A03-776C-6C2F-A6FFEB8FB5AB}"/>
              </a:ext>
            </a:extLst>
          </p:cNvPr>
          <p:cNvSpPr>
            <a:spLocks noGrp="1"/>
          </p:cNvSpPr>
          <p:nvPr>
            <p:ph type="body" sz="quarter" idx="20"/>
          </p:nvPr>
        </p:nvSpPr>
        <p:spPr>
          <a:xfrm>
            <a:off x="390154" y="2150950"/>
            <a:ext cx="6099546" cy="1378800"/>
          </a:xfrm>
          <a:prstGeom prst="rect">
            <a:avLst/>
          </a:prstGeom>
          <a:solidFill>
            <a:schemeClr val="bg1">
              <a:lumMod val="95000"/>
            </a:schemeClr>
          </a:solidFill>
        </p:spPr>
        <p:txBody>
          <a:bodyPr wrap="square" lIns="72000" tIns="72000" rIns="72000" bIns="7200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a:t>Click to edit Master text styles</a:t>
            </a:r>
          </a:p>
        </p:txBody>
      </p:sp>
    </p:spTree>
    <p:extLst>
      <p:ext uri="{BB962C8B-B14F-4D97-AF65-F5344CB8AC3E}">
        <p14:creationId xmlns:p14="http://schemas.microsoft.com/office/powerpoint/2010/main" val="236094682"/>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apa Short Note v2">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p>
        </p:txBody>
      </p:sp>
      <p:pic>
        <p:nvPicPr>
          <p:cNvPr id="2" name="Graphic 1">
            <a:extLst>
              <a:ext uri="{FF2B5EF4-FFF2-40B4-BE49-F238E27FC236}">
                <a16:creationId xmlns:a16="http://schemas.microsoft.com/office/drawing/2014/main" id="{0D170F3C-A405-4BC5-DB91-21B4D4B86710}"/>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0" y="0"/>
            <a:ext cx="6858000" cy="2003470"/>
          </a:xfrm>
          <a:prstGeom prst="rect">
            <a:avLst/>
          </a:prstGeom>
        </p:spPr>
      </p:pic>
      <p:pic>
        <p:nvPicPr>
          <p:cNvPr id="4" name="Picture 3" descr="A blue and white dot pattern&#10;&#10;AI-generated content may be incorrect.">
            <a:extLst>
              <a:ext uri="{FF2B5EF4-FFF2-40B4-BE49-F238E27FC236}">
                <a16:creationId xmlns:a16="http://schemas.microsoft.com/office/drawing/2014/main" id="{86F06D5F-EA57-B774-6CB5-FDEEEE7FBD3C}"/>
              </a:ext>
            </a:extLst>
          </p:cNvPr>
          <p:cNvPicPr>
            <a:picLocks noChangeAspect="1"/>
          </p:cNvPicPr>
          <p:nvPr userDrawn="1"/>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14569" y="12000"/>
            <a:ext cx="6843431" cy="1991470"/>
          </a:xfrm>
          <a:prstGeom prst="rect">
            <a:avLst/>
          </a:prstGeom>
        </p:spPr>
      </p:pic>
      <p:pic>
        <p:nvPicPr>
          <p:cNvPr id="5" name="Graphic 4">
            <a:extLst>
              <a:ext uri="{FF2B5EF4-FFF2-40B4-BE49-F238E27FC236}">
                <a16:creationId xmlns:a16="http://schemas.microsoft.com/office/drawing/2014/main" id="{3525D9DD-4FB7-3E81-046D-4F48E019BFF4}"/>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rcRect l="51901" t="57744" r="40349" b="-120"/>
          <a:stretch/>
        </p:blipFill>
        <p:spPr>
          <a:xfrm rot="5400000" flipH="1">
            <a:off x="3316774" y="-1537758"/>
            <a:ext cx="2003470" cy="5078985"/>
          </a:xfrm>
          <a:prstGeom prst="rect">
            <a:avLst/>
          </a:prstGeom>
        </p:spPr>
      </p:pic>
      <p:sp>
        <p:nvSpPr>
          <p:cNvPr id="6" name="Espaço Reservado para Texto 6">
            <a:extLst>
              <a:ext uri="{FF2B5EF4-FFF2-40B4-BE49-F238E27FC236}">
                <a16:creationId xmlns:a16="http://schemas.microsoft.com/office/drawing/2014/main" id="{6691DD02-8A42-4B12-996C-E8AA97E630DF}"/>
              </a:ext>
            </a:extLst>
          </p:cNvPr>
          <p:cNvSpPr>
            <a:spLocks noGrp="1"/>
          </p:cNvSpPr>
          <p:nvPr>
            <p:ph type="body" sz="quarter" idx="16" hasCustomPrompt="1"/>
          </p:nvPr>
        </p:nvSpPr>
        <p:spPr>
          <a:xfrm>
            <a:off x="390154" y="96923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grpSp>
        <p:nvGrpSpPr>
          <p:cNvPr id="7" name="Group 6">
            <a:extLst>
              <a:ext uri="{FF2B5EF4-FFF2-40B4-BE49-F238E27FC236}">
                <a16:creationId xmlns:a16="http://schemas.microsoft.com/office/drawing/2014/main" id="{46430BCF-7707-19A2-B573-F588949459D0}"/>
              </a:ext>
            </a:extLst>
          </p:cNvPr>
          <p:cNvGrpSpPr/>
          <p:nvPr userDrawn="1"/>
        </p:nvGrpSpPr>
        <p:grpSpPr>
          <a:xfrm>
            <a:off x="390154" y="406178"/>
            <a:ext cx="1240285" cy="341910"/>
            <a:chOff x="2700591" y="2522601"/>
            <a:chExt cx="6428993" cy="1772284"/>
          </a:xfrm>
        </p:grpSpPr>
        <p:sp>
          <p:nvSpPr>
            <p:cNvPr id="8" name="Freeform: Shape 40">
              <a:extLst>
                <a:ext uri="{FF2B5EF4-FFF2-40B4-BE49-F238E27FC236}">
                  <a16:creationId xmlns:a16="http://schemas.microsoft.com/office/drawing/2014/main" id="{D4539CAA-97BF-C1C0-3333-31E8BE52F8E4}"/>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9" name="Graphic 20">
              <a:extLst>
                <a:ext uri="{FF2B5EF4-FFF2-40B4-BE49-F238E27FC236}">
                  <a16:creationId xmlns:a16="http://schemas.microsoft.com/office/drawing/2014/main" id="{59674DE2-937E-E428-7983-75A6776DE4CB}"/>
                </a:ext>
              </a:extLst>
            </p:cNvPr>
            <p:cNvGrpSpPr/>
            <p:nvPr/>
          </p:nvGrpSpPr>
          <p:grpSpPr>
            <a:xfrm>
              <a:off x="5034660" y="3339528"/>
              <a:ext cx="4094924" cy="747077"/>
              <a:chOff x="5034660" y="3339528"/>
              <a:chExt cx="4094924" cy="747077"/>
            </a:xfrm>
            <a:solidFill>
              <a:srgbClr val="FFFFFF"/>
            </a:solidFill>
          </p:grpSpPr>
          <p:sp>
            <p:nvSpPr>
              <p:cNvPr id="10" name="Freeform: Shape 42">
                <a:extLst>
                  <a:ext uri="{FF2B5EF4-FFF2-40B4-BE49-F238E27FC236}">
                    <a16:creationId xmlns:a16="http://schemas.microsoft.com/office/drawing/2014/main" id="{291CF00D-94FF-5ED4-7147-527A38750C01}"/>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2" name="Freeform: Shape 43">
                <a:extLst>
                  <a:ext uri="{FF2B5EF4-FFF2-40B4-BE49-F238E27FC236}">
                    <a16:creationId xmlns:a16="http://schemas.microsoft.com/office/drawing/2014/main" id="{3138E082-26D7-A59B-36A6-FE94A7BF06F0}"/>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13" name="Freeform: Shape 44">
                <a:extLst>
                  <a:ext uri="{FF2B5EF4-FFF2-40B4-BE49-F238E27FC236}">
                    <a16:creationId xmlns:a16="http://schemas.microsoft.com/office/drawing/2014/main" id="{9024D65D-E20B-1B6C-53B1-FA4F1F9C65D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14" name="Freeform: Shape 45">
                <a:extLst>
                  <a:ext uri="{FF2B5EF4-FFF2-40B4-BE49-F238E27FC236}">
                    <a16:creationId xmlns:a16="http://schemas.microsoft.com/office/drawing/2014/main" id="{D0B0B35B-0747-6B2B-6933-D45499601DF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16" name="Freeform: Shape 46">
                <a:extLst>
                  <a:ext uri="{FF2B5EF4-FFF2-40B4-BE49-F238E27FC236}">
                    <a16:creationId xmlns:a16="http://schemas.microsoft.com/office/drawing/2014/main" id="{5B69C6C5-E8FE-2C89-F314-0A0FBBE815E0}"/>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17" name="Freeform: Shape 47">
                <a:extLst>
                  <a:ext uri="{FF2B5EF4-FFF2-40B4-BE49-F238E27FC236}">
                    <a16:creationId xmlns:a16="http://schemas.microsoft.com/office/drawing/2014/main" id="{F5BB930F-3832-317D-67C1-D87D9E4A9EF1}"/>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8" name="Freeform: Shape 48">
                <a:extLst>
                  <a:ext uri="{FF2B5EF4-FFF2-40B4-BE49-F238E27FC236}">
                    <a16:creationId xmlns:a16="http://schemas.microsoft.com/office/drawing/2014/main" id="{04F173F3-03F9-8E1B-2885-4AC07FD616EA}"/>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19" name="Freeform: Shape 49">
                <a:extLst>
                  <a:ext uri="{FF2B5EF4-FFF2-40B4-BE49-F238E27FC236}">
                    <a16:creationId xmlns:a16="http://schemas.microsoft.com/office/drawing/2014/main" id="{2BCB2A0B-34B2-34C1-5D56-4C2274A5C42F}"/>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20" name="Espaço Reservado para Texto 6">
            <a:extLst>
              <a:ext uri="{FF2B5EF4-FFF2-40B4-BE49-F238E27FC236}">
                <a16:creationId xmlns:a16="http://schemas.microsoft.com/office/drawing/2014/main" id="{589B4896-C673-DF18-8E1F-EFF9F0D6EC6A}"/>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21" name="Date Placeholder 1">
            <a:extLst>
              <a:ext uri="{FF2B5EF4-FFF2-40B4-BE49-F238E27FC236}">
                <a16:creationId xmlns:a16="http://schemas.microsoft.com/office/drawing/2014/main" id="{04F3B742-459A-95DB-1F25-5C5FD3DE4BC0}"/>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B2A17F2-DF25-4A14-AA12-71C5B29CBC44}" type="datetime4">
              <a:rPr lang="en-US" smtClean="0"/>
              <a:t>September 28, 2026</a:t>
            </a:fld>
            <a:endParaRPr lang="en-US"/>
          </a:p>
        </p:txBody>
      </p:sp>
      <p:sp>
        <p:nvSpPr>
          <p:cNvPr id="22" name="Espaço Reservado para Texto 6">
            <a:extLst>
              <a:ext uri="{FF2B5EF4-FFF2-40B4-BE49-F238E27FC236}">
                <a16:creationId xmlns:a16="http://schemas.microsoft.com/office/drawing/2014/main" id="{5A02647A-2A9C-F7EF-DEB7-9E9E3EA7A392}"/>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23" name="Espaço Reservado para Texto 6">
            <a:extLst>
              <a:ext uri="{FF2B5EF4-FFF2-40B4-BE49-F238E27FC236}">
                <a16:creationId xmlns:a16="http://schemas.microsoft.com/office/drawing/2014/main" id="{0D64EF15-F78C-A77F-85C1-A2EAB29B8120}"/>
              </a:ext>
            </a:extLst>
          </p:cNvPr>
          <p:cNvSpPr>
            <a:spLocks noGrp="1"/>
          </p:cNvSpPr>
          <p:nvPr>
            <p:ph type="body" sz="quarter" idx="37" hasCustomPrompt="1"/>
          </p:nvPr>
        </p:nvSpPr>
        <p:spPr>
          <a:xfrm>
            <a:off x="390154" y="1405779"/>
            <a:ext cx="6112352" cy="187302"/>
          </a:xfrm>
          <a:prstGeom prst="rect">
            <a:avLst/>
          </a:prstGeom>
        </p:spPr>
        <p:txBody>
          <a:bodyPr vert="horz" lIns="0" tIns="0" rIns="0" bIns="0" rtlCol="0" anchor="t">
            <a:noAutofit/>
          </a:bodyPr>
          <a:lstStyle>
            <a:lvl1pPr>
              <a:defRPr lang="pt-BR" sz="16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15" name="Text Placeholder 4">
            <a:extLst>
              <a:ext uri="{FF2B5EF4-FFF2-40B4-BE49-F238E27FC236}">
                <a16:creationId xmlns:a16="http://schemas.microsoft.com/office/drawing/2014/main" id="{BF7DFD60-2E36-4F02-82F8-E04D808E1906}"/>
              </a:ext>
            </a:extLst>
          </p:cNvPr>
          <p:cNvSpPr>
            <a:spLocks noGrp="1"/>
          </p:cNvSpPr>
          <p:nvPr>
            <p:ph type="body" sz="quarter" idx="20"/>
          </p:nvPr>
        </p:nvSpPr>
        <p:spPr>
          <a:xfrm>
            <a:off x="390154" y="2150953"/>
            <a:ext cx="3734171" cy="7246052"/>
          </a:xfrm>
          <a:prstGeom prst="rect">
            <a:avLst/>
          </a:prstGeom>
          <a:solidFill>
            <a:schemeClr val="bg1">
              <a:lumMod val="95000"/>
            </a:schemeClr>
          </a:solidFill>
        </p:spPr>
        <p:txBody>
          <a:bodyPr wrap="square" lIns="72000" tIns="72000" rIns="72000" bIns="7200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a:t>Click to edit Master text styles</a:t>
            </a:r>
          </a:p>
        </p:txBody>
      </p:sp>
      <p:sp>
        <p:nvSpPr>
          <p:cNvPr id="24" name="Text Placeholder 4">
            <a:extLst>
              <a:ext uri="{FF2B5EF4-FFF2-40B4-BE49-F238E27FC236}">
                <a16:creationId xmlns:a16="http://schemas.microsoft.com/office/drawing/2014/main" id="{6B77B479-67B9-3D1F-DB63-5A937E29D921}"/>
              </a:ext>
            </a:extLst>
          </p:cNvPr>
          <p:cNvSpPr>
            <a:spLocks noGrp="1"/>
          </p:cNvSpPr>
          <p:nvPr>
            <p:ph type="body" sz="quarter" idx="27" hasCustomPrompt="1"/>
          </p:nvPr>
        </p:nvSpPr>
        <p:spPr>
          <a:xfrm>
            <a:off x="4330593" y="3551967"/>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25" name="Text Placeholder 4">
            <a:extLst>
              <a:ext uri="{FF2B5EF4-FFF2-40B4-BE49-F238E27FC236}">
                <a16:creationId xmlns:a16="http://schemas.microsoft.com/office/drawing/2014/main" id="{CF97AD4E-3588-342E-979B-0CCDF1CF3A66}"/>
              </a:ext>
            </a:extLst>
          </p:cNvPr>
          <p:cNvSpPr>
            <a:spLocks noGrp="1"/>
          </p:cNvSpPr>
          <p:nvPr>
            <p:ph type="body" sz="quarter" idx="28" hasCustomPrompt="1"/>
          </p:nvPr>
        </p:nvSpPr>
        <p:spPr>
          <a:xfrm>
            <a:off x="4330593" y="3713764"/>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26" name="Text Placeholder 4">
            <a:extLst>
              <a:ext uri="{FF2B5EF4-FFF2-40B4-BE49-F238E27FC236}">
                <a16:creationId xmlns:a16="http://schemas.microsoft.com/office/drawing/2014/main" id="{B85DC042-1D7C-4735-DB80-659003055DC8}"/>
              </a:ext>
            </a:extLst>
          </p:cNvPr>
          <p:cNvSpPr>
            <a:spLocks noGrp="1"/>
          </p:cNvSpPr>
          <p:nvPr>
            <p:ph type="body" sz="quarter" idx="29" hasCustomPrompt="1"/>
          </p:nvPr>
        </p:nvSpPr>
        <p:spPr>
          <a:xfrm>
            <a:off x="4330593" y="3840636"/>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28" name="Text Placeholder 4">
            <a:extLst>
              <a:ext uri="{FF2B5EF4-FFF2-40B4-BE49-F238E27FC236}">
                <a16:creationId xmlns:a16="http://schemas.microsoft.com/office/drawing/2014/main" id="{35C34336-3E73-5DC1-40F0-6AF846D48E78}"/>
              </a:ext>
            </a:extLst>
          </p:cNvPr>
          <p:cNvSpPr>
            <a:spLocks noGrp="1"/>
          </p:cNvSpPr>
          <p:nvPr>
            <p:ph type="body" sz="quarter" idx="30" hasCustomPrompt="1"/>
          </p:nvPr>
        </p:nvSpPr>
        <p:spPr>
          <a:xfrm>
            <a:off x="4330593" y="4038222"/>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29" name="Text Placeholder 4">
            <a:extLst>
              <a:ext uri="{FF2B5EF4-FFF2-40B4-BE49-F238E27FC236}">
                <a16:creationId xmlns:a16="http://schemas.microsoft.com/office/drawing/2014/main" id="{8CD3B534-6D99-4C48-73C6-A90E786EAF16}"/>
              </a:ext>
            </a:extLst>
          </p:cNvPr>
          <p:cNvSpPr>
            <a:spLocks noGrp="1"/>
          </p:cNvSpPr>
          <p:nvPr>
            <p:ph type="body" sz="quarter" idx="31" hasCustomPrompt="1"/>
          </p:nvPr>
        </p:nvSpPr>
        <p:spPr>
          <a:xfrm>
            <a:off x="4330593" y="4200019"/>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30" name="Text Placeholder 4">
            <a:extLst>
              <a:ext uri="{FF2B5EF4-FFF2-40B4-BE49-F238E27FC236}">
                <a16:creationId xmlns:a16="http://schemas.microsoft.com/office/drawing/2014/main" id="{2028EDBB-9588-28C2-3D10-94EAAEC88F4D}"/>
              </a:ext>
            </a:extLst>
          </p:cNvPr>
          <p:cNvSpPr>
            <a:spLocks noGrp="1"/>
          </p:cNvSpPr>
          <p:nvPr>
            <p:ph type="body" sz="quarter" idx="32" hasCustomPrompt="1"/>
          </p:nvPr>
        </p:nvSpPr>
        <p:spPr>
          <a:xfrm>
            <a:off x="4330593" y="4326891"/>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31" name="Text Placeholder 4">
            <a:extLst>
              <a:ext uri="{FF2B5EF4-FFF2-40B4-BE49-F238E27FC236}">
                <a16:creationId xmlns:a16="http://schemas.microsoft.com/office/drawing/2014/main" id="{2A785A59-B1EC-BCA9-3C61-AA41FD3030AA}"/>
              </a:ext>
            </a:extLst>
          </p:cNvPr>
          <p:cNvSpPr>
            <a:spLocks noGrp="1"/>
          </p:cNvSpPr>
          <p:nvPr>
            <p:ph type="body" sz="quarter" idx="33" hasCustomPrompt="1"/>
          </p:nvPr>
        </p:nvSpPr>
        <p:spPr>
          <a:xfrm>
            <a:off x="4330593" y="4531792"/>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32" name="Text Placeholder 4">
            <a:extLst>
              <a:ext uri="{FF2B5EF4-FFF2-40B4-BE49-F238E27FC236}">
                <a16:creationId xmlns:a16="http://schemas.microsoft.com/office/drawing/2014/main" id="{687FE4BC-3557-8ACF-282E-E55A17020846}"/>
              </a:ext>
            </a:extLst>
          </p:cNvPr>
          <p:cNvSpPr>
            <a:spLocks noGrp="1"/>
          </p:cNvSpPr>
          <p:nvPr>
            <p:ph type="body" sz="quarter" idx="34" hasCustomPrompt="1"/>
          </p:nvPr>
        </p:nvSpPr>
        <p:spPr>
          <a:xfrm>
            <a:off x="4330593" y="4693589"/>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33" name="Text Placeholder 4">
            <a:extLst>
              <a:ext uri="{FF2B5EF4-FFF2-40B4-BE49-F238E27FC236}">
                <a16:creationId xmlns:a16="http://schemas.microsoft.com/office/drawing/2014/main" id="{71BC99D4-EA9B-7B0F-636D-51A7398724C0}"/>
              </a:ext>
            </a:extLst>
          </p:cNvPr>
          <p:cNvSpPr>
            <a:spLocks noGrp="1"/>
          </p:cNvSpPr>
          <p:nvPr>
            <p:ph type="body" sz="quarter" idx="35" hasCustomPrompt="1"/>
          </p:nvPr>
        </p:nvSpPr>
        <p:spPr>
          <a:xfrm>
            <a:off x="4330593" y="4820461"/>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cxnSp>
        <p:nvCxnSpPr>
          <p:cNvPr id="34" name="Straight Connector 33">
            <a:extLst>
              <a:ext uri="{FF2B5EF4-FFF2-40B4-BE49-F238E27FC236}">
                <a16:creationId xmlns:a16="http://schemas.microsoft.com/office/drawing/2014/main" id="{539D7FB9-B2E7-F477-8C41-841677DAAFE0}"/>
              </a:ext>
            </a:extLst>
          </p:cNvPr>
          <p:cNvCxnSpPr>
            <a:cxnSpLocks/>
          </p:cNvCxnSpPr>
          <p:nvPr userDrawn="1"/>
        </p:nvCxnSpPr>
        <p:spPr>
          <a:xfrm>
            <a:off x="4227459" y="2150951"/>
            <a:ext cx="0" cy="7246054"/>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5" name="Espaço Reservado para Conteúdo 14">
            <a:extLst>
              <a:ext uri="{FF2B5EF4-FFF2-40B4-BE49-F238E27FC236}">
                <a16:creationId xmlns:a16="http://schemas.microsoft.com/office/drawing/2014/main" id="{5D3EDB8D-754F-B41B-52BE-3C9C63C87727}"/>
              </a:ext>
            </a:extLst>
          </p:cNvPr>
          <p:cNvSpPr>
            <a:spLocks noGrp="1"/>
          </p:cNvSpPr>
          <p:nvPr>
            <p:ph sz="quarter" idx="40" hasCustomPrompt="1"/>
          </p:nvPr>
        </p:nvSpPr>
        <p:spPr>
          <a:xfrm>
            <a:off x="4330593" y="2150951"/>
            <a:ext cx="2159107" cy="1236051"/>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Tree>
    <p:extLst>
      <p:ext uri="{BB962C8B-B14F-4D97-AF65-F5344CB8AC3E}">
        <p14:creationId xmlns:p14="http://schemas.microsoft.com/office/powerpoint/2010/main" val="397000736"/>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Capa Short Note Sector">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38" name="Espaço Reservado para Conteúdo 14">
            <a:extLst>
              <a:ext uri="{FF2B5EF4-FFF2-40B4-BE49-F238E27FC236}">
                <a16:creationId xmlns:a16="http://schemas.microsoft.com/office/drawing/2014/main" id="{8272B113-2F70-441F-8502-29E6B907995B}"/>
              </a:ext>
            </a:extLst>
          </p:cNvPr>
          <p:cNvSpPr>
            <a:spLocks noGrp="1"/>
          </p:cNvSpPr>
          <p:nvPr>
            <p:ph sz="quarter"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p:ph sz="quarter"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pic>
        <p:nvPicPr>
          <p:cNvPr id="2" name="Graphic 1">
            <a:extLst>
              <a:ext uri="{FF2B5EF4-FFF2-40B4-BE49-F238E27FC236}">
                <a16:creationId xmlns:a16="http://schemas.microsoft.com/office/drawing/2014/main" id="{DAE82E8C-95AD-0361-B8B0-B7C0D8684CF5}"/>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0" y="0"/>
            <a:ext cx="6858000" cy="2003470"/>
          </a:xfrm>
          <a:prstGeom prst="rect">
            <a:avLst/>
          </a:prstGeom>
        </p:spPr>
      </p:pic>
      <p:pic>
        <p:nvPicPr>
          <p:cNvPr id="4" name="Picture 3" descr="A blue and white dot pattern&#10;&#10;AI-generated content may be incorrect.">
            <a:extLst>
              <a:ext uri="{FF2B5EF4-FFF2-40B4-BE49-F238E27FC236}">
                <a16:creationId xmlns:a16="http://schemas.microsoft.com/office/drawing/2014/main" id="{29FA0211-7640-B008-5F80-DFE4BF78EDCF}"/>
              </a:ext>
            </a:extLst>
          </p:cNvPr>
          <p:cNvPicPr>
            <a:picLocks noChangeAspect="1"/>
          </p:cNvPicPr>
          <p:nvPr userDrawn="1"/>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14569" y="12000"/>
            <a:ext cx="6843431" cy="1991470"/>
          </a:xfrm>
          <a:prstGeom prst="rect">
            <a:avLst/>
          </a:prstGeom>
        </p:spPr>
      </p:pic>
      <p:pic>
        <p:nvPicPr>
          <p:cNvPr id="5" name="Graphic 4">
            <a:extLst>
              <a:ext uri="{FF2B5EF4-FFF2-40B4-BE49-F238E27FC236}">
                <a16:creationId xmlns:a16="http://schemas.microsoft.com/office/drawing/2014/main" id="{17F97C21-6648-EF6C-A98D-137E0F480F1A}"/>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rcRect l="51901" t="57744" r="40349" b="-120"/>
          <a:stretch/>
        </p:blipFill>
        <p:spPr>
          <a:xfrm rot="5400000" flipH="1">
            <a:off x="3316774" y="-1537758"/>
            <a:ext cx="2003470" cy="5078985"/>
          </a:xfrm>
          <a:prstGeom prst="rect">
            <a:avLst/>
          </a:prstGeom>
        </p:spPr>
      </p:pic>
      <p:sp>
        <p:nvSpPr>
          <p:cNvPr id="6" name="Espaço Reservado para Texto 6">
            <a:extLst>
              <a:ext uri="{FF2B5EF4-FFF2-40B4-BE49-F238E27FC236}">
                <a16:creationId xmlns:a16="http://schemas.microsoft.com/office/drawing/2014/main" id="{928D0FCD-860E-59BE-AB6B-2EA27033053F}"/>
              </a:ext>
            </a:extLst>
          </p:cNvPr>
          <p:cNvSpPr>
            <a:spLocks noGrp="1"/>
          </p:cNvSpPr>
          <p:nvPr>
            <p:ph type="body" sz="quarter" idx="16" hasCustomPrompt="1"/>
          </p:nvPr>
        </p:nvSpPr>
        <p:spPr>
          <a:xfrm>
            <a:off x="390154" y="96923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grpSp>
        <p:nvGrpSpPr>
          <p:cNvPr id="7" name="Group 6">
            <a:extLst>
              <a:ext uri="{FF2B5EF4-FFF2-40B4-BE49-F238E27FC236}">
                <a16:creationId xmlns:a16="http://schemas.microsoft.com/office/drawing/2014/main" id="{7B14105F-6B03-AB02-2E6B-E280AFC5EA3E}"/>
              </a:ext>
            </a:extLst>
          </p:cNvPr>
          <p:cNvGrpSpPr/>
          <p:nvPr userDrawn="1"/>
        </p:nvGrpSpPr>
        <p:grpSpPr>
          <a:xfrm>
            <a:off x="390154" y="406178"/>
            <a:ext cx="1240285" cy="341910"/>
            <a:chOff x="2700591" y="2522601"/>
            <a:chExt cx="6428993" cy="1772284"/>
          </a:xfrm>
        </p:grpSpPr>
        <p:sp>
          <p:nvSpPr>
            <p:cNvPr id="8" name="Freeform: Shape 40">
              <a:extLst>
                <a:ext uri="{FF2B5EF4-FFF2-40B4-BE49-F238E27FC236}">
                  <a16:creationId xmlns:a16="http://schemas.microsoft.com/office/drawing/2014/main" id="{F910343D-7729-C09A-9C77-894C9CA08B3A}"/>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9" name="Graphic 20">
              <a:extLst>
                <a:ext uri="{FF2B5EF4-FFF2-40B4-BE49-F238E27FC236}">
                  <a16:creationId xmlns:a16="http://schemas.microsoft.com/office/drawing/2014/main" id="{19EE9025-8994-9F60-34A1-5C3B3CFAD1EC}"/>
                </a:ext>
              </a:extLst>
            </p:cNvPr>
            <p:cNvGrpSpPr/>
            <p:nvPr/>
          </p:nvGrpSpPr>
          <p:grpSpPr>
            <a:xfrm>
              <a:off x="5034660" y="3339528"/>
              <a:ext cx="4094924" cy="747077"/>
              <a:chOff x="5034660" y="3339528"/>
              <a:chExt cx="4094924" cy="747077"/>
            </a:xfrm>
            <a:solidFill>
              <a:srgbClr val="FFFFFF"/>
            </a:solidFill>
          </p:grpSpPr>
          <p:sp>
            <p:nvSpPr>
              <p:cNvPr id="10" name="Freeform: Shape 42">
                <a:extLst>
                  <a:ext uri="{FF2B5EF4-FFF2-40B4-BE49-F238E27FC236}">
                    <a16:creationId xmlns:a16="http://schemas.microsoft.com/office/drawing/2014/main" id="{7B5DDC33-C3D4-9796-19F2-58D7C38A2C63}"/>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2" name="Freeform: Shape 43">
                <a:extLst>
                  <a:ext uri="{FF2B5EF4-FFF2-40B4-BE49-F238E27FC236}">
                    <a16:creationId xmlns:a16="http://schemas.microsoft.com/office/drawing/2014/main" id="{F4C69D50-6649-D4B4-7D87-4089B8DBE467}"/>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13" name="Freeform: Shape 44">
                <a:extLst>
                  <a:ext uri="{FF2B5EF4-FFF2-40B4-BE49-F238E27FC236}">
                    <a16:creationId xmlns:a16="http://schemas.microsoft.com/office/drawing/2014/main" id="{883D8FB5-0F60-B49C-34DC-9175C66F908E}"/>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14" name="Freeform: Shape 45">
                <a:extLst>
                  <a:ext uri="{FF2B5EF4-FFF2-40B4-BE49-F238E27FC236}">
                    <a16:creationId xmlns:a16="http://schemas.microsoft.com/office/drawing/2014/main" id="{371036E0-69E7-A8D3-000E-87223966A2ED}"/>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16" name="Freeform: Shape 46">
                <a:extLst>
                  <a:ext uri="{FF2B5EF4-FFF2-40B4-BE49-F238E27FC236}">
                    <a16:creationId xmlns:a16="http://schemas.microsoft.com/office/drawing/2014/main" id="{02898492-89A0-DE15-D6C5-D551EFE24C97}"/>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17" name="Freeform: Shape 47">
                <a:extLst>
                  <a:ext uri="{FF2B5EF4-FFF2-40B4-BE49-F238E27FC236}">
                    <a16:creationId xmlns:a16="http://schemas.microsoft.com/office/drawing/2014/main" id="{E25F01F7-A7A9-F302-A1F0-C58B6E4EF15D}"/>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8" name="Freeform: Shape 48">
                <a:extLst>
                  <a:ext uri="{FF2B5EF4-FFF2-40B4-BE49-F238E27FC236}">
                    <a16:creationId xmlns:a16="http://schemas.microsoft.com/office/drawing/2014/main" id="{DFD7414B-9A29-543D-FEA3-E085A244A597}"/>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19" name="Freeform: Shape 49">
                <a:extLst>
                  <a:ext uri="{FF2B5EF4-FFF2-40B4-BE49-F238E27FC236}">
                    <a16:creationId xmlns:a16="http://schemas.microsoft.com/office/drawing/2014/main" id="{057F6B16-BFF0-4DFA-603A-E9BCA79F8063}"/>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20" name="Espaço Reservado para Texto 6">
            <a:extLst>
              <a:ext uri="{FF2B5EF4-FFF2-40B4-BE49-F238E27FC236}">
                <a16:creationId xmlns:a16="http://schemas.microsoft.com/office/drawing/2014/main" id="{C856C89A-7562-82C0-70CE-765A1BE0195E}"/>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21" name="Date Placeholder 1">
            <a:extLst>
              <a:ext uri="{FF2B5EF4-FFF2-40B4-BE49-F238E27FC236}">
                <a16:creationId xmlns:a16="http://schemas.microsoft.com/office/drawing/2014/main" id="{BFDFB630-05CE-02BE-378B-A5C3EA6BC938}"/>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430979E2-6090-43D8-ADBA-FF4961177744}" type="datetime4">
              <a:rPr lang="en-US" smtClean="0"/>
              <a:t>September 28, 2026</a:t>
            </a:fld>
            <a:endParaRPr lang="en-US"/>
          </a:p>
        </p:txBody>
      </p:sp>
      <p:sp>
        <p:nvSpPr>
          <p:cNvPr id="22" name="Espaço Reservado para Texto 6">
            <a:extLst>
              <a:ext uri="{FF2B5EF4-FFF2-40B4-BE49-F238E27FC236}">
                <a16:creationId xmlns:a16="http://schemas.microsoft.com/office/drawing/2014/main" id="{BC5C97CA-C109-C89E-B0DA-580EB374FF5A}"/>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23" name="Espaço Reservado para Texto 6">
            <a:extLst>
              <a:ext uri="{FF2B5EF4-FFF2-40B4-BE49-F238E27FC236}">
                <a16:creationId xmlns:a16="http://schemas.microsoft.com/office/drawing/2014/main" id="{6CE2BDD4-5FBE-4506-6AAF-2D2BA90A0DD8}"/>
              </a:ext>
            </a:extLst>
          </p:cNvPr>
          <p:cNvSpPr>
            <a:spLocks noGrp="1"/>
          </p:cNvSpPr>
          <p:nvPr>
            <p:ph type="body" sz="quarter" idx="38" hasCustomPrompt="1"/>
          </p:nvPr>
        </p:nvSpPr>
        <p:spPr>
          <a:xfrm>
            <a:off x="390154" y="1405779"/>
            <a:ext cx="6112352" cy="187302"/>
          </a:xfrm>
          <a:prstGeom prst="rect">
            <a:avLst/>
          </a:prstGeom>
        </p:spPr>
        <p:txBody>
          <a:bodyPr vert="horz" lIns="0" tIns="0" rIns="0" bIns="0" rtlCol="0" anchor="t">
            <a:noAutofit/>
          </a:bodyPr>
          <a:lstStyle>
            <a:lvl1pPr>
              <a:defRPr lang="pt-BR" sz="16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15" name="Text Placeholder 4">
            <a:extLst>
              <a:ext uri="{FF2B5EF4-FFF2-40B4-BE49-F238E27FC236}">
                <a16:creationId xmlns:a16="http://schemas.microsoft.com/office/drawing/2014/main" id="{940F99CF-8986-12A5-817F-97B685225E90}"/>
              </a:ext>
            </a:extLst>
          </p:cNvPr>
          <p:cNvSpPr>
            <a:spLocks noGrp="1"/>
          </p:cNvSpPr>
          <p:nvPr>
            <p:ph type="body" sz="quarter" idx="27" hasCustomPrompt="1"/>
          </p:nvPr>
        </p:nvSpPr>
        <p:spPr>
          <a:xfrm>
            <a:off x="4330593" y="369252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24" name="Text Placeholder 4">
            <a:extLst>
              <a:ext uri="{FF2B5EF4-FFF2-40B4-BE49-F238E27FC236}">
                <a16:creationId xmlns:a16="http://schemas.microsoft.com/office/drawing/2014/main" id="{0140C41B-2354-17F2-8688-7AB404EEA1F0}"/>
              </a:ext>
            </a:extLst>
          </p:cNvPr>
          <p:cNvSpPr>
            <a:spLocks noGrp="1"/>
          </p:cNvSpPr>
          <p:nvPr>
            <p:ph type="body" sz="quarter" idx="28" hasCustomPrompt="1"/>
          </p:nvPr>
        </p:nvSpPr>
        <p:spPr>
          <a:xfrm>
            <a:off x="4330593" y="3854321"/>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25" name="Text Placeholder 4">
            <a:extLst>
              <a:ext uri="{FF2B5EF4-FFF2-40B4-BE49-F238E27FC236}">
                <a16:creationId xmlns:a16="http://schemas.microsoft.com/office/drawing/2014/main" id="{88382CAA-FCB9-2AEB-20BA-5D243A50978F}"/>
              </a:ext>
            </a:extLst>
          </p:cNvPr>
          <p:cNvSpPr>
            <a:spLocks noGrp="1"/>
          </p:cNvSpPr>
          <p:nvPr>
            <p:ph type="body" sz="quarter" idx="29" hasCustomPrompt="1"/>
          </p:nvPr>
        </p:nvSpPr>
        <p:spPr>
          <a:xfrm>
            <a:off x="4330593" y="398119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26" name="Text Placeholder 4">
            <a:extLst>
              <a:ext uri="{FF2B5EF4-FFF2-40B4-BE49-F238E27FC236}">
                <a16:creationId xmlns:a16="http://schemas.microsoft.com/office/drawing/2014/main" id="{91E52212-A260-84D8-2C50-08CDC08A8BB7}"/>
              </a:ext>
            </a:extLst>
          </p:cNvPr>
          <p:cNvSpPr>
            <a:spLocks noGrp="1"/>
          </p:cNvSpPr>
          <p:nvPr>
            <p:ph type="body" sz="quarter" idx="30" hasCustomPrompt="1"/>
          </p:nvPr>
        </p:nvSpPr>
        <p:spPr>
          <a:xfrm>
            <a:off x="4330593" y="417877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28" name="Text Placeholder 4">
            <a:extLst>
              <a:ext uri="{FF2B5EF4-FFF2-40B4-BE49-F238E27FC236}">
                <a16:creationId xmlns:a16="http://schemas.microsoft.com/office/drawing/2014/main" id="{FD566518-7137-787A-8B48-3DC74BA88C36}"/>
              </a:ext>
            </a:extLst>
          </p:cNvPr>
          <p:cNvSpPr>
            <a:spLocks noGrp="1"/>
          </p:cNvSpPr>
          <p:nvPr>
            <p:ph type="body" sz="quarter" idx="31" hasCustomPrompt="1"/>
          </p:nvPr>
        </p:nvSpPr>
        <p:spPr>
          <a:xfrm>
            <a:off x="4330593" y="4340576"/>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29" name="Text Placeholder 4">
            <a:extLst>
              <a:ext uri="{FF2B5EF4-FFF2-40B4-BE49-F238E27FC236}">
                <a16:creationId xmlns:a16="http://schemas.microsoft.com/office/drawing/2014/main" id="{128DB013-695D-1616-A486-7F2B38589E64}"/>
              </a:ext>
            </a:extLst>
          </p:cNvPr>
          <p:cNvSpPr>
            <a:spLocks noGrp="1"/>
          </p:cNvSpPr>
          <p:nvPr>
            <p:ph type="body" sz="quarter" idx="32" hasCustomPrompt="1"/>
          </p:nvPr>
        </p:nvSpPr>
        <p:spPr>
          <a:xfrm>
            <a:off x="4330593" y="446744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30" name="Text Placeholder 4">
            <a:extLst>
              <a:ext uri="{FF2B5EF4-FFF2-40B4-BE49-F238E27FC236}">
                <a16:creationId xmlns:a16="http://schemas.microsoft.com/office/drawing/2014/main" id="{88A24351-08B2-83F8-B4F8-D55D3F07EF7B}"/>
              </a:ext>
            </a:extLst>
          </p:cNvPr>
          <p:cNvSpPr>
            <a:spLocks noGrp="1"/>
          </p:cNvSpPr>
          <p:nvPr>
            <p:ph type="body" sz="quarter" idx="33" hasCustomPrompt="1"/>
          </p:nvPr>
        </p:nvSpPr>
        <p:spPr>
          <a:xfrm>
            <a:off x="4330593" y="467234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31" name="Text Placeholder 4">
            <a:extLst>
              <a:ext uri="{FF2B5EF4-FFF2-40B4-BE49-F238E27FC236}">
                <a16:creationId xmlns:a16="http://schemas.microsoft.com/office/drawing/2014/main" id="{C9E1A8CB-1D01-FB8E-FFF5-6ACBA780081F}"/>
              </a:ext>
            </a:extLst>
          </p:cNvPr>
          <p:cNvSpPr>
            <a:spLocks noGrp="1"/>
          </p:cNvSpPr>
          <p:nvPr>
            <p:ph type="body" sz="quarter" idx="34" hasCustomPrompt="1"/>
          </p:nvPr>
        </p:nvSpPr>
        <p:spPr>
          <a:xfrm>
            <a:off x="4330593" y="4834146"/>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32" name="Text Placeholder 4">
            <a:extLst>
              <a:ext uri="{FF2B5EF4-FFF2-40B4-BE49-F238E27FC236}">
                <a16:creationId xmlns:a16="http://schemas.microsoft.com/office/drawing/2014/main" id="{1AE7C39D-EA22-C5DB-A675-845E341B399F}"/>
              </a:ext>
            </a:extLst>
          </p:cNvPr>
          <p:cNvSpPr>
            <a:spLocks noGrp="1"/>
          </p:cNvSpPr>
          <p:nvPr>
            <p:ph type="body" sz="quarter" idx="35" hasCustomPrompt="1"/>
          </p:nvPr>
        </p:nvSpPr>
        <p:spPr>
          <a:xfrm>
            <a:off x="4330593" y="496101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cxnSp>
        <p:nvCxnSpPr>
          <p:cNvPr id="34" name="Straight Connector 33">
            <a:extLst>
              <a:ext uri="{FF2B5EF4-FFF2-40B4-BE49-F238E27FC236}">
                <a16:creationId xmlns:a16="http://schemas.microsoft.com/office/drawing/2014/main" id="{AF1BA942-F3DB-C7E0-BAED-A17071503BC2}"/>
              </a:ext>
            </a:extLst>
          </p:cNvPr>
          <p:cNvCxnSpPr>
            <a:cxnSpLocks/>
          </p:cNvCxnSpPr>
          <p:nvPr userDrawn="1"/>
        </p:nvCxnSpPr>
        <p:spPr>
          <a:xfrm>
            <a:off x="4227459" y="3692525"/>
            <a:ext cx="0" cy="403633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5" name="Text Placeholder 4">
            <a:extLst>
              <a:ext uri="{FF2B5EF4-FFF2-40B4-BE49-F238E27FC236}">
                <a16:creationId xmlns:a16="http://schemas.microsoft.com/office/drawing/2014/main" id="{36541823-4E2D-CA37-F162-ECE90D8582A7}"/>
              </a:ext>
            </a:extLst>
          </p:cNvPr>
          <p:cNvSpPr>
            <a:spLocks noGrp="1"/>
          </p:cNvSpPr>
          <p:nvPr>
            <p:ph type="body" sz="quarter" idx="23"/>
          </p:nvPr>
        </p:nvSpPr>
        <p:spPr>
          <a:xfrm>
            <a:off x="390154" y="3692524"/>
            <a:ext cx="3734170" cy="4036332"/>
          </a:xfrm>
          <a:prstGeom prst="rect">
            <a:avLst/>
          </a:prstGeom>
          <a:noFill/>
        </p:spPr>
        <p:txBody>
          <a:bodyPr wrap="square" lIns="0" tIns="0" rIns="0" bIns="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a:t>Click to edit Master text styles</a:t>
            </a:r>
          </a:p>
        </p:txBody>
      </p:sp>
      <p:sp>
        <p:nvSpPr>
          <p:cNvPr id="36" name="Text Placeholder 4">
            <a:extLst>
              <a:ext uri="{FF2B5EF4-FFF2-40B4-BE49-F238E27FC236}">
                <a16:creationId xmlns:a16="http://schemas.microsoft.com/office/drawing/2014/main" id="{921245B7-AB30-4FB7-CF96-2E86016A7C44}"/>
              </a:ext>
            </a:extLst>
          </p:cNvPr>
          <p:cNvSpPr>
            <a:spLocks noGrp="1"/>
          </p:cNvSpPr>
          <p:nvPr>
            <p:ph type="body" sz="quarter" idx="20"/>
          </p:nvPr>
        </p:nvSpPr>
        <p:spPr>
          <a:xfrm>
            <a:off x="390154" y="2150950"/>
            <a:ext cx="6099546" cy="1378800"/>
          </a:xfrm>
          <a:prstGeom prst="rect">
            <a:avLst/>
          </a:prstGeom>
          <a:solidFill>
            <a:schemeClr val="bg1">
              <a:lumMod val="95000"/>
            </a:schemeClr>
          </a:solidFill>
        </p:spPr>
        <p:txBody>
          <a:bodyPr wrap="square" lIns="72000" tIns="72000" rIns="72000" bIns="7200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a:t>Click to edit Master text styles</a:t>
            </a:r>
          </a:p>
        </p:txBody>
      </p:sp>
    </p:spTree>
    <p:extLst>
      <p:ext uri="{BB962C8B-B14F-4D97-AF65-F5344CB8AC3E}">
        <p14:creationId xmlns:p14="http://schemas.microsoft.com/office/powerpoint/2010/main" val="391794633"/>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Sumário">
    <p:bg>
      <p:bgPr>
        <a:solidFill>
          <a:schemeClr val="bg1"/>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EEE9ED39-57B7-5C8F-E9B2-57A1AC073839}"/>
              </a:ext>
            </a:extLst>
          </p:cNvPr>
          <p:cNvGrpSpPr/>
          <p:nvPr userDrawn="1"/>
        </p:nvGrpSpPr>
        <p:grpSpPr>
          <a:xfrm flipV="1">
            <a:off x="4738912" y="0"/>
            <a:ext cx="2119086" cy="9906000"/>
            <a:chOff x="-1" y="0"/>
            <a:chExt cx="1467060" cy="6858000"/>
          </a:xfrm>
        </p:grpSpPr>
        <p:pic>
          <p:nvPicPr>
            <p:cNvPr id="4" name="Graphic 3">
              <a:extLst>
                <a:ext uri="{FF2B5EF4-FFF2-40B4-BE49-F238E27FC236}">
                  <a16:creationId xmlns:a16="http://schemas.microsoft.com/office/drawing/2014/main" id="{D76B8EF7-CCD7-9A94-CD80-B82D9220F661}"/>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71178" b="20035"/>
            <a:stretch/>
          </p:blipFill>
          <p:spPr>
            <a:xfrm flipV="1">
              <a:off x="0" y="0"/>
              <a:ext cx="1467059" cy="6858000"/>
            </a:xfrm>
            <a:prstGeom prst="rect">
              <a:avLst/>
            </a:prstGeom>
          </p:spPr>
        </p:pic>
        <p:pic>
          <p:nvPicPr>
            <p:cNvPr id="5" name="Picture 4" descr="A blue and white dot pattern&#10;&#10;AI-generated content may be incorrect.">
              <a:extLst>
                <a:ext uri="{FF2B5EF4-FFF2-40B4-BE49-F238E27FC236}">
                  <a16:creationId xmlns:a16="http://schemas.microsoft.com/office/drawing/2014/main" id="{E28CC665-FF99-579A-7610-C998972AF3D6}"/>
                </a:ext>
              </a:extLst>
            </p:cNvPr>
            <p:cNvPicPr>
              <a:picLocks noChangeAspect="1"/>
            </p:cNvPicPr>
            <p:nvPr userDrawn="1"/>
          </p:nvPicPr>
          <p:blipFill>
            <a:blip r:embed="rId4">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a:off x="-1" y="0"/>
              <a:ext cx="1467060" cy="6858000"/>
            </a:xfrm>
            <a:prstGeom prst="rect">
              <a:avLst/>
            </a:prstGeom>
          </p:spPr>
        </p:pic>
      </p:grpSp>
      <p:sp>
        <p:nvSpPr>
          <p:cNvPr id="6" name="Rectangle 5">
            <a:extLst>
              <a:ext uri="{FF2B5EF4-FFF2-40B4-BE49-F238E27FC236}">
                <a16:creationId xmlns:a16="http://schemas.microsoft.com/office/drawing/2014/main" id="{1D58E3DF-22F8-4C37-9B26-E76DF3BA1D45}"/>
              </a:ext>
            </a:extLst>
          </p:cNvPr>
          <p:cNvSpPr/>
          <p:nvPr userDrawn="1"/>
        </p:nvSpPr>
        <p:spPr>
          <a:xfrm>
            <a:off x="0" y="0"/>
            <a:ext cx="4738914" cy="990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70" name="CaixaDeTexto 4">
            <a:extLst>
              <a:ext uri="{FF2B5EF4-FFF2-40B4-BE49-F238E27FC236}">
                <a16:creationId xmlns:a16="http://schemas.microsoft.com/office/drawing/2014/main" id="{B62B5412-17EF-418D-8B6E-BF6ED9EC7C15}"/>
              </a:ext>
            </a:extLst>
          </p:cNvPr>
          <p:cNvSpPr txBox="1"/>
          <p:nvPr userDrawn="1"/>
        </p:nvSpPr>
        <p:spPr>
          <a:xfrm>
            <a:off x="375638" y="368602"/>
            <a:ext cx="3733609" cy="430887"/>
          </a:xfrm>
          <a:prstGeom prst="rect">
            <a:avLst/>
          </a:prstGeom>
        </p:spPr>
        <p:txBody>
          <a:bodyPr wrap="square" lIns="0" tIns="0" rIns="0" bIns="0" rtlCol="0">
            <a:spAutoFit/>
          </a:bodyPr>
          <a:lstStyle/>
          <a:p>
            <a:r>
              <a:rPr lang="pt-BR" sz="2800" err="1">
                <a:solidFill>
                  <a:srgbClr val="242424"/>
                </a:solidFill>
                <a:latin typeface="+mj-lt"/>
                <a:ea typeface="XP Light Lighthouse" pitchFamily="50" charset="0"/>
              </a:rPr>
              <a:t>Summary</a:t>
            </a:r>
            <a:endParaRPr lang="pt-BR" sz="2800">
              <a:solidFill>
                <a:srgbClr val="242424"/>
              </a:solidFill>
              <a:latin typeface="+mj-lt"/>
              <a:ea typeface="XP Light Lighthouse" pitchFamily="50" charset="0"/>
            </a:endParaRPr>
          </a:p>
        </p:txBody>
      </p:sp>
      <p:sp>
        <p:nvSpPr>
          <p:cNvPr id="71" name="Espaço Reservado para Texto 6">
            <a:extLst>
              <a:ext uri="{FF2B5EF4-FFF2-40B4-BE49-F238E27FC236}">
                <a16:creationId xmlns:a16="http://schemas.microsoft.com/office/drawing/2014/main" id="{03A9C79B-A9AE-450D-ABDB-D007A473C085}"/>
              </a:ext>
            </a:extLst>
          </p:cNvPr>
          <p:cNvSpPr>
            <a:spLocks noGrp="1"/>
          </p:cNvSpPr>
          <p:nvPr>
            <p:ph type="body" sz="quarter" idx="17" hasCustomPrompt="1"/>
          </p:nvPr>
        </p:nvSpPr>
        <p:spPr>
          <a:xfrm>
            <a:off x="375638" y="1155618"/>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72" name="Espaço Reservado para Texto 6">
            <a:extLst>
              <a:ext uri="{FF2B5EF4-FFF2-40B4-BE49-F238E27FC236}">
                <a16:creationId xmlns:a16="http://schemas.microsoft.com/office/drawing/2014/main" id="{BDA9F1F2-ABC2-4D8D-8E95-0E8A4C2D295D}"/>
              </a:ext>
            </a:extLst>
          </p:cNvPr>
          <p:cNvSpPr>
            <a:spLocks noGrp="1"/>
          </p:cNvSpPr>
          <p:nvPr>
            <p:ph type="body" sz="quarter" idx="18" hasCustomPrompt="1"/>
          </p:nvPr>
        </p:nvSpPr>
        <p:spPr>
          <a:xfrm>
            <a:off x="375638" y="1485836"/>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73" name="Espaço Reservado para Texto 6">
            <a:extLst>
              <a:ext uri="{FF2B5EF4-FFF2-40B4-BE49-F238E27FC236}">
                <a16:creationId xmlns:a16="http://schemas.microsoft.com/office/drawing/2014/main" id="{0A91C08B-11B6-4949-955F-D55D9CBDCDD4}"/>
              </a:ext>
            </a:extLst>
          </p:cNvPr>
          <p:cNvSpPr>
            <a:spLocks noGrp="1"/>
          </p:cNvSpPr>
          <p:nvPr>
            <p:ph type="body" sz="quarter" idx="19" hasCustomPrompt="1"/>
          </p:nvPr>
        </p:nvSpPr>
        <p:spPr>
          <a:xfrm>
            <a:off x="375638" y="2139998"/>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74" name="Espaço Reservado para Texto 6">
            <a:extLst>
              <a:ext uri="{FF2B5EF4-FFF2-40B4-BE49-F238E27FC236}">
                <a16:creationId xmlns:a16="http://schemas.microsoft.com/office/drawing/2014/main" id="{61B220E4-8E3F-4CA0-815C-0FC23ECB015D}"/>
              </a:ext>
            </a:extLst>
          </p:cNvPr>
          <p:cNvSpPr>
            <a:spLocks noGrp="1"/>
          </p:cNvSpPr>
          <p:nvPr>
            <p:ph type="body" sz="quarter" idx="20" hasCustomPrompt="1"/>
          </p:nvPr>
        </p:nvSpPr>
        <p:spPr>
          <a:xfrm>
            <a:off x="375638" y="2470216"/>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75" name="Espaço Reservado para Texto 6">
            <a:extLst>
              <a:ext uri="{FF2B5EF4-FFF2-40B4-BE49-F238E27FC236}">
                <a16:creationId xmlns:a16="http://schemas.microsoft.com/office/drawing/2014/main" id="{55260DBC-11EE-4FC0-8B7C-0A2E6E95D846}"/>
              </a:ext>
            </a:extLst>
          </p:cNvPr>
          <p:cNvSpPr>
            <a:spLocks noGrp="1"/>
          </p:cNvSpPr>
          <p:nvPr>
            <p:ph type="body" sz="quarter" idx="21" hasCustomPrompt="1"/>
          </p:nvPr>
        </p:nvSpPr>
        <p:spPr>
          <a:xfrm>
            <a:off x="375638" y="313479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76" name="Espaço Reservado para Texto 6">
            <a:extLst>
              <a:ext uri="{FF2B5EF4-FFF2-40B4-BE49-F238E27FC236}">
                <a16:creationId xmlns:a16="http://schemas.microsoft.com/office/drawing/2014/main" id="{6E08F1B6-19EB-446F-A384-6FA55F237690}"/>
              </a:ext>
            </a:extLst>
          </p:cNvPr>
          <p:cNvSpPr>
            <a:spLocks noGrp="1"/>
          </p:cNvSpPr>
          <p:nvPr>
            <p:ph type="body" sz="quarter" idx="22" hasCustomPrompt="1"/>
          </p:nvPr>
        </p:nvSpPr>
        <p:spPr>
          <a:xfrm>
            <a:off x="375638" y="346501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77" name="Espaço Reservado para Texto 6">
            <a:extLst>
              <a:ext uri="{FF2B5EF4-FFF2-40B4-BE49-F238E27FC236}">
                <a16:creationId xmlns:a16="http://schemas.microsoft.com/office/drawing/2014/main" id="{91B87D7C-F3BF-4C21-A351-A0BDE3AC1780}"/>
              </a:ext>
            </a:extLst>
          </p:cNvPr>
          <p:cNvSpPr>
            <a:spLocks noGrp="1"/>
          </p:cNvSpPr>
          <p:nvPr>
            <p:ph type="body" sz="quarter" idx="23" hasCustomPrompt="1"/>
          </p:nvPr>
        </p:nvSpPr>
        <p:spPr>
          <a:xfrm>
            <a:off x="375638" y="411834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78" name="Espaço Reservado para Texto 6">
            <a:extLst>
              <a:ext uri="{FF2B5EF4-FFF2-40B4-BE49-F238E27FC236}">
                <a16:creationId xmlns:a16="http://schemas.microsoft.com/office/drawing/2014/main" id="{0AADF45C-FD67-4EA0-A19C-DFC61C6FDD41}"/>
              </a:ext>
            </a:extLst>
          </p:cNvPr>
          <p:cNvSpPr>
            <a:spLocks noGrp="1"/>
          </p:cNvSpPr>
          <p:nvPr>
            <p:ph type="body" sz="quarter" idx="24" hasCustomPrompt="1"/>
          </p:nvPr>
        </p:nvSpPr>
        <p:spPr>
          <a:xfrm>
            <a:off x="375638" y="444856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79" name="Espaço Reservado para Texto 6">
            <a:extLst>
              <a:ext uri="{FF2B5EF4-FFF2-40B4-BE49-F238E27FC236}">
                <a16:creationId xmlns:a16="http://schemas.microsoft.com/office/drawing/2014/main" id="{DBE90486-65C0-4DE3-B772-E75BDCB11A71}"/>
              </a:ext>
            </a:extLst>
          </p:cNvPr>
          <p:cNvSpPr>
            <a:spLocks noGrp="1"/>
          </p:cNvSpPr>
          <p:nvPr>
            <p:ph type="body" sz="quarter" idx="25" hasCustomPrompt="1"/>
          </p:nvPr>
        </p:nvSpPr>
        <p:spPr>
          <a:xfrm>
            <a:off x="375638" y="510189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80" name="Espaço Reservado para Texto 6">
            <a:extLst>
              <a:ext uri="{FF2B5EF4-FFF2-40B4-BE49-F238E27FC236}">
                <a16:creationId xmlns:a16="http://schemas.microsoft.com/office/drawing/2014/main" id="{1A800117-3D6E-41C0-87EE-163118B8A2E2}"/>
              </a:ext>
            </a:extLst>
          </p:cNvPr>
          <p:cNvSpPr>
            <a:spLocks noGrp="1"/>
          </p:cNvSpPr>
          <p:nvPr>
            <p:ph type="body" sz="quarter" idx="26" hasCustomPrompt="1"/>
          </p:nvPr>
        </p:nvSpPr>
        <p:spPr>
          <a:xfrm>
            <a:off x="375638" y="543211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82" name="Espaço Reservado para Texto 6">
            <a:extLst>
              <a:ext uri="{FF2B5EF4-FFF2-40B4-BE49-F238E27FC236}">
                <a16:creationId xmlns:a16="http://schemas.microsoft.com/office/drawing/2014/main" id="{55F89238-ABFA-4DE5-BEEE-C9A02D0C172F}"/>
              </a:ext>
            </a:extLst>
          </p:cNvPr>
          <p:cNvSpPr>
            <a:spLocks noGrp="1"/>
          </p:cNvSpPr>
          <p:nvPr>
            <p:ph type="body" sz="quarter" idx="27" hasCustomPrompt="1"/>
          </p:nvPr>
        </p:nvSpPr>
        <p:spPr>
          <a:xfrm>
            <a:off x="375638" y="610088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83" name="Espaço Reservado para Texto 6">
            <a:extLst>
              <a:ext uri="{FF2B5EF4-FFF2-40B4-BE49-F238E27FC236}">
                <a16:creationId xmlns:a16="http://schemas.microsoft.com/office/drawing/2014/main" id="{B576006F-5C63-4F83-A6A7-3A1D6518574B}"/>
              </a:ext>
            </a:extLst>
          </p:cNvPr>
          <p:cNvSpPr>
            <a:spLocks noGrp="1"/>
          </p:cNvSpPr>
          <p:nvPr>
            <p:ph type="body" sz="quarter" idx="28" hasCustomPrompt="1"/>
          </p:nvPr>
        </p:nvSpPr>
        <p:spPr>
          <a:xfrm>
            <a:off x="375638" y="643110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84" name="Espaço Reservado para Texto 6">
            <a:extLst>
              <a:ext uri="{FF2B5EF4-FFF2-40B4-BE49-F238E27FC236}">
                <a16:creationId xmlns:a16="http://schemas.microsoft.com/office/drawing/2014/main" id="{5BF4C252-6B86-4B48-9F78-8860636B44CF}"/>
              </a:ext>
            </a:extLst>
          </p:cNvPr>
          <p:cNvSpPr>
            <a:spLocks noGrp="1"/>
          </p:cNvSpPr>
          <p:nvPr>
            <p:ph type="body" sz="quarter" idx="29" hasCustomPrompt="1"/>
          </p:nvPr>
        </p:nvSpPr>
        <p:spPr>
          <a:xfrm>
            <a:off x="375638" y="708443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85" name="Espaço Reservado para Texto 6">
            <a:extLst>
              <a:ext uri="{FF2B5EF4-FFF2-40B4-BE49-F238E27FC236}">
                <a16:creationId xmlns:a16="http://schemas.microsoft.com/office/drawing/2014/main" id="{25455617-CBBE-4E5A-84C2-E57D5C8B9CAE}"/>
              </a:ext>
            </a:extLst>
          </p:cNvPr>
          <p:cNvSpPr>
            <a:spLocks noGrp="1"/>
          </p:cNvSpPr>
          <p:nvPr>
            <p:ph type="body" sz="quarter" idx="30" hasCustomPrompt="1"/>
          </p:nvPr>
        </p:nvSpPr>
        <p:spPr>
          <a:xfrm>
            <a:off x="375638" y="741465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86" name="CaixaDeTexto 9">
            <a:extLst>
              <a:ext uri="{FF2B5EF4-FFF2-40B4-BE49-F238E27FC236}">
                <a16:creationId xmlns:a16="http://schemas.microsoft.com/office/drawing/2014/main" id="{50BF8A2C-093E-471E-8719-A576D404CF14}"/>
              </a:ext>
            </a:extLst>
          </p:cNvPr>
          <p:cNvSpPr txBox="1"/>
          <p:nvPr userDrawn="1"/>
        </p:nvSpPr>
        <p:spPr>
          <a:xfrm>
            <a:off x="6328029" y="9584374"/>
            <a:ext cx="148017" cy="127755"/>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bg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99" name="Espaço Reservado para Texto 6">
            <a:extLst>
              <a:ext uri="{FF2B5EF4-FFF2-40B4-BE49-F238E27FC236}">
                <a16:creationId xmlns:a16="http://schemas.microsoft.com/office/drawing/2014/main" id="{7B172628-B577-4AEB-B6C9-D0D032DB3544}"/>
              </a:ext>
            </a:extLst>
          </p:cNvPr>
          <p:cNvSpPr>
            <a:spLocks noGrp="1"/>
          </p:cNvSpPr>
          <p:nvPr>
            <p:ph type="body" sz="quarter" idx="31" hasCustomPrompt="1"/>
          </p:nvPr>
        </p:nvSpPr>
        <p:spPr>
          <a:xfrm>
            <a:off x="375638" y="8063396"/>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100" name="Espaço Reservado para Texto 6">
            <a:extLst>
              <a:ext uri="{FF2B5EF4-FFF2-40B4-BE49-F238E27FC236}">
                <a16:creationId xmlns:a16="http://schemas.microsoft.com/office/drawing/2014/main" id="{B20D4700-3F28-45FE-AD12-4DD7C836112A}"/>
              </a:ext>
            </a:extLst>
          </p:cNvPr>
          <p:cNvSpPr>
            <a:spLocks noGrp="1"/>
          </p:cNvSpPr>
          <p:nvPr>
            <p:ph type="body" sz="quarter" idx="32" hasCustomPrompt="1"/>
          </p:nvPr>
        </p:nvSpPr>
        <p:spPr>
          <a:xfrm>
            <a:off x="375638" y="8393614"/>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38" name="Freeform: Shape 37">
            <a:extLst>
              <a:ext uri="{FF2B5EF4-FFF2-40B4-BE49-F238E27FC236}">
                <a16:creationId xmlns:a16="http://schemas.microsoft.com/office/drawing/2014/main" id="{B095B632-657C-4580-8D60-6742FAE9328E}"/>
              </a:ext>
            </a:extLst>
          </p:cNvPr>
          <p:cNvSpPr/>
          <p:nvPr userDrawn="1"/>
        </p:nvSpPr>
        <p:spPr>
          <a:xfrm>
            <a:off x="381000" y="9526266"/>
            <a:ext cx="270465" cy="24397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000000"/>
          </a:solidFill>
          <a:ln w="6350" cap="flat">
            <a:noFill/>
            <a:prstDash val="solid"/>
            <a:miter/>
          </a:ln>
        </p:spPr>
        <p:txBody>
          <a:bodyPr rtlCol="0" anchor="ctr"/>
          <a:lstStyle/>
          <a:p>
            <a:endParaRPr lang="en-US"/>
          </a:p>
        </p:txBody>
      </p:sp>
      <p:pic>
        <p:nvPicPr>
          <p:cNvPr id="7" name="Graphic 6">
            <a:extLst>
              <a:ext uri="{FF2B5EF4-FFF2-40B4-BE49-F238E27FC236}">
                <a16:creationId xmlns:a16="http://schemas.microsoft.com/office/drawing/2014/main" id="{77BEDD1F-2524-1721-0294-2410EF7793F2}"/>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rcRect l="53016" t="24344" r="39234" b="-323"/>
          <a:stretch/>
        </p:blipFill>
        <p:spPr>
          <a:xfrm flipH="1">
            <a:off x="4738912" y="193872"/>
            <a:ext cx="2119088" cy="9712130"/>
          </a:xfrm>
          <a:prstGeom prst="rect">
            <a:avLst/>
          </a:prstGeom>
        </p:spPr>
      </p:pic>
    </p:spTree>
    <p:extLst>
      <p:ext uri="{BB962C8B-B14F-4D97-AF65-F5344CB8AC3E}">
        <p14:creationId xmlns:p14="http://schemas.microsoft.com/office/powerpoint/2010/main" val="3983174490"/>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apa">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2"/>
            <a:ext cx="4490940" cy="1772766"/>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3" y="4060055"/>
            <a:ext cx="6112353" cy="3349806"/>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72" name="Espaço Reservado para Conteúdo 14">
            <a:extLst>
              <a:ext uri="{FF2B5EF4-FFF2-40B4-BE49-F238E27FC236}">
                <a16:creationId xmlns:a16="http://schemas.microsoft.com/office/drawing/2014/main" id="{7F6E3DBC-5BBD-4436-85AB-82E653F9C656}"/>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73" name="Espaço Reservado para Conteúdo 14">
            <a:extLst>
              <a:ext uri="{FF2B5EF4-FFF2-40B4-BE49-F238E27FC236}">
                <a16:creationId xmlns:a16="http://schemas.microsoft.com/office/drawing/2014/main" id="{3405AF30-6481-4177-8C12-0BD1B0028E72}"/>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74" name="Espaço Reservado para Conteúdo 14">
            <a:extLst>
              <a:ext uri="{FF2B5EF4-FFF2-40B4-BE49-F238E27FC236}">
                <a16:creationId xmlns:a16="http://schemas.microsoft.com/office/drawing/2014/main" id="{14ECC719-6B01-4AF5-92A8-682707D600B0}"/>
              </a:ext>
            </a:extLst>
          </p:cNvPr>
          <p:cNvSpPr>
            <a:spLocks noGrp="1"/>
          </p:cNvSpPr>
          <p:nvPr>
            <p:ph sz="quarter" idx="24"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75" name="Espaço Reservado para Conteúdo 14">
            <a:extLst>
              <a:ext uri="{FF2B5EF4-FFF2-40B4-BE49-F238E27FC236}">
                <a16:creationId xmlns:a16="http://schemas.microsoft.com/office/drawing/2014/main" id="{519BA8D8-2D27-44DB-8406-D6D20B529EED}"/>
              </a:ext>
            </a:extLst>
          </p:cNvPr>
          <p:cNvSpPr>
            <a:spLocks noGrp="1"/>
          </p:cNvSpPr>
          <p:nvPr>
            <p:ph sz="quarter" idx="25"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EE3169FD-E6E0-42B5-95B3-82E0C29AA767}" type="datetime4">
              <a:rPr lang="en-US" smtClean="0"/>
              <a:t>September 28, 2026</a:t>
            </a:fld>
            <a:endParaRPr lang="en-US"/>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5022853" y="2150953"/>
            <a:ext cx="1466848"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5022853" y="2312750"/>
            <a:ext cx="1466848"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5022853" y="2439622"/>
            <a:ext cx="1466848"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5022853" y="2815008"/>
            <a:ext cx="1466848"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5022853" y="2976805"/>
            <a:ext cx="1466848"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5022853" y="3103677"/>
            <a:ext cx="1466848"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5022853" y="3467328"/>
            <a:ext cx="1466848"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5022853" y="3629125"/>
            <a:ext cx="1466848"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5022853" y="3755997"/>
            <a:ext cx="1466848"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cxnSp>
        <p:nvCxnSpPr>
          <p:cNvPr id="3" name="Straight Connector 2">
            <a:extLst>
              <a:ext uri="{FF2B5EF4-FFF2-40B4-BE49-F238E27FC236}">
                <a16:creationId xmlns:a16="http://schemas.microsoft.com/office/drawing/2014/main" id="{8A3B4E86-9E31-44B1-AD38-564BDC91B35E}"/>
              </a:ext>
            </a:extLst>
          </p:cNvPr>
          <p:cNvCxnSpPr/>
          <p:nvPr userDrawn="1"/>
        </p:nvCxnSpPr>
        <p:spPr>
          <a:xfrm>
            <a:off x="4951973" y="2150952"/>
            <a:ext cx="0" cy="1772766"/>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6" name="Espaço Reservado para Texto 6">
            <a:extLst>
              <a:ext uri="{FF2B5EF4-FFF2-40B4-BE49-F238E27FC236}">
                <a16:creationId xmlns:a16="http://schemas.microsoft.com/office/drawing/2014/main" id="{984F9560-6699-43C8-BEE0-490CDFCBCF21}"/>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37" name="Espaço Reservado para Texto 6">
            <a:extLst>
              <a:ext uri="{FF2B5EF4-FFF2-40B4-BE49-F238E27FC236}">
                <a16:creationId xmlns:a16="http://schemas.microsoft.com/office/drawing/2014/main" id="{580EC9BA-5BCE-49E4-BC4C-E52C56FC5C26}"/>
              </a:ext>
            </a:extLst>
          </p:cNvPr>
          <p:cNvSpPr>
            <a:spLocks noGrp="1"/>
          </p:cNvSpPr>
          <p:nvPr>
            <p:ph type="body" sz="quarter" idx="37"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Tree>
    <p:extLst>
      <p:ext uri="{BB962C8B-B14F-4D97-AF65-F5344CB8AC3E}">
        <p14:creationId xmlns:p14="http://schemas.microsoft.com/office/powerpoint/2010/main" val="2209024188"/>
      </p:ext>
    </p:extLst>
  </p:cSld>
  <p:clrMapOvr>
    <a:masterClrMapping/>
  </p:clrMapOvr>
  <p:extLst>
    <p:ext uri="{DCECCB84-F9BA-43D5-87BE-67443E8EF086}">
      <p15:sldGuideLst xmlns:p15="http://schemas.microsoft.com/office/powerpoint/2012/main">
        <p15:guide id="0" pos="2228" userDrawn="1">
          <p15:clr>
            <a:srgbClr val="FBAE40"/>
          </p15:clr>
        </p15:guide>
        <p15:guide id="1" pos="2092"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apa Company Update/Report">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8"/>
            <a:ext cx="3734170" cy="4174580"/>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0099B9D8-C0DD-488D-894F-AD427467FBA1}" type="datetime4">
              <a:rPr lang="en-US" smtClean="0"/>
              <a:t>September 28, 2026</a:t>
            </a:fld>
            <a:endParaRPr lang="en-US"/>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4355786"/>
            <a:ext cx="0" cy="342412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6" name="Espaço Reservado para Conteúdo 14">
            <a:extLst>
              <a:ext uri="{FF2B5EF4-FFF2-40B4-BE49-F238E27FC236}">
                <a16:creationId xmlns:a16="http://schemas.microsoft.com/office/drawing/2014/main" id="{FC793E5F-9C0C-468E-8CC6-E5FF5C28A615}"/>
              </a:ext>
            </a:extLst>
          </p:cNvPr>
          <p:cNvSpPr>
            <a:spLocks noGrp="1"/>
          </p:cNvSpPr>
          <p:nvPr>
            <p:ph sz="quarter" idx="25" hasCustomPrompt="1"/>
          </p:nvPr>
        </p:nvSpPr>
        <p:spPr>
          <a:xfrm>
            <a:off x="4330594" y="5349815"/>
            <a:ext cx="2159107" cy="966741"/>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1445B0B9-ADF4-4441-B72F-3BFD45AB8EE6}"/>
              </a:ext>
            </a:extLst>
          </p:cNvPr>
          <p:cNvSpPr>
            <a:spLocks noGrp="1"/>
          </p:cNvSpPr>
          <p:nvPr>
            <p:ph sz="quarter" idx="36" hasCustomPrompt="1"/>
          </p:nvPr>
        </p:nvSpPr>
        <p:spPr>
          <a:xfrm>
            <a:off x="4330594" y="5061196"/>
            <a:ext cx="215910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8" name="Espaço Reservado para Conteúdo 14">
            <a:extLst>
              <a:ext uri="{FF2B5EF4-FFF2-40B4-BE49-F238E27FC236}">
                <a16:creationId xmlns:a16="http://schemas.microsoft.com/office/drawing/2014/main" id="{8272B113-2F70-441F-8502-29E6B907995B}"/>
              </a:ext>
            </a:extLst>
          </p:cNvPr>
          <p:cNvSpPr>
            <a:spLocks noGrp="1"/>
          </p:cNvSpPr>
          <p:nvPr>
            <p:ph sz="quarter"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sz="quarter" idx="22" hasCustomPrompt="1"/>
          </p:nvPr>
        </p:nvSpPr>
        <p:spPr>
          <a:xfrm>
            <a:off x="4330594" y="67527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p:ph sz="quarter"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sz="quarter" idx="24" hasCustomPrompt="1"/>
          </p:nvPr>
        </p:nvSpPr>
        <p:spPr>
          <a:xfrm>
            <a:off x="4330594" y="64641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56" name="Espaço Reservado para Texto 6">
            <a:extLst>
              <a:ext uri="{FF2B5EF4-FFF2-40B4-BE49-F238E27FC236}">
                <a16:creationId xmlns:a16="http://schemas.microsoft.com/office/drawing/2014/main" id="{5B35F13F-8F40-465F-949A-882361D6B7D8}"/>
              </a:ext>
            </a:extLst>
          </p:cNvPr>
          <p:cNvSpPr>
            <a:spLocks noGrp="1"/>
          </p:cNvSpPr>
          <p:nvPr>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58" name="Espaço Reservado para Texto 6">
            <a:extLst>
              <a:ext uri="{FF2B5EF4-FFF2-40B4-BE49-F238E27FC236}">
                <a16:creationId xmlns:a16="http://schemas.microsoft.com/office/drawing/2014/main" id="{891AEF2F-E5F3-40A5-A6BD-124D7FF714E4}"/>
              </a:ext>
            </a:extLst>
          </p:cNvPr>
          <p:cNvSpPr>
            <a:spLocks noGrp="1"/>
          </p:cNvSpPr>
          <p:nvPr>
            <p:ph type="body" sz="quarter" idx="39"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Tree>
    <p:extLst>
      <p:ext uri="{BB962C8B-B14F-4D97-AF65-F5344CB8AC3E}">
        <p14:creationId xmlns:p14="http://schemas.microsoft.com/office/powerpoint/2010/main" val="1303002841"/>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apa Company Results">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8"/>
            <a:ext cx="3734170" cy="4174580"/>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E0BEA2D4-6375-44DF-B3F2-113CB59C1105}" type="datetime4">
              <a:rPr lang="en-US" smtClean="0"/>
              <a:t>September 28, 2026</a:t>
            </a:fld>
            <a:endParaRPr lang="en-US"/>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417458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8" name="Espaço Reservado para Conteúdo 14">
            <a:extLst>
              <a:ext uri="{FF2B5EF4-FFF2-40B4-BE49-F238E27FC236}">
                <a16:creationId xmlns:a16="http://schemas.microsoft.com/office/drawing/2014/main" id="{8272B113-2F70-441F-8502-29E6B907995B}"/>
              </a:ext>
            </a:extLst>
          </p:cNvPr>
          <p:cNvSpPr>
            <a:spLocks noGrp="1"/>
          </p:cNvSpPr>
          <p:nvPr>
            <p:ph sz="quarter"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sz="quarter" idx="22" hasCustomPrompt="1"/>
          </p:nvPr>
        </p:nvSpPr>
        <p:spPr>
          <a:xfrm>
            <a:off x="4330594" y="67527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p:ph sz="quarter"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sz="quarter" idx="24" hasCustomPrompt="1"/>
          </p:nvPr>
        </p:nvSpPr>
        <p:spPr>
          <a:xfrm>
            <a:off x="4330594" y="64641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6" name="Espaço Reservado para Texto 6">
            <a:extLst>
              <a:ext uri="{FF2B5EF4-FFF2-40B4-BE49-F238E27FC236}">
                <a16:creationId xmlns:a16="http://schemas.microsoft.com/office/drawing/2014/main" id="{B935674C-A1AD-4842-93A9-83EA6491755B}"/>
              </a:ext>
            </a:extLst>
          </p:cNvPr>
          <p:cNvSpPr>
            <a:spLocks noGrp="1"/>
          </p:cNvSpPr>
          <p:nvPr>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37" name="Espaço Reservado para Texto 6">
            <a:extLst>
              <a:ext uri="{FF2B5EF4-FFF2-40B4-BE49-F238E27FC236}">
                <a16:creationId xmlns:a16="http://schemas.microsoft.com/office/drawing/2014/main" id="{5E39DE0F-32BC-41A9-847E-3FD62BFA409F}"/>
              </a:ext>
            </a:extLst>
          </p:cNvPr>
          <p:cNvSpPr>
            <a:spLocks noGrp="1"/>
          </p:cNvSpPr>
          <p:nvPr>
            <p:ph type="body" sz="quarter" idx="36"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Tree>
    <p:extLst>
      <p:ext uri="{BB962C8B-B14F-4D97-AF65-F5344CB8AC3E}">
        <p14:creationId xmlns:p14="http://schemas.microsoft.com/office/powerpoint/2010/main" val="3764756462"/>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apa Short Note v1">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8"/>
            <a:ext cx="3734170" cy="4174580"/>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1618119B-8806-4F15-8508-88E9DEDA8577}" type="datetime4">
              <a:rPr lang="en-US" smtClean="0"/>
              <a:t>September 28, 2026</a:t>
            </a:fld>
            <a:endParaRPr lang="en-US"/>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417458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sz="quarter" idx="22" hasCustomPrompt="1"/>
          </p:nvPr>
        </p:nvSpPr>
        <p:spPr>
          <a:xfrm>
            <a:off x="4330594" y="67527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sz="quarter" idx="24" hasCustomPrompt="1"/>
          </p:nvPr>
        </p:nvSpPr>
        <p:spPr>
          <a:xfrm>
            <a:off x="4330594" y="64641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6" name="Espaço Reservado para Conteúdo 14">
            <a:extLst>
              <a:ext uri="{FF2B5EF4-FFF2-40B4-BE49-F238E27FC236}">
                <a16:creationId xmlns:a16="http://schemas.microsoft.com/office/drawing/2014/main" id="{91EAA875-CDD1-40CF-93C6-C46C988D6819}"/>
              </a:ext>
            </a:extLst>
          </p:cNvPr>
          <p:cNvSpPr>
            <a:spLocks noGrp="1"/>
          </p:cNvSpPr>
          <p:nvPr>
            <p:ph sz="quarter" idx="21" hasCustomPrompt="1"/>
          </p:nvPr>
        </p:nvSpPr>
        <p:spPr>
          <a:xfrm>
            <a:off x="382829" y="8150455"/>
            <a:ext cx="293822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5F8828C5-9B1E-49A4-9578-F6E2F3FA1C7A}"/>
              </a:ext>
            </a:extLst>
          </p:cNvPr>
          <p:cNvSpPr>
            <a:spLocks noGrp="1"/>
          </p:cNvSpPr>
          <p:nvPr>
            <p:ph sz="quarter" idx="36" hasCustomPrompt="1"/>
          </p:nvPr>
        </p:nvSpPr>
        <p:spPr>
          <a:xfrm>
            <a:off x="3536951" y="8150455"/>
            <a:ext cx="2965558"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6" name="Espaço Reservado para Conteúdo 14">
            <a:extLst>
              <a:ext uri="{FF2B5EF4-FFF2-40B4-BE49-F238E27FC236}">
                <a16:creationId xmlns:a16="http://schemas.microsoft.com/office/drawing/2014/main" id="{C8043A8B-C6A0-451F-BCE0-CF376EA84CE7}"/>
              </a:ext>
            </a:extLst>
          </p:cNvPr>
          <p:cNvSpPr>
            <a:spLocks noGrp="1"/>
          </p:cNvSpPr>
          <p:nvPr>
            <p:ph sz="quarter" idx="37" hasCustomPrompt="1"/>
          </p:nvPr>
        </p:nvSpPr>
        <p:spPr>
          <a:xfrm>
            <a:off x="382829" y="7861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58" name="Espaço Reservado para Conteúdo 14">
            <a:extLst>
              <a:ext uri="{FF2B5EF4-FFF2-40B4-BE49-F238E27FC236}">
                <a16:creationId xmlns:a16="http://schemas.microsoft.com/office/drawing/2014/main" id="{313F160D-109A-48C3-A366-CA46AF2EF492}"/>
              </a:ext>
            </a:extLst>
          </p:cNvPr>
          <p:cNvSpPr>
            <a:spLocks noGrp="1"/>
          </p:cNvSpPr>
          <p:nvPr>
            <p:ph sz="quarter" idx="25" hasCustomPrompt="1"/>
          </p:nvPr>
        </p:nvSpPr>
        <p:spPr>
          <a:xfrm>
            <a:off x="3552750" y="7861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8" name="Espaço Reservado para Texto 6">
            <a:extLst>
              <a:ext uri="{FF2B5EF4-FFF2-40B4-BE49-F238E27FC236}">
                <a16:creationId xmlns:a16="http://schemas.microsoft.com/office/drawing/2014/main" id="{46934314-6D62-4693-8E75-BA871E290EE7}"/>
              </a:ext>
            </a:extLst>
          </p:cNvPr>
          <p:cNvSpPr>
            <a:spLocks noGrp="1"/>
          </p:cNvSpPr>
          <p:nvPr>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54" name="Espaço Reservado para Texto 6">
            <a:extLst>
              <a:ext uri="{FF2B5EF4-FFF2-40B4-BE49-F238E27FC236}">
                <a16:creationId xmlns:a16="http://schemas.microsoft.com/office/drawing/2014/main" id="{84AAEFD1-E87A-45B0-AAA9-B3FEC57B9D27}"/>
              </a:ext>
            </a:extLst>
          </p:cNvPr>
          <p:cNvSpPr>
            <a:spLocks noGrp="1"/>
          </p:cNvSpPr>
          <p:nvPr>
            <p:ph type="body" sz="quarter" idx="39"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Tree>
    <p:extLst>
      <p:ext uri="{BB962C8B-B14F-4D97-AF65-F5344CB8AC3E}">
        <p14:creationId xmlns:p14="http://schemas.microsoft.com/office/powerpoint/2010/main" val="856977676"/>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apa Short Note v2">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7"/>
            <a:ext cx="3734170" cy="5848235"/>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B5FB3E93-A4C6-457A-8703-35E67D192249}" type="datetime4">
              <a:rPr lang="en-US" smtClean="0"/>
              <a:t>September 28, 2026</a:t>
            </a:fld>
            <a:endParaRPr lang="en-US"/>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5848234"/>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sz="quarter" idx="22" hasCustomPrompt="1"/>
          </p:nvPr>
        </p:nvSpPr>
        <p:spPr>
          <a:xfrm>
            <a:off x="4330594" y="84291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sz="quarter" idx="24" hasCustomPrompt="1"/>
          </p:nvPr>
        </p:nvSpPr>
        <p:spPr>
          <a:xfrm>
            <a:off x="4330594" y="81405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4" name="Espaço Reservado para Texto 6">
            <a:extLst>
              <a:ext uri="{FF2B5EF4-FFF2-40B4-BE49-F238E27FC236}">
                <a16:creationId xmlns:a16="http://schemas.microsoft.com/office/drawing/2014/main" id="{3C2377C1-5302-4095-B1EF-BCFAB3F7EA2C}"/>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35" name="Espaço Reservado para Texto 6">
            <a:extLst>
              <a:ext uri="{FF2B5EF4-FFF2-40B4-BE49-F238E27FC236}">
                <a16:creationId xmlns:a16="http://schemas.microsoft.com/office/drawing/2014/main" id="{EE3879DA-CAD4-4DDD-A957-A5A9C7A21942}"/>
              </a:ext>
            </a:extLst>
          </p:cNvPr>
          <p:cNvSpPr>
            <a:spLocks noGrp="1"/>
          </p:cNvSpPr>
          <p:nvPr>
            <p:ph type="body" sz="quarter" idx="37"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Tree>
    <p:extLst>
      <p:ext uri="{BB962C8B-B14F-4D97-AF65-F5344CB8AC3E}">
        <p14:creationId xmlns:p14="http://schemas.microsoft.com/office/powerpoint/2010/main" val="2716037715"/>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apa Short Note Sector">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8"/>
            <a:ext cx="3734170" cy="4174580"/>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6B764B32-7379-4300-BDD5-E607EEEACB99}" type="datetime4">
              <a:rPr lang="en-US" smtClean="0"/>
              <a:t>September 28, 2026</a:t>
            </a:fld>
            <a:endParaRPr lang="en-US"/>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417458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8" name="Espaço Reservado para Conteúdo 14">
            <a:extLst>
              <a:ext uri="{FF2B5EF4-FFF2-40B4-BE49-F238E27FC236}">
                <a16:creationId xmlns:a16="http://schemas.microsoft.com/office/drawing/2014/main" id="{8272B113-2F70-441F-8502-29E6B907995B}"/>
              </a:ext>
            </a:extLst>
          </p:cNvPr>
          <p:cNvSpPr>
            <a:spLocks noGrp="1"/>
          </p:cNvSpPr>
          <p:nvPr>
            <p:ph sz="quarter"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p:ph sz="quarter"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4" name="Espaço Reservado para Texto 6">
            <a:extLst>
              <a:ext uri="{FF2B5EF4-FFF2-40B4-BE49-F238E27FC236}">
                <a16:creationId xmlns:a16="http://schemas.microsoft.com/office/drawing/2014/main" id="{ACB57286-315D-4256-A485-D81372E0374A}"/>
              </a:ext>
            </a:extLst>
          </p:cNvPr>
          <p:cNvSpPr>
            <a:spLocks noGrp="1"/>
          </p:cNvSpPr>
          <p:nvPr>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35" name="Espaço Reservado para Texto 6">
            <a:extLst>
              <a:ext uri="{FF2B5EF4-FFF2-40B4-BE49-F238E27FC236}">
                <a16:creationId xmlns:a16="http://schemas.microsoft.com/office/drawing/2014/main" id="{25C0A81E-C51A-4118-9E4E-C1BE395DDC0C}"/>
              </a:ext>
            </a:extLst>
          </p:cNvPr>
          <p:cNvSpPr>
            <a:spLocks noGrp="1"/>
          </p:cNvSpPr>
          <p:nvPr>
            <p:ph type="body" sz="quarter" idx="36"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Tree>
    <p:extLst>
      <p:ext uri="{BB962C8B-B14F-4D97-AF65-F5344CB8AC3E}">
        <p14:creationId xmlns:p14="http://schemas.microsoft.com/office/powerpoint/2010/main" val="1915879394"/>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Sumário">
    <p:bg>
      <p:bgPr>
        <a:solidFill>
          <a:schemeClr val="bg1"/>
        </a:solidFill>
        <a:effectLst/>
      </p:bgPr>
    </p:bg>
    <p:spTree>
      <p:nvGrpSpPr>
        <p:cNvPr id="1" name=""/>
        <p:cNvGrpSpPr/>
        <p:nvPr/>
      </p:nvGrpSpPr>
      <p:grpSpPr>
        <a:xfrm>
          <a:off x="0" y="0"/>
          <a:ext cx="0" cy="0"/>
          <a:chOff x="0" y="0"/>
          <a:chExt cx="0" cy="0"/>
        </a:xfrm>
      </p:grpSpPr>
      <p:sp>
        <p:nvSpPr>
          <p:cNvPr id="126" name="Freeform: Shape 125">
            <a:extLst>
              <a:ext uri="{FF2B5EF4-FFF2-40B4-BE49-F238E27FC236}">
                <a16:creationId xmlns:a16="http://schemas.microsoft.com/office/drawing/2014/main" id="{3FC77C66-38F9-4F02-B9BC-6AEE180B4F4B}"/>
              </a:ext>
            </a:extLst>
          </p:cNvPr>
          <p:cNvSpPr/>
          <p:nvPr userDrawn="1"/>
        </p:nvSpPr>
        <p:spPr>
          <a:xfrm>
            <a:off x="4738916" y="4"/>
            <a:ext cx="2119084" cy="9905999"/>
          </a:xfrm>
          <a:custGeom>
            <a:avLst/>
            <a:gdLst>
              <a:gd name="connsiteX0" fmla="*/ 0 w 2119084"/>
              <a:gd name="connsiteY0" fmla="*/ 0 h 9905999"/>
              <a:gd name="connsiteX1" fmla="*/ 2119084 w 2119084"/>
              <a:gd name="connsiteY1" fmla="*/ 0 h 9905999"/>
              <a:gd name="connsiteX2" fmla="*/ 2119084 w 2119084"/>
              <a:gd name="connsiteY2" fmla="*/ 9905999 h 9905999"/>
              <a:gd name="connsiteX3" fmla="*/ 0 w 2119084"/>
              <a:gd name="connsiteY3" fmla="*/ 9905999 h 9905999"/>
            </a:gdLst>
            <a:ahLst/>
            <a:cxnLst>
              <a:cxn ang="0">
                <a:pos x="connsiteX0" y="connsiteY0"/>
              </a:cxn>
              <a:cxn ang="0">
                <a:pos x="connsiteX1" y="connsiteY1"/>
              </a:cxn>
              <a:cxn ang="0">
                <a:pos x="connsiteX2" y="connsiteY2"/>
              </a:cxn>
              <a:cxn ang="0">
                <a:pos x="connsiteX3" y="connsiteY3"/>
              </a:cxn>
            </a:cxnLst>
            <a:rect l="l" t="t" r="r" b="b"/>
            <a:pathLst>
              <a:path w="2119084" h="9905999">
                <a:moveTo>
                  <a:pt x="0" y="0"/>
                </a:moveTo>
                <a:lnTo>
                  <a:pt x="2119084" y="0"/>
                </a:lnTo>
                <a:lnTo>
                  <a:pt x="2119084" y="9905999"/>
                </a:lnTo>
                <a:lnTo>
                  <a:pt x="0" y="9905999"/>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1">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125" name="Picture 124" descr="A picture containing dark, night sky&#10;&#10;Description automatically generated">
            <a:extLst>
              <a:ext uri="{FF2B5EF4-FFF2-40B4-BE49-F238E27FC236}">
                <a16:creationId xmlns:a16="http://schemas.microsoft.com/office/drawing/2014/main" id="{C3A5B707-C3CA-48F1-A65F-A0F1B5E937CC}"/>
              </a:ext>
            </a:extLst>
          </p:cNvPr>
          <p:cNvPicPr>
            <a:picLocks noChangeAspect="1"/>
          </p:cNvPicPr>
          <p:nvPr userDrawn="1"/>
        </p:nvPicPr>
        <p:blipFill rotWithShape="1">
          <a:blip r:embed="rId3">
            <a:alphaModFix amt="60000"/>
          </a:blip>
          <a:srcRect l="1608" t="46598" b="23299"/>
          <a:stretch/>
        </p:blipFill>
        <p:spPr>
          <a:xfrm rot="5400000" flipH="1" flipV="1">
            <a:off x="845461" y="3893458"/>
            <a:ext cx="9905993" cy="2119084"/>
          </a:xfrm>
          <a:prstGeom prst="rect">
            <a:avLst/>
          </a:prstGeom>
          <a:noFill/>
        </p:spPr>
      </p:pic>
      <p:sp>
        <p:nvSpPr>
          <p:cNvPr id="6" name="Rectangle 5">
            <a:extLst>
              <a:ext uri="{FF2B5EF4-FFF2-40B4-BE49-F238E27FC236}">
                <a16:creationId xmlns:a16="http://schemas.microsoft.com/office/drawing/2014/main" id="{1D58E3DF-22F8-4C37-9B26-E76DF3BA1D45}"/>
              </a:ext>
            </a:extLst>
          </p:cNvPr>
          <p:cNvSpPr/>
          <p:nvPr userDrawn="1"/>
        </p:nvSpPr>
        <p:spPr>
          <a:xfrm>
            <a:off x="0" y="0"/>
            <a:ext cx="4738914" cy="990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70" name="CaixaDeTexto 4">
            <a:extLst>
              <a:ext uri="{FF2B5EF4-FFF2-40B4-BE49-F238E27FC236}">
                <a16:creationId xmlns:a16="http://schemas.microsoft.com/office/drawing/2014/main" id="{B62B5412-17EF-418D-8B6E-BF6ED9EC7C15}"/>
              </a:ext>
            </a:extLst>
          </p:cNvPr>
          <p:cNvSpPr txBox="1"/>
          <p:nvPr userDrawn="1"/>
        </p:nvSpPr>
        <p:spPr>
          <a:xfrm>
            <a:off x="375638" y="368602"/>
            <a:ext cx="3733609" cy="430887"/>
          </a:xfrm>
          <a:prstGeom prst="rect">
            <a:avLst/>
          </a:prstGeom>
        </p:spPr>
        <p:txBody>
          <a:bodyPr wrap="square" lIns="0" tIns="0" rIns="0" bIns="0" rtlCol="0">
            <a:spAutoFit/>
          </a:bodyPr>
          <a:lstStyle/>
          <a:p>
            <a:r>
              <a:rPr lang="pt-BR" sz="2800" err="1">
                <a:solidFill>
                  <a:srgbClr val="242424"/>
                </a:solidFill>
                <a:latin typeface="+mj-lt"/>
                <a:ea typeface="XP Light Lighthouse" pitchFamily="50" charset="0"/>
              </a:rPr>
              <a:t>Table</a:t>
            </a:r>
            <a:r>
              <a:rPr lang="pt-BR" sz="2800">
                <a:solidFill>
                  <a:srgbClr val="242424"/>
                </a:solidFill>
                <a:latin typeface="+mj-lt"/>
                <a:ea typeface="XP Light Lighthouse" pitchFamily="50" charset="0"/>
              </a:rPr>
              <a:t> </a:t>
            </a:r>
            <a:r>
              <a:rPr lang="pt-BR" sz="2800" err="1">
                <a:solidFill>
                  <a:srgbClr val="242424"/>
                </a:solidFill>
                <a:latin typeface="+mj-lt"/>
                <a:ea typeface="XP Light Lighthouse" pitchFamily="50" charset="0"/>
              </a:rPr>
              <a:t>of</a:t>
            </a:r>
            <a:r>
              <a:rPr lang="pt-BR" sz="2800">
                <a:solidFill>
                  <a:srgbClr val="242424"/>
                </a:solidFill>
                <a:latin typeface="+mj-lt"/>
                <a:ea typeface="XP Light Lighthouse" pitchFamily="50" charset="0"/>
              </a:rPr>
              <a:t> </a:t>
            </a:r>
            <a:r>
              <a:rPr lang="pt-BR" sz="2800" err="1">
                <a:solidFill>
                  <a:srgbClr val="242424"/>
                </a:solidFill>
                <a:latin typeface="+mj-lt"/>
                <a:ea typeface="XP Light Lighthouse" pitchFamily="50" charset="0"/>
              </a:rPr>
              <a:t>Contents</a:t>
            </a:r>
            <a:endParaRPr lang="pt-BR" sz="2800">
              <a:solidFill>
                <a:srgbClr val="242424"/>
              </a:solidFill>
              <a:latin typeface="+mj-lt"/>
              <a:ea typeface="XP Light Lighthouse" pitchFamily="50" charset="0"/>
            </a:endParaRPr>
          </a:p>
        </p:txBody>
      </p:sp>
      <p:sp>
        <p:nvSpPr>
          <p:cNvPr id="71" name="Espaço Reservado para Texto 6">
            <a:extLst>
              <a:ext uri="{FF2B5EF4-FFF2-40B4-BE49-F238E27FC236}">
                <a16:creationId xmlns:a16="http://schemas.microsoft.com/office/drawing/2014/main" id="{03A9C79B-A9AE-450D-ABDB-D007A473C085}"/>
              </a:ext>
            </a:extLst>
          </p:cNvPr>
          <p:cNvSpPr>
            <a:spLocks noGrp="1"/>
          </p:cNvSpPr>
          <p:nvPr>
            <p:ph type="body" sz="quarter" idx="17" hasCustomPrompt="1"/>
          </p:nvPr>
        </p:nvSpPr>
        <p:spPr>
          <a:xfrm>
            <a:off x="375638" y="1155618"/>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72" name="Espaço Reservado para Texto 6">
            <a:extLst>
              <a:ext uri="{FF2B5EF4-FFF2-40B4-BE49-F238E27FC236}">
                <a16:creationId xmlns:a16="http://schemas.microsoft.com/office/drawing/2014/main" id="{BDA9F1F2-ABC2-4D8D-8E95-0E8A4C2D295D}"/>
              </a:ext>
            </a:extLst>
          </p:cNvPr>
          <p:cNvSpPr>
            <a:spLocks noGrp="1"/>
          </p:cNvSpPr>
          <p:nvPr>
            <p:ph type="body" sz="quarter" idx="18" hasCustomPrompt="1"/>
          </p:nvPr>
        </p:nvSpPr>
        <p:spPr>
          <a:xfrm>
            <a:off x="375638" y="1485836"/>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73" name="Espaço Reservado para Texto 6">
            <a:extLst>
              <a:ext uri="{FF2B5EF4-FFF2-40B4-BE49-F238E27FC236}">
                <a16:creationId xmlns:a16="http://schemas.microsoft.com/office/drawing/2014/main" id="{0A91C08B-11B6-4949-955F-D55D9CBDCDD4}"/>
              </a:ext>
            </a:extLst>
          </p:cNvPr>
          <p:cNvSpPr>
            <a:spLocks noGrp="1"/>
          </p:cNvSpPr>
          <p:nvPr>
            <p:ph type="body" sz="quarter" idx="19" hasCustomPrompt="1"/>
          </p:nvPr>
        </p:nvSpPr>
        <p:spPr>
          <a:xfrm>
            <a:off x="375638" y="2139998"/>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74" name="Espaço Reservado para Texto 6">
            <a:extLst>
              <a:ext uri="{FF2B5EF4-FFF2-40B4-BE49-F238E27FC236}">
                <a16:creationId xmlns:a16="http://schemas.microsoft.com/office/drawing/2014/main" id="{61B220E4-8E3F-4CA0-815C-0FC23ECB015D}"/>
              </a:ext>
            </a:extLst>
          </p:cNvPr>
          <p:cNvSpPr>
            <a:spLocks noGrp="1"/>
          </p:cNvSpPr>
          <p:nvPr>
            <p:ph type="body" sz="quarter" idx="20" hasCustomPrompt="1"/>
          </p:nvPr>
        </p:nvSpPr>
        <p:spPr>
          <a:xfrm>
            <a:off x="375638" y="2470216"/>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75" name="Espaço Reservado para Texto 6">
            <a:extLst>
              <a:ext uri="{FF2B5EF4-FFF2-40B4-BE49-F238E27FC236}">
                <a16:creationId xmlns:a16="http://schemas.microsoft.com/office/drawing/2014/main" id="{55260DBC-11EE-4FC0-8B7C-0A2E6E95D846}"/>
              </a:ext>
            </a:extLst>
          </p:cNvPr>
          <p:cNvSpPr>
            <a:spLocks noGrp="1"/>
          </p:cNvSpPr>
          <p:nvPr>
            <p:ph type="body" sz="quarter" idx="21" hasCustomPrompt="1"/>
          </p:nvPr>
        </p:nvSpPr>
        <p:spPr>
          <a:xfrm>
            <a:off x="375638" y="313479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76" name="Espaço Reservado para Texto 6">
            <a:extLst>
              <a:ext uri="{FF2B5EF4-FFF2-40B4-BE49-F238E27FC236}">
                <a16:creationId xmlns:a16="http://schemas.microsoft.com/office/drawing/2014/main" id="{6E08F1B6-19EB-446F-A384-6FA55F237690}"/>
              </a:ext>
            </a:extLst>
          </p:cNvPr>
          <p:cNvSpPr>
            <a:spLocks noGrp="1"/>
          </p:cNvSpPr>
          <p:nvPr>
            <p:ph type="body" sz="quarter" idx="22" hasCustomPrompt="1"/>
          </p:nvPr>
        </p:nvSpPr>
        <p:spPr>
          <a:xfrm>
            <a:off x="375638" y="346501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77" name="Espaço Reservado para Texto 6">
            <a:extLst>
              <a:ext uri="{FF2B5EF4-FFF2-40B4-BE49-F238E27FC236}">
                <a16:creationId xmlns:a16="http://schemas.microsoft.com/office/drawing/2014/main" id="{91B87D7C-F3BF-4C21-A351-A0BDE3AC1780}"/>
              </a:ext>
            </a:extLst>
          </p:cNvPr>
          <p:cNvSpPr>
            <a:spLocks noGrp="1"/>
          </p:cNvSpPr>
          <p:nvPr>
            <p:ph type="body" sz="quarter" idx="23" hasCustomPrompt="1"/>
          </p:nvPr>
        </p:nvSpPr>
        <p:spPr>
          <a:xfrm>
            <a:off x="375638" y="411834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78" name="Espaço Reservado para Texto 6">
            <a:extLst>
              <a:ext uri="{FF2B5EF4-FFF2-40B4-BE49-F238E27FC236}">
                <a16:creationId xmlns:a16="http://schemas.microsoft.com/office/drawing/2014/main" id="{0AADF45C-FD67-4EA0-A19C-DFC61C6FDD41}"/>
              </a:ext>
            </a:extLst>
          </p:cNvPr>
          <p:cNvSpPr>
            <a:spLocks noGrp="1"/>
          </p:cNvSpPr>
          <p:nvPr>
            <p:ph type="body" sz="quarter" idx="24" hasCustomPrompt="1"/>
          </p:nvPr>
        </p:nvSpPr>
        <p:spPr>
          <a:xfrm>
            <a:off x="375638" y="444856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79" name="Espaço Reservado para Texto 6">
            <a:extLst>
              <a:ext uri="{FF2B5EF4-FFF2-40B4-BE49-F238E27FC236}">
                <a16:creationId xmlns:a16="http://schemas.microsoft.com/office/drawing/2014/main" id="{DBE90486-65C0-4DE3-B772-E75BDCB11A71}"/>
              </a:ext>
            </a:extLst>
          </p:cNvPr>
          <p:cNvSpPr>
            <a:spLocks noGrp="1"/>
          </p:cNvSpPr>
          <p:nvPr>
            <p:ph type="body" sz="quarter" idx="25" hasCustomPrompt="1"/>
          </p:nvPr>
        </p:nvSpPr>
        <p:spPr>
          <a:xfrm>
            <a:off x="375638" y="510189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80" name="Espaço Reservado para Texto 6">
            <a:extLst>
              <a:ext uri="{FF2B5EF4-FFF2-40B4-BE49-F238E27FC236}">
                <a16:creationId xmlns:a16="http://schemas.microsoft.com/office/drawing/2014/main" id="{1A800117-3D6E-41C0-87EE-163118B8A2E2}"/>
              </a:ext>
            </a:extLst>
          </p:cNvPr>
          <p:cNvSpPr>
            <a:spLocks noGrp="1"/>
          </p:cNvSpPr>
          <p:nvPr>
            <p:ph type="body" sz="quarter" idx="26" hasCustomPrompt="1"/>
          </p:nvPr>
        </p:nvSpPr>
        <p:spPr>
          <a:xfrm>
            <a:off x="375638" y="543211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82" name="Espaço Reservado para Texto 6">
            <a:extLst>
              <a:ext uri="{FF2B5EF4-FFF2-40B4-BE49-F238E27FC236}">
                <a16:creationId xmlns:a16="http://schemas.microsoft.com/office/drawing/2014/main" id="{55F89238-ABFA-4DE5-BEEE-C9A02D0C172F}"/>
              </a:ext>
            </a:extLst>
          </p:cNvPr>
          <p:cNvSpPr>
            <a:spLocks noGrp="1"/>
          </p:cNvSpPr>
          <p:nvPr>
            <p:ph type="body" sz="quarter" idx="27" hasCustomPrompt="1"/>
          </p:nvPr>
        </p:nvSpPr>
        <p:spPr>
          <a:xfrm>
            <a:off x="375638" y="610088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83" name="Espaço Reservado para Texto 6">
            <a:extLst>
              <a:ext uri="{FF2B5EF4-FFF2-40B4-BE49-F238E27FC236}">
                <a16:creationId xmlns:a16="http://schemas.microsoft.com/office/drawing/2014/main" id="{B576006F-5C63-4F83-A6A7-3A1D6518574B}"/>
              </a:ext>
            </a:extLst>
          </p:cNvPr>
          <p:cNvSpPr>
            <a:spLocks noGrp="1"/>
          </p:cNvSpPr>
          <p:nvPr>
            <p:ph type="body" sz="quarter" idx="28" hasCustomPrompt="1"/>
          </p:nvPr>
        </p:nvSpPr>
        <p:spPr>
          <a:xfrm>
            <a:off x="375638" y="643110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84" name="Espaço Reservado para Texto 6">
            <a:extLst>
              <a:ext uri="{FF2B5EF4-FFF2-40B4-BE49-F238E27FC236}">
                <a16:creationId xmlns:a16="http://schemas.microsoft.com/office/drawing/2014/main" id="{5BF4C252-6B86-4B48-9F78-8860636B44CF}"/>
              </a:ext>
            </a:extLst>
          </p:cNvPr>
          <p:cNvSpPr>
            <a:spLocks noGrp="1"/>
          </p:cNvSpPr>
          <p:nvPr>
            <p:ph type="body" sz="quarter" idx="29" hasCustomPrompt="1"/>
          </p:nvPr>
        </p:nvSpPr>
        <p:spPr>
          <a:xfrm>
            <a:off x="375638" y="708443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85" name="Espaço Reservado para Texto 6">
            <a:extLst>
              <a:ext uri="{FF2B5EF4-FFF2-40B4-BE49-F238E27FC236}">
                <a16:creationId xmlns:a16="http://schemas.microsoft.com/office/drawing/2014/main" id="{25455617-CBBE-4E5A-84C2-E57D5C8B9CAE}"/>
              </a:ext>
            </a:extLst>
          </p:cNvPr>
          <p:cNvSpPr>
            <a:spLocks noGrp="1"/>
          </p:cNvSpPr>
          <p:nvPr>
            <p:ph type="body" sz="quarter" idx="30" hasCustomPrompt="1"/>
          </p:nvPr>
        </p:nvSpPr>
        <p:spPr>
          <a:xfrm>
            <a:off x="375638" y="741465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86" name="CaixaDeTexto 9">
            <a:extLst>
              <a:ext uri="{FF2B5EF4-FFF2-40B4-BE49-F238E27FC236}">
                <a16:creationId xmlns:a16="http://schemas.microsoft.com/office/drawing/2014/main" id="{50BF8A2C-093E-471E-8719-A576D404CF14}"/>
              </a:ext>
            </a:extLst>
          </p:cNvPr>
          <p:cNvSpPr txBox="1"/>
          <p:nvPr userDrawn="1"/>
        </p:nvSpPr>
        <p:spPr>
          <a:xfrm>
            <a:off x="6328029" y="9584374"/>
            <a:ext cx="148017" cy="127755"/>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bg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99" name="Espaço Reservado para Texto 6">
            <a:extLst>
              <a:ext uri="{FF2B5EF4-FFF2-40B4-BE49-F238E27FC236}">
                <a16:creationId xmlns:a16="http://schemas.microsoft.com/office/drawing/2014/main" id="{7B172628-B577-4AEB-B6C9-D0D032DB3544}"/>
              </a:ext>
            </a:extLst>
          </p:cNvPr>
          <p:cNvSpPr>
            <a:spLocks noGrp="1"/>
          </p:cNvSpPr>
          <p:nvPr>
            <p:ph type="body" sz="quarter" idx="31" hasCustomPrompt="1"/>
          </p:nvPr>
        </p:nvSpPr>
        <p:spPr>
          <a:xfrm>
            <a:off x="375638" y="8063396"/>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100" name="Espaço Reservado para Texto 6">
            <a:extLst>
              <a:ext uri="{FF2B5EF4-FFF2-40B4-BE49-F238E27FC236}">
                <a16:creationId xmlns:a16="http://schemas.microsoft.com/office/drawing/2014/main" id="{B20D4700-3F28-45FE-AD12-4DD7C836112A}"/>
              </a:ext>
            </a:extLst>
          </p:cNvPr>
          <p:cNvSpPr>
            <a:spLocks noGrp="1"/>
          </p:cNvSpPr>
          <p:nvPr>
            <p:ph type="body" sz="quarter" idx="32" hasCustomPrompt="1"/>
          </p:nvPr>
        </p:nvSpPr>
        <p:spPr>
          <a:xfrm>
            <a:off x="375638" y="8393614"/>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grpSp>
        <p:nvGrpSpPr>
          <p:cNvPr id="58" name="Group 57">
            <a:extLst>
              <a:ext uri="{FF2B5EF4-FFF2-40B4-BE49-F238E27FC236}">
                <a16:creationId xmlns:a16="http://schemas.microsoft.com/office/drawing/2014/main" id="{21EC4E3C-94FF-4DEE-BCA5-6C69C79BF726}"/>
              </a:ext>
            </a:extLst>
          </p:cNvPr>
          <p:cNvGrpSpPr/>
          <p:nvPr userDrawn="1"/>
        </p:nvGrpSpPr>
        <p:grpSpPr>
          <a:xfrm>
            <a:off x="0" y="8408987"/>
            <a:ext cx="6858000" cy="1497013"/>
            <a:chOff x="-2701533" y="4131759"/>
            <a:chExt cx="8821930" cy="2757656"/>
          </a:xfrm>
        </p:grpSpPr>
        <p:cxnSp>
          <p:nvCxnSpPr>
            <p:cNvPr id="59" name="Conector reto 7">
              <a:extLst>
                <a:ext uri="{FF2B5EF4-FFF2-40B4-BE49-F238E27FC236}">
                  <a16:creationId xmlns:a16="http://schemas.microsoft.com/office/drawing/2014/main" id="{36127AE7-5949-4D77-9612-72EB21196D4A}"/>
                </a:ext>
              </a:extLst>
            </p:cNvPr>
            <p:cNvCxnSpPr>
              <a:cxnSpLocks/>
            </p:cNvCxnSpPr>
            <p:nvPr userDrawn="1"/>
          </p:nvCxnSpPr>
          <p:spPr>
            <a:xfrm>
              <a:off x="-2701533" y="5750250"/>
              <a:ext cx="88219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0" name="Conector reto 2">
              <a:extLst>
                <a:ext uri="{FF2B5EF4-FFF2-40B4-BE49-F238E27FC236}">
                  <a16:creationId xmlns:a16="http://schemas.microsoft.com/office/drawing/2014/main" id="{4CE8B0B8-0AF5-462B-9CCC-6E9CFFF38D98}"/>
                </a:ext>
              </a:extLst>
            </p:cNvPr>
            <p:cNvCxnSpPr>
              <a:cxnSpLocks/>
            </p:cNvCxnSpPr>
            <p:nvPr userDrawn="1"/>
          </p:nvCxnSpPr>
          <p:spPr>
            <a:xfrm flipH="1">
              <a:off x="4033407" y="4131759"/>
              <a:ext cx="2086990" cy="275765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38" name="Freeform: Shape 37">
            <a:extLst>
              <a:ext uri="{FF2B5EF4-FFF2-40B4-BE49-F238E27FC236}">
                <a16:creationId xmlns:a16="http://schemas.microsoft.com/office/drawing/2014/main" id="{B095B632-657C-4580-8D60-6742FAE9328E}"/>
              </a:ext>
            </a:extLst>
          </p:cNvPr>
          <p:cNvSpPr/>
          <p:nvPr userDrawn="1"/>
        </p:nvSpPr>
        <p:spPr>
          <a:xfrm>
            <a:off x="381000" y="9526266"/>
            <a:ext cx="270465" cy="24397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000000"/>
          </a:solidFill>
          <a:ln w="6350" cap="flat">
            <a:noFill/>
            <a:prstDash val="solid"/>
            <a:miter/>
          </a:ln>
        </p:spPr>
        <p:txBody>
          <a:bodyPr rtlCol="0" anchor="ctr"/>
          <a:lstStyle/>
          <a:p>
            <a:endParaRPr lang="en-US"/>
          </a:p>
        </p:txBody>
      </p:sp>
    </p:spTree>
    <p:extLst>
      <p:ext uri="{BB962C8B-B14F-4D97-AF65-F5344CB8AC3E}">
        <p14:creationId xmlns:p14="http://schemas.microsoft.com/office/powerpoint/2010/main" val="1227467593"/>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Divisória">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4004B1B-6C67-4C40-BA3A-400177C1EF88}"/>
              </a:ext>
            </a:extLst>
          </p:cNvPr>
          <p:cNvSpPr/>
          <p:nvPr userDrawn="1"/>
        </p:nvSpPr>
        <p:spPr>
          <a:xfrm>
            <a:off x="-1" y="0"/>
            <a:ext cx="6858001" cy="200346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5" name="Group 4">
            <a:extLst>
              <a:ext uri="{FF2B5EF4-FFF2-40B4-BE49-F238E27FC236}">
                <a16:creationId xmlns:a16="http://schemas.microsoft.com/office/drawing/2014/main" id="{F8C7BC6E-B42D-4416-8608-21682D8920A8}"/>
              </a:ext>
            </a:extLst>
          </p:cNvPr>
          <p:cNvGrpSpPr/>
          <p:nvPr userDrawn="1"/>
        </p:nvGrpSpPr>
        <p:grpSpPr>
          <a:xfrm>
            <a:off x="0" y="1188728"/>
            <a:ext cx="6858000" cy="8726315"/>
            <a:chOff x="0" y="-1859272"/>
            <a:chExt cx="6858000" cy="8726315"/>
          </a:xfrm>
        </p:grpSpPr>
        <p:sp>
          <p:nvSpPr>
            <p:cNvPr id="40" name="Rectangle 39">
              <a:extLst>
                <a:ext uri="{FF2B5EF4-FFF2-40B4-BE49-F238E27FC236}">
                  <a16:creationId xmlns:a16="http://schemas.microsoft.com/office/drawing/2014/main" id="{8213840C-2C06-4CAA-815E-6052211F6CA0}"/>
                </a:ext>
              </a:extLst>
            </p:cNvPr>
            <p:cNvSpPr/>
            <p:nvPr userDrawn="1"/>
          </p:nvSpPr>
          <p:spPr>
            <a:xfrm flipH="1" flipV="1">
              <a:off x="0" y="-1859272"/>
              <a:ext cx="6858000" cy="871727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pic>
          <p:nvPicPr>
            <p:cNvPr id="41" name="Picture 40" descr="A picture containing dark, night sky&#10;&#10;Description automatically generated">
              <a:extLst>
                <a:ext uri="{FF2B5EF4-FFF2-40B4-BE49-F238E27FC236}">
                  <a16:creationId xmlns:a16="http://schemas.microsoft.com/office/drawing/2014/main" id="{AACBCC8B-613D-4802-AE5F-7D7D5FE3F250}"/>
                </a:ext>
              </a:extLst>
            </p:cNvPr>
            <p:cNvPicPr>
              <a:picLocks noChangeAspect="1"/>
            </p:cNvPicPr>
            <p:nvPr userDrawn="1"/>
          </p:nvPicPr>
          <p:blipFill rotWithShape="1">
            <a:blip r:embed="rId3">
              <a:alphaModFix amt="49000"/>
            </a:blip>
            <a:srcRect l="11124"/>
            <a:stretch/>
          </p:blipFill>
          <p:spPr>
            <a:xfrm rot="16200000" flipV="1">
              <a:off x="-929638" y="-920592"/>
              <a:ext cx="8717273" cy="6857998"/>
            </a:xfrm>
            <a:prstGeom prst="rect">
              <a:avLst/>
            </a:prstGeom>
          </p:spPr>
        </p:pic>
      </p:gr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52" name="Group 51">
            <a:extLst>
              <a:ext uri="{FF2B5EF4-FFF2-40B4-BE49-F238E27FC236}">
                <a16:creationId xmlns:a16="http://schemas.microsoft.com/office/drawing/2014/main" id="{EC4BCA75-7F1B-481D-83B9-D8049585F325}"/>
              </a:ext>
            </a:extLst>
          </p:cNvPr>
          <p:cNvGrpSpPr/>
          <p:nvPr userDrawn="1"/>
        </p:nvGrpSpPr>
        <p:grpSpPr>
          <a:xfrm>
            <a:off x="390154" y="406178"/>
            <a:ext cx="1240285" cy="341910"/>
            <a:chOff x="2700591" y="2522601"/>
            <a:chExt cx="6428993" cy="1772284"/>
          </a:xfrm>
          <a:solidFill>
            <a:schemeClr val="accent6"/>
          </a:solidFill>
        </p:grpSpPr>
        <p:sp>
          <p:nvSpPr>
            <p:cNvPr id="53" name="Freeform: Shape 52">
              <a:extLst>
                <a:ext uri="{FF2B5EF4-FFF2-40B4-BE49-F238E27FC236}">
                  <a16:creationId xmlns:a16="http://schemas.microsoft.com/office/drawing/2014/main" id="{C0D7674D-49E8-4FD1-8EE6-775A8BFD963D}"/>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54" name="Graphic 20">
              <a:extLst>
                <a:ext uri="{FF2B5EF4-FFF2-40B4-BE49-F238E27FC236}">
                  <a16:creationId xmlns:a16="http://schemas.microsoft.com/office/drawing/2014/main" id="{6A9C8637-4BB5-4C3D-BB13-864B0F50ADAC}"/>
                </a:ext>
              </a:extLst>
            </p:cNvPr>
            <p:cNvGrpSpPr/>
            <p:nvPr/>
          </p:nvGrpSpPr>
          <p:grpSpPr>
            <a:xfrm>
              <a:off x="5034660" y="3339528"/>
              <a:ext cx="4094924" cy="747077"/>
              <a:chOff x="5034660" y="3339528"/>
              <a:chExt cx="4094924" cy="747077"/>
            </a:xfrm>
            <a:grpFill/>
          </p:grpSpPr>
          <p:sp>
            <p:nvSpPr>
              <p:cNvPr id="55" name="Freeform: Shape 54">
                <a:extLst>
                  <a:ext uri="{FF2B5EF4-FFF2-40B4-BE49-F238E27FC236}">
                    <a16:creationId xmlns:a16="http://schemas.microsoft.com/office/drawing/2014/main" id="{273D17AC-608D-476F-91F6-CBDB227934BC}"/>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89D56B08-E8EB-4273-9F75-1A42800FD143}"/>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20671906-27FC-42C4-A9E6-35A63345C057}"/>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69454B6E-7FD0-4912-A22A-33AE78094B3B}"/>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E0AD0E05-3DF2-467D-BDF2-ED8EC44AA42A}"/>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6766A6D9-B62B-4E0B-8E9A-9861449C93B9}"/>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2449AA0B-9870-42BD-AFAC-DE917DC4535C}"/>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5219A594-2CF0-4BDD-8434-C0E75A7F1753}"/>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
        <p:nvSpPr>
          <p:cNvPr id="87" name="Rectangle 86">
            <a:extLst>
              <a:ext uri="{FF2B5EF4-FFF2-40B4-BE49-F238E27FC236}">
                <a16:creationId xmlns:a16="http://schemas.microsoft.com/office/drawing/2014/main" id="{07C5F37B-60FC-4C36-9DD3-0AB5A17A75AB}"/>
              </a:ext>
            </a:extLst>
          </p:cNvPr>
          <p:cNvSpPr/>
          <p:nvPr userDrawn="1"/>
        </p:nvSpPr>
        <p:spPr>
          <a:xfrm>
            <a:off x="4086054" y="0"/>
            <a:ext cx="2771946" cy="1188728"/>
          </a:xfrm>
          <a:custGeom>
            <a:avLst/>
            <a:gdLst>
              <a:gd name="connsiteX0" fmla="*/ 0 w 2771946"/>
              <a:gd name="connsiteY0" fmla="*/ 0 h 1188728"/>
              <a:gd name="connsiteX1" fmla="*/ 2771946 w 2771946"/>
              <a:gd name="connsiteY1" fmla="*/ 0 h 1188728"/>
              <a:gd name="connsiteX2" fmla="*/ 2771946 w 2771946"/>
              <a:gd name="connsiteY2" fmla="*/ 1188728 h 1188728"/>
              <a:gd name="connsiteX3" fmla="*/ 0 w 2771946"/>
              <a:gd name="connsiteY3" fmla="*/ 1188728 h 1188728"/>
              <a:gd name="connsiteX4" fmla="*/ 0 w 2771946"/>
              <a:gd name="connsiteY4" fmla="*/ 0 h 1188728"/>
              <a:gd name="connsiteX0" fmla="*/ 0 w 2771946"/>
              <a:gd name="connsiteY0" fmla="*/ 0 h 1188728"/>
              <a:gd name="connsiteX1" fmla="*/ 2771946 w 2771946"/>
              <a:gd name="connsiteY1" fmla="*/ 0 h 1188728"/>
              <a:gd name="connsiteX2" fmla="*/ 2771946 w 2771946"/>
              <a:gd name="connsiteY2" fmla="*/ 1188728 h 1188728"/>
              <a:gd name="connsiteX3" fmla="*/ 1104900 w 2771946"/>
              <a:gd name="connsiteY3" fmla="*/ 909328 h 1188728"/>
              <a:gd name="connsiteX4" fmla="*/ 0 w 2771946"/>
              <a:gd name="connsiteY4" fmla="*/ 0 h 1188728"/>
              <a:gd name="connsiteX0" fmla="*/ 0 w 2771946"/>
              <a:gd name="connsiteY0" fmla="*/ 0 h 1188728"/>
              <a:gd name="connsiteX1" fmla="*/ 2771946 w 2771946"/>
              <a:gd name="connsiteY1" fmla="*/ 0 h 1188728"/>
              <a:gd name="connsiteX2" fmla="*/ 2771946 w 2771946"/>
              <a:gd name="connsiteY2" fmla="*/ 1188728 h 1188728"/>
              <a:gd name="connsiteX3" fmla="*/ 971550 w 2771946"/>
              <a:gd name="connsiteY3" fmla="*/ 1188728 h 1188728"/>
              <a:gd name="connsiteX4" fmla="*/ 0 w 2771946"/>
              <a:gd name="connsiteY4" fmla="*/ 0 h 11887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1946" h="1188728">
                <a:moveTo>
                  <a:pt x="0" y="0"/>
                </a:moveTo>
                <a:lnTo>
                  <a:pt x="2771946" y="0"/>
                </a:lnTo>
                <a:lnTo>
                  <a:pt x="2771946" y="1188728"/>
                </a:lnTo>
                <a:lnTo>
                  <a:pt x="971550" y="1188728"/>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68" name="Group 67">
            <a:extLst>
              <a:ext uri="{FF2B5EF4-FFF2-40B4-BE49-F238E27FC236}">
                <a16:creationId xmlns:a16="http://schemas.microsoft.com/office/drawing/2014/main" id="{17DB0CED-EB9B-40B9-950A-5942CEE89D15}"/>
              </a:ext>
            </a:extLst>
          </p:cNvPr>
          <p:cNvGrpSpPr/>
          <p:nvPr userDrawn="1"/>
        </p:nvGrpSpPr>
        <p:grpSpPr>
          <a:xfrm>
            <a:off x="0" y="0"/>
            <a:ext cx="6858000" cy="3415894"/>
            <a:chOff x="-2701533" y="4114034"/>
            <a:chExt cx="8821930" cy="4701783"/>
          </a:xfrm>
        </p:grpSpPr>
        <p:cxnSp>
          <p:nvCxnSpPr>
            <p:cNvPr id="69" name="Conector reto 7">
              <a:extLst>
                <a:ext uri="{FF2B5EF4-FFF2-40B4-BE49-F238E27FC236}">
                  <a16:creationId xmlns:a16="http://schemas.microsoft.com/office/drawing/2014/main" id="{7C215890-47CA-4535-A28E-F0D8639CAF52}"/>
                </a:ext>
              </a:extLst>
            </p:cNvPr>
            <p:cNvCxnSpPr>
              <a:cxnSpLocks/>
            </p:cNvCxnSpPr>
            <p:nvPr userDrawn="1"/>
          </p:nvCxnSpPr>
          <p:spPr>
            <a:xfrm>
              <a:off x="-2701533" y="5741510"/>
              <a:ext cx="882193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1" name="Conector reto 2">
              <a:extLst>
                <a:ext uri="{FF2B5EF4-FFF2-40B4-BE49-F238E27FC236}">
                  <a16:creationId xmlns:a16="http://schemas.microsoft.com/office/drawing/2014/main" id="{C9C6FAA6-86BF-4151-9C12-9A001DB12D56}"/>
                </a:ext>
              </a:extLst>
            </p:cNvPr>
            <p:cNvCxnSpPr>
              <a:cxnSpLocks/>
            </p:cNvCxnSpPr>
            <p:nvPr userDrawn="1"/>
          </p:nvCxnSpPr>
          <p:spPr>
            <a:xfrm flipH="1" flipV="1">
              <a:off x="2562094" y="4114034"/>
              <a:ext cx="3558302" cy="4701783"/>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sp>
        <p:nvSpPr>
          <p:cNvPr id="88" name="CaixaDeTexto 9">
            <a:extLst>
              <a:ext uri="{FF2B5EF4-FFF2-40B4-BE49-F238E27FC236}">
                <a16:creationId xmlns:a16="http://schemas.microsoft.com/office/drawing/2014/main" id="{2FF21D72-7D65-4AA3-AE03-41BAE5375E8C}"/>
              </a:ext>
            </a:extLst>
          </p:cNvPr>
          <p:cNvSpPr txBox="1"/>
          <p:nvPr userDrawn="1"/>
        </p:nvSpPr>
        <p:spPr>
          <a:xfrm>
            <a:off x="6328029" y="9584374"/>
            <a:ext cx="148017" cy="127755"/>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bg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89" name="Text Placeholder 40">
            <a:extLst>
              <a:ext uri="{FF2B5EF4-FFF2-40B4-BE49-F238E27FC236}">
                <a16:creationId xmlns:a16="http://schemas.microsoft.com/office/drawing/2014/main" id="{91D72DC1-72BB-4D90-888F-230C2490908D}"/>
              </a:ext>
            </a:extLst>
          </p:cNvPr>
          <p:cNvSpPr>
            <a:spLocks noGrp="1"/>
          </p:cNvSpPr>
          <p:nvPr>
            <p:ph type="body" sz="quarter" idx="11" hasCustomPrompt="1"/>
          </p:nvPr>
        </p:nvSpPr>
        <p:spPr>
          <a:xfrm>
            <a:off x="368299" y="1928155"/>
            <a:ext cx="5337375" cy="458908"/>
          </a:xfrm>
          <a:prstGeom prst="rect">
            <a:avLst/>
          </a:prstGeom>
          <a:noFill/>
          <a:effectLst/>
        </p:spPr>
        <p:txBody>
          <a:bodyPr wrap="square" lIns="0" tIns="0" rIns="0" bIns="0" rtlCol="0" anchor="t" anchorCtr="0">
            <a:noAutofit/>
          </a:bodyPr>
          <a:lstStyle>
            <a:lvl1pPr algn="l">
              <a:defRPr lang="en-US" sz="3200" b="0" i="0" dirty="0">
                <a:solidFill>
                  <a:schemeClr val="bg1"/>
                </a:solidFill>
                <a:latin typeface="+mj-lt"/>
                <a:ea typeface="XP Light" pitchFamily="50" charset="0"/>
                <a:cs typeface="Roboto" panose="02000000000000000000" pitchFamily="2" charset="0"/>
              </a:defRPr>
            </a:lvl1pPr>
          </a:lstStyle>
          <a:p>
            <a:pPr lvl="0" algn="ctr" defTabSz="914400">
              <a:lnSpc>
                <a:spcPct val="80000"/>
              </a:lnSpc>
              <a:spcBef>
                <a:spcPts val="1200"/>
              </a:spcBef>
            </a:pPr>
            <a:r>
              <a:rPr lang="pt-BR" noProof="0" err="1"/>
              <a:t>Edit</a:t>
            </a:r>
            <a:endParaRPr lang="pt-BR" noProof="0"/>
          </a:p>
        </p:txBody>
      </p:sp>
      <p:sp>
        <p:nvSpPr>
          <p:cNvPr id="90" name="Text Placeholder 40">
            <a:extLst>
              <a:ext uri="{FF2B5EF4-FFF2-40B4-BE49-F238E27FC236}">
                <a16:creationId xmlns:a16="http://schemas.microsoft.com/office/drawing/2014/main" id="{B7833D10-130C-44AA-A9F0-0C48CBA6D02C}"/>
              </a:ext>
            </a:extLst>
          </p:cNvPr>
          <p:cNvSpPr>
            <a:spLocks noGrp="1"/>
          </p:cNvSpPr>
          <p:nvPr>
            <p:ph type="body" sz="quarter" idx="12" hasCustomPrompt="1"/>
          </p:nvPr>
        </p:nvSpPr>
        <p:spPr>
          <a:xfrm>
            <a:off x="368300" y="1509004"/>
            <a:ext cx="3006272" cy="336050"/>
          </a:xfrm>
          <a:prstGeom prst="rect">
            <a:avLst/>
          </a:prstGeom>
          <a:noFill/>
          <a:effectLst/>
        </p:spPr>
        <p:txBody>
          <a:bodyPr wrap="none" lIns="0" tIns="0" rIns="0" bIns="0" rtlCol="0" anchor="ctr">
            <a:noAutofit/>
          </a:bodyPr>
          <a:lstStyle>
            <a:lvl1pPr algn="l">
              <a:defRPr lang="en-US" sz="1800" b="0" i="0" dirty="0">
                <a:solidFill>
                  <a:schemeClr val="accent2"/>
                </a:solidFill>
                <a:latin typeface="+mj-lt"/>
                <a:ea typeface="Roboto" panose="02000000000000000000" pitchFamily="2" charset="0"/>
                <a:cs typeface="Roboto" panose="02000000000000000000" pitchFamily="2" charset="0"/>
              </a:defRPr>
            </a:lvl1pPr>
          </a:lstStyle>
          <a:p>
            <a:pPr lvl="0" algn="ctr" defTabSz="914400">
              <a:lnSpc>
                <a:spcPct val="80000"/>
              </a:lnSpc>
              <a:spcBef>
                <a:spcPts val="1200"/>
              </a:spcBef>
            </a:pPr>
            <a:r>
              <a:rPr lang="pt-BR" noProof="0" err="1"/>
              <a:t>Section</a:t>
            </a:r>
            <a:endParaRPr lang="pt-BR" noProof="0"/>
          </a:p>
        </p:txBody>
      </p:sp>
    </p:spTree>
    <p:extLst>
      <p:ext uri="{BB962C8B-B14F-4D97-AF65-F5344CB8AC3E}">
        <p14:creationId xmlns:p14="http://schemas.microsoft.com/office/powerpoint/2010/main" val="2035387602"/>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 Gráfico">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1798335"/>
            <a:ext cx="6105737" cy="7668901"/>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1509718"/>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cxnSp>
        <p:nvCxnSpPr>
          <p:cNvPr id="22" name="Straight Connector 21">
            <a:extLst>
              <a:ext uri="{FF2B5EF4-FFF2-40B4-BE49-F238E27FC236}">
                <a16:creationId xmlns:a16="http://schemas.microsoft.com/office/drawing/2014/main" id="{66D21A7D-7928-4237-874A-A5ECB267418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Espaço Reservado para Texto 6">
            <a:extLst>
              <a:ext uri="{FF2B5EF4-FFF2-40B4-BE49-F238E27FC236}">
                <a16:creationId xmlns:a16="http://schemas.microsoft.com/office/drawing/2014/main" id="{63243072-4DA0-4C3A-B73A-671A2BEE8737}"/>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13" name="Espaço Reservado para Texto 6">
            <a:extLst>
              <a:ext uri="{FF2B5EF4-FFF2-40B4-BE49-F238E27FC236}">
                <a16:creationId xmlns:a16="http://schemas.microsoft.com/office/drawing/2014/main" id="{6194D149-E2F1-4BF9-A8EC-BA08D0C1D8BC}"/>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14" name="Espaço Reservado para Texto 6">
            <a:extLst>
              <a:ext uri="{FF2B5EF4-FFF2-40B4-BE49-F238E27FC236}">
                <a16:creationId xmlns:a16="http://schemas.microsoft.com/office/drawing/2014/main" id="{2B30E5FD-9051-4E1E-8485-CF615FEFF1FB}"/>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15" name="Date Placeholder 1">
            <a:extLst>
              <a:ext uri="{FF2B5EF4-FFF2-40B4-BE49-F238E27FC236}">
                <a16:creationId xmlns:a16="http://schemas.microsoft.com/office/drawing/2014/main" id="{CEDF22C0-1511-410D-B4C2-53B4E4FE64CB}"/>
              </a:ext>
            </a:extLst>
          </p:cNvPr>
          <p:cNvSpPr>
            <a:spLocks noGrp="1"/>
          </p:cNvSpPr>
          <p:nvPr>
            <p:ph type="dt" sz="half" idx="2"/>
          </p:nvPr>
        </p:nvSpPr>
        <p:spPr>
          <a:xfrm>
            <a:off x="3957639" y="438763"/>
            <a:ext cx="2532062"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69D2AB96-3D4C-489F-83B5-A86A2BCAB15F}" type="datetime4">
              <a:rPr lang="en-US" smtClean="0"/>
              <a:t>September 28, 2026</a:t>
            </a:fld>
            <a:endParaRPr lang="en-US"/>
          </a:p>
        </p:txBody>
      </p:sp>
    </p:spTree>
    <p:extLst>
      <p:ext uri="{BB962C8B-B14F-4D97-AF65-F5344CB8AC3E}">
        <p14:creationId xmlns:p14="http://schemas.microsoft.com/office/powerpoint/2010/main" val="3305316096"/>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8" y="1497015"/>
            <a:ext cx="6106871" cy="3948034"/>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sz="quarter" idx="21" hasCustomPrompt="1"/>
          </p:nvPr>
        </p:nvSpPr>
        <p:spPr>
          <a:xfrm>
            <a:off x="382829" y="7896455"/>
            <a:ext cx="610687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sz="quarter" idx="23" hasCustomPrompt="1"/>
          </p:nvPr>
        </p:nvSpPr>
        <p:spPr>
          <a:xfrm>
            <a:off x="382829" y="7607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5927315"/>
            <a:ext cx="6105737"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563869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cxnSp>
        <p:nvCxnSpPr>
          <p:cNvPr id="22" name="Straight Connector 21">
            <a:extLst>
              <a:ext uri="{FF2B5EF4-FFF2-40B4-BE49-F238E27FC236}">
                <a16:creationId xmlns:a16="http://schemas.microsoft.com/office/drawing/2014/main" id="{36D3C0D4-4772-47D7-8E52-EDEF11C64EA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6" name="Espaço Reservado para Texto 6">
            <a:extLst>
              <a:ext uri="{FF2B5EF4-FFF2-40B4-BE49-F238E27FC236}">
                <a16:creationId xmlns:a16="http://schemas.microsoft.com/office/drawing/2014/main" id="{F0727637-B56E-4C1E-9D50-4D5CB2A21C4F}"/>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37" name="Espaço Reservado para Texto 6">
            <a:extLst>
              <a:ext uri="{FF2B5EF4-FFF2-40B4-BE49-F238E27FC236}">
                <a16:creationId xmlns:a16="http://schemas.microsoft.com/office/drawing/2014/main" id="{6A52A1EC-A892-4253-A152-66B87248D94E}"/>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14" name="Espaço Reservado para Texto 6">
            <a:extLst>
              <a:ext uri="{FF2B5EF4-FFF2-40B4-BE49-F238E27FC236}">
                <a16:creationId xmlns:a16="http://schemas.microsoft.com/office/drawing/2014/main" id="{7905309A-7F3E-4A7B-816E-100D4419AC95}"/>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15" name="Date Placeholder 1">
            <a:extLst>
              <a:ext uri="{FF2B5EF4-FFF2-40B4-BE49-F238E27FC236}">
                <a16:creationId xmlns:a16="http://schemas.microsoft.com/office/drawing/2014/main" id="{F553351A-90B3-4CE5-942E-AE4248858838}"/>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AFD98A03-C14E-4F5D-B629-2556EC483F23}" type="datetime4">
              <a:rPr lang="en-US" smtClean="0"/>
              <a:t>September 28, 2026</a:t>
            </a:fld>
            <a:endParaRPr lang="en-US"/>
          </a:p>
        </p:txBody>
      </p:sp>
    </p:spTree>
    <p:extLst>
      <p:ext uri="{BB962C8B-B14F-4D97-AF65-F5344CB8AC3E}">
        <p14:creationId xmlns:p14="http://schemas.microsoft.com/office/powerpoint/2010/main" val="3969763560"/>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3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9" y="1497013"/>
            <a:ext cx="2923563" cy="2616675"/>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sz="quarter" idx="25" hasCustomPrompt="1"/>
          </p:nvPr>
        </p:nvSpPr>
        <p:spPr>
          <a:xfrm>
            <a:off x="382829" y="4581387"/>
            <a:ext cx="6119679" cy="208201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sz="quarter" idx="26" hasCustomPrompt="1"/>
          </p:nvPr>
        </p:nvSpPr>
        <p:spPr>
          <a:xfrm>
            <a:off x="3536951" y="1836751"/>
            <a:ext cx="2965558" cy="227693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sz="quarter" idx="27" hasCustomPrompt="1"/>
          </p:nvPr>
        </p:nvSpPr>
        <p:spPr>
          <a:xfrm>
            <a:off x="382829" y="4292769"/>
            <a:ext cx="611967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sz="quarter" idx="28" hasCustomPrompt="1"/>
          </p:nvPr>
        </p:nvSpPr>
        <p:spPr>
          <a:xfrm>
            <a:off x="3552750" y="1548134"/>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0" name="Text Placeholder 4">
            <a:extLst>
              <a:ext uri="{FF2B5EF4-FFF2-40B4-BE49-F238E27FC236}">
                <a16:creationId xmlns:a16="http://schemas.microsoft.com/office/drawing/2014/main" id="{92D80794-D9BD-4233-9669-1606A39695D6}"/>
              </a:ext>
            </a:extLst>
          </p:cNvPr>
          <p:cNvSpPr>
            <a:spLocks noGrp="1"/>
          </p:cNvSpPr>
          <p:nvPr>
            <p:ph type="body" sz="quarter" idx="29"/>
          </p:nvPr>
        </p:nvSpPr>
        <p:spPr>
          <a:xfrm>
            <a:off x="390154" y="6866857"/>
            <a:ext cx="2923563" cy="2584765"/>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21" name="Espaço Reservado para Conteúdo 14">
            <a:extLst>
              <a:ext uri="{FF2B5EF4-FFF2-40B4-BE49-F238E27FC236}">
                <a16:creationId xmlns:a16="http://schemas.microsoft.com/office/drawing/2014/main" id="{A6CB413F-84EF-44DF-BD40-B9F876AF8DE8}"/>
              </a:ext>
            </a:extLst>
          </p:cNvPr>
          <p:cNvSpPr>
            <a:spLocks noGrp="1"/>
          </p:cNvSpPr>
          <p:nvPr>
            <p:ph sz="quarter" idx="30" hasCustomPrompt="1"/>
          </p:nvPr>
        </p:nvSpPr>
        <p:spPr>
          <a:xfrm>
            <a:off x="3544276" y="7190300"/>
            <a:ext cx="2965558" cy="226326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81B1184E-C2A9-4D89-B81A-04C67DFDFC84}"/>
              </a:ext>
            </a:extLst>
          </p:cNvPr>
          <p:cNvSpPr>
            <a:spLocks noGrp="1"/>
          </p:cNvSpPr>
          <p:nvPr>
            <p:ph sz="quarter" idx="31" hasCustomPrompt="1"/>
          </p:nvPr>
        </p:nvSpPr>
        <p:spPr>
          <a:xfrm>
            <a:off x="3560075" y="6901682"/>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cxnSp>
        <p:nvCxnSpPr>
          <p:cNvPr id="23" name="Straight Connector 22">
            <a:extLst>
              <a:ext uri="{FF2B5EF4-FFF2-40B4-BE49-F238E27FC236}">
                <a16:creationId xmlns:a16="http://schemas.microsoft.com/office/drawing/2014/main" id="{15C7A86C-C2D3-4F3B-B362-92EDFEE558D4}"/>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7" name="Espaço Reservado para Texto 6">
            <a:extLst>
              <a:ext uri="{FF2B5EF4-FFF2-40B4-BE49-F238E27FC236}">
                <a16:creationId xmlns:a16="http://schemas.microsoft.com/office/drawing/2014/main" id="{667A78A2-6B0A-4B79-B91F-864FAEBDF306}"/>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18" name="Espaço Reservado para Texto 6">
            <a:extLst>
              <a:ext uri="{FF2B5EF4-FFF2-40B4-BE49-F238E27FC236}">
                <a16:creationId xmlns:a16="http://schemas.microsoft.com/office/drawing/2014/main" id="{C057AED6-8480-40FD-AA17-1DD8BA77D1B9}"/>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19" name="Espaço Reservado para Texto 6">
            <a:extLst>
              <a:ext uri="{FF2B5EF4-FFF2-40B4-BE49-F238E27FC236}">
                <a16:creationId xmlns:a16="http://schemas.microsoft.com/office/drawing/2014/main" id="{D8173AC5-D6F2-4007-9E85-9CC5D5ECAF90}"/>
              </a:ext>
            </a:extLst>
          </p:cNvPr>
          <p:cNvSpPr>
            <a:spLocks noGrp="1"/>
          </p:cNvSpPr>
          <p:nvPr>
            <p:ph type="body" sz="quarter" idx="32"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24" name="Date Placeholder 1">
            <a:extLst>
              <a:ext uri="{FF2B5EF4-FFF2-40B4-BE49-F238E27FC236}">
                <a16:creationId xmlns:a16="http://schemas.microsoft.com/office/drawing/2014/main" id="{907C5A98-0307-4E77-A8F5-55605CF6F9F6}"/>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34E6CA13-D467-4F1B-9CF7-6FE5ED1B83CB}" type="datetime4">
              <a:rPr lang="en-US" smtClean="0"/>
              <a:t>September 28, 2026</a:t>
            </a:fld>
            <a:endParaRPr lang="en-US"/>
          </a:p>
        </p:txBody>
      </p:sp>
    </p:spTree>
    <p:extLst>
      <p:ext uri="{BB962C8B-B14F-4D97-AF65-F5344CB8AC3E}">
        <p14:creationId xmlns:p14="http://schemas.microsoft.com/office/powerpoint/2010/main" val="3967573536"/>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Divisória">
    <p:bg>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EEF889BE-5F29-4032-AB30-7BDF50F86CBF}"/>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1" y="0"/>
            <a:ext cx="6858001" cy="9906000"/>
          </a:xfrm>
          <a:prstGeom prst="rect">
            <a:avLst/>
          </a:prstGeom>
        </p:spPr>
      </p:pic>
      <p:pic>
        <p:nvPicPr>
          <p:cNvPr id="3" name="Graphic 2">
            <a:extLst>
              <a:ext uri="{FF2B5EF4-FFF2-40B4-BE49-F238E27FC236}">
                <a16:creationId xmlns:a16="http://schemas.microsoft.com/office/drawing/2014/main" id="{05867FA6-DA0F-5E05-3BDF-51C709B70449}"/>
              </a:ext>
            </a:extLst>
          </p:cNvPr>
          <p:cNvPicPr>
            <a:picLocks noChangeAspect="1"/>
          </p:cNvPicPr>
          <p:nvPr userDrawn="1"/>
        </p:nvPicPr>
        <p:blipFill>
          <a:blip>
            <a:alphaModFix amt="66000"/>
            <a:extLst>
              <a:ext uri="{96DAC541-7B7A-43D3-8B79-37D633B846F1}">
                <asvg:svgBlip xmlns:asvg="http://schemas.microsoft.com/office/drawing/2016/SVG/main" r:embed="rId4"/>
              </a:ext>
            </a:extLst>
          </a:blip>
          <a:srcRect l="26318" r="36169"/>
          <a:stretch/>
        </p:blipFill>
        <p:spPr>
          <a:xfrm>
            <a:off x="0" y="977414"/>
            <a:ext cx="6858001" cy="8476149"/>
          </a:xfrm>
          <a:prstGeom prst="rect">
            <a:avLst/>
          </a:prstGeom>
        </p:spPr>
      </p:pic>
      <p:sp>
        <p:nvSpPr>
          <p:cNvPr id="11" name="Do not remove">
            <a:extLst>
              <a:ext uri="{FF2B5EF4-FFF2-40B4-BE49-F238E27FC236}">
                <a16:creationId xmlns:a16="http://schemas.microsoft.com/office/drawing/2014/main" id="{A0E1623B-010B-478D-BFD7-8A4047822D40}"/>
              </a:ext>
            </a:extLst>
          </p:cNvPr>
          <p:cNvSpPr/>
          <p:nvPr userDrawn="1">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88" name="CaixaDeTexto 9">
            <a:extLst>
              <a:ext uri="{FF2B5EF4-FFF2-40B4-BE49-F238E27FC236}">
                <a16:creationId xmlns:a16="http://schemas.microsoft.com/office/drawing/2014/main" id="{2FF21D72-7D65-4AA3-AE03-41BAE5375E8C}"/>
              </a:ext>
            </a:extLst>
          </p:cNvPr>
          <p:cNvSpPr txBox="1"/>
          <p:nvPr userDrawn="1"/>
        </p:nvSpPr>
        <p:spPr>
          <a:xfrm>
            <a:off x="6328029" y="9566630"/>
            <a:ext cx="148017" cy="145499"/>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bg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2" name="Picture 1" descr="A blue and white dot pattern&#10;&#10;AI-generated content may be incorrect.">
            <a:extLst>
              <a:ext uri="{FF2B5EF4-FFF2-40B4-BE49-F238E27FC236}">
                <a16:creationId xmlns:a16="http://schemas.microsoft.com/office/drawing/2014/main" id="{A1A21C4B-47C1-C0E8-14F5-2F2BFF0411D7}"/>
              </a:ext>
            </a:extLst>
          </p:cNvPr>
          <p:cNvPicPr>
            <a:picLocks noChangeAspect="1"/>
          </p:cNvPicPr>
          <p:nvPr userDrawn="1"/>
        </p:nvPicPr>
        <p:blipFill>
          <a:blip r:embed="rId5">
            <a:alphaModFix amt="18000"/>
            <a:extLst>
              <a:ext uri="{BEBA8EAE-BF5A-486C-A8C5-ECC9F3942E4B}">
                <a14:imgProps xmlns:a14="http://schemas.microsoft.com/office/drawing/2010/main">
                  <a14:imgLayer r:embed="rId6">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a:off x="0" y="0"/>
            <a:ext cx="6858001" cy="9906000"/>
          </a:xfrm>
          <a:prstGeom prst="rect">
            <a:avLst/>
          </a:prstGeom>
        </p:spPr>
      </p:pic>
      <p:sp>
        <p:nvSpPr>
          <p:cNvPr id="89" name="Text Placeholder 40">
            <a:extLst>
              <a:ext uri="{FF2B5EF4-FFF2-40B4-BE49-F238E27FC236}">
                <a16:creationId xmlns:a16="http://schemas.microsoft.com/office/drawing/2014/main" id="{91D72DC1-72BB-4D90-888F-230C2490908D}"/>
              </a:ext>
            </a:extLst>
          </p:cNvPr>
          <p:cNvSpPr>
            <a:spLocks noGrp="1"/>
          </p:cNvSpPr>
          <p:nvPr userDrawn="1">
            <p:ph type="body" sz="quarter" idx="11" hasCustomPrompt="1"/>
          </p:nvPr>
        </p:nvSpPr>
        <p:spPr>
          <a:xfrm>
            <a:off x="368299" y="1928155"/>
            <a:ext cx="5337375" cy="458908"/>
          </a:xfrm>
          <a:prstGeom prst="rect">
            <a:avLst/>
          </a:prstGeom>
          <a:noFill/>
          <a:effectLst/>
        </p:spPr>
        <p:txBody>
          <a:bodyPr wrap="square" lIns="0" tIns="0" rIns="0" bIns="0" rtlCol="0" anchor="t" anchorCtr="0">
            <a:noAutofit/>
          </a:bodyPr>
          <a:lstStyle>
            <a:lvl1pPr algn="l">
              <a:defRPr lang="en-US" sz="3200" b="0" i="0" dirty="0">
                <a:solidFill>
                  <a:schemeClr val="bg1"/>
                </a:solidFill>
                <a:latin typeface="+mj-lt"/>
                <a:ea typeface="XP Light" pitchFamily="50" charset="0"/>
                <a:cs typeface="Roboto" panose="02000000000000000000" pitchFamily="2" charset="0"/>
              </a:defRPr>
            </a:lvl1pPr>
          </a:lstStyle>
          <a:p>
            <a:pPr lvl="0" algn="ctr" defTabSz="914400">
              <a:lnSpc>
                <a:spcPct val="80000"/>
              </a:lnSpc>
              <a:spcBef>
                <a:spcPts val="1200"/>
              </a:spcBef>
            </a:pPr>
            <a:r>
              <a:rPr lang="pt-BR" noProof="0" err="1"/>
              <a:t>Edit</a:t>
            </a:r>
            <a:endParaRPr lang="pt-BR" noProof="0"/>
          </a:p>
        </p:txBody>
      </p:sp>
      <p:sp>
        <p:nvSpPr>
          <p:cNvPr id="90" name="Text Placeholder 40">
            <a:extLst>
              <a:ext uri="{FF2B5EF4-FFF2-40B4-BE49-F238E27FC236}">
                <a16:creationId xmlns:a16="http://schemas.microsoft.com/office/drawing/2014/main" id="{B7833D10-130C-44AA-A9F0-0C48CBA6D02C}"/>
              </a:ext>
            </a:extLst>
          </p:cNvPr>
          <p:cNvSpPr>
            <a:spLocks noGrp="1"/>
          </p:cNvSpPr>
          <p:nvPr userDrawn="1">
            <p:ph type="body" sz="quarter" idx="12" hasCustomPrompt="1"/>
          </p:nvPr>
        </p:nvSpPr>
        <p:spPr>
          <a:xfrm>
            <a:off x="368300" y="1509004"/>
            <a:ext cx="3006272" cy="336050"/>
          </a:xfrm>
          <a:prstGeom prst="rect">
            <a:avLst/>
          </a:prstGeom>
          <a:noFill/>
          <a:effectLst/>
        </p:spPr>
        <p:txBody>
          <a:bodyPr wrap="none" lIns="0" tIns="0" rIns="0" bIns="0" rtlCol="0" anchor="ctr">
            <a:noAutofit/>
          </a:bodyPr>
          <a:lstStyle>
            <a:lvl1pPr algn="l">
              <a:defRPr lang="en-US" sz="1800" b="0" i="0" dirty="0">
                <a:solidFill>
                  <a:schemeClr val="accent2"/>
                </a:solidFill>
                <a:latin typeface="+mj-lt"/>
                <a:ea typeface="Roboto" panose="02000000000000000000" pitchFamily="2" charset="0"/>
                <a:cs typeface="Roboto" panose="02000000000000000000" pitchFamily="2" charset="0"/>
              </a:defRPr>
            </a:lvl1pPr>
          </a:lstStyle>
          <a:p>
            <a:pPr lvl="0" algn="ctr" defTabSz="914400">
              <a:lnSpc>
                <a:spcPct val="80000"/>
              </a:lnSpc>
              <a:spcBef>
                <a:spcPts val="1200"/>
              </a:spcBef>
            </a:pPr>
            <a:r>
              <a:rPr lang="pt-BR" noProof="0" err="1"/>
              <a:t>Section</a:t>
            </a:r>
            <a:endParaRPr lang="pt-BR" noProof="0"/>
          </a:p>
        </p:txBody>
      </p:sp>
      <p:grpSp>
        <p:nvGrpSpPr>
          <p:cNvPr id="52" name="Group 51">
            <a:extLst>
              <a:ext uri="{FF2B5EF4-FFF2-40B4-BE49-F238E27FC236}">
                <a16:creationId xmlns:a16="http://schemas.microsoft.com/office/drawing/2014/main" id="{EC4BCA75-7F1B-481D-83B9-D8049585F325}"/>
              </a:ext>
            </a:extLst>
          </p:cNvPr>
          <p:cNvGrpSpPr/>
          <p:nvPr userDrawn="1"/>
        </p:nvGrpSpPr>
        <p:grpSpPr>
          <a:xfrm>
            <a:off x="390154" y="406178"/>
            <a:ext cx="1240285" cy="341910"/>
            <a:chOff x="2700591" y="2522601"/>
            <a:chExt cx="6428993" cy="1772284"/>
          </a:xfrm>
          <a:solidFill>
            <a:schemeClr val="bg1"/>
          </a:solidFill>
        </p:grpSpPr>
        <p:sp>
          <p:nvSpPr>
            <p:cNvPr id="53" name="Freeform: Shape 52">
              <a:extLst>
                <a:ext uri="{FF2B5EF4-FFF2-40B4-BE49-F238E27FC236}">
                  <a16:creationId xmlns:a16="http://schemas.microsoft.com/office/drawing/2014/main" id="{C0D7674D-49E8-4FD1-8EE6-775A8BFD963D}"/>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54" name="Graphic 20">
              <a:extLst>
                <a:ext uri="{FF2B5EF4-FFF2-40B4-BE49-F238E27FC236}">
                  <a16:creationId xmlns:a16="http://schemas.microsoft.com/office/drawing/2014/main" id="{6A9C8637-4BB5-4C3D-BB13-864B0F50ADAC}"/>
                </a:ext>
              </a:extLst>
            </p:cNvPr>
            <p:cNvGrpSpPr/>
            <p:nvPr/>
          </p:nvGrpSpPr>
          <p:grpSpPr>
            <a:xfrm>
              <a:off x="5034660" y="3339528"/>
              <a:ext cx="4094924" cy="747077"/>
              <a:chOff x="5034660" y="3339528"/>
              <a:chExt cx="4094924" cy="747077"/>
            </a:xfrm>
            <a:grpFill/>
          </p:grpSpPr>
          <p:sp>
            <p:nvSpPr>
              <p:cNvPr id="55" name="Freeform: Shape 54">
                <a:extLst>
                  <a:ext uri="{FF2B5EF4-FFF2-40B4-BE49-F238E27FC236}">
                    <a16:creationId xmlns:a16="http://schemas.microsoft.com/office/drawing/2014/main" id="{273D17AC-608D-476F-91F6-CBDB227934BC}"/>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89D56B08-E8EB-4273-9F75-1A42800FD143}"/>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20671906-27FC-42C4-A9E6-35A63345C057}"/>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69454B6E-7FD0-4912-A22A-33AE78094B3B}"/>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E0AD0E05-3DF2-467D-BDF2-ED8EC44AA42A}"/>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6766A6D9-B62B-4E0B-8E9A-9861449C93B9}"/>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2449AA0B-9870-42BD-AFAC-DE917DC4535C}"/>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5219A594-2CF0-4BDD-8434-C0E75A7F1753}"/>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2489721119"/>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4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0" name="Text Placeholder 4">
            <a:extLst>
              <a:ext uri="{FF2B5EF4-FFF2-40B4-BE49-F238E27FC236}">
                <a16:creationId xmlns:a16="http://schemas.microsoft.com/office/drawing/2014/main" id="{49A1E59E-08DB-45E6-A0D5-7C78A54C869F}"/>
              </a:ext>
            </a:extLst>
          </p:cNvPr>
          <p:cNvSpPr>
            <a:spLocks noGrp="1"/>
          </p:cNvSpPr>
          <p:nvPr>
            <p:ph type="body" sz="quarter" idx="20"/>
          </p:nvPr>
        </p:nvSpPr>
        <p:spPr>
          <a:xfrm>
            <a:off x="382829" y="1497013"/>
            <a:ext cx="2923563" cy="4079539"/>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21" name="Espaço Reservado para Conteúdo 14">
            <a:extLst>
              <a:ext uri="{FF2B5EF4-FFF2-40B4-BE49-F238E27FC236}">
                <a16:creationId xmlns:a16="http://schemas.microsoft.com/office/drawing/2014/main" id="{85B528AB-0607-4A82-934E-C1C7106546B5}"/>
              </a:ext>
            </a:extLst>
          </p:cNvPr>
          <p:cNvSpPr>
            <a:spLocks noGrp="1"/>
          </p:cNvSpPr>
          <p:nvPr>
            <p:ph sz="quarter" idx="26" hasCustomPrompt="1"/>
          </p:nvPr>
        </p:nvSpPr>
        <p:spPr>
          <a:xfrm>
            <a:off x="3536951" y="1831799"/>
            <a:ext cx="2965558" cy="374475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5294E6AB-735D-48F4-9AC8-EF3781FB2746}"/>
              </a:ext>
            </a:extLst>
          </p:cNvPr>
          <p:cNvSpPr>
            <a:spLocks noGrp="1"/>
          </p:cNvSpPr>
          <p:nvPr>
            <p:ph sz="quarter" idx="28" hasCustomPrompt="1"/>
          </p:nvPr>
        </p:nvSpPr>
        <p:spPr>
          <a:xfrm>
            <a:off x="3552750" y="1543180"/>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3" name="Espaço Reservado para Conteúdo 14">
            <a:extLst>
              <a:ext uri="{FF2B5EF4-FFF2-40B4-BE49-F238E27FC236}">
                <a16:creationId xmlns:a16="http://schemas.microsoft.com/office/drawing/2014/main" id="{6B9EB78B-FD20-4719-A056-235ADA20204A}"/>
              </a:ext>
            </a:extLst>
          </p:cNvPr>
          <p:cNvSpPr>
            <a:spLocks noGrp="1"/>
          </p:cNvSpPr>
          <p:nvPr>
            <p:ph sz="quarter" idx="25" hasCustomPrompt="1"/>
          </p:nvPr>
        </p:nvSpPr>
        <p:spPr>
          <a:xfrm>
            <a:off x="382829" y="6010940"/>
            <a:ext cx="6119679" cy="1466185"/>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5" name="Espaço Reservado para Conteúdo 14">
            <a:extLst>
              <a:ext uri="{FF2B5EF4-FFF2-40B4-BE49-F238E27FC236}">
                <a16:creationId xmlns:a16="http://schemas.microsoft.com/office/drawing/2014/main" id="{378CEBA8-7472-47EB-BC4A-EA019A667AE5}"/>
              </a:ext>
            </a:extLst>
          </p:cNvPr>
          <p:cNvSpPr>
            <a:spLocks noGrp="1"/>
          </p:cNvSpPr>
          <p:nvPr>
            <p:ph sz="quarter" idx="27" hasCustomPrompt="1"/>
          </p:nvPr>
        </p:nvSpPr>
        <p:spPr>
          <a:xfrm>
            <a:off x="382829" y="5722322"/>
            <a:ext cx="611967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6" name="Espaço Reservado para Conteúdo 14">
            <a:extLst>
              <a:ext uri="{FF2B5EF4-FFF2-40B4-BE49-F238E27FC236}">
                <a16:creationId xmlns:a16="http://schemas.microsoft.com/office/drawing/2014/main" id="{88102008-164E-4847-B70E-2DA2859EB5FA}"/>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1DAFB6F6-C902-48DE-A854-209EE1401B64}"/>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8" name="Espaço Reservado para Conteúdo 14">
            <a:extLst>
              <a:ext uri="{FF2B5EF4-FFF2-40B4-BE49-F238E27FC236}">
                <a16:creationId xmlns:a16="http://schemas.microsoft.com/office/drawing/2014/main" id="{B4F7A4B0-6A5B-48E7-93D0-A6438A15CF56}"/>
              </a:ext>
            </a:extLst>
          </p:cNvPr>
          <p:cNvSpPr>
            <a:spLocks noGrp="1"/>
          </p:cNvSpPr>
          <p:nvPr>
            <p:ph sz="quarter"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9" name="Espaço Reservado para Conteúdo 14">
            <a:extLst>
              <a:ext uri="{FF2B5EF4-FFF2-40B4-BE49-F238E27FC236}">
                <a16:creationId xmlns:a16="http://schemas.microsoft.com/office/drawing/2014/main" id="{C64B94EB-9494-4B55-92F4-166DEF48DB35}"/>
              </a:ext>
            </a:extLst>
          </p:cNvPr>
          <p:cNvSpPr>
            <a:spLocks noGrp="1"/>
          </p:cNvSpPr>
          <p:nvPr>
            <p:ph sz="quarter"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cxnSp>
        <p:nvCxnSpPr>
          <p:cNvPr id="42" name="Straight Connector 41">
            <a:extLst>
              <a:ext uri="{FF2B5EF4-FFF2-40B4-BE49-F238E27FC236}">
                <a16:creationId xmlns:a16="http://schemas.microsoft.com/office/drawing/2014/main" id="{02558420-2316-4877-A0B8-02C6D7796F9F}"/>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8" name="Espaço Reservado para Texto 6">
            <a:extLst>
              <a:ext uri="{FF2B5EF4-FFF2-40B4-BE49-F238E27FC236}">
                <a16:creationId xmlns:a16="http://schemas.microsoft.com/office/drawing/2014/main" id="{E9006F28-0FC5-4C17-84E9-DDB1DE717662}"/>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19" name="Espaço Reservado para Texto 6">
            <a:extLst>
              <a:ext uri="{FF2B5EF4-FFF2-40B4-BE49-F238E27FC236}">
                <a16:creationId xmlns:a16="http://schemas.microsoft.com/office/drawing/2014/main" id="{840CD343-D27F-44CB-9F5D-7257A48DB76E}"/>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17" name="Espaço Reservado para Texto 6">
            <a:extLst>
              <a:ext uri="{FF2B5EF4-FFF2-40B4-BE49-F238E27FC236}">
                <a16:creationId xmlns:a16="http://schemas.microsoft.com/office/drawing/2014/main" id="{522774F4-0A02-4D7F-A169-A0935028BEB7}"/>
              </a:ext>
            </a:extLst>
          </p:cNvPr>
          <p:cNvSpPr>
            <a:spLocks noGrp="1"/>
          </p:cNvSpPr>
          <p:nvPr>
            <p:ph type="body" sz="quarter" idx="29"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24" name="Date Placeholder 1">
            <a:extLst>
              <a:ext uri="{FF2B5EF4-FFF2-40B4-BE49-F238E27FC236}">
                <a16:creationId xmlns:a16="http://schemas.microsoft.com/office/drawing/2014/main" id="{41D27BDA-0B7B-4B7B-98DE-F04BF5B3804F}"/>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DBC6184E-CDC1-477F-A065-4460BBAF4057}" type="datetime4">
              <a:rPr lang="en-US" smtClean="0"/>
              <a:t>September 28, 2026</a:t>
            </a:fld>
            <a:endParaRPr lang="en-US"/>
          </a:p>
        </p:txBody>
      </p:sp>
    </p:spTree>
    <p:extLst>
      <p:ext uri="{BB962C8B-B14F-4D97-AF65-F5344CB8AC3E}">
        <p14:creationId xmlns:p14="http://schemas.microsoft.com/office/powerpoint/2010/main" val="3717197418"/>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5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9" y="1500036"/>
            <a:ext cx="6063034" cy="2027390"/>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cxnSp>
        <p:nvCxnSpPr>
          <p:cNvPr id="3" name="Straight Connector 2">
            <a:extLst>
              <a:ext uri="{FF2B5EF4-FFF2-40B4-BE49-F238E27FC236}">
                <a16:creationId xmlns:a16="http://schemas.microsoft.com/office/drawing/2014/main" id="{2EDD6930-C0EE-4FA2-8633-016983CCBB57}"/>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8" name="Espaço Reservado para Conteúdo 14">
            <a:extLst>
              <a:ext uri="{FF2B5EF4-FFF2-40B4-BE49-F238E27FC236}">
                <a16:creationId xmlns:a16="http://schemas.microsoft.com/office/drawing/2014/main" id="{90F6C72D-8B37-43A2-8FA6-85DFDDE86A1B}"/>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sz="quarter"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0" name="Espaço Reservado para Conteúdo 14">
            <a:extLst>
              <a:ext uri="{FF2B5EF4-FFF2-40B4-BE49-F238E27FC236}">
                <a16:creationId xmlns:a16="http://schemas.microsoft.com/office/drawing/2014/main" id="{24118CA0-014C-422D-9DAA-777D7AB184F5}"/>
              </a:ext>
            </a:extLst>
          </p:cNvPr>
          <p:cNvSpPr>
            <a:spLocks noGrp="1"/>
          </p:cNvSpPr>
          <p:nvPr>
            <p:ph sz="quarter"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sz="quarter" idx="25" hasCustomPrompt="1"/>
          </p:nvPr>
        </p:nvSpPr>
        <p:spPr>
          <a:xfrm>
            <a:off x="382829" y="3937440"/>
            <a:ext cx="2938221"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sz="quarter" idx="26" hasCustomPrompt="1"/>
          </p:nvPr>
        </p:nvSpPr>
        <p:spPr>
          <a:xfrm>
            <a:off x="3536951" y="3937440"/>
            <a:ext cx="2965558"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sz="quarter" idx="27" hasCustomPrompt="1"/>
          </p:nvPr>
        </p:nvSpPr>
        <p:spPr>
          <a:xfrm>
            <a:off x="382829" y="3648822"/>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sz="quarter" idx="28" hasCustomPrompt="1"/>
          </p:nvPr>
        </p:nvSpPr>
        <p:spPr>
          <a:xfrm>
            <a:off x="3552750" y="3648822"/>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5927315"/>
            <a:ext cx="6105737"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563869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0" name="Espaço Reservado para Texto 6">
            <a:extLst>
              <a:ext uri="{FF2B5EF4-FFF2-40B4-BE49-F238E27FC236}">
                <a16:creationId xmlns:a16="http://schemas.microsoft.com/office/drawing/2014/main" id="{91D8F271-5DD6-476D-87DF-62D9F494BA28}"/>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21" name="Espaço Reservado para Texto 6">
            <a:extLst>
              <a:ext uri="{FF2B5EF4-FFF2-40B4-BE49-F238E27FC236}">
                <a16:creationId xmlns:a16="http://schemas.microsoft.com/office/drawing/2014/main" id="{AF9F85D2-CE44-4122-A483-C9E0FDD6786F}"/>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22" name="Espaço Reservado para Texto 6">
            <a:extLst>
              <a:ext uri="{FF2B5EF4-FFF2-40B4-BE49-F238E27FC236}">
                <a16:creationId xmlns:a16="http://schemas.microsoft.com/office/drawing/2014/main" id="{74EB01E9-4823-42ED-A528-F9EFE6F730DC}"/>
              </a:ext>
            </a:extLst>
          </p:cNvPr>
          <p:cNvSpPr>
            <a:spLocks noGrp="1"/>
          </p:cNvSpPr>
          <p:nvPr>
            <p:ph type="body" sz="quarter" idx="31"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23" name="Date Placeholder 1">
            <a:extLst>
              <a:ext uri="{FF2B5EF4-FFF2-40B4-BE49-F238E27FC236}">
                <a16:creationId xmlns:a16="http://schemas.microsoft.com/office/drawing/2014/main" id="{8D52D738-8B55-415F-BAF5-54C848910AF7}"/>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CDF976FB-41B8-47E6-A903-EFFDB3D5703C}" type="datetime4">
              <a:rPr lang="en-US" smtClean="0"/>
              <a:t>September 28, 2026</a:t>
            </a:fld>
            <a:endParaRPr lang="en-US"/>
          </a:p>
        </p:txBody>
      </p:sp>
    </p:spTree>
    <p:extLst>
      <p:ext uri="{BB962C8B-B14F-4D97-AF65-F5344CB8AC3E}">
        <p14:creationId xmlns:p14="http://schemas.microsoft.com/office/powerpoint/2010/main" val="1735979925"/>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5 Gráficos v2">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9" y="1498177"/>
            <a:ext cx="6063034" cy="202924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8" name="Espaço Reservado para Conteúdo 14">
            <a:extLst>
              <a:ext uri="{FF2B5EF4-FFF2-40B4-BE49-F238E27FC236}">
                <a16:creationId xmlns:a16="http://schemas.microsoft.com/office/drawing/2014/main" id="{90F6C72D-8B37-43A2-8FA6-85DFDDE86A1B}"/>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sz="quarter"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0" name="Espaço Reservado para Conteúdo 14">
            <a:extLst>
              <a:ext uri="{FF2B5EF4-FFF2-40B4-BE49-F238E27FC236}">
                <a16:creationId xmlns:a16="http://schemas.microsoft.com/office/drawing/2014/main" id="{24118CA0-014C-422D-9DAA-777D7AB184F5}"/>
              </a:ext>
            </a:extLst>
          </p:cNvPr>
          <p:cNvSpPr>
            <a:spLocks noGrp="1"/>
          </p:cNvSpPr>
          <p:nvPr>
            <p:ph sz="quarter"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sz="quarter" idx="25" hasCustomPrompt="1"/>
          </p:nvPr>
        </p:nvSpPr>
        <p:spPr>
          <a:xfrm>
            <a:off x="377825" y="5908439"/>
            <a:ext cx="2938221"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sz="quarter" idx="26" hasCustomPrompt="1"/>
          </p:nvPr>
        </p:nvSpPr>
        <p:spPr>
          <a:xfrm>
            <a:off x="3531947" y="5908439"/>
            <a:ext cx="2965558"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sz="quarter" idx="27" hasCustomPrompt="1"/>
          </p:nvPr>
        </p:nvSpPr>
        <p:spPr>
          <a:xfrm>
            <a:off x="377825" y="5619821"/>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sz="quarter" idx="28" hasCustomPrompt="1"/>
          </p:nvPr>
        </p:nvSpPr>
        <p:spPr>
          <a:xfrm>
            <a:off x="3547746" y="5619821"/>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3929789"/>
            <a:ext cx="6105737"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3641171"/>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cxnSp>
        <p:nvCxnSpPr>
          <p:cNvPr id="22" name="Straight Connector 21">
            <a:extLst>
              <a:ext uri="{FF2B5EF4-FFF2-40B4-BE49-F238E27FC236}">
                <a16:creationId xmlns:a16="http://schemas.microsoft.com/office/drawing/2014/main" id="{014FD5D7-4E44-4DED-87A2-F5483B7E4A72}"/>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Espaço Reservado para Texto 6">
            <a:extLst>
              <a:ext uri="{FF2B5EF4-FFF2-40B4-BE49-F238E27FC236}">
                <a16:creationId xmlns:a16="http://schemas.microsoft.com/office/drawing/2014/main" id="{C5901B80-52C0-495B-B245-C86EC38FA663}"/>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21" name="Espaço Reservado para Texto 6">
            <a:extLst>
              <a:ext uri="{FF2B5EF4-FFF2-40B4-BE49-F238E27FC236}">
                <a16:creationId xmlns:a16="http://schemas.microsoft.com/office/drawing/2014/main" id="{12A1DB4F-E711-4954-BA2E-C3355075992F}"/>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23" name="Espaço Reservado para Texto 6">
            <a:extLst>
              <a:ext uri="{FF2B5EF4-FFF2-40B4-BE49-F238E27FC236}">
                <a16:creationId xmlns:a16="http://schemas.microsoft.com/office/drawing/2014/main" id="{8578E20C-E30C-41E8-BD4E-471F9D9B43F9}"/>
              </a:ext>
            </a:extLst>
          </p:cNvPr>
          <p:cNvSpPr>
            <a:spLocks noGrp="1"/>
          </p:cNvSpPr>
          <p:nvPr>
            <p:ph type="body" sz="quarter" idx="31"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24" name="Date Placeholder 1">
            <a:extLst>
              <a:ext uri="{FF2B5EF4-FFF2-40B4-BE49-F238E27FC236}">
                <a16:creationId xmlns:a16="http://schemas.microsoft.com/office/drawing/2014/main" id="{BEDC87FD-5664-4739-BE21-72F2918833A4}"/>
              </a:ext>
            </a:extLst>
          </p:cNvPr>
          <p:cNvSpPr>
            <a:spLocks noGrp="1"/>
          </p:cNvSpPr>
          <p:nvPr>
            <p:ph type="dt" sz="half" idx="2"/>
          </p:nvPr>
        </p:nvSpPr>
        <p:spPr>
          <a:xfrm>
            <a:off x="3971925" y="438763"/>
            <a:ext cx="2517776"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6C2C835C-8232-4F34-8378-7A14AC66C1FF}" type="datetime4">
              <a:rPr lang="en-US" smtClean="0"/>
              <a:t>September 28, 2026</a:t>
            </a:fld>
            <a:endParaRPr lang="en-US"/>
          </a:p>
        </p:txBody>
      </p:sp>
    </p:spTree>
    <p:extLst>
      <p:ext uri="{BB962C8B-B14F-4D97-AF65-F5344CB8AC3E}">
        <p14:creationId xmlns:p14="http://schemas.microsoft.com/office/powerpoint/2010/main" val="186726068"/>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hesis Chart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1791895"/>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150327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cxnSp>
        <p:nvCxnSpPr>
          <p:cNvPr id="22" name="Straight Connector 21">
            <a:extLst>
              <a:ext uri="{FF2B5EF4-FFF2-40B4-BE49-F238E27FC236}">
                <a16:creationId xmlns:a16="http://schemas.microsoft.com/office/drawing/2014/main" id="{014FD5D7-4E44-4DED-87A2-F5483B7E4A72}"/>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Espaço Reservado para Texto 6">
            <a:extLst>
              <a:ext uri="{FF2B5EF4-FFF2-40B4-BE49-F238E27FC236}">
                <a16:creationId xmlns:a16="http://schemas.microsoft.com/office/drawing/2014/main" id="{C5901B80-52C0-495B-B245-C86EC38FA663}"/>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21" name="Espaço Reservado para Texto 6">
            <a:extLst>
              <a:ext uri="{FF2B5EF4-FFF2-40B4-BE49-F238E27FC236}">
                <a16:creationId xmlns:a16="http://schemas.microsoft.com/office/drawing/2014/main" id="{12A1DB4F-E711-4954-BA2E-C3355075992F}"/>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23" name="Espaço Reservado para Texto 6">
            <a:extLst>
              <a:ext uri="{FF2B5EF4-FFF2-40B4-BE49-F238E27FC236}">
                <a16:creationId xmlns:a16="http://schemas.microsoft.com/office/drawing/2014/main" id="{8578E20C-E30C-41E8-BD4E-471F9D9B43F9}"/>
              </a:ext>
            </a:extLst>
          </p:cNvPr>
          <p:cNvSpPr>
            <a:spLocks noGrp="1"/>
          </p:cNvSpPr>
          <p:nvPr>
            <p:ph type="body" sz="quarter" idx="31"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24" name="Date Placeholder 1">
            <a:extLst>
              <a:ext uri="{FF2B5EF4-FFF2-40B4-BE49-F238E27FC236}">
                <a16:creationId xmlns:a16="http://schemas.microsoft.com/office/drawing/2014/main" id="{BEDC87FD-5664-4739-BE21-72F2918833A4}"/>
              </a:ext>
            </a:extLst>
          </p:cNvPr>
          <p:cNvSpPr>
            <a:spLocks noGrp="1"/>
          </p:cNvSpPr>
          <p:nvPr>
            <p:ph type="dt" sz="half" idx="2"/>
          </p:nvPr>
        </p:nvSpPr>
        <p:spPr>
          <a:xfrm>
            <a:off x="3971925" y="438763"/>
            <a:ext cx="2517776"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FA7FCE41-DF90-4455-96A4-23BE4513D942}" type="datetime4">
              <a:rPr lang="en-US" smtClean="0"/>
              <a:t>September 28, 2026</a:t>
            </a:fld>
            <a:endParaRPr lang="en-US"/>
          </a:p>
        </p:txBody>
      </p:sp>
      <p:sp>
        <p:nvSpPr>
          <p:cNvPr id="19" name="Espaço Reservado para Conteúdo 14">
            <a:extLst>
              <a:ext uri="{FF2B5EF4-FFF2-40B4-BE49-F238E27FC236}">
                <a16:creationId xmlns:a16="http://schemas.microsoft.com/office/drawing/2014/main" id="{D23B7F16-8ADE-42C2-B1EE-5684155EC67C}"/>
              </a:ext>
            </a:extLst>
          </p:cNvPr>
          <p:cNvSpPr>
            <a:spLocks noGrp="1"/>
          </p:cNvSpPr>
          <p:nvPr>
            <p:ph sz="quarter" idx="32" hasCustomPrompt="1"/>
          </p:nvPr>
        </p:nvSpPr>
        <p:spPr>
          <a:xfrm>
            <a:off x="390153" y="3838161"/>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5" name="Espaço Reservado para Conteúdo 14">
            <a:extLst>
              <a:ext uri="{FF2B5EF4-FFF2-40B4-BE49-F238E27FC236}">
                <a16:creationId xmlns:a16="http://schemas.microsoft.com/office/drawing/2014/main" id="{8D21CE70-9138-4D56-899D-1BFC170ACCAA}"/>
              </a:ext>
            </a:extLst>
          </p:cNvPr>
          <p:cNvSpPr>
            <a:spLocks noGrp="1"/>
          </p:cNvSpPr>
          <p:nvPr>
            <p:ph sz="quarter" idx="33" hasCustomPrompt="1"/>
          </p:nvPr>
        </p:nvSpPr>
        <p:spPr>
          <a:xfrm>
            <a:off x="390153" y="3549543"/>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6" name="Espaço Reservado para Conteúdo 14">
            <a:extLst>
              <a:ext uri="{FF2B5EF4-FFF2-40B4-BE49-F238E27FC236}">
                <a16:creationId xmlns:a16="http://schemas.microsoft.com/office/drawing/2014/main" id="{DA0FF651-C1F8-494C-8441-58B8D108DFB0}"/>
              </a:ext>
            </a:extLst>
          </p:cNvPr>
          <p:cNvSpPr>
            <a:spLocks noGrp="1"/>
          </p:cNvSpPr>
          <p:nvPr>
            <p:ph sz="quarter" idx="34" hasCustomPrompt="1"/>
          </p:nvPr>
        </p:nvSpPr>
        <p:spPr>
          <a:xfrm>
            <a:off x="390153" y="5842030"/>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EA6A1D37-C00C-4212-9602-D8F29782C38B}"/>
              </a:ext>
            </a:extLst>
          </p:cNvPr>
          <p:cNvSpPr>
            <a:spLocks noGrp="1"/>
          </p:cNvSpPr>
          <p:nvPr>
            <p:ph sz="quarter" idx="35" hasCustomPrompt="1"/>
          </p:nvPr>
        </p:nvSpPr>
        <p:spPr>
          <a:xfrm>
            <a:off x="390153" y="5553412"/>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8" name="Espaço Reservado para Conteúdo 14">
            <a:extLst>
              <a:ext uri="{FF2B5EF4-FFF2-40B4-BE49-F238E27FC236}">
                <a16:creationId xmlns:a16="http://schemas.microsoft.com/office/drawing/2014/main" id="{9BD0D569-187E-435F-84F7-4A907AB05F06}"/>
              </a:ext>
            </a:extLst>
          </p:cNvPr>
          <p:cNvSpPr>
            <a:spLocks noGrp="1"/>
          </p:cNvSpPr>
          <p:nvPr>
            <p:ph sz="quarter" idx="36" hasCustomPrompt="1"/>
          </p:nvPr>
        </p:nvSpPr>
        <p:spPr>
          <a:xfrm>
            <a:off x="397477" y="7888296"/>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9" name="Espaço Reservado para Conteúdo 14">
            <a:extLst>
              <a:ext uri="{FF2B5EF4-FFF2-40B4-BE49-F238E27FC236}">
                <a16:creationId xmlns:a16="http://schemas.microsoft.com/office/drawing/2014/main" id="{BD578F19-77CA-4807-93D6-DF0C8142271F}"/>
              </a:ext>
            </a:extLst>
          </p:cNvPr>
          <p:cNvSpPr>
            <a:spLocks noGrp="1"/>
          </p:cNvSpPr>
          <p:nvPr>
            <p:ph sz="quarter" idx="37" hasCustomPrompt="1"/>
          </p:nvPr>
        </p:nvSpPr>
        <p:spPr>
          <a:xfrm>
            <a:off x="397477" y="7599678"/>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40" name="Espaço Reservado para Conteúdo 14">
            <a:extLst>
              <a:ext uri="{FF2B5EF4-FFF2-40B4-BE49-F238E27FC236}">
                <a16:creationId xmlns:a16="http://schemas.microsoft.com/office/drawing/2014/main" id="{008E7608-0ADC-4C74-A591-69DB8C22030C}"/>
              </a:ext>
            </a:extLst>
          </p:cNvPr>
          <p:cNvSpPr>
            <a:spLocks noGrp="1"/>
          </p:cNvSpPr>
          <p:nvPr>
            <p:ph sz="quarter" idx="38" hasCustomPrompt="1"/>
          </p:nvPr>
        </p:nvSpPr>
        <p:spPr>
          <a:xfrm>
            <a:off x="3536952" y="1791895"/>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1" name="Espaço Reservado para Conteúdo 14">
            <a:extLst>
              <a:ext uri="{FF2B5EF4-FFF2-40B4-BE49-F238E27FC236}">
                <a16:creationId xmlns:a16="http://schemas.microsoft.com/office/drawing/2014/main" id="{34DA8105-E242-4DA6-910E-D486433DF87A}"/>
              </a:ext>
            </a:extLst>
          </p:cNvPr>
          <p:cNvSpPr>
            <a:spLocks noGrp="1"/>
          </p:cNvSpPr>
          <p:nvPr>
            <p:ph sz="quarter" idx="39" hasCustomPrompt="1"/>
          </p:nvPr>
        </p:nvSpPr>
        <p:spPr>
          <a:xfrm>
            <a:off x="3544276" y="3838161"/>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2" name="Espaço Reservado para Conteúdo 14">
            <a:extLst>
              <a:ext uri="{FF2B5EF4-FFF2-40B4-BE49-F238E27FC236}">
                <a16:creationId xmlns:a16="http://schemas.microsoft.com/office/drawing/2014/main" id="{581288D2-722F-44A9-937B-2A51CBC81940}"/>
              </a:ext>
            </a:extLst>
          </p:cNvPr>
          <p:cNvSpPr>
            <a:spLocks noGrp="1"/>
          </p:cNvSpPr>
          <p:nvPr>
            <p:ph sz="quarter" idx="40" hasCustomPrompt="1"/>
          </p:nvPr>
        </p:nvSpPr>
        <p:spPr>
          <a:xfrm>
            <a:off x="3544276" y="5842030"/>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3" name="Espaço Reservado para Conteúdo 14">
            <a:extLst>
              <a:ext uri="{FF2B5EF4-FFF2-40B4-BE49-F238E27FC236}">
                <a16:creationId xmlns:a16="http://schemas.microsoft.com/office/drawing/2014/main" id="{0A7E3758-611C-4779-8E92-7476EE614506}"/>
              </a:ext>
            </a:extLst>
          </p:cNvPr>
          <p:cNvSpPr>
            <a:spLocks noGrp="1"/>
          </p:cNvSpPr>
          <p:nvPr>
            <p:ph sz="quarter" idx="41" hasCustomPrompt="1"/>
          </p:nvPr>
        </p:nvSpPr>
        <p:spPr>
          <a:xfrm>
            <a:off x="3551600" y="7888296"/>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Tree>
    <p:extLst>
      <p:ext uri="{BB962C8B-B14F-4D97-AF65-F5344CB8AC3E}">
        <p14:creationId xmlns:p14="http://schemas.microsoft.com/office/powerpoint/2010/main" val="88432142"/>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Disclaimer">
    <p:bg>
      <p:bgPr>
        <a:solidFill>
          <a:schemeClr val="bg1"/>
        </a:solidFill>
        <a:effectLst/>
      </p:bgPr>
    </p:bg>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3B476172-FCCC-4217-B659-E252FC48877E}"/>
              </a:ext>
            </a:extLst>
          </p:cNvPr>
          <p:cNvSpPr txBox="1"/>
          <p:nvPr userDrawn="1"/>
        </p:nvSpPr>
        <p:spPr>
          <a:xfrm>
            <a:off x="390153" y="814312"/>
            <a:ext cx="6099546" cy="263149"/>
          </a:xfrm>
          <a:prstGeom prst="rect">
            <a:avLst/>
          </a:prstGeom>
        </p:spPr>
        <p:txBody>
          <a:bodyPr lIns="0" tIns="0" rIns="0" bIns="0" anchor="t" anchorCtr="0">
            <a:spAutoFit/>
          </a:bodyPr>
          <a:lstStyle>
            <a:lvl1pPr lvl="0" indent="0" defTabSz="385767">
              <a:lnSpc>
                <a:spcPct val="90000"/>
              </a:lnSpc>
              <a:spcBef>
                <a:spcPts val="422"/>
              </a:spcBef>
              <a:buFont typeface="Arial" panose="020B0604020202020204" pitchFamily="34" charset="0"/>
              <a:buNone/>
              <a:defRPr sz="1900" b="1" spc="0">
                <a:solidFill>
                  <a:schemeClr val="tx2"/>
                </a:solidFill>
                <a:latin typeface="Roboto" panose="02000000000000000000" pitchFamily="2" charset="0"/>
                <a:ea typeface="Roboto" panose="02000000000000000000" pitchFamily="2" charset="0"/>
                <a:cs typeface="Roboto" panose="02000000000000000000" pitchFamily="2" charset="0"/>
              </a:defRPr>
            </a:lvl1pPr>
            <a:lvl2pPr marL="227710" indent="-77020" defTabSz="385767">
              <a:lnSpc>
                <a:spcPct val="90000"/>
              </a:lnSpc>
              <a:spcBef>
                <a:spcPts val="211"/>
              </a:spcBef>
              <a:buFont typeface="Arial" panose="020B0604020202020204" pitchFamily="34" charset="0"/>
              <a:buChar char="•"/>
              <a:defRPr sz="591">
                <a:solidFill>
                  <a:schemeClr val="tx2"/>
                </a:solidFill>
              </a:defRPr>
            </a:lvl2pPr>
            <a:lvl3pPr marL="379070" indent="-77689" defTabSz="385767">
              <a:lnSpc>
                <a:spcPct val="90000"/>
              </a:lnSpc>
              <a:spcBef>
                <a:spcPts val="211"/>
              </a:spcBef>
              <a:buFont typeface="Arial" panose="020B0604020202020204" pitchFamily="34" charset="0"/>
              <a:buChar char="•"/>
              <a:defRPr sz="506">
                <a:solidFill>
                  <a:schemeClr val="tx2"/>
                </a:solidFill>
              </a:defRPr>
            </a:lvl3pPr>
            <a:lvl4pPr marL="529761" indent="-77689" defTabSz="385767">
              <a:lnSpc>
                <a:spcPct val="90000"/>
              </a:lnSpc>
              <a:spcBef>
                <a:spcPts val="211"/>
              </a:spcBef>
              <a:buFont typeface="Arial" panose="020B0604020202020204" pitchFamily="34" charset="0"/>
              <a:buChar char="•"/>
              <a:defRPr sz="464">
                <a:solidFill>
                  <a:schemeClr val="tx2"/>
                </a:solidFill>
              </a:defRPr>
            </a:lvl4pPr>
            <a:lvl5pPr marL="680451" indent="-73671" defTabSz="385767">
              <a:lnSpc>
                <a:spcPct val="90000"/>
              </a:lnSpc>
              <a:spcBef>
                <a:spcPts val="211"/>
              </a:spcBef>
              <a:buFont typeface="Arial" panose="020B0604020202020204" pitchFamily="34" charset="0"/>
              <a:buChar char="•"/>
              <a:defRPr sz="464">
                <a:solidFill>
                  <a:schemeClr val="tx2"/>
                </a:solidFill>
              </a:defRPr>
            </a:lvl5pPr>
            <a:lvl6pPr marL="1060860" indent="-96442" defTabSz="385767">
              <a:lnSpc>
                <a:spcPct val="90000"/>
              </a:lnSpc>
              <a:spcBef>
                <a:spcPts val="211"/>
              </a:spcBef>
              <a:buFont typeface="Arial" panose="020B0604020202020204" pitchFamily="34" charset="0"/>
              <a:buChar char="•"/>
              <a:defRPr sz="760"/>
            </a:lvl6pPr>
            <a:lvl7pPr marL="1253744" indent="-96442" defTabSz="385767">
              <a:lnSpc>
                <a:spcPct val="90000"/>
              </a:lnSpc>
              <a:spcBef>
                <a:spcPts val="211"/>
              </a:spcBef>
              <a:buFont typeface="Arial" panose="020B0604020202020204" pitchFamily="34" charset="0"/>
              <a:buChar char="•"/>
              <a:defRPr sz="760"/>
            </a:lvl7pPr>
            <a:lvl8pPr marL="1446628" indent="-96442" defTabSz="385767">
              <a:lnSpc>
                <a:spcPct val="90000"/>
              </a:lnSpc>
              <a:spcBef>
                <a:spcPts val="211"/>
              </a:spcBef>
              <a:buFont typeface="Arial" panose="020B0604020202020204" pitchFamily="34" charset="0"/>
              <a:buChar char="•"/>
              <a:defRPr sz="760"/>
            </a:lvl8pPr>
            <a:lvl9pPr marL="1639511" indent="-96442" defTabSz="385767">
              <a:lnSpc>
                <a:spcPct val="90000"/>
              </a:lnSpc>
              <a:spcBef>
                <a:spcPts val="211"/>
              </a:spcBef>
              <a:buFont typeface="Arial" panose="020B0604020202020204" pitchFamily="34" charset="0"/>
              <a:buChar char="•"/>
              <a:defRPr sz="760"/>
            </a:lvl9pPr>
          </a:lstStyle>
          <a:p>
            <a:pPr lvl="0"/>
            <a:r>
              <a:rPr lang="en-US"/>
              <a:t>Disclaimer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cxnSp>
        <p:nvCxnSpPr>
          <p:cNvPr id="22" name="Straight Connector 21">
            <a:extLst>
              <a:ext uri="{FF2B5EF4-FFF2-40B4-BE49-F238E27FC236}">
                <a16:creationId xmlns:a16="http://schemas.microsoft.com/office/drawing/2014/main" id="{66D21A7D-7928-4237-874A-A5ECB267418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Espaço Reservado para Texto 6">
            <a:extLst>
              <a:ext uri="{FF2B5EF4-FFF2-40B4-BE49-F238E27FC236}">
                <a16:creationId xmlns:a16="http://schemas.microsoft.com/office/drawing/2014/main" id="{2B30E5FD-9051-4E1E-8485-CF615FEFF1FB}"/>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15" name="Date Placeholder 1">
            <a:extLst>
              <a:ext uri="{FF2B5EF4-FFF2-40B4-BE49-F238E27FC236}">
                <a16:creationId xmlns:a16="http://schemas.microsoft.com/office/drawing/2014/main" id="{CEDF22C0-1511-410D-B4C2-53B4E4FE64CB}"/>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36713FE9-8196-4BF1-9EAF-543EB55B3369}" type="datetime4">
              <a:rPr lang="en-US" smtClean="0"/>
              <a:t>September 28, 2026</a:t>
            </a:fld>
            <a:endParaRPr lang="en-US"/>
          </a:p>
        </p:txBody>
      </p:sp>
      <p:sp>
        <p:nvSpPr>
          <p:cNvPr id="2" name="TextBox 1">
            <a:extLst>
              <a:ext uri="{FF2B5EF4-FFF2-40B4-BE49-F238E27FC236}">
                <a16:creationId xmlns:a16="http://schemas.microsoft.com/office/drawing/2014/main" id="{52F95B42-1FBA-401A-8214-0A1239E090A4}"/>
              </a:ext>
            </a:extLst>
          </p:cNvPr>
          <p:cNvSpPr txBox="1"/>
          <p:nvPr userDrawn="1"/>
        </p:nvSpPr>
        <p:spPr>
          <a:xfrm>
            <a:off x="390153" y="1099025"/>
            <a:ext cx="6099546" cy="8347413"/>
          </a:xfrm>
          <a:prstGeom prst="rect">
            <a:avLst/>
          </a:prstGeom>
        </p:spPr>
        <p:txBody>
          <a:bodyPr lIns="0" tIns="0" rIns="0" bIns="0">
            <a:spAutoFit/>
          </a:bodyPr>
          <a:lstStyle>
            <a:lvl1pPr indent="0" defTabSz="385767">
              <a:lnSpc>
                <a:spcPct val="90000"/>
              </a:lnSpc>
              <a:spcBef>
                <a:spcPts val="422"/>
              </a:spcBef>
              <a:buFont typeface="Arial" panose="020B0604020202020204" pitchFamily="34" charset="0"/>
              <a:buNone/>
              <a:defRPr sz="730">
                <a:solidFill>
                  <a:schemeClr val="tx2"/>
                </a:solidFill>
              </a:defRPr>
            </a:lvl1pPr>
            <a:lvl2pPr marL="227710" indent="-77020" defTabSz="385767">
              <a:lnSpc>
                <a:spcPct val="90000"/>
              </a:lnSpc>
              <a:spcBef>
                <a:spcPts val="211"/>
              </a:spcBef>
              <a:buFont typeface="Arial" panose="020B0604020202020204" pitchFamily="34" charset="0"/>
              <a:buChar char="•"/>
              <a:defRPr sz="591">
                <a:solidFill>
                  <a:schemeClr val="tx2"/>
                </a:solidFill>
              </a:defRPr>
            </a:lvl2pPr>
            <a:lvl3pPr marL="379070" indent="-77689" defTabSz="385767">
              <a:lnSpc>
                <a:spcPct val="90000"/>
              </a:lnSpc>
              <a:spcBef>
                <a:spcPts val="211"/>
              </a:spcBef>
              <a:buFont typeface="Arial" panose="020B0604020202020204" pitchFamily="34" charset="0"/>
              <a:buChar char="•"/>
              <a:defRPr sz="506">
                <a:solidFill>
                  <a:schemeClr val="tx2"/>
                </a:solidFill>
              </a:defRPr>
            </a:lvl3pPr>
            <a:lvl4pPr marL="529761" indent="-77689" defTabSz="385767">
              <a:lnSpc>
                <a:spcPct val="90000"/>
              </a:lnSpc>
              <a:spcBef>
                <a:spcPts val="211"/>
              </a:spcBef>
              <a:buFont typeface="Arial" panose="020B0604020202020204" pitchFamily="34" charset="0"/>
              <a:buChar char="•"/>
              <a:defRPr sz="464">
                <a:solidFill>
                  <a:schemeClr val="tx2"/>
                </a:solidFill>
              </a:defRPr>
            </a:lvl4pPr>
            <a:lvl5pPr marL="680451" indent="-73671" defTabSz="385767">
              <a:lnSpc>
                <a:spcPct val="90000"/>
              </a:lnSpc>
              <a:spcBef>
                <a:spcPts val="211"/>
              </a:spcBef>
              <a:buFont typeface="Arial" panose="020B0604020202020204" pitchFamily="34" charset="0"/>
              <a:buChar char="•"/>
              <a:defRPr sz="464">
                <a:solidFill>
                  <a:schemeClr val="tx2"/>
                </a:solidFill>
              </a:defRPr>
            </a:lvl5pPr>
            <a:lvl6pPr marL="1060860" indent="-96442" defTabSz="385767">
              <a:lnSpc>
                <a:spcPct val="90000"/>
              </a:lnSpc>
              <a:spcBef>
                <a:spcPts val="211"/>
              </a:spcBef>
              <a:buFont typeface="Arial" panose="020B0604020202020204" pitchFamily="34" charset="0"/>
              <a:buChar char="•"/>
              <a:defRPr sz="760"/>
            </a:lvl6pPr>
            <a:lvl7pPr marL="1253744" indent="-96442" defTabSz="385767">
              <a:lnSpc>
                <a:spcPct val="90000"/>
              </a:lnSpc>
              <a:spcBef>
                <a:spcPts val="211"/>
              </a:spcBef>
              <a:buFont typeface="Arial" panose="020B0604020202020204" pitchFamily="34" charset="0"/>
              <a:buChar char="•"/>
              <a:defRPr sz="760"/>
            </a:lvl7pPr>
            <a:lvl8pPr marL="1446628" indent="-96442" defTabSz="385767">
              <a:lnSpc>
                <a:spcPct val="90000"/>
              </a:lnSpc>
              <a:spcBef>
                <a:spcPts val="211"/>
              </a:spcBef>
              <a:buFont typeface="Arial" panose="020B0604020202020204" pitchFamily="34" charset="0"/>
              <a:buChar char="•"/>
              <a:defRPr sz="760"/>
            </a:lvl8pPr>
            <a:lvl9pPr marL="1639511" indent="-96442" defTabSz="385767">
              <a:lnSpc>
                <a:spcPct val="90000"/>
              </a:lnSpc>
              <a:spcBef>
                <a:spcPts val="211"/>
              </a:spcBef>
              <a:buFont typeface="Arial" panose="020B0604020202020204" pitchFamily="34" charset="0"/>
              <a:buChar char="•"/>
              <a:defRPr sz="760"/>
            </a:lvl9pPr>
          </a:lstStyle>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This report was prepared by XP Investimentos CCTVM S.A. ("XP Investimentos or XP") according to the requirements provided in CVM Resolution 20/2021 and aims to provide information that can help the investors make their own investment decisions, and does not constitute any kind of offer or purchase request and/or sale of any product. The information contained in this report is considered valid on the date of disclosure and has been obtained from public sources. XP Investimentos is not liable for any decisions made by the customer based on this report.   </a:t>
            </a:r>
            <a:endParaRPr kumimoji="0" lang="en-BR"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This report was prepared considering the product risk classification in order to generate allocation results for each investor profile.   </a:t>
            </a:r>
            <a:endParaRPr kumimoji="0" lang="en-BR"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All of the views expressed in this research report accurately reflect the research analyst’s personal views regarding any and all of the subject securities or issuers.  No part of analyst(s) compensation was, is or will be, directly or indirectly related to the specific recommendations or views expressed in this research report.</a:t>
            </a:r>
            <a:endParaRPr kumimoji="0" lang="en-BR"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The signatory of this report declare that the recommendations reflect solely and exclusively their personal analyses and opinions, which have been produced independently, including in relation to XP Investimentos and which are subject to modifications without notice due to changes in market conditions, and that their remuneration are indirectly affected by revenue from business and financial transactions carried out by XP Investimentos.   </a:t>
            </a:r>
            <a:endParaRPr kumimoji="0" lang="en-BR"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The analyst responsible for the content of this report and the compliance with CVM Resolution 20/2021 is indicated above, and, in the event of an indication of another analyst in the report, the person responsible will be the first accredited analyst to be mentioned in Report.   </a:t>
            </a:r>
            <a:endParaRPr kumimoji="0" lang="en-BR"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XP Investimentos’ analysts are obligated to comply with all the rules laid down in the APIMEC’s conduct code for the securities analyst and XP Investimentos’ analyst of securities conduct policy.   </a:t>
            </a:r>
            <a:endParaRPr kumimoji="0" lang="en-BR"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Customer service is carried out by XP Investimentos employees or by autonomous investment agents who perform their activities through XP, in accordance with CVM Resolution 178/2023, which are registered in the national association of brokers and distributors of securities (“ANCORD”). The autonomous agent of investment may not provide consulting, administration or management of customer net worth, and must act as an intermediary and request prior authorization from the client for the realization of any operation in the capital market. </a:t>
            </a: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For the purpose of verifying the adequacy of the investor's profile to the investment services and products offered by XP Investimentos, we use the methodology of adequacy of products by portfolio, in accordance with the ANBIMA Rules and Procedures of Suitability No. 01 and the ANBIMA Code of Regulation and Best Practices for Distribution of Investment Products. This methodology consists of assigning a maximum risk score for each investor profile (conservative, moderate and aggressive), as well as a risk score for each of the products offered by XP Investimentos, so that all customers can have access to all products, provided that within the amounts and limits of the risk score defined for their profile. Before applying to the products and/or contracting the services subject to this material, it is important that you verify that your current risk score includes the application in the products and/or the contracting of the services in question, as well as whether there are limitations of volume, concentration and/or quantity for the desired application. You can consult this information directly at the time of transmission of your order or by consulting the overall risk of your wallet on the portfolio screen (Risk View).f your current risk score does not support the desired application/contract, or if there are limitations in relation to the amount and/or financial volume for said application/contracting, this means that, based on the current composition of your portfolio, this application/contract is not appropriate to your profile. If you have questions about the process of suiting the products offered by XP Investimentos to your investor profile, please refer to the FAQ. Market conditions, climate change and the macroeconomic scenario can affect investment performance.</a:t>
            </a: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The profitability of financial products may present variations and their price or value may increase or decrease in a short period of time. Past performance is not necessarily indicative of future results. Performance disclosed is not net of any applicable taxes. The information present in this material is based on simulations and the actual results may be significantly different. </a:t>
            </a:r>
            <a:endParaRPr kumimoji="0" lang="en-BR"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This report is intended exclusively for to the XP Investimentos’ network, including independent XP agents and XP customers, and may also be released on XP’s website. It is prohibited to reproduce or redistribute this report to any person, in whole or in part, whatever the purpose, without the prior express consent of XP Investimentos. </a:t>
            </a:r>
            <a:endParaRPr kumimoji="0" lang="en-BR"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XP Investimentos’ ombudsman has the mission to serve as a contact channel whenever customers who do not feel satisfied with the solutions given by the company to their problems. The contact can be made via telephone 0800 722 3710  if you are in Brazil or via ombudsman form if you are in other localities: ttps://institucional.xpi.com.br/ouvidoria.aspx/.   </a:t>
            </a:r>
            <a:endParaRPr kumimoji="0" lang="en-BR"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The cost of the transactions billing policies are defined in the operational cost tables which are made available on XP Investimentos website: </a:t>
            </a:r>
            <a:r>
              <a:rPr kumimoji="0" lang="en-US" sz="700" b="0" i="0" u="sng"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hlinkClick r:id="rId3">
                  <a:extLst>
                    <a:ext uri="{A12FA001-AC4F-418D-AE19-62706E023703}">
                      <ahyp:hlinkClr xmlns:ahyp="http://schemas.microsoft.com/office/drawing/2018/hyperlinkcolor" val="tx"/>
                    </a:ext>
                  </a:extLst>
                </a:hlinkClick>
              </a:rPr>
              <a:t>www.xpi.com.br</a:t>
            </a: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a:t>
            </a:r>
            <a:endParaRPr kumimoji="0" lang="en-BR"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XP Investimentos is exempt from any liability for any damages, direct or indirect, that come from the use of this report or its contents.   </a:t>
            </a:r>
            <a:endParaRPr kumimoji="0" lang="en-BR"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Technical analysis and fundamental analysis follow different methodologies. Technical analysis is performed following concepts such as trends, support, resistance, candles, volume, and moving averages, amongst others. Fundamental analysis uses as information the results disseminated by the issuing companies and their projections. In this way, the opinions of fundamental analysts, who seek the best returns given the market conditions, the macroeconomic scenario and the specific events of the company and the sector, may differ from the opinions of technical analysts, which aim to Identify the most likely movements on asset prices, using "stops" limit possible losses.   </a:t>
            </a:r>
            <a:endParaRPr kumimoji="0" lang="en-BR"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Equity investments available are portion a company’s capital that is traded on the market. Stock is a variable financial investment (i.e. an investment in which profitability is not pre-established and varies depending on market quotations). Investment in stock is a high-risk investment and past performance is not necessarily indicative of future results and no statement or warranty, expressed or implied, is made in this material in relation to future performance. Market conditions, macroeconomic scenario, company and sector specific events can affect investment performance and may even result in significant asset losses. The recommended duration for equity investments is medium-long term. There is no guarantee of investment return for customers’ investments in stock.  </a:t>
            </a:r>
            <a:endParaRPr kumimoji="0" lang="en-BR"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Investment in options is the purchase or sale rights of a good shall be negotiated at a price fixed at a future date, and the purchaser of the negotiated duty should pay a premium to the seller as in a secure agreement. Operations with these derivatives are considered very high risk for presenting high risk and return relationships and some positions present the possibility of losses higher than the capital invested. The recommended duration for the investment is short-term and the customer's assets are not guaranteed in this type of product.  </a:t>
            </a:r>
            <a:endParaRPr kumimoji="0" lang="en-BR"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Investment in terms are contracts for the purchase or sale of a certain number of shares at a fixed price for settlement within a specified period. The term of the contract is freely chosen by the investors, complying with the minimum period of 16 days and a maximum of 999 days. The price will be the value of the added share of a portion corresponding to the interest-which are set freely on the market, depending on the term of the contract. Every transaction in the term requires a guarantee deposit. These guarantees are provided in two forms: coverage or margin. </a:t>
            </a:r>
            <a:endParaRPr kumimoji="0" lang="en-BR"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Investments in futures markets are subject to significant loss of principal. a commodity is an object or price determinant of a future contract or other derivative instrument, which may substantiate an index, a fee, a movable value or a physical product.  Commodities are considered high risk investments, which include the possibility of price fluctuation due to the use of financial leverage. The recommended duration for commodity investments is short-term and customers’ assets are not guaranteed in this type of product. Market conditions and the macroeconomic scenario can affect the performance investments.  </a:t>
            </a:r>
            <a:endParaRPr kumimoji="0" lang="en-BR"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This institution is adhering ANBIMA Code of Regulation and best practices for the distribution activity of retail investment products. </a:t>
            </a:r>
            <a:endParaRPr kumimoji="0" lang="en-BR"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XP Investments US, LLC, a broker-dealer registered with the U.S. Securities and Exchange Commission, has assumed responsibility for this research for purposes of U.S. law.  All transactions arising from this research should be directed to XP Investments US, LLC, at +1 646-664-0525. </a:t>
            </a:r>
            <a:endParaRPr kumimoji="0" lang="en-BR"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80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XP Investimentos (a) managed or co-managed a public offering of securities for the subject company in the past 12 months, or (b) received compensation for investment banking services from the subject company in the past 12 months; or (c) expects to receive or intends to seek compensation for investment banking services from the subject company in the next 3 months. </a:t>
            </a:r>
            <a:endParaRPr kumimoji="0" lang="en-BR"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endParaRPr>
          </a:p>
        </p:txBody>
      </p:sp>
    </p:spTree>
    <p:extLst>
      <p:ext uri="{BB962C8B-B14F-4D97-AF65-F5344CB8AC3E}">
        <p14:creationId xmlns:p14="http://schemas.microsoft.com/office/powerpoint/2010/main" val="4251373964"/>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99_Fechamento">
    <p:bg>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EEF889BE-5F29-4032-AB30-7BDF50F86CBF}"/>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1" y="0"/>
            <a:ext cx="6858001" cy="9906000"/>
          </a:xfrm>
          <a:prstGeom prst="rect">
            <a:avLst/>
          </a:prstGeom>
        </p:spPr>
      </p:pic>
      <p:pic>
        <p:nvPicPr>
          <p:cNvPr id="3" name="Graphic 2">
            <a:extLst>
              <a:ext uri="{FF2B5EF4-FFF2-40B4-BE49-F238E27FC236}">
                <a16:creationId xmlns:a16="http://schemas.microsoft.com/office/drawing/2014/main" id="{05867FA6-DA0F-5E05-3BDF-51C709B70449}"/>
              </a:ext>
            </a:extLst>
          </p:cNvPr>
          <p:cNvPicPr>
            <a:picLocks noChangeAspect="1"/>
          </p:cNvPicPr>
          <p:nvPr userDrawn="1"/>
        </p:nvPicPr>
        <p:blipFill>
          <a:blip>
            <a:alphaModFix amt="66000"/>
            <a:extLst>
              <a:ext uri="{96DAC541-7B7A-43D3-8B79-37D633B846F1}">
                <asvg:svgBlip xmlns:asvg="http://schemas.microsoft.com/office/drawing/2016/SVG/main" r:embed="rId4"/>
              </a:ext>
            </a:extLst>
          </a:blip>
          <a:srcRect l="26318" r="36169"/>
          <a:stretch/>
        </p:blipFill>
        <p:spPr>
          <a:xfrm>
            <a:off x="0" y="977414"/>
            <a:ext cx="6858001" cy="8476149"/>
          </a:xfrm>
          <a:prstGeom prst="rect">
            <a:avLst/>
          </a:prstGeom>
        </p:spPr>
      </p:pic>
      <p:sp>
        <p:nvSpPr>
          <p:cNvPr id="11" name="Do not remove">
            <a:extLst>
              <a:ext uri="{FF2B5EF4-FFF2-40B4-BE49-F238E27FC236}">
                <a16:creationId xmlns:a16="http://schemas.microsoft.com/office/drawing/2014/main" id="{A0E1623B-010B-478D-BFD7-8A4047822D40}"/>
              </a:ext>
            </a:extLst>
          </p:cNvPr>
          <p:cNvSpPr/>
          <p:nvPr userDrawn="1">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2" name="Picture 1" descr="A blue and white dot pattern&#10;&#10;AI-generated content may be incorrect.">
            <a:extLst>
              <a:ext uri="{FF2B5EF4-FFF2-40B4-BE49-F238E27FC236}">
                <a16:creationId xmlns:a16="http://schemas.microsoft.com/office/drawing/2014/main" id="{A1A21C4B-47C1-C0E8-14F5-2F2BFF0411D7}"/>
              </a:ext>
            </a:extLst>
          </p:cNvPr>
          <p:cNvPicPr>
            <a:picLocks noChangeAspect="1"/>
          </p:cNvPicPr>
          <p:nvPr userDrawn="1"/>
        </p:nvPicPr>
        <p:blipFill>
          <a:blip r:embed="rId5">
            <a:alphaModFix amt="18000"/>
            <a:extLst>
              <a:ext uri="{BEBA8EAE-BF5A-486C-A8C5-ECC9F3942E4B}">
                <a14:imgProps xmlns:a14="http://schemas.microsoft.com/office/drawing/2010/main">
                  <a14:imgLayer r:embed="rId6">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a:off x="0" y="0"/>
            <a:ext cx="6858001" cy="9906000"/>
          </a:xfrm>
          <a:prstGeom prst="rect">
            <a:avLst/>
          </a:prstGeom>
        </p:spPr>
      </p:pic>
      <p:grpSp>
        <p:nvGrpSpPr>
          <p:cNvPr id="52" name="Group 51">
            <a:extLst>
              <a:ext uri="{FF2B5EF4-FFF2-40B4-BE49-F238E27FC236}">
                <a16:creationId xmlns:a16="http://schemas.microsoft.com/office/drawing/2014/main" id="{EC4BCA75-7F1B-481D-83B9-D8049585F325}"/>
              </a:ext>
            </a:extLst>
          </p:cNvPr>
          <p:cNvGrpSpPr/>
          <p:nvPr userDrawn="1"/>
        </p:nvGrpSpPr>
        <p:grpSpPr>
          <a:xfrm>
            <a:off x="2258539" y="4630339"/>
            <a:ext cx="2340922" cy="645323"/>
            <a:chOff x="2700591" y="2522601"/>
            <a:chExt cx="6428993" cy="1772284"/>
          </a:xfrm>
          <a:solidFill>
            <a:schemeClr val="bg1"/>
          </a:solidFill>
        </p:grpSpPr>
        <p:sp>
          <p:nvSpPr>
            <p:cNvPr id="53" name="Freeform: Shape 52">
              <a:extLst>
                <a:ext uri="{FF2B5EF4-FFF2-40B4-BE49-F238E27FC236}">
                  <a16:creationId xmlns:a16="http://schemas.microsoft.com/office/drawing/2014/main" id="{C0D7674D-49E8-4FD1-8EE6-775A8BFD963D}"/>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pPr algn="ctr"/>
              <a:endParaRPr lang="en-US"/>
            </a:p>
          </p:txBody>
        </p:sp>
        <p:grpSp>
          <p:nvGrpSpPr>
            <p:cNvPr id="54" name="Graphic 20">
              <a:extLst>
                <a:ext uri="{FF2B5EF4-FFF2-40B4-BE49-F238E27FC236}">
                  <a16:creationId xmlns:a16="http://schemas.microsoft.com/office/drawing/2014/main" id="{6A9C8637-4BB5-4C3D-BB13-864B0F50ADAC}"/>
                </a:ext>
              </a:extLst>
            </p:cNvPr>
            <p:cNvGrpSpPr/>
            <p:nvPr/>
          </p:nvGrpSpPr>
          <p:grpSpPr>
            <a:xfrm>
              <a:off x="5034660" y="3339528"/>
              <a:ext cx="4094924" cy="747077"/>
              <a:chOff x="5034660" y="3339528"/>
              <a:chExt cx="4094924" cy="747077"/>
            </a:xfrm>
            <a:grpFill/>
          </p:grpSpPr>
          <p:sp>
            <p:nvSpPr>
              <p:cNvPr id="55" name="Freeform: Shape 54">
                <a:extLst>
                  <a:ext uri="{FF2B5EF4-FFF2-40B4-BE49-F238E27FC236}">
                    <a16:creationId xmlns:a16="http://schemas.microsoft.com/office/drawing/2014/main" id="{273D17AC-608D-476F-91F6-CBDB227934BC}"/>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pPr algn="ctr"/>
                <a:endParaRPr lang="en-US"/>
              </a:p>
            </p:txBody>
          </p:sp>
          <p:sp>
            <p:nvSpPr>
              <p:cNvPr id="57" name="Freeform: Shape 56">
                <a:extLst>
                  <a:ext uri="{FF2B5EF4-FFF2-40B4-BE49-F238E27FC236}">
                    <a16:creationId xmlns:a16="http://schemas.microsoft.com/office/drawing/2014/main" id="{89D56B08-E8EB-4273-9F75-1A42800FD143}"/>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pPr algn="ctr"/>
                <a:endParaRPr lang="en-US"/>
              </a:p>
            </p:txBody>
          </p:sp>
          <p:sp>
            <p:nvSpPr>
              <p:cNvPr id="61" name="Freeform: Shape 60">
                <a:extLst>
                  <a:ext uri="{FF2B5EF4-FFF2-40B4-BE49-F238E27FC236}">
                    <a16:creationId xmlns:a16="http://schemas.microsoft.com/office/drawing/2014/main" id="{20671906-27FC-42C4-A9E6-35A63345C057}"/>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pPr algn="ctr"/>
                <a:endParaRPr lang="en-US"/>
              </a:p>
            </p:txBody>
          </p:sp>
          <p:sp>
            <p:nvSpPr>
              <p:cNvPr id="62" name="Freeform: Shape 61">
                <a:extLst>
                  <a:ext uri="{FF2B5EF4-FFF2-40B4-BE49-F238E27FC236}">
                    <a16:creationId xmlns:a16="http://schemas.microsoft.com/office/drawing/2014/main" id="{69454B6E-7FD0-4912-A22A-33AE78094B3B}"/>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pPr algn="ctr"/>
                <a:endParaRPr lang="en-US"/>
              </a:p>
            </p:txBody>
          </p:sp>
          <p:sp>
            <p:nvSpPr>
              <p:cNvPr id="63" name="Freeform: Shape 62">
                <a:extLst>
                  <a:ext uri="{FF2B5EF4-FFF2-40B4-BE49-F238E27FC236}">
                    <a16:creationId xmlns:a16="http://schemas.microsoft.com/office/drawing/2014/main" id="{E0AD0E05-3DF2-467D-BDF2-ED8EC44AA42A}"/>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pPr algn="ctr"/>
                <a:endParaRPr lang="en-US"/>
              </a:p>
            </p:txBody>
          </p:sp>
          <p:sp>
            <p:nvSpPr>
              <p:cNvPr id="64" name="Freeform: Shape 63">
                <a:extLst>
                  <a:ext uri="{FF2B5EF4-FFF2-40B4-BE49-F238E27FC236}">
                    <a16:creationId xmlns:a16="http://schemas.microsoft.com/office/drawing/2014/main" id="{6766A6D9-B62B-4E0B-8E9A-9861449C93B9}"/>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pPr algn="ctr"/>
                <a:endParaRPr lang="en-US"/>
              </a:p>
            </p:txBody>
          </p:sp>
          <p:sp>
            <p:nvSpPr>
              <p:cNvPr id="65" name="Freeform: Shape 64">
                <a:extLst>
                  <a:ext uri="{FF2B5EF4-FFF2-40B4-BE49-F238E27FC236}">
                    <a16:creationId xmlns:a16="http://schemas.microsoft.com/office/drawing/2014/main" id="{2449AA0B-9870-42BD-AFAC-DE917DC4535C}"/>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pPr algn="ctr"/>
                <a:endParaRPr lang="en-US"/>
              </a:p>
            </p:txBody>
          </p:sp>
          <p:sp>
            <p:nvSpPr>
              <p:cNvPr id="66" name="Freeform: Shape 65">
                <a:extLst>
                  <a:ext uri="{FF2B5EF4-FFF2-40B4-BE49-F238E27FC236}">
                    <a16:creationId xmlns:a16="http://schemas.microsoft.com/office/drawing/2014/main" id="{5219A594-2CF0-4BDD-8434-C0E75A7F1753}"/>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2265151342"/>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Disclaimer">
    <p:bg>
      <p:bgPr>
        <a:solidFill>
          <a:schemeClr val="bg1"/>
        </a:solidFill>
        <a:effectLst/>
      </p:bgPr>
    </p:bg>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3B476172-FCCC-4217-B659-E252FC48877E}"/>
              </a:ext>
            </a:extLst>
          </p:cNvPr>
          <p:cNvSpPr txBox="1"/>
          <p:nvPr userDrawn="1"/>
        </p:nvSpPr>
        <p:spPr>
          <a:xfrm>
            <a:off x="390153" y="814312"/>
            <a:ext cx="6099546" cy="263149"/>
          </a:xfrm>
          <a:prstGeom prst="rect">
            <a:avLst/>
          </a:prstGeom>
        </p:spPr>
        <p:txBody>
          <a:bodyPr lIns="0" tIns="0" rIns="0" bIns="0" anchor="t" anchorCtr="0">
            <a:spAutoFit/>
          </a:bodyPr>
          <a:lstStyle>
            <a:lvl1pPr lvl="0" indent="0" defTabSz="385767">
              <a:lnSpc>
                <a:spcPct val="90000"/>
              </a:lnSpc>
              <a:spcBef>
                <a:spcPts val="422"/>
              </a:spcBef>
              <a:buFont typeface="Arial" panose="020B0604020202020204" pitchFamily="34" charset="0"/>
              <a:buNone/>
              <a:defRPr sz="1900" b="1" spc="0">
                <a:solidFill>
                  <a:schemeClr val="tx2"/>
                </a:solidFill>
                <a:latin typeface="Roboto" panose="02000000000000000000" pitchFamily="2" charset="0"/>
                <a:ea typeface="Roboto" panose="02000000000000000000" pitchFamily="2" charset="0"/>
                <a:cs typeface="Roboto" panose="02000000000000000000" pitchFamily="2" charset="0"/>
              </a:defRPr>
            </a:lvl1pPr>
            <a:lvl2pPr marL="227710" indent="-77020" defTabSz="385767">
              <a:lnSpc>
                <a:spcPct val="90000"/>
              </a:lnSpc>
              <a:spcBef>
                <a:spcPts val="211"/>
              </a:spcBef>
              <a:buFont typeface="Arial" panose="020B0604020202020204" pitchFamily="34" charset="0"/>
              <a:buChar char="•"/>
              <a:defRPr sz="591">
                <a:solidFill>
                  <a:schemeClr val="tx2"/>
                </a:solidFill>
              </a:defRPr>
            </a:lvl2pPr>
            <a:lvl3pPr marL="379070" indent="-77689" defTabSz="385767">
              <a:lnSpc>
                <a:spcPct val="90000"/>
              </a:lnSpc>
              <a:spcBef>
                <a:spcPts val="211"/>
              </a:spcBef>
              <a:buFont typeface="Arial" panose="020B0604020202020204" pitchFamily="34" charset="0"/>
              <a:buChar char="•"/>
              <a:defRPr sz="506">
                <a:solidFill>
                  <a:schemeClr val="tx2"/>
                </a:solidFill>
              </a:defRPr>
            </a:lvl3pPr>
            <a:lvl4pPr marL="529761" indent="-77689" defTabSz="385767">
              <a:lnSpc>
                <a:spcPct val="90000"/>
              </a:lnSpc>
              <a:spcBef>
                <a:spcPts val="211"/>
              </a:spcBef>
              <a:buFont typeface="Arial" panose="020B0604020202020204" pitchFamily="34" charset="0"/>
              <a:buChar char="•"/>
              <a:defRPr sz="464">
                <a:solidFill>
                  <a:schemeClr val="tx2"/>
                </a:solidFill>
              </a:defRPr>
            </a:lvl4pPr>
            <a:lvl5pPr marL="680451" indent="-73671" defTabSz="385767">
              <a:lnSpc>
                <a:spcPct val="90000"/>
              </a:lnSpc>
              <a:spcBef>
                <a:spcPts val="211"/>
              </a:spcBef>
              <a:buFont typeface="Arial" panose="020B0604020202020204" pitchFamily="34" charset="0"/>
              <a:buChar char="•"/>
              <a:defRPr sz="464">
                <a:solidFill>
                  <a:schemeClr val="tx2"/>
                </a:solidFill>
              </a:defRPr>
            </a:lvl5pPr>
            <a:lvl6pPr marL="1060860" indent="-96442" defTabSz="385767">
              <a:lnSpc>
                <a:spcPct val="90000"/>
              </a:lnSpc>
              <a:spcBef>
                <a:spcPts val="211"/>
              </a:spcBef>
              <a:buFont typeface="Arial" panose="020B0604020202020204" pitchFamily="34" charset="0"/>
              <a:buChar char="•"/>
              <a:defRPr sz="760"/>
            </a:lvl6pPr>
            <a:lvl7pPr marL="1253744" indent="-96442" defTabSz="385767">
              <a:lnSpc>
                <a:spcPct val="90000"/>
              </a:lnSpc>
              <a:spcBef>
                <a:spcPts val="211"/>
              </a:spcBef>
              <a:buFont typeface="Arial" panose="020B0604020202020204" pitchFamily="34" charset="0"/>
              <a:buChar char="•"/>
              <a:defRPr sz="760"/>
            </a:lvl7pPr>
            <a:lvl8pPr marL="1446628" indent="-96442" defTabSz="385767">
              <a:lnSpc>
                <a:spcPct val="90000"/>
              </a:lnSpc>
              <a:spcBef>
                <a:spcPts val="211"/>
              </a:spcBef>
              <a:buFont typeface="Arial" panose="020B0604020202020204" pitchFamily="34" charset="0"/>
              <a:buChar char="•"/>
              <a:defRPr sz="760"/>
            </a:lvl8pPr>
            <a:lvl9pPr marL="1639511" indent="-96442" defTabSz="385767">
              <a:lnSpc>
                <a:spcPct val="90000"/>
              </a:lnSpc>
              <a:spcBef>
                <a:spcPts val="211"/>
              </a:spcBef>
              <a:buFont typeface="Arial" panose="020B0604020202020204" pitchFamily="34" charset="0"/>
              <a:buChar char="•"/>
              <a:defRPr sz="760"/>
            </a:lvl9pPr>
          </a:lstStyle>
          <a:p>
            <a:pPr lvl="0"/>
            <a:r>
              <a:rPr lang="en-US"/>
              <a:t>Disclaimer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cxnSp>
        <p:nvCxnSpPr>
          <p:cNvPr id="22" name="Straight Connector 21">
            <a:extLst>
              <a:ext uri="{FF2B5EF4-FFF2-40B4-BE49-F238E27FC236}">
                <a16:creationId xmlns:a16="http://schemas.microsoft.com/office/drawing/2014/main" id="{66D21A7D-7928-4237-874A-A5ECB267418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Espaço Reservado para Texto 6">
            <a:extLst>
              <a:ext uri="{FF2B5EF4-FFF2-40B4-BE49-F238E27FC236}">
                <a16:creationId xmlns:a16="http://schemas.microsoft.com/office/drawing/2014/main" id="{2B30E5FD-9051-4E1E-8485-CF615FEFF1FB}"/>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15" name="Date Placeholder 1">
            <a:extLst>
              <a:ext uri="{FF2B5EF4-FFF2-40B4-BE49-F238E27FC236}">
                <a16:creationId xmlns:a16="http://schemas.microsoft.com/office/drawing/2014/main" id="{CEDF22C0-1511-410D-B4C2-53B4E4FE64CB}"/>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B1AB34DF-DC5F-4CEC-B3FB-F4EE6DC3D6FC}" type="datetime4">
              <a:rPr lang="en-US" smtClean="0"/>
              <a:t>September 28, 2026</a:t>
            </a:fld>
            <a:endParaRPr lang="en-US"/>
          </a:p>
        </p:txBody>
      </p:sp>
      <p:sp>
        <p:nvSpPr>
          <p:cNvPr id="2" name="TextBox 1">
            <a:extLst>
              <a:ext uri="{FF2B5EF4-FFF2-40B4-BE49-F238E27FC236}">
                <a16:creationId xmlns:a16="http://schemas.microsoft.com/office/drawing/2014/main" id="{52F95B42-1FBA-401A-8214-0A1239E090A4}"/>
              </a:ext>
            </a:extLst>
          </p:cNvPr>
          <p:cNvSpPr txBox="1"/>
          <p:nvPr userDrawn="1"/>
        </p:nvSpPr>
        <p:spPr>
          <a:xfrm>
            <a:off x="390153" y="1099025"/>
            <a:ext cx="6099546" cy="7652801"/>
          </a:xfrm>
          <a:prstGeom prst="rect">
            <a:avLst/>
          </a:prstGeom>
        </p:spPr>
        <p:txBody>
          <a:bodyPr lIns="0" tIns="0" rIns="0" bIns="0">
            <a:spAutoFit/>
          </a:bodyPr>
          <a:lstStyle>
            <a:lvl1pPr indent="0" defTabSz="385767">
              <a:lnSpc>
                <a:spcPct val="90000"/>
              </a:lnSpc>
              <a:spcBef>
                <a:spcPts val="422"/>
              </a:spcBef>
              <a:buFont typeface="Arial" panose="020B0604020202020204" pitchFamily="34" charset="0"/>
              <a:buNone/>
              <a:defRPr sz="730">
                <a:solidFill>
                  <a:schemeClr val="tx2"/>
                </a:solidFill>
              </a:defRPr>
            </a:lvl1pPr>
            <a:lvl2pPr marL="227710" indent="-77020" defTabSz="385767">
              <a:lnSpc>
                <a:spcPct val="90000"/>
              </a:lnSpc>
              <a:spcBef>
                <a:spcPts val="211"/>
              </a:spcBef>
              <a:buFont typeface="Arial" panose="020B0604020202020204" pitchFamily="34" charset="0"/>
              <a:buChar char="•"/>
              <a:defRPr sz="591">
                <a:solidFill>
                  <a:schemeClr val="tx2"/>
                </a:solidFill>
              </a:defRPr>
            </a:lvl2pPr>
            <a:lvl3pPr marL="379070" indent="-77689" defTabSz="385767">
              <a:lnSpc>
                <a:spcPct val="90000"/>
              </a:lnSpc>
              <a:spcBef>
                <a:spcPts val="211"/>
              </a:spcBef>
              <a:buFont typeface="Arial" panose="020B0604020202020204" pitchFamily="34" charset="0"/>
              <a:buChar char="•"/>
              <a:defRPr sz="506">
                <a:solidFill>
                  <a:schemeClr val="tx2"/>
                </a:solidFill>
              </a:defRPr>
            </a:lvl3pPr>
            <a:lvl4pPr marL="529761" indent="-77689" defTabSz="385767">
              <a:lnSpc>
                <a:spcPct val="90000"/>
              </a:lnSpc>
              <a:spcBef>
                <a:spcPts val="211"/>
              </a:spcBef>
              <a:buFont typeface="Arial" panose="020B0604020202020204" pitchFamily="34" charset="0"/>
              <a:buChar char="•"/>
              <a:defRPr sz="464">
                <a:solidFill>
                  <a:schemeClr val="tx2"/>
                </a:solidFill>
              </a:defRPr>
            </a:lvl4pPr>
            <a:lvl5pPr marL="680451" indent="-73671" defTabSz="385767">
              <a:lnSpc>
                <a:spcPct val="90000"/>
              </a:lnSpc>
              <a:spcBef>
                <a:spcPts val="211"/>
              </a:spcBef>
              <a:buFont typeface="Arial" panose="020B0604020202020204" pitchFamily="34" charset="0"/>
              <a:buChar char="•"/>
              <a:defRPr sz="464">
                <a:solidFill>
                  <a:schemeClr val="tx2"/>
                </a:solidFill>
              </a:defRPr>
            </a:lvl5pPr>
            <a:lvl6pPr marL="1060860" indent="-96442" defTabSz="385767">
              <a:lnSpc>
                <a:spcPct val="90000"/>
              </a:lnSpc>
              <a:spcBef>
                <a:spcPts val="211"/>
              </a:spcBef>
              <a:buFont typeface="Arial" panose="020B0604020202020204" pitchFamily="34" charset="0"/>
              <a:buChar char="•"/>
              <a:defRPr sz="760"/>
            </a:lvl6pPr>
            <a:lvl7pPr marL="1253744" indent="-96442" defTabSz="385767">
              <a:lnSpc>
                <a:spcPct val="90000"/>
              </a:lnSpc>
              <a:spcBef>
                <a:spcPts val="211"/>
              </a:spcBef>
              <a:buFont typeface="Arial" panose="020B0604020202020204" pitchFamily="34" charset="0"/>
              <a:buChar char="•"/>
              <a:defRPr sz="760"/>
            </a:lvl7pPr>
            <a:lvl8pPr marL="1446628" indent="-96442" defTabSz="385767">
              <a:lnSpc>
                <a:spcPct val="90000"/>
              </a:lnSpc>
              <a:spcBef>
                <a:spcPts val="211"/>
              </a:spcBef>
              <a:buFont typeface="Arial" panose="020B0604020202020204" pitchFamily="34" charset="0"/>
              <a:buChar char="•"/>
              <a:defRPr sz="760"/>
            </a:lvl8pPr>
            <a:lvl9pPr marL="1639511" indent="-96442" defTabSz="385767">
              <a:lnSpc>
                <a:spcPct val="90000"/>
              </a:lnSpc>
              <a:spcBef>
                <a:spcPts val="211"/>
              </a:spcBef>
              <a:buFont typeface="Arial" panose="020B0604020202020204" pitchFamily="34" charset="0"/>
              <a:buChar char="•"/>
              <a:defRPr sz="760"/>
            </a:lvl9pPr>
          </a:lstStyle>
          <a:p>
            <a:pPr lvl="0"/>
            <a:r>
              <a:rPr lang="en-US"/>
              <a:t>1) This report was prepared by XP </a:t>
            </a:r>
            <a:r>
              <a:rPr lang="en-US" err="1"/>
              <a:t>Investimentos</a:t>
            </a:r>
            <a:r>
              <a:rPr lang="en-US"/>
              <a:t> CCTVM S.A. ("XP </a:t>
            </a:r>
            <a:r>
              <a:rPr lang="en-US" err="1"/>
              <a:t>Investimentos</a:t>
            </a:r>
            <a:r>
              <a:rPr lang="en-US"/>
              <a:t> or XP") according to the requirements provided in CVM Resolution 20/2021 and aims to provide information that can help the investors make their own investment decisions. and does not constitute any kind of offer or purchase request and/or sale of any product. The information contained in this report is considered valid on the date of disclosure and has been obtained from public sources. XP </a:t>
            </a:r>
            <a:r>
              <a:rPr lang="en-US" err="1"/>
              <a:t>Investimentos</a:t>
            </a:r>
            <a:r>
              <a:rPr lang="en-US"/>
              <a:t> is not liable for any decisions made by the customer based on this report. 			</a:t>
            </a:r>
          </a:p>
          <a:p>
            <a:pPr lvl="0"/>
            <a:r>
              <a:rPr lang="en-US"/>
              <a:t>2) This report was prepared considering the product risk classification in order to generate allocation results for each investor profile. 			</a:t>
            </a:r>
          </a:p>
          <a:p>
            <a:pPr lvl="0"/>
            <a:r>
              <a:rPr lang="en-US"/>
              <a:t>3) The signatory of this report declare that the recommendations reflect solely and exclusively their personal analyses and opinions. which have been produced independently. including in relation to XP </a:t>
            </a:r>
            <a:r>
              <a:rPr lang="en-US" err="1"/>
              <a:t>Investimentos</a:t>
            </a:r>
            <a:r>
              <a:rPr lang="en-US"/>
              <a:t> and which are subject to modifications without notice due to changes in market conditions. and that their remuneration are indirectly affected by revenue from business and financial transactions carried out by XP </a:t>
            </a:r>
            <a:r>
              <a:rPr lang="en-US" err="1"/>
              <a:t>Investimentos</a:t>
            </a:r>
            <a:r>
              <a:rPr lang="en-US"/>
              <a:t>. </a:t>
            </a:r>
          </a:p>
          <a:p>
            <a:pPr lvl="0"/>
            <a:endParaRPr lang="en-US"/>
          </a:p>
          <a:p>
            <a:pPr lvl="0"/>
            <a:r>
              <a:rPr lang="en-US"/>
              <a:t>4) The analyst responsible for the content of this report and the compliance with CVM Resolution 20/2021 is indicated above. and. in the event of an indication of another analyst in the report. the person responsible will be the first accredited analyst to be mentioned in Report. 				</a:t>
            </a:r>
          </a:p>
          <a:p>
            <a:pPr lvl="0"/>
            <a:r>
              <a:rPr lang="en-US"/>
              <a:t>5) XP </a:t>
            </a:r>
            <a:r>
              <a:rPr lang="en-US" err="1"/>
              <a:t>Investimentos</a:t>
            </a:r>
            <a:r>
              <a:rPr lang="en-US"/>
              <a:t>’ analysts are obligated to comply with all the rules laid down in the APIMEC’s conduct code for the securities analyst and XP </a:t>
            </a:r>
            <a:r>
              <a:rPr lang="en-US" err="1"/>
              <a:t>Investimentos</a:t>
            </a:r>
            <a:r>
              <a:rPr lang="en-US"/>
              <a:t>’ analyst of securities conduct policy. </a:t>
            </a:r>
          </a:p>
          <a:p>
            <a:pPr lvl="0"/>
            <a:r>
              <a:rPr lang="en-US"/>
              <a:t>			</a:t>
            </a:r>
          </a:p>
          <a:p>
            <a:pPr lvl="0"/>
            <a:r>
              <a:rPr lang="en-US"/>
              <a:t>6) Customer service is carried out by XP </a:t>
            </a:r>
            <a:r>
              <a:rPr lang="en-US" err="1"/>
              <a:t>Investimentos</a:t>
            </a:r>
            <a:r>
              <a:rPr lang="en-US"/>
              <a:t> employees or by autonomous investment agents who perform their activities through XP. in accordance with CVM Resolution 16/2021. which are registered in the national association of brokers and distributors of securities (“ANCORD”). The autonomous agent of investment may not provide consulting. administration or management of customer net worth. and must act as an intermediary and request prior authorization from the client for the realization of any operation in the capital market. 	</a:t>
            </a:r>
          </a:p>
          <a:p>
            <a:pPr lvl="0"/>
            <a:r>
              <a:rPr lang="en-US"/>
              <a:t>			</a:t>
            </a:r>
          </a:p>
          <a:p>
            <a:pPr lvl="0"/>
            <a:r>
              <a:rPr lang="en-US"/>
              <a:t>7) The products presented in this report may not be suitable for all types of customer. Before making any decisions. customers should ensure that the products presented are suitable for their investor profile. This material does not suggest any change of portfolio. but only guidance on products suitable to a certain investor profile. 	</a:t>
            </a:r>
          </a:p>
          <a:p>
            <a:pPr lvl="0"/>
            <a:endParaRPr lang="en-US"/>
          </a:p>
          <a:p>
            <a:pPr lvl="0"/>
            <a:r>
              <a:rPr lang="en-US"/>
              <a:t>8) The profitability of financial products may present variations and their price or value may increase or decrease in a short period of time. Past performance is not necessarily indicative of future results. Performance disclosed is not net of any applicable taxes. The information present in this material is based on simulations and the actual results may be significantly different. 		</a:t>
            </a:r>
          </a:p>
          <a:p>
            <a:pPr lvl="0"/>
            <a:endParaRPr lang="en-US"/>
          </a:p>
          <a:p>
            <a:pPr lvl="0"/>
            <a:r>
              <a:rPr lang="en-US"/>
              <a:t>9) This report is intended exclusively for to the XP </a:t>
            </a:r>
            <a:r>
              <a:rPr lang="en-US" err="1"/>
              <a:t>Investimentos</a:t>
            </a:r>
            <a:r>
              <a:rPr lang="en-US"/>
              <a:t>’ network. including independent XP agents and XP customers. and may also be released on XP’s website. It is prohibited to reproduce or redistribute this report to any person. in whole or in part. whatever the purpose. without the prior express consent of XP </a:t>
            </a:r>
            <a:r>
              <a:rPr lang="en-US" err="1"/>
              <a:t>Investimentos</a:t>
            </a:r>
            <a:r>
              <a:rPr lang="en-US"/>
              <a:t>. 	</a:t>
            </a:r>
          </a:p>
          <a:p>
            <a:pPr lvl="0"/>
            <a:endParaRPr lang="en-US"/>
          </a:p>
          <a:p>
            <a:pPr lvl="0"/>
            <a:r>
              <a:rPr lang="en-US"/>
              <a:t>10) XP </a:t>
            </a:r>
            <a:r>
              <a:rPr lang="en-US" err="1"/>
              <a:t>Investimentos</a:t>
            </a:r>
            <a:r>
              <a:rPr lang="en-US"/>
              <a:t>’ ombudsman has the mission to serve as a contact channel whenever customers who do not feel satisfied with the solutions given by the company to their problems. The contact can be made via telephone 0800-722-3730  if you are in Brazil or via ombudsman form if you are in other localities: ttps://institucional.xpi.com.br/ouvidoria.aspx/. 		</a:t>
            </a:r>
          </a:p>
          <a:p>
            <a:pPr lvl="0"/>
            <a:endParaRPr lang="en-US"/>
          </a:p>
          <a:p>
            <a:pPr lvl="0"/>
            <a:r>
              <a:rPr lang="en-US"/>
              <a:t>11) The cost of the transactions billing policies are defined in the operational cost tables which are made available on XP </a:t>
            </a:r>
            <a:r>
              <a:rPr lang="en-US" err="1"/>
              <a:t>Investimentos</a:t>
            </a:r>
            <a:r>
              <a:rPr lang="en-US"/>
              <a:t>' website: www.xpi.com.br.		</a:t>
            </a:r>
          </a:p>
          <a:p>
            <a:pPr lvl="0"/>
            <a:endParaRPr lang="en-US"/>
          </a:p>
          <a:p>
            <a:pPr lvl="0"/>
            <a:r>
              <a:rPr lang="en-US"/>
              <a:t>12) XP </a:t>
            </a:r>
            <a:r>
              <a:rPr lang="en-US" err="1"/>
              <a:t>Investimentos</a:t>
            </a:r>
            <a:r>
              <a:rPr lang="en-US"/>
              <a:t> is exempt from any liability for any damages. direct or indirect. that come from the use of this report or its contents.</a:t>
            </a:r>
          </a:p>
          <a:p>
            <a:pPr lvl="0"/>
            <a:r>
              <a:rPr lang="en-US"/>
              <a:t> </a:t>
            </a:r>
          </a:p>
          <a:p>
            <a:pPr lvl="0"/>
            <a:r>
              <a:rPr lang="en-US"/>
              <a:t>13) Technical analysis and fundamental analysis follow different methodologies. Technical analysis is performed following concepts such as trends. support. resistance. candles. volume. and moving averages. amongst others. Fundamental analysis uses as information the results disseminated by the issuing companies and their projections. In this way. the opinions of fundamental analysts. who seek the best returns given the market conditions. the macroeconomic scenario and the specific events of the company and the sector. may differ from the opinions of technical analysts. which aim to Identify the most likely movements on asset prices. using "stops" limit possible losses. </a:t>
            </a:r>
          </a:p>
          <a:p>
            <a:pPr lvl="0"/>
            <a:r>
              <a:rPr lang="en-US"/>
              <a:t>		</a:t>
            </a:r>
          </a:p>
          <a:p>
            <a:pPr lvl="0"/>
            <a:r>
              <a:rPr lang="en-US"/>
              <a:t>14) For the purpose of verifying the suitability of the investor's profile to the investment services and products offered by XP </a:t>
            </a:r>
            <a:r>
              <a:rPr lang="en-US" err="1"/>
              <a:t>Investimentos</a:t>
            </a:r>
            <a:r>
              <a:rPr lang="en-US"/>
              <a:t>. we use the methodology of suitability of products by portfolio. in accordance with the ANBIMA Suitability Rules and Procedures  01 and the ANBIMA Regulation Code for Investment Product Distribution Practices. This methodology consists of assigning a maximum risk score for each investor profile (conservative. moderate and aggressive). as well as a risk score for each of the products offered by XP </a:t>
            </a:r>
            <a:r>
              <a:rPr lang="en-US" err="1"/>
              <a:t>Investimentos</a:t>
            </a:r>
            <a:r>
              <a:rPr lang="en-US"/>
              <a:t>. so that all clients can have access to all the products. as long as they are within the amounts and limits of the risk score defined for their profile. Before applying to the products and/or contracting the services that are the subject of this material. it is important to verify that the current risk score supports the application in the products and/or the contracting of the services in question. as well as if there are volume limitations. concentration and/or amount for the desired application. You can consult this information directly at the time of transmission of your order. or by consulting the general risk of your portfolio on the portfolio screen (Risk View). If your current risk score does not support the intended application/contracting. or if there are limitations in relation to the amount and/or financial volume for said application/contracting. this means that. based on the current composition of your portfolio. this application is not suitable for your profile. In case of doubts about the process of adapting the products offered by XP </a:t>
            </a:r>
            <a:r>
              <a:rPr lang="en-US" err="1"/>
              <a:t>Investimentos</a:t>
            </a:r>
            <a:r>
              <a:rPr lang="en-US"/>
              <a:t> to your investor profile. consult the FAQ. The recommended duration of the investment is short-term and the client's assets are not guaranteed in this type of product. Market conditions. climate change and the macroeconomic scenario may affect investment performance.</a:t>
            </a:r>
          </a:p>
          <a:p>
            <a:pPr lvl="0"/>
            <a:r>
              <a:rPr lang="en-US"/>
              <a:t>		</a:t>
            </a:r>
          </a:p>
          <a:p>
            <a:pPr lvl="0"/>
            <a:r>
              <a:rPr lang="en-US"/>
              <a:t>15)  This institution is adhering CVM Resolution 16/21.	</a:t>
            </a:r>
          </a:p>
        </p:txBody>
      </p:sp>
    </p:spTree>
    <p:extLst>
      <p:ext uri="{BB962C8B-B14F-4D97-AF65-F5344CB8AC3E}">
        <p14:creationId xmlns:p14="http://schemas.microsoft.com/office/powerpoint/2010/main" val="518860375"/>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Fechamento">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5" name="Rectangle 24">
            <a:extLst>
              <a:ext uri="{FF2B5EF4-FFF2-40B4-BE49-F238E27FC236}">
                <a16:creationId xmlns:a16="http://schemas.microsoft.com/office/drawing/2014/main" id="{09CD1B14-21A0-4905-A3FF-6A46EBDF6BCD}"/>
              </a:ext>
            </a:extLst>
          </p:cNvPr>
          <p:cNvSpPr/>
          <p:nvPr userDrawn="1"/>
        </p:nvSpPr>
        <p:spPr>
          <a:xfrm>
            <a:off x="0" y="0"/>
            <a:ext cx="6858000" cy="9906000"/>
          </a:xfrm>
          <a:prstGeom prst="rect">
            <a:avLst/>
          </a:prstGeom>
          <a:solidFill>
            <a:srgbClr val="1819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26" name="Picture 25" descr="A picture containing dark, night sky&#10;&#10;Description automatically generated">
            <a:extLst>
              <a:ext uri="{FF2B5EF4-FFF2-40B4-BE49-F238E27FC236}">
                <a16:creationId xmlns:a16="http://schemas.microsoft.com/office/drawing/2014/main" id="{A879A646-97B6-4998-8A89-2BAA11919B9D}"/>
              </a:ext>
            </a:extLst>
          </p:cNvPr>
          <p:cNvPicPr>
            <a:picLocks noChangeAspect="1"/>
          </p:cNvPicPr>
          <p:nvPr userDrawn="1"/>
        </p:nvPicPr>
        <p:blipFill rotWithShape="1">
          <a:blip r:embed="rId3">
            <a:alphaModFix amt="81000"/>
          </a:blip>
          <a:srcRect l="1783" t="114" r="50667" b="1655"/>
          <a:stretch/>
        </p:blipFill>
        <p:spPr>
          <a:xfrm>
            <a:off x="0" y="0"/>
            <a:ext cx="6858000" cy="9906000"/>
          </a:xfrm>
          <a:prstGeom prst="rect">
            <a:avLst/>
          </a:prstGeom>
        </p:spPr>
      </p:pic>
      <p:grpSp>
        <p:nvGrpSpPr>
          <p:cNvPr id="37" name="Group 36">
            <a:extLst>
              <a:ext uri="{FF2B5EF4-FFF2-40B4-BE49-F238E27FC236}">
                <a16:creationId xmlns:a16="http://schemas.microsoft.com/office/drawing/2014/main" id="{B7CE084B-3CD6-493B-AA0A-FC3B928DD6B4}"/>
              </a:ext>
            </a:extLst>
          </p:cNvPr>
          <p:cNvGrpSpPr/>
          <p:nvPr userDrawn="1"/>
        </p:nvGrpSpPr>
        <p:grpSpPr>
          <a:xfrm>
            <a:off x="-438" y="6168571"/>
            <a:ext cx="6858438" cy="3737429"/>
            <a:chOff x="0" y="-3773484"/>
            <a:chExt cx="18085267" cy="9855364"/>
          </a:xfrm>
        </p:grpSpPr>
        <p:cxnSp>
          <p:nvCxnSpPr>
            <p:cNvPr id="38" name="Straight Connector 37">
              <a:extLst>
                <a:ext uri="{FF2B5EF4-FFF2-40B4-BE49-F238E27FC236}">
                  <a16:creationId xmlns:a16="http://schemas.microsoft.com/office/drawing/2014/main" id="{31AB2E40-F9FD-42C3-9517-2D4CAEFC6A49}"/>
                </a:ext>
              </a:extLst>
            </p:cNvPr>
            <p:cNvCxnSpPr>
              <a:cxnSpLocks/>
            </p:cNvCxnSpPr>
            <p:nvPr userDrawn="1"/>
          </p:nvCxnSpPr>
          <p:spPr>
            <a:xfrm flipV="1">
              <a:off x="0" y="2914763"/>
              <a:ext cx="18085267" cy="0"/>
            </a:xfrm>
            <a:prstGeom prst="line">
              <a:avLst/>
            </a:prstGeom>
            <a:ln w="12700" cap="rnd">
              <a:solidFill>
                <a:schemeClr val="bg1"/>
              </a:solidFill>
              <a:roun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194F34E-5B13-40DE-A8F8-15955077D952}"/>
                </a:ext>
              </a:extLst>
            </p:cNvPr>
            <p:cNvCxnSpPr>
              <a:cxnSpLocks/>
            </p:cNvCxnSpPr>
            <p:nvPr userDrawn="1"/>
          </p:nvCxnSpPr>
          <p:spPr>
            <a:xfrm flipV="1">
              <a:off x="9327868" y="-3773484"/>
              <a:ext cx="8717924" cy="9855364"/>
            </a:xfrm>
            <a:prstGeom prst="line">
              <a:avLst/>
            </a:prstGeom>
            <a:ln w="12700" cap="rnd">
              <a:solidFill>
                <a:schemeClr val="bg1"/>
              </a:solidFill>
              <a:round/>
            </a:ln>
          </p:spPr>
          <p:style>
            <a:lnRef idx="1">
              <a:schemeClr val="accent1"/>
            </a:lnRef>
            <a:fillRef idx="0">
              <a:schemeClr val="accent1"/>
            </a:fillRef>
            <a:effectRef idx="0">
              <a:schemeClr val="accent1"/>
            </a:effectRef>
            <a:fontRef idx="minor">
              <a:schemeClr val="tx1"/>
            </a:fontRef>
          </p:style>
        </p:cxnSp>
      </p:grpSp>
      <p:pic>
        <p:nvPicPr>
          <p:cNvPr id="40" name="Graphic 39">
            <a:extLst>
              <a:ext uri="{FF2B5EF4-FFF2-40B4-BE49-F238E27FC236}">
                <a16:creationId xmlns:a16="http://schemas.microsoft.com/office/drawing/2014/main" id="{DCB009AC-E0A4-48A2-8D2A-AE84DA4D0C94}"/>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5565203" y="9198690"/>
            <a:ext cx="924497" cy="213562"/>
          </a:xfrm>
          <a:prstGeom prst="rect">
            <a:avLst/>
          </a:prstGeom>
        </p:spPr>
      </p:pic>
      <p:grpSp>
        <p:nvGrpSpPr>
          <p:cNvPr id="50" name="Group 49">
            <a:extLst>
              <a:ext uri="{FF2B5EF4-FFF2-40B4-BE49-F238E27FC236}">
                <a16:creationId xmlns:a16="http://schemas.microsoft.com/office/drawing/2014/main" id="{AE2F80D2-D401-47D5-BDE2-DC6D12066D2C}"/>
              </a:ext>
            </a:extLst>
          </p:cNvPr>
          <p:cNvGrpSpPr/>
          <p:nvPr userDrawn="1"/>
        </p:nvGrpSpPr>
        <p:grpSpPr>
          <a:xfrm>
            <a:off x="2684238" y="4747691"/>
            <a:ext cx="1489524" cy="410618"/>
            <a:chOff x="2700591" y="2522601"/>
            <a:chExt cx="6428993" cy="1772284"/>
          </a:xfrm>
          <a:solidFill>
            <a:schemeClr val="bg1"/>
          </a:solidFill>
        </p:grpSpPr>
        <p:sp>
          <p:nvSpPr>
            <p:cNvPr id="51" name="Freeform: Shape 50">
              <a:extLst>
                <a:ext uri="{FF2B5EF4-FFF2-40B4-BE49-F238E27FC236}">
                  <a16:creationId xmlns:a16="http://schemas.microsoft.com/office/drawing/2014/main" id="{4B5EB41B-6E79-481E-A6C7-0CE249B9C220}"/>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52" name="Graphic 20">
              <a:extLst>
                <a:ext uri="{FF2B5EF4-FFF2-40B4-BE49-F238E27FC236}">
                  <a16:creationId xmlns:a16="http://schemas.microsoft.com/office/drawing/2014/main" id="{A6F5F2BF-1CBD-48DA-83E4-900C9F654F42}"/>
                </a:ext>
              </a:extLst>
            </p:cNvPr>
            <p:cNvGrpSpPr/>
            <p:nvPr/>
          </p:nvGrpSpPr>
          <p:grpSpPr>
            <a:xfrm>
              <a:off x="5034660" y="3339528"/>
              <a:ext cx="4094924" cy="747077"/>
              <a:chOff x="5034660" y="3339528"/>
              <a:chExt cx="4094924" cy="747077"/>
            </a:xfrm>
            <a:grpFill/>
          </p:grpSpPr>
          <p:sp>
            <p:nvSpPr>
              <p:cNvPr id="54" name="Freeform: Shape 53">
                <a:extLst>
                  <a:ext uri="{FF2B5EF4-FFF2-40B4-BE49-F238E27FC236}">
                    <a16:creationId xmlns:a16="http://schemas.microsoft.com/office/drawing/2014/main" id="{F920B4FD-CF67-4AC3-ACC8-8AE9EED3B08A}"/>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9E5C3886-4D19-464F-B7AC-950F1E46F85F}"/>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3BFBC377-5A48-41C6-B03C-9149828E8A7C}"/>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B88D6791-E280-4A9B-B6F6-189BF7C4BF98}"/>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D846E24C-F514-42EF-8579-AF8CE6A376A7}"/>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767EAC76-4221-4D48-A548-1D3F7EF8A4ED}"/>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28455B7D-9D95-4D0E-8503-2F81C7680372}"/>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DF480758-BB1D-4122-964B-6CD9563D3404}"/>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2999527364"/>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3_Agro, alimentos e bebidas">
    <p:bg>
      <p:bgPr>
        <a:solidFill>
          <a:schemeClr val="accent6"/>
        </a:solidFill>
        <a:effectLst/>
      </p:bgPr>
    </p:bg>
    <p:spTree>
      <p:nvGrpSpPr>
        <p:cNvPr id="1" name=""/>
        <p:cNvGrpSpPr/>
        <p:nvPr/>
      </p:nvGrpSpPr>
      <p:grpSpPr>
        <a:xfrm>
          <a:off x="0" y="0"/>
          <a:ext cx="0" cy="0"/>
          <a:chOff x="0" y="0"/>
          <a:chExt cx="0" cy="0"/>
        </a:xfrm>
      </p:grpSpPr>
      <p:sp>
        <p:nvSpPr>
          <p:cNvPr id="6" name="Rectangle 5" hidden="1">
            <a:extLst>
              <a:ext uri="{FF2B5EF4-FFF2-40B4-BE49-F238E27FC236}">
                <a16:creationId xmlns:a16="http://schemas.microsoft.com/office/drawing/2014/main" id="{7227264A-2A2E-B464-74B1-0F6F1C10C77E}"/>
              </a:ext>
            </a:extLst>
          </p:cNvPr>
          <p:cNvSpPr/>
          <p:nvPr userDrawn="1"/>
        </p:nvSpPr>
        <p:spPr>
          <a:xfrm>
            <a:off x="-1" y="8774019"/>
            <a:ext cx="6858000" cy="112935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5" name="Rectangle 4">
            <a:extLst>
              <a:ext uri="{FF2B5EF4-FFF2-40B4-BE49-F238E27FC236}">
                <a16:creationId xmlns:a16="http://schemas.microsoft.com/office/drawing/2014/main" id="{3E3B1163-CCC9-1979-5D10-8ECD746F5FCC}"/>
              </a:ext>
            </a:extLst>
          </p:cNvPr>
          <p:cNvSpPr/>
          <p:nvPr userDrawn="1"/>
        </p:nvSpPr>
        <p:spPr>
          <a:xfrm>
            <a:off x="0" y="-3"/>
            <a:ext cx="6858000" cy="112935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a:solidFill>
                <a:schemeClr val="tx1"/>
              </a:solidFill>
              <a:latin typeface="Roboto" panose="02000000000000000000" pitchFamily="2" charset="0"/>
              <a:ea typeface="Roboto" panose="02000000000000000000" pitchFamily="2" charset="0"/>
              <a:cs typeface="Roboto" panose="02000000000000000000" pitchFamily="2" charset="0"/>
            </a:endParaRPr>
          </a:p>
        </p:txBody>
      </p:sp>
      <p:pic>
        <p:nvPicPr>
          <p:cNvPr id="8" name="Imagem 7" descr="Frutas e vegetais&#10;&#10;Descrição gerada automaticamente">
            <a:extLst>
              <a:ext uri="{FF2B5EF4-FFF2-40B4-BE49-F238E27FC236}">
                <a16:creationId xmlns:a16="http://schemas.microsoft.com/office/drawing/2014/main" id="{19467A36-704B-386B-9F69-26B3AAC82C6C}"/>
              </a:ext>
            </a:extLst>
          </p:cNvPr>
          <p:cNvPicPr>
            <a:picLocks noChangeAspect="1"/>
          </p:cNvPicPr>
          <p:nvPr userDrawn="1"/>
        </p:nvPicPr>
        <p:blipFill>
          <a:blip r:embed="rId3" cstate="screen">
            <a:alphaModFix amt="25000"/>
            <a:extLst>
              <a:ext uri="{28A0092B-C50C-407E-A947-70E740481C1C}">
                <a14:useLocalDpi xmlns:a14="http://schemas.microsoft.com/office/drawing/2010/main"/>
              </a:ext>
            </a:extLst>
          </a:blip>
          <a:srcRect/>
          <a:stretch>
            <a:fillRect/>
          </a:stretch>
        </p:blipFill>
        <p:spPr>
          <a:xfrm>
            <a:off x="0" y="3"/>
            <a:ext cx="6858000" cy="9905997"/>
          </a:xfrm>
          <a:custGeom>
            <a:avLst/>
            <a:gdLst>
              <a:gd name="connsiteX0" fmla="*/ 0 w 6858000"/>
              <a:gd name="connsiteY0" fmla="*/ 0 h 9905997"/>
              <a:gd name="connsiteX1" fmla="*/ 6858000 w 6858000"/>
              <a:gd name="connsiteY1" fmla="*/ 0 h 9905997"/>
              <a:gd name="connsiteX2" fmla="*/ 6858000 w 6858000"/>
              <a:gd name="connsiteY2" fmla="*/ 9905997 h 9905997"/>
              <a:gd name="connsiteX3" fmla="*/ 0 w 6858000"/>
              <a:gd name="connsiteY3" fmla="*/ 9905997 h 9905997"/>
            </a:gdLst>
            <a:ahLst/>
            <a:cxnLst>
              <a:cxn ang="0">
                <a:pos x="connsiteX0" y="connsiteY0"/>
              </a:cxn>
              <a:cxn ang="0">
                <a:pos x="connsiteX1" y="connsiteY1"/>
              </a:cxn>
              <a:cxn ang="0">
                <a:pos x="connsiteX2" y="connsiteY2"/>
              </a:cxn>
              <a:cxn ang="0">
                <a:pos x="connsiteX3" y="connsiteY3"/>
              </a:cxn>
            </a:cxnLst>
            <a:rect l="l" t="t" r="r" b="b"/>
            <a:pathLst>
              <a:path w="6858000" h="9905997">
                <a:moveTo>
                  <a:pt x="0" y="0"/>
                </a:moveTo>
                <a:lnTo>
                  <a:pt x="6858000" y="0"/>
                </a:lnTo>
                <a:lnTo>
                  <a:pt x="6858000" y="9905997"/>
                </a:lnTo>
                <a:lnTo>
                  <a:pt x="0" y="9905997"/>
                </a:lnTo>
                <a:close/>
              </a:path>
            </a:pathLst>
          </a:custGeom>
        </p:spPr>
      </p:pic>
      <p:pic>
        <p:nvPicPr>
          <p:cNvPr id="10" name="Graphic 9">
            <a:extLst>
              <a:ext uri="{FF2B5EF4-FFF2-40B4-BE49-F238E27FC236}">
                <a16:creationId xmlns:a16="http://schemas.microsoft.com/office/drawing/2014/main" id="{F49ABFC1-C342-CD17-8E24-68B202FF4DD6}"/>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l="19269" t="2351" r="1339" b="20035"/>
          <a:stretch/>
        </p:blipFill>
        <p:spPr>
          <a:xfrm flipV="1">
            <a:off x="-1" y="0"/>
            <a:ext cx="6858001" cy="9906000"/>
          </a:xfrm>
          <a:prstGeom prst="rect">
            <a:avLst/>
          </a:prstGeom>
        </p:spPr>
      </p:pic>
      <p:grpSp>
        <p:nvGrpSpPr>
          <p:cNvPr id="2" name="Agrupar 1">
            <a:extLst>
              <a:ext uri="{FF2B5EF4-FFF2-40B4-BE49-F238E27FC236}">
                <a16:creationId xmlns:a16="http://schemas.microsoft.com/office/drawing/2014/main" id="{12DD471D-7E3A-5696-BFDC-BC93E1279A2D}"/>
              </a:ext>
            </a:extLst>
          </p:cNvPr>
          <p:cNvGrpSpPr/>
          <p:nvPr userDrawn="1"/>
        </p:nvGrpSpPr>
        <p:grpSpPr>
          <a:xfrm>
            <a:off x="0" y="-3"/>
            <a:ext cx="6858001" cy="9906000"/>
            <a:chOff x="3836069" y="701305"/>
            <a:chExt cx="6858001" cy="9906000"/>
          </a:xfrm>
        </p:grpSpPr>
        <p:sp>
          <p:nvSpPr>
            <p:cNvPr id="3" name="Rectangle 50">
              <a:extLst>
                <a:ext uri="{FF2B5EF4-FFF2-40B4-BE49-F238E27FC236}">
                  <a16:creationId xmlns:a16="http://schemas.microsoft.com/office/drawing/2014/main" id="{62502AB0-64AA-9E82-4E61-E8AC520077F2}"/>
                </a:ext>
              </a:extLst>
            </p:cNvPr>
            <p:cNvSpPr/>
            <p:nvPr/>
          </p:nvSpPr>
          <p:spPr>
            <a:xfrm rot="10800000">
              <a:off x="3836070" y="701305"/>
              <a:ext cx="6858000" cy="9906000"/>
            </a:xfrm>
            <a:prstGeom prst="rect">
              <a:avLst/>
            </a:prstGeom>
            <a:gradFill>
              <a:gsLst>
                <a:gs pos="0">
                  <a:schemeClr val="accent6"/>
                </a:gs>
                <a:gs pos="36000">
                  <a:schemeClr val="accent6">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pt-BR" sz="100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4" name="Rectangle 1">
              <a:extLst>
                <a:ext uri="{FF2B5EF4-FFF2-40B4-BE49-F238E27FC236}">
                  <a16:creationId xmlns:a16="http://schemas.microsoft.com/office/drawing/2014/main" id="{65C3F032-3230-CC1F-B579-F0F95BD08170}"/>
                </a:ext>
              </a:extLst>
            </p:cNvPr>
            <p:cNvSpPr>
              <a:spLocks/>
            </p:cNvSpPr>
            <p:nvPr/>
          </p:nvSpPr>
          <p:spPr>
            <a:xfrm>
              <a:off x="3836069" y="701305"/>
              <a:ext cx="6858000" cy="9906000"/>
            </a:xfrm>
            <a:prstGeom prst="rect">
              <a:avLst/>
            </a:prstGeom>
            <a:gradFill>
              <a:gsLst>
                <a:gs pos="0">
                  <a:schemeClr val="accent6"/>
                </a:gs>
                <a:gs pos="36000">
                  <a:schemeClr val="accent6">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pt-BR" sz="1000">
                <a:solidFill>
                  <a:schemeClr val="tx1"/>
                </a:solidFill>
                <a:latin typeface="Roboto" panose="02000000000000000000" pitchFamily="2" charset="0"/>
                <a:ea typeface="Roboto" panose="02000000000000000000" pitchFamily="2" charset="0"/>
                <a:cs typeface="Roboto" panose="02000000000000000000" pitchFamily="2" charset="0"/>
              </a:endParaRPr>
            </a:p>
          </p:txBody>
        </p:sp>
      </p:grpSp>
      <p:pic>
        <p:nvPicPr>
          <p:cNvPr id="13" name="Graphic 12">
            <a:extLst>
              <a:ext uri="{FF2B5EF4-FFF2-40B4-BE49-F238E27FC236}">
                <a16:creationId xmlns:a16="http://schemas.microsoft.com/office/drawing/2014/main" id="{2B3617B2-4386-53AD-39A7-6CFB852D60D5}"/>
              </a:ext>
            </a:extLst>
          </p:cNvPr>
          <p:cNvPicPr>
            <a:picLocks noChangeAspect="1"/>
          </p:cNvPicPr>
          <p:nvPr userDrawn="1"/>
        </p:nvPicPr>
        <p:blipFill>
          <a:blip>
            <a:alphaModFix amt="66000"/>
            <a:extLst>
              <a:ext uri="{96DAC541-7B7A-43D3-8B79-37D633B846F1}">
                <asvg:svgBlip xmlns:asvg="http://schemas.microsoft.com/office/drawing/2016/SVG/main" r:embed="rId5"/>
              </a:ext>
            </a:extLst>
          </a:blip>
          <a:srcRect l="27193" t="22453" r="47498" b="7994"/>
          <a:stretch/>
        </p:blipFill>
        <p:spPr>
          <a:xfrm>
            <a:off x="0" y="1133591"/>
            <a:ext cx="6858000" cy="8738553"/>
          </a:xfrm>
          <a:prstGeom prst="rect">
            <a:avLst/>
          </a:prstGeom>
        </p:spPr>
      </p:pic>
      <p:pic>
        <p:nvPicPr>
          <p:cNvPr id="9" name="Picture 8" descr="A blue and white dot pattern&#10;&#10;AI-generated content may be incorrect.">
            <a:extLst>
              <a:ext uri="{FF2B5EF4-FFF2-40B4-BE49-F238E27FC236}">
                <a16:creationId xmlns:a16="http://schemas.microsoft.com/office/drawing/2014/main" id="{D572D620-A33D-FA48-00AE-F1018BB7DF23}"/>
              </a:ext>
            </a:extLst>
          </p:cNvPr>
          <p:cNvPicPr>
            <a:picLocks noChangeAspect="1"/>
          </p:cNvPicPr>
          <p:nvPr userDrawn="1"/>
        </p:nvPicPr>
        <p:blipFill>
          <a:blip r:embed="rId6" cstate="screen">
            <a:alphaModFix amt="18000"/>
            <a:extLst>
              <a:ext uri="{BEBA8EAE-BF5A-486C-A8C5-ECC9F3942E4B}">
                <a14:imgProps xmlns:a14="http://schemas.microsoft.com/office/drawing/2010/main">
                  <a14:imgLayer r:embed="rId7">
                    <a14:imgEffect>
                      <a14:colorTemperature colorTemp="4700"/>
                    </a14:imgEffect>
                    <a14:imgEffect>
                      <a14:saturation sat="33000"/>
                    </a14:imgEffect>
                  </a14:imgLayer>
                </a14:imgProps>
              </a:ext>
              <a:ext uri="{28A0092B-C50C-407E-A947-70E740481C1C}">
                <a14:useLocalDpi xmlns:a14="http://schemas.microsoft.com/office/drawing/2010/main"/>
              </a:ext>
            </a:extLst>
          </a:blip>
          <a:srcRect t="-673"/>
          <a:stretch/>
        </p:blipFill>
        <p:spPr>
          <a:xfrm>
            <a:off x="0" y="1062189"/>
            <a:ext cx="6858000" cy="8809959"/>
          </a:xfrm>
          <a:prstGeom prst="rect">
            <a:avLst/>
          </a:prstGeom>
        </p:spPr>
      </p:pic>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16" name="Group 15">
            <a:extLst>
              <a:ext uri="{FF2B5EF4-FFF2-40B4-BE49-F238E27FC236}">
                <a16:creationId xmlns:a16="http://schemas.microsoft.com/office/drawing/2014/main" id="{C4DF0931-276A-C4B3-E0A7-02B6EAA3C49B}"/>
              </a:ext>
            </a:extLst>
          </p:cNvPr>
          <p:cNvGrpSpPr/>
          <p:nvPr userDrawn="1"/>
        </p:nvGrpSpPr>
        <p:grpSpPr>
          <a:xfrm>
            <a:off x="390154" y="406178"/>
            <a:ext cx="1240285" cy="341910"/>
            <a:chOff x="2700591" y="2522601"/>
            <a:chExt cx="6428993" cy="1772284"/>
          </a:xfrm>
        </p:grpSpPr>
        <p:sp>
          <p:nvSpPr>
            <p:cNvPr id="17" name="Freeform: Shape 16">
              <a:extLst>
                <a:ext uri="{FF2B5EF4-FFF2-40B4-BE49-F238E27FC236}">
                  <a16:creationId xmlns:a16="http://schemas.microsoft.com/office/drawing/2014/main" id="{70B9B340-5E1C-9327-69F1-5AE446FF2255}"/>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20" name="Graphic 20">
              <a:extLst>
                <a:ext uri="{FF2B5EF4-FFF2-40B4-BE49-F238E27FC236}">
                  <a16:creationId xmlns:a16="http://schemas.microsoft.com/office/drawing/2014/main" id="{1E0C2497-164B-3E45-6090-5F805C67AB02}"/>
                </a:ext>
              </a:extLst>
            </p:cNvPr>
            <p:cNvGrpSpPr/>
            <p:nvPr/>
          </p:nvGrpSpPr>
          <p:grpSpPr>
            <a:xfrm>
              <a:off x="5034660" y="3339528"/>
              <a:ext cx="4094924" cy="747077"/>
              <a:chOff x="5034660" y="3339528"/>
              <a:chExt cx="4094924" cy="747077"/>
            </a:xfrm>
            <a:solidFill>
              <a:srgbClr val="FFFFFF"/>
            </a:solidFill>
          </p:grpSpPr>
          <p:sp>
            <p:nvSpPr>
              <p:cNvPr id="21" name="Freeform: Shape 20">
                <a:extLst>
                  <a:ext uri="{FF2B5EF4-FFF2-40B4-BE49-F238E27FC236}">
                    <a16:creationId xmlns:a16="http://schemas.microsoft.com/office/drawing/2014/main" id="{3198B4CB-7FA3-A37E-E540-E2FBA81CCDCB}"/>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5A8605D5-3EDB-F7D1-AC3B-DF5CEE516147}"/>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218B3AC0-A0B3-67F5-F442-48F0E029DF55}"/>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48AD7D35-F105-3B1F-6CF2-EDD48ACC71B9}"/>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99371C5E-12BC-7944-E1F6-FF98963DBD2A}"/>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C67F76F1-36B6-C9E1-0D69-7196D96834AE}"/>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D0C5B1F5-1F12-DAC8-A282-CAB55191AC3B}"/>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C4F4377A-A2E8-D20E-9FC2-722626414101}"/>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grpSp>
        <p:nvGrpSpPr>
          <p:cNvPr id="69" name="Group 68">
            <a:extLst>
              <a:ext uri="{FF2B5EF4-FFF2-40B4-BE49-F238E27FC236}">
                <a16:creationId xmlns:a16="http://schemas.microsoft.com/office/drawing/2014/main" id="{8F5893B4-B956-CA4C-4E89-2275C6A23F7F}"/>
              </a:ext>
            </a:extLst>
          </p:cNvPr>
          <p:cNvGrpSpPr/>
          <p:nvPr userDrawn="1"/>
        </p:nvGrpSpPr>
        <p:grpSpPr>
          <a:xfrm flipH="1">
            <a:off x="-113256" y="3"/>
            <a:ext cx="6971256" cy="6334517"/>
            <a:chOff x="-31505" y="3"/>
            <a:chExt cx="7944898" cy="6841768"/>
          </a:xfrm>
        </p:grpSpPr>
        <p:sp>
          <p:nvSpPr>
            <p:cNvPr id="65" name="Isosceles Triangle 64">
              <a:extLst>
                <a:ext uri="{FF2B5EF4-FFF2-40B4-BE49-F238E27FC236}">
                  <a16:creationId xmlns:a16="http://schemas.microsoft.com/office/drawing/2014/main" id="{7E756C03-7B9D-CF88-83F4-C1619FDA2C7C}"/>
                </a:ext>
              </a:extLst>
            </p:cNvPr>
            <p:cNvSpPr/>
            <p:nvPr userDrawn="1"/>
          </p:nvSpPr>
          <p:spPr>
            <a:xfrm rot="16200000">
              <a:off x="2660727" y="1589105"/>
              <a:ext cx="5619144" cy="4886188"/>
            </a:xfrm>
            <a:prstGeom prst="triangle">
              <a:avLst>
                <a:gd name="adj" fmla="val 100000"/>
              </a:avLst>
            </a:prstGeom>
            <a:gradFill>
              <a:gsLst>
                <a:gs pos="93000">
                  <a:srgbClr val="8EB3DF">
                    <a:alpha val="0"/>
                  </a:srgbClr>
                </a:gs>
                <a:gs pos="0">
                  <a:schemeClr val="accent3"/>
                </a:gs>
                <a:gs pos="70000">
                  <a:schemeClr val="accent3">
                    <a:alpha val="11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a:solidFill>
                  <a:schemeClr val="tx1"/>
                </a:solidFill>
                <a:latin typeface="Roboto" panose="02000000000000000000" pitchFamily="2" charset="0"/>
                <a:ea typeface="Roboto" panose="02000000000000000000" pitchFamily="2" charset="0"/>
                <a:cs typeface="Roboto" panose="02000000000000000000" pitchFamily="2" charset="0"/>
              </a:endParaRPr>
            </a:p>
          </p:txBody>
        </p:sp>
        <p:grpSp>
          <p:nvGrpSpPr>
            <p:cNvPr id="66" name="Group 65">
              <a:extLst>
                <a:ext uri="{FF2B5EF4-FFF2-40B4-BE49-F238E27FC236}">
                  <a16:creationId xmlns:a16="http://schemas.microsoft.com/office/drawing/2014/main" id="{F23A80A8-5B7B-720A-0498-48FB270B56F2}"/>
                </a:ext>
              </a:extLst>
            </p:cNvPr>
            <p:cNvGrpSpPr/>
            <p:nvPr userDrawn="1"/>
          </p:nvGrpSpPr>
          <p:grpSpPr>
            <a:xfrm flipV="1">
              <a:off x="-31505" y="3"/>
              <a:ext cx="3073148" cy="1233884"/>
              <a:chOff x="-33216277" y="3696971"/>
              <a:chExt cx="17875623" cy="1180237"/>
            </a:xfrm>
          </p:grpSpPr>
          <p:cxnSp>
            <p:nvCxnSpPr>
              <p:cNvPr id="67" name="Straight Connector 66">
                <a:extLst>
                  <a:ext uri="{FF2B5EF4-FFF2-40B4-BE49-F238E27FC236}">
                    <a16:creationId xmlns:a16="http://schemas.microsoft.com/office/drawing/2014/main" id="{F1A1FDB4-0FB7-BEEB-2B9D-D1E8FE3853CA}"/>
                  </a:ext>
                </a:extLst>
              </p:cNvPr>
              <p:cNvCxnSpPr>
                <a:cxnSpLocks/>
              </p:cNvCxnSpPr>
              <p:nvPr userDrawn="1"/>
            </p:nvCxnSpPr>
            <p:spPr>
              <a:xfrm flipV="1">
                <a:off x="-33216277" y="3710462"/>
                <a:ext cx="1787562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9D45C79A-47B8-8CD3-9D6C-3CA04B7EC39E}"/>
                  </a:ext>
                </a:extLst>
              </p:cNvPr>
              <p:cNvCxnSpPr>
                <a:cxnSpLocks/>
              </p:cNvCxnSpPr>
              <p:nvPr userDrawn="1"/>
            </p:nvCxnSpPr>
            <p:spPr>
              <a:xfrm flipH="1">
                <a:off x="-21608832" y="3696971"/>
                <a:ext cx="6241002" cy="118023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grpSp>
        <p:nvGrpSpPr>
          <p:cNvPr id="72" name="Group 71">
            <a:extLst>
              <a:ext uri="{FF2B5EF4-FFF2-40B4-BE49-F238E27FC236}">
                <a16:creationId xmlns:a16="http://schemas.microsoft.com/office/drawing/2014/main" id="{7D85C331-0D97-F14F-BCEE-E4CACC063DDB}"/>
              </a:ext>
            </a:extLst>
          </p:cNvPr>
          <p:cNvGrpSpPr/>
          <p:nvPr userDrawn="1"/>
        </p:nvGrpSpPr>
        <p:grpSpPr>
          <a:xfrm>
            <a:off x="340252" y="1670475"/>
            <a:ext cx="2267822" cy="1002192"/>
            <a:chOff x="423863" y="1657596"/>
            <a:chExt cx="2267822" cy="1002192"/>
          </a:xfrm>
        </p:grpSpPr>
        <p:sp>
          <p:nvSpPr>
            <p:cNvPr id="31" name="TextBox 30">
              <a:extLst>
                <a:ext uri="{FF2B5EF4-FFF2-40B4-BE49-F238E27FC236}">
                  <a16:creationId xmlns:a16="http://schemas.microsoft.com/office/drawing/2014/main" id="{8EC449FF-42C7-1A50-8B68-6D905C6EC17A}"/>
                </a:ext>
              </a:extLst>
            </p:cNvPr>
            <p:cNvSpPr txBox="1"/>
            <p:nvPr userDrawn="1"/>
          </p:nvSpPr>
          <p:spPr>
            <a:xfrm>
              <a:off x="423863" y="1657596"/>
              <a:ext cx="2267822" cy="615553"/>
            </a:xfrm>
            <a:prstGeom prst="rect">
              <a:avLst/>
            </a:prstGeom>
            <a:noFill/>
          </p:spPr>
          <p:txBody>
            <a:bodyPr wrap="square" lIns="0" tIns="0" rIns="0" bIns="0" rtlCol="0">
              <a:spAutoFit/>
            </a:bodyPr>
            <a:lstStyle/>
            <a:p>
              <a:pPr algn="r"/>
              <a:r>
                <a:rPr lang="pt-BR" sz="4000" b="1" i="1">
                  <a:solidFill>
                    <a:schemeClr val="bg1"/>
                  </a:solidFill>
                  <a:latin typeface="XP" pitchFamily="50" charset="0"/>
                  <a:ea typeface="XP" pitchFamily="50" charset="0"/>
                  <a:cs typeface="Roboto" panose="02000000000000000000" pitchFamily="2" charset="0"/>
                </a:rPr>
                <a:t>Thematic</a:t>
              </a:r>
            </a:p>
          </p:txBody>
        </p:sp>
        <p:sp>
          <p:nvSpPr>
            <p:cNvPr id="71" name="TextBox 70">
              <a:extLst>
                <a:ext uri="{FF2B5EF4-FFF2-40B4-BE49-F238E27FC236}">
                  <a16:creationId xmlns:a16="http://schemas.microsoft.com/office/drawing/2014/main" id="{F39388AA-C6A0-BACD-48D5-2675535A9633}"/>
                </a:ext>
              </a:extLst>
            </p:cNvPr>
            <p:cNvSpPr txBox="1"/>
            <p:nvPr userDrawn="1"/>
          </p:nvSpPr>
          <p:spPr>
            <a:xfrm>
              <a:off x="637566" y="2105790"/>
              <a:ext cx="2054119" cy="553998"/>
            </a:xfrm>
            <a:prstGeom prst="rect">
              <a:avLst/>
            </a:prstGeom>
            <a:noFill/>
          </p:spPr>
          <p:txBody>
            <a:bodyPr wrap="square" lIns="0" tIns="0" rIns="0" bIns="0" rtlCol="0">
              <a:spAutoFit/>
            </a:bodyPr>
            <a:lstStyle/>
            <a:p>
              <a:pPr algn="r"/>
              <a:r>
                <a:rPr lang="pt-BR" sz="3600" b="0" i="0">
                  <a:solidFill>
                    <a:schemeClr val="bg1"/>
                  </a:solidFill>
                  <a:latin typeface="XP Light Lighthouse" pitchFamily="50" charset="0"/>
                  <a:ea typeface="XP Light Lighthouse" pitchFamily="50" charset="0"/>
                  <a:cs typeface="Roboto" panose="02000000000000000000" pitchFamily="2" charset="0"/>
                </a:rPr>
                <a:t>Research</a:t>
              </a:r>
            </a:p>
          </p:txBody>
        </p:sp>
      </p:grpSp>
      <p:sp>
        <p:nvSpPr>
          <p:cNvPr id="75" name="Espaço Reservado para Texto 6">
            <a:extLst>
              <a:ext uri="{FF2B5EF4-FFF2-40B4-BE49-F238E27FC236}">
                <a16:creationId xmlns:a16="http://schemas.microsoft.com/office/drawing/2014/main" id="{354E5287-B1CE-DBCC-A334-7B6607B9F041}"/>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en-US" noProof="0"/>
              <a:t>Sector / Segment</a:t>
            </a:r>
          </a:p>
        </p:txBody>
      </p:sp>
      <p:sp>
        <p:nvSpPr>
          <p:cNvPr id="7" name="Date Placeholder 10">
            <a:extLst>
              <a:ext uri="{FF2B5EF4-FFF2-40B4-BE49-F238E27FC236}">
                <a16:creationId xmlns:a16="http://schemas.microsoft.com/office/drawing/2014/main" id="{624580AB-8B11-2158-FF8A-2264EA11D9E6}"/>
              </a:ext>
            </a:extLst>
          </p:cNvPr>
          <p:cNvSpPr>
            <a:spLocks noGrp="1"/>
          </p:cNvSpPr>
          <p:nvPr>
            <p:ph type="dt" sz="half" idx="2"/>
          </p:nvPr>
        </p:nvSpPr>
        <p:spPr>
          <a:xfrm>
            <a:off x="3371691" y="438763"/>
            <a:ext cx="3132139" cy="184666"/>
          </a:xfrm>
        </p:spPr>
        <p:txBody>
          <a:bodyPr/>
          <a:lstStyle>
            <a:lvl1pPr>
              <a:defRPr>
                <a:solidFill>
                  <a:srgbClr val="F9C113"/>
                </a:solidFill>
              </a:defRPr>
            </a:lvl1pPr>
          </a:lstStyle>
          <a:p>
            <a:fld id="{4FFC2310-6FFD-4DF5-96A4-C34E78316CEE}" type="datetime4">
              <a:rPr lang="en-US" smtClean="0"/>
              <a:t>September 28, 2026</a:t>
            </a:fld>
            <a:endParaRPr lang="en-US"/>
          </a:p>
        </p:txBody>
      </p:sp>
    </p:spTree>
    <p:extLst>
      <p:ext uri="{BB962C8B-B14F-4D97-AF65-F5344CB8AC3E}">
        <p14:creationId xmlns:p14="http://schemas.microsoft.com/office/powerpoint/2010/main" val="2220205947"/>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apa">
    <p:bg>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688A787-9182-A426-2B75-FA6C6DDF288A}"/>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0" y="0"/>
            <a:ext cx="6858000" cy="2003470"/>
          </a:xfrm>
          <a:prstGeom prst="rect">
            <a:avLst/>
          </a:prstGeom>
        </p:spPr>
      </p:pic>
      <p:pic>
        <p:nvPicPr>
          <p:cNvPr id="7" name="Picture 6" descr="A blue and white dot pattern&#10;&#10;AI-generated content may be incorrect.">
            <a:extLst>
              <a:ext uri="{FF2B5EF4-FFF2-40B4-BE49-F238E27FC236}">
                <a16:creationId xmlns:a16="http://schemas.microsoft.com/office/drawing/2014/main" id="{A4E2FB3C-1561-CDE0-F2B0-0E2716BC040B}"/>
              </a:ext>
            </a:extLst>
          </p:cNvPr>
          <p:cNvPicPr>
            <a:picLocks noChangeAspect="1"/>
          </p:cNvPicPr>
          <p:nvPr/>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14569" y="12000"/>
            <a:ext cx="6843431" cy="1991470"/>
          </a:xfrm>
          <a:prstGeom prst="rect">
            <a:avLst/>
          </a:prstGeom>
        </p:spPr>
      </p:pic>
      <p:pic>
        <p:nvPicPr>
          <p:cNvPr id="9" name="Graphic 8">
            <a:extLst>
              <a:ext uri="{FF2B5EF4-FFF2-40B4-BE49-F238E27FC236}">
                <a16:creationId xmlns:a16="http://schemas.microsoft.com/office/drawing/2014/main" id="{2E2DBF91-C31C-E0F0-254B-B03F97806A89}"/>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rcRect l="51901" t="57744" r="40349" b="-120"/>
          <a:stretch/>
        </p:blipFill>
        <p:spPr>
          <a:xfrm rot="5400000" flipH="1">
            <a:off x="3316774" y="-1537758"/>
            <a:ext cx="2003470" cy="5078985"/>
          </a:xfrm>
          <a:prstGeom prst="rect">
            <a:avLst/>
          </a:pr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userDrawn="1">
            <p:ph type="body" sz="quarter" idx="16" hasCustomPrompt="1"/>
          </p:nvPr>
        </p:nvSpPr>
        <p:spPr>
          <a:xfrm>
            <a:off x="390154" y="96923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11" name="Do not remove" hidden="1">
            <a:extLst>
              <a:ext uri="{FF2B5EF4-FFF2-40B4-BE49-F238E27FC236}">
                <a16:creationId xmlns:a16="http://schemas.microsoft.com/office/drawing/2014/main" id="{A0E1623B-010B-478D-BFD7-8A4047822D40}"/>
              </a:ext>
            </a:extLst>
          </p:cNvPr>
          <p:cNvSpPr/>
          <p:nvPr userDrawn="1">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userDrawn="1">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userDrawn="1">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p>
        </p:txBody>
      </p:sp>
      <p:sp>
        <p:nvSpPr>
          <p:cNvPr id="26" name="Date Placeholder 1">
            <a:extLst>
              <a:ext uri="{FF2B5EF4-FFF2-40B4-BE49-F238E27FC236}">
                <a16:creationId xmlns:a16="http://schemas.microsoft.com/office/drawing/2014/main" id="{3B4501E0-2CFF-4239-9520-A5B3FF88FAB7}"/>
              </a:ext>
            </a:extLst>
          </p:cNvPr>
          <p:cNvSpPr>
            <a:spLocks noGrp="1"/>
          </p:cNvSpPr>
          <p:nvPr userDrawn="1">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5A26733C-5F57-4856-9DCE-1BE203D67222}" type="datetime4">
              <a:rPr lang="en-US" smtClean="0"/>
              <a:t>September 28, 2026</a:t>
            </a:fld>
            <a:endParaRPr lang="en-US"/>
          </a:p>
        </p:txBody>
      </p:sp>
      <p:sp>
        <p:nvSpPr>
          <p:cNvPr id="36" name="Espaço Reservado para Texto 6">
            <a:extLst>
              <a:ext uri="{FF2B5EF4-FFF2-40B4-BE49-F238E27FC236}">
                <a16:creationId xmlns:a16="http://schemas.microsoft.com/office/drawing/2014/main" id="{984F9560-6699-43C8-BEE0-490CDFCBCF21}"/>
              </a:ext>
            </a:extLst>
          </p:cNvPr>
          <p:cNvSpPr>
            <a:spLocks noGrp="1"/>
          </p:cNvSpPr>
          <p:nvPr userDrawn="1">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37" name="Espaço Reservado para Texto 6">
            <a:extLst>
              <a:ext uri="{FF2B5EF4-FFF2-40B4-BE49-F238E27FC236}">
                <a16:creationId xmlns:a16="http://schemas.microsoft.com/office/drawing/2014/main" id="{580EC9BA-5BCE-49E4-BC4C-E52C56FC5C26}"/>
              </a:ext>
            </a:extLst>
          </p:cNvPr>
          <p:cNvSpPr>
            <a:spLocks noGrp="1"/>
          </p:cNvSpPr>
          <p:nvPr userDrawn="1">
            <p:ph type="body" sz="quarter" idx="37" hasCustomPrompt="1"/>
          </p:nvPr>
        </p:nvSpPr>
        <p:spPr>
          <a:xfrm>
            <a:off x="390154" y="1405779"/>
            <a:ext cx="6112352" cy="187302"/>
          </a:xfrm>
          <a:prstGeom prst="rect">
            <a:avLst/>
          </a:prstGeom>
        </p:spPr>
        <p:txBody>
          <a:bodyPr vert="horz" lIns="0" tIns="0" rIns="0" bIns="0" rtlCol="0" anchor="t">
            <a:noAutofit/>
          </a:bodyPr>
          <a:lstStyle>
            <a:lvl1pPr>
              <a:defRPr lang="pt-BR" sz="16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2" name="Espaço Reservado para Conteúdo 14">
            <a:extLst>
              <a:ext uri="{FF2B5EF4-FFF2-40B4-BE49-F238E27FC236}">
                <a16:creationId xmlns:a16="http://schemas.microsoft.com/office/drawing/2014/main" id="{3422534A-F1CB-BBFF-8CE5-5CB138892884}"/>
              </a:ext>
            </a:extLst>
          </p:cNvPr>
          <p:cNvSpPr>
            <a:spLocks noGrp="1"/>
          </p:cNvSpPr>
          <p:nvPr>
            <p:ph sz="quarter" idx="21" hasCustomPrompt="1"/>
          </p:nvPr>
        </p:nvSpPr>
        <p:spPr>
          <a:xfrm>
            <a:off x="382829" y="7896455"/>
            <a:ext cx="2952000"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 name="Espaço Reservado para Conteúdo 14">
            <a:extLst>
              <a:ext uri="{FF2B5EF4-FFF2-40B4-BE49-F238E27FC236}">
                <a16:creationId xmlns:a16="http://schemas.microsoft.com/office/drawing/2014/main" id="{052BA432-D493-B8B5-ADA1-4440290AC12E}"/>
              </a:ext>
            </a:extLst>
          </p:cNvPr>
          <p:cNvSpPr>
            <a:spLocks noGrp="1"/>
          </p:cNvSpPr>
          <p:nvPr>
            <p:ph sz="quarter" idx="22" hasCustomPrompt="1"/>
          </p:nvPr>
        </p:nvSpPr>
        <p:spPr>
          <a:xfrm>
            <a:off x="3536951" y="7896455"/>
            <a:ext cx="2952000"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 name="Espaço Reservado para Conteúdo 14">
            <a:extLst>
              <a:ext uri="{FF2B5EF4-FFF2-40B4-BE49-F238E27FC236}">
                <a16:creationId xmlns:a16="http://schemas.microsoft.com/office/drawing/2014/main" id="{78436872-10E7-F7BB-DA0B-A6FFDDD07333}"/>
              </a:ext>
            </a:extLst>
          </p:cNvPr>
          <p:cNvSpPr>
            <a:spLocks noGrp="1"/>
          </p:cNvSpPr>
          <p:nvPr>
            <p:ph sz="quarter" idx="24" hasCustomPrompt="1"/>
          </p:nvPr>
        </p:nvSpPr>
        <p:spPr>
          <a:xfrm>
            <a:off x="382829" y="7607837"/>
            <a:ext cx="2952000"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8" name="Espaço Reservado para Conteúdo 14">
            <a:extLst>
              <a:ext uri="{FF2B5EF4-FFF2-40B4-BE49-F238E27FC236}">
                <a16:creationId xmlns:a16="http://schemas.microsoft.com/office/drawing/2014/main" id="{19DBE73C-C2CD-83C2-C6D2-8217714624B1}"/>
              </a:ext>
            </a:extLst>
          </p:cNvPr>
          <p:cNvSpPr>
            <a:spLocks noGrp="1"/>
          </p:cNvSpPr>
          <p:nvPr>
            <p:ph sz="quarter" idx="25" hasCustomPrompt="1"/>
          </p:nvPr>
        </p:nvSpPr>
        <p:spPr>
          <a:xfrm>
            <a:off x="3536951" y="7607837"/>
            <a:ext cx="2952000"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cxnSp>
        <p:nvCxnSpPr>
          <p:cNvPr id="10" name="Straight Connector 9">
            <a:extLst>
              <a:ext uri="{FF2B5EF4-FFF2-40B4-BE49-F238E27FC236}">
                <a16:creationId xmlns:a16="http://schemas.microsoft.com/office/drawing/2014/main" id="{15D71B80-AC72-49AC-B09D-E52C19B52064}"/>
              </a:ext>
            </a:extLst>
          </p:cNvPr>
          <p:cNvCxnSpPr>
            <a:cxnSpLocks/>
          </p:cNvCxnSpPr>
          <p:nvPr userDrawn="1"/>
        </p:nvCxnSpPr>
        <p:spPr>
          <a:xfrm>
            <a:off x="4227459" y="2150951"/>
            <a:ext cx="0" cy="525891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89BF6539-9496-327C-37FC-619DC6D9078A}"/>
              </a:ext>
            </a:extLst>
          </p:cNvPr>
          <p:cNvSpPr>
            <a:spLocks noGrp="1"/>
          </p:cNvSpPr>
          <p:nvPr>
            <p:ph type="body" sz="quarter" idx="27" hasCustomPrompt="1"/>
          </p:nvPr>
        </p:nvSpPr>
        <p:spPr>
          <a:xfrm>
            <a:off x="4330593" y="3551967"/>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13" name="Text Placeholder 4">
            <a:extLst>
              <a:ext uri="{FF2B5EF4-FFF2-40B4-BE49-F238E27FC236}">
                <a16:creationId xmlns:a16="http://schemas.microsoft.com/office/drawing/2014/main" id="{9FE7D662-06FD-4510-0814-E74815AED648}"/>
              </a:ext>
            </a:extLst>
          </p:cNvPr>
          <p:cNvSpPr>
            <a:spLocks noGrp="1"/>
          </p:cNvSpPr>
          <p:nvPr>
            <p:ph type="body" sz="quarter" idx="28" hasCustomPrompt="1"/>
          </p:nvPr>
        </p:nvSpPr>
        <p:spPr>
          <a:xfrm>
            <a:off x="4330593" y="3713764"/>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14" name="Text Placeholder 4">
            <a:extLst>
              <a:ext uri="{FF2B5EF4-FFF2-40B4-BE49-F238E27FC236}">
                <a16:creationId xmlns:a16="http://schemas.microsoft.com/office/drawing/2014/main" id="{66D34F81-1353-1F11-EDF6-131DEC8F78E3}"/>
              </a:ext>
            </a:extLst>
          </p:cNvPr>
          <p:cNvSpPr>
            <a:spLocks noGrp="1"/>
          </p:cNvSpPr>
          <p:nvPr>
            <p:ph type="body" sz="quarter" idx="29" hasCustomPrompt="1"/>
          </p:nvPr>
        </p:nvSpPr>
        <p:spPr>
          <a:xfrm>
            <a:off x="4330593" y="3840636"/>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16" name="Text Placeholder 4">
            <a:extLst>
              <a:ext uri="{FF2B5EF4-FFF2-40B4-BE49-F238E27FC236}">
                <a16:creationId xmlns:a16="http://schemas.microsoft.com/office/drawing/2014/main" id="{9C0F5FBA-7015-1C4F-6440-8D2DC566707E}"/>
              </a:ext>
            </a:extLst>
          </p:cNvPr>
          <p:cNvSpPr>
            <a:spLocks noGrp="1"/>
          </p:cNvSpPr>
          <p:nvPr>
            <p:ph type="body" sz="quarter" idx="30" hasCustomPrompt="1"/>
          </p:nvPr>
        </p:nvSpPr>
        <p:spPr>
          <a:xfrm>
            <a:off x="4330593" y="4038222"/>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17" name="Text Placeholder 4">
            <a:extLst>
              <a:ext uri="{FF2B5EF4-FFF2-40B4-BE49-F238E27FC236}">
                <a16:creationId xmlns:a16="http://schemas.microsoft.com/office/drawing/2014/main" id="{2F372600-E1E8-A42B-36DD-8F450B0D3FB6}"/>
              </a:ext>
            </a:extLst>
          </p:cNvPr>
          <p:cNvSpPr>
            <a:spLocks noGrp="1"/>
          </p:cNvSpPr>
          <p:nvPr>
            <p:ph type="body" sz="quarter" idx="31" hasCustomPrompt="1"/>
          </p:nvPr>
        </p:nvSpPr>
        <p:spPr>
          <a:xfrm>
            <a:off x="4330593" y="4200019"/>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18" name="Text Placeholder 4">
            <a:extLst>
              <a:ext uri="{FF2B5EF4-FFF2-40B4-BE49-F238E27FC236}">
                <a16:creationId xmlns:a16="http://schemas.microsoft.com/office/drawing/2014/main" id="{5BE5F1CC-0CA1-970E-03FC-5B891C2CEF42}"/>
              </a:ext>
            </a:extLst>
          </p:cNvPr>
          <p:cNvSpPr>
            <a:spLocks noGrp="1"/>
          </p:cNvSpPr>
          <p:nvPr>
            <p:ph type="body" sz="quarter" idx="32" hasCustomPrompt="1"/>
          </p:nvPr>
        </p:nvSpPr>
        <p:spPr>
          <a:xfrm>
            <a:off x="4330593" y="4326891"/>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19" name="Text Placeholder 4">
            <a:extLst>
              <a:ext uri="{FF2B5EF4-FFF2-40B4-BE49-F238E27FC236}">
                <a16:creationId xmlns:a16="http://schemas.microsoft.com/office/drawing/2014/main" id="{35824A92-0CF6-962F-0FE9-04EC29CA20F0}"/>
              </a:ext>
            </a:extLst>
          </p:cNvPr>
          <p:cNvSpPr>
            <a:spLocks noGrp="1"/>
          </p:cNvSpPr>
          <p:nvPr>
            <p:ph type="body" sz="quarter" idx="33" hasCustomPrompt="1"/>
          </p:nvPr>
        </p:nvSpPr>
        <p:spPr>
          <a:xfrm>
            <a:off x="4330593" y="4531792"/>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20" name="Text Placeholder 4">
            <a:extLst>
              <a:ext uri="{FF2B5EF4-FFF2-40B4-BE49-F238E27FC236}">
                <a16:creationId xmlns:a16="http://schemas.microsoft.com/office/drawing/2014/main" id="{0B3A3938-C409-5084-9827-D18788FC36AE}"/>
              </a:ext>
            </a:extLst>
          </p:cNvPr>
          <p:cNvSpPr>
            <a:spLocks noGrp="1"/>
          </p:cNvSpPr>
          <p:nvPr>
            <p:ph type="body" sz="quarter" idx="34" hasCustomPrompt="1"/>
          </p:nvPr>
        </p:nvSpPr>
        <p:spPr>
          <a:xfrm>
            <a:off x="4330593" y="4693589"/>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21" name="Text Placeholder 4">
            <a:extLst>
              <a:ext uri="{FF2B5EF4-FFF2-40B4-BE49-F238E27FC236}">
                <a16:creationId xmlns:a16="http://schemas.microsoft.com/office/drawing/2014/main" id="{110F7DB8-030A-FD87-106E-18EC0280F85D}"/>
              </a:ext>
            </a:extLst>
          </p:cNvPr>
          <p:cNvSpPr>
            <a:spLocks noGrp="1"/>
          </p:cNvSpPr>
          <p:nvPr>
            <p:ph type="body" sz="quarter" idx="35" hasCustomPrompt="1"/>
          </p:nvPr>
        </p:nvSpPr>
        <p:spPr>
          <a:xfrm>
            <a:off x="4330593" y="4820461"/>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22" name="Espaço Reservado para Conteúdo 14">
            <a:extLst>
              <a:ext uri="{FF2B5EF4-FFF2-40B4-BE49-F238E27FC236}">
                <a16:creationId xmlns:a16="http://schemas.microsoft.com/office/drawing/2014/main" id="{34EB6BD4-0983-55AD-E75C-92B427051854}"/>
              </a:ext>
            </a:extLst>
          </p:cNvPr>
          <p:cNvSpPr>
            <a:spLocks noGrp="1"/>
          </p:cNvSpPr>
          <p:nvPr>
            <p:ph sz="quarter" idx="40" hasCustomPrompt="1"/>
          </p:nvPr>
        </p:nvSpPr>
        <p:spPr>
          <a:xfrm>
            <a:off x="4330593" y="2150951"/>
            <a:ext cx="2159107" cy="1236051"/>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3" name="Text Placeholder 4">
            <a:extLst>
              <a:ext uri="{FF2B5EF4-FFF2-40B4-BE49-F238E27FC236}">
                <a16:creationId xmlns:a16="http://schemas.microsoft.com/office/drawing/2014/main" id="{C29922D5-A5CB-5E06-BEF1-C535371BF795}"/>
              </a:ext>
            </a:extLst>
          </p:cNvPr>
          <p:cNvSpPr>
            <a:spLocks noGrp="1"/>
          </p:cNvSpPr>
          <p:nvPr>
            <p:ph type="body" sz="quarter" idx="23"/>
          </p:nvPr>
        </p:nvSpPr>
        <p:spPr>
          <a:xfrm>
            <a:off x="390154" y="3836988"/>
            <a:ext cx="3734172" cy="3572873"/>
          </a:xfrm>
          <a:prstGeom prst="rect">
            <a:avLst/>
          </a:prstGeom>
          <a:noFill/>
        </p:spPr>
        <p:txBody>
          <a:bodyPr wrap="square" lIns="0" tIns="0" rIns="0" bIns="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a:t>Click to edit Master text styles</a:t>
            </a:r>
          </a:p>
        </p:txBody>
      </p:sp>
      <p:sp>
        <p:nvSpPr>
          <p:cNvPr id="24" name="Text Placeholder 4">
            <a:extLst>
              <a:ext uri="{FF2B5EF4-FFF2-40B4-BE49-F238E27FC236}">
                <a16:creationId xmlns:a16="http://schemas.microsoft.com/office/drawing/2014/main" id="{61B2C06E-6371-A6FA-77BC-61B45402995B}"/>
              </a:ext>
            </a:extLst>
          </p:cNvPr>
          <p:cNvSpPr>
            <a:spLocks noGrp="1"/>
          </p:cNvSpPr>
          <p:nvPr>
            <p:ph type="body" sz="quarter" idx="42"/>
          </p:nvPr>
        </p:nvSpPr>
        <p:spPr>
          <a:xfrm>
            <a:off x="390154" y="2150952"/>
            <a:ext cx="3734171" cy="1541573"/>
          </a:xfrm>
          <a:prstGeom prst="rect">
            <a:avLst/>
          </a:prstGeom>
          <a:solidFill>
            <a:schemeClr val="bg1">
              <a:lumMod val="95000"/>
            </a:schemeClr>
          </a:solidFill>
        </p:spPr>
        <p:txBody>
          <a:bodyPr wrap="square" lIns="72000" tIns="72000" rIns="72000" bIns="7200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a:t>Click to edit Master text styles</a:t>
            </a:r>
          </a:p>
        </p:txBody>
      </p:sp>
    </p:spTree>
    <p:extLst>
      <p:ext uri="{BB962C8B-B14F-4D97-AF65-F5344CB8AC3E}">
        <p14:creationId xmlns:p14="http://schemas.microsoft.com/office/powerpoint/2010/main" val="2786746524"/>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apa Short Note Sector">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38" name="Espaço Reservado para Conteúdo 14">
            <a:extLst>
              <a:ext uri="{FF2B5EF4-FFF2-40B4-BE49-F238E27FC236}">
                <a16:creationId xmlns:a16="http://schemas.microsoft.com/office/drawing/2014/main" id="{8272B113-2F70-441F-8502-29E6B907995B}"/>
              </a:ext>
            </a:extLst>
          </p:cNvPr>
          <p:cNvSpPr>
            <a:spLocks noGrp="1"/>
          </p:cNvSpPr>
          <p:nvPr>
            <p:ph sz="quarter"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p:ph sz="quarter"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pic>
        <p:nvPicPr>
          <p:cNvPr id="2" name="Graphic 1">
            <a:extLst>
              <a:ext uri="{FF2B5EF4-FFF2-40B4-BE49-F238E27FC236}">
                <a16:creationId xmlns:a16="http://schemas.microsoft.com/office/drawing/2014/main" id="{DAE82E8C-95AD-0361-B8B0-B7C0D8684CF5}"/>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0" y="0"/>
            <a:ext cx="6858000" cy="2003470"/>
          </a:xfrm>
          <a:prstGeom prst="rect">
            <a:avLst/>
          </a:prstGeom>
        </p:spPr>
      </p:pic>
      <p:pic>
        <p:nvPicPr>
          <p:cNvPr id="4" name="Picture 3" descr="A blue and white dot pattern&#10;&#10;AI-generated content may be incorrect.">
            <a:extLst>
              <a:ext uri="{FF2B5EF4-FFF2-40B4-BE49-F238E27FC236}">
                <a16:creationId xmlns:a16="http://schemas.microsoft.com/office/drawing/2014/main" id="{29FA0211-7640-B008-5F80-DFE4BF78EDCF}"/>
              </a:ext>
            </a:extLst>
          </p:cNvPr>
          <p:cNvPicPr>
            <a:picLocks noChangeAspect="1"/>
          </p:cNvPicPr>
          <p:nvPr userDrawn="1"/>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14569" y="12000"/>
            <a:ext cx="6843431" cy="1991470"/>
          </a:xfrm>
          <a:prstGeom prst="rect">
            <a:avLst/>
          </a:prstGeom>
        </p:spPr>
      </p:pic>
      <p:pic>
        <p:nvPicPr>
          <p:cNvPr id="5" name="Graphic 4">
            <a:extLst>
              <a:ext uri="{FF2B5EF4-FFF2-40B4-BE49-F238E27FC236}">
                <a16:creationId xmlns:a16="http://schemas.microsoft.com/office/drawing/2014/main" id="{17F97C21-6648-EF6C-A98D-137E0F480F1A}"/>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rcRect l="51901" t="57744" r="40349" b="-120"/>
          <a:stretch/>
        </p:blipFill>
        <p:spPr>
          <a:xfrm rot="5400000" flipH="1">
            <a:off x="3316774" y="-1537758"/>
            <a:ext cx="2003470" cy="5078985"/>
          </a:xfrm>
          <a:prstGeom prst="rect">
            <a:avLst/>
          </a:prstGeom>
        </p:spPr>
      </p:pic>
      <p:sp>
        <p:nvSpPr>
          <p:cNvPr id="6" name="Espaço Reservado para Texto 6">
            <a:extLst>
              <a:ext uri="{FF2B5EF4-FFF2-40B4-BE49-F238E27FC236}">
                <a16:creationId xmlns:a16="http://schemas.microsoft.com/office/drawing/2014/main" id="{928D0FCD-860E-59BE-AB6B-2EA27033053F}"/>
              </a:ext>
            </a:extLst>
          </p:cNvPr>
          <p:cNvSpPr>
            <a:spLocks noGrp="1"/>
          </p:cNvSpPr>
          <p:nvPr>
            <p:ph type="body" sz="quarter" idx="16" hasCustomPrompt="1"/>
          </p:nvPr>
        </p:nvSpPr>
        <p:spPr>
          <a:xfrm>
            <a:off x="390154" y="96923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grpSp>
        <p:nvGrpSpPr>
          <p:cNvPr id="7" name="Group 6">
            <a:extLst>
              <a:ext uri="{FF2B5EF4-FFF2-40B4-BE49-F238E27FC236}">
                <a16:creationId xmlns:a16="http://schemas.microsoft.com/office/drawing/2014/main" id="{7B14105F-6B03-AB02-2E6B-E280AFC5EA3E}"/>
              </a:ext>
            </a:extLst>
          </p:cNvPr>
          <p:cNvGrpSpPr/>
          <p:nvPr userDrawn="1"/>
        </p:nvGrpSpPr>
        <p:grpSpPr>
          <a:xfrm>
            <a:off x="390154" y="406178"/>
            <a:ext cx="1240285" cy="341910"/>
            <a:chOff x="2700591" y="2522601"/>
            <a:chExt cx="6428993" cy="1772284"/>
          </a:xfrm>
        </p:grpSpPr>
        <p:sp>
          <p:nvSpPr>
            <p:cNvPr id="8" name="Freeform: Shape 40">
              <a:extLst>
                <a:ext uri="{FF2B5EF4-FFF2-40B4-BE49-F238E27FC236}">
                  <a16:creationId xmlns:a16="http://schemas.microsoft.com/office/drawing/2014/main" id="{F910343D-7729-C09A-9C77-894C9CA08B3A}"/>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9" name="Graphic 20">
              <a:extLst>
                <a:ext uri="{FF2B5EF4-FFF2-40B4-BE49-F238E27FC236}">
                  <a16:creationId xmlns:a16="http://schemas.microsoft.com/office/drawing/2014/main" id="{19EE9025-8994-9F60-34A1-5C3B3CFAD1EC}"/>
                </a:ext>
              </a:extLst>
            </p:cNvPr>
            <p:cNvGrpSpPr/>
            <p:nvPr/>
          </p:nvGrpSpPr>
          <p:grpSpPr>
            <a:xfrm>
              <a:off x="5034660" y="3339528"/>
              <a:ext cx="4094924" cy="747077"/>
              <a:chOff x="5034660" y="3339528"/>
              <a:chExt cx="4094924" cy="747077"/>
            </a:xfrm>
            <a:solidFill>
              <a:srgbClr val="FFFFFF"/>
            </a:solidFill>
          </p:grpSpPr>
          <p:sp>
            <p:nvSpPr>
              <p:cNvPr id="10" name="Freeform: Shape 42">
                <a:extLst>
                  <a:ext uri="{FF2B5EF4-FFF2-40B4-BE49-F238E27FC236}">
                    <a16:creationId xmlns:a16="http://schemas.microsoft.com/office/drawing/2014/main" id="{7B5DDC33-C3D4-9796-19F2-58D7C38A2C63}"/>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2" name="Freeform: Shape 43">
                <a:extLst>
                  <a:ext uri="{FF2B5EF4-FFF2-40B4-BE49-F238E27FC236}">
                    <a16:creationId xmlns:a16="http://schemas.microsoft.com/office/drawing/2014/main" id="{F4C69D50-6649-D4B4-7D87-4089B8DBE467}"/>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13" name="Freeform: Shape 44">
                <a:extLst>
                  <a:ext uri="{FF2B5EF4-FFF2-40B4-BE49-F238E27FC236}">
                    <a16:creationId xmlns:a16="http://schemas.microsoft.com/office/drawing/2014/main" id="{883D8FB5-0F60-B49C-34DC-9175C66F908E}"/>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14" name="Freeform: Shape 45">
                <a:extLst>
                  <a:ext uri="{FF2B5EF4-FFF2-40B4-BE49-F238E27FC236}">
                    <a16:creationId xmlns:a16="http://schemas.microsoft.com/office/drawing/2014/main" id="{371036E0-69E7-A8D3-000E-87223966A2ED}"/>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16" name="Freeform: Shape 46">
                <a:extLst>
                  <a:ext uri="{FF2B5EF4-FFF2-40B4-BE49-F238E27FC236}">
                    <a16:creationId xmlns:a16="http://schemas.microsoft.com/office/drawing/2014/main" id="{02898492-89A0-DE15-D6C5-D551EFE24C97}"/>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17" name="Freeform: Shape 47">
                <a:extLst>
                  <a:ext uri="{FF2B5EF4-FFF2-40B4-BE49-F238E27FC236}">
                    <a16:creationId xmlns:a16="http://schemas.microsoft.com/office/drawing/2014/main" id="{E25F01F7-A7A9-F302-A1F0-C58B6E4EF15D}"/>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8" name="Freeform: Shape 48">
                <a:extLst>
                  <a:ext uri="{FF2B5EF4-FFF2-40B4-BE49-F238E27FC236}">
                    <a16:creationId xmlns:a16="http://schemas.microsoft.com/office/drawing/2014/main" id="{DFD7414B-9A29-543D-FEA3-E085A244A597}"/>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19" name="Freeform: Shape 49">
                <a:extLst>
                  <a:ext uri="{FF2B5EF4-FFF2-40B4-BE49-F238E27FC236}">
                    <a16:creationId xmlns:a16="http://schemas.microsoft.com/office/drawing/2014/main" id="{057F6B16-BFF0-4DFA-603A-E9BCA79F8063}"/>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20" name="Espaço Reservado para Texto 6">
            <a:extLst>
              <a:ext uri="{FF2B5EF4-FFF2-40B4-BE49-F238E27FC236}">
                <a16:creationId xmlns:a16="http://schemas.microsoft.com/office/drawing/2014/main" id="{C856C89A-7562-82C0-70CE-765A1BE0195E}"/>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21" name="Date Placeholder 1">
            <a:extLst>
              <a:ext uri="{FF2B5EF4-FFF2-40B4-BE49-F238E27FC236}">
                <a16:creationId xmlns:a16="http://schemas.microsoft.com/office/drawing/2014/main" id="{BFDFB630-05CE-02BE-378B-A5C3EA6BC938}"/>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612E5A96-6F88-4F65-A28F-EA78F674479F}" type="datetime4">
              <a:rPr lang="en-US" smtClean="0"/>
              <a:t>September 28, 2026</a:t>
            </a:fld>
            <a:endParaRPr lang="en-US"/>
          </a:p>
        </p:txBody>
      </p:sp>
      <p:sp>
        <p:nvSpPr>
          <p:cNvPr id="22" name="Espaço Reservado para Texto 6">
            <a:extLst>
              <a:ext uri="{FF2B5EF4-FFF2-40B4-BE49-F238E27FC236}">
                <a16:creationId xmlns:a16="http://schemas.microsoft.com/office/drawing/2014/main" id="{BC5C97CA-C109-C89E-B0DA-580EB374FF5A}"/>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23" name="Espaço Reservado para Texto 6">
            <a:extLst>
              <a:ext uri="{FF2B5EF4-FFF2-40B4-BE49-F238E27FC236}">
                <a16:creationId xmlns:a16="http://schemas.microsoft.com/office/drawing/2014/main" id="{6CE2BDD4-5FBE-4506-6AAF-2D2BA90A0DD8}"/>
              </a:ext>
            </a:extLst>
          </p:cNvPr>
          <p:cNvSpPr>
            <a:spLocks noGrp="1"/>
          </p:cNvSpPr>
          <p:nvPr>
            <p:ph type="body" sz="quarter" idx="38" hasCustomPrompt="1"/>
          </p:nvPr>
        </p:nvSpPr>
        <p:spPr>
          <a:xfrm>
            <a:off x="390154" y="1405779"/>
            <a:ext cx="6112352" cy="187302"/>
          </a:xfrm>
          <a:prstGeom prst="rect">
            <a:avLst/>
          </a:prstGeom>
        </p:spPr>
        <p:txBody>
          <a:bodyPr vert="horz" lIns="0" tIns="0" rIns="0" bIns="0" rtlCol="0" anchor="t">
            <a:noAutofit/>
          </a:bodyPr>
          <a:lstStyle>
            <a:lvl1pPr>
              <a:defRPr lang="pt-BR" sz="16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15" name="Text Placeholder 4">
            <a:extLst>
              <a:ext uri="{FF2B5EF4-FFF2-40B4-BE49-F238E27FC236}">
                <a16:creationId xmlns:a16="http://schemas.microsoft.com/office/drawing/2014/main" id="{940F99CF-8986-12A5-817F-97B685225E90}"/>
              </a:ext>
            </a:extLst>
          </p:cNvPr>
          <p:cNvSpPr>
            <a:spLocks noGrp="1"/>
          </p:cNvSpPr>
          <p:nvPr>
            <p:ph type="body" sz="quarter" idx="27" hasCustomPrompt="1"/>
          </p:nvPr>
        </p:nvSpPr>
        <p:spPr>
          <a:xfrm>
            <a:off x="4330593" y="5026703"/>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24" name="Text Placeholder 4">
            <a:extLst>
              <a:ext uri="{FF2B5EF4-FFF2-40B4-BE49-F238E27FC236}">
                <a16:creationId xmlns:a16="http://schemas.microsoft.com/office/drawing/2014/main" id="{0140C41B-2354-17F2-8688-7AB404EEA1F0}"/>
              </a:ext>
            </a:extLst>
          </p:cNvPr>
          <p:cNvSpPr>
            <a:spLocks noGrp="1"/>
          </p:cNvSpPr>
          <p:nvPr>
            <p:ph type="body" sz="quarter" idx="28" hasCustomPrompt="1"/>
          </p:nvPr>
        </p:nvSpPr>
        <p:spPr>
          <a:xfrm>
            <a:off x="4330593" y="5188500"/>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25" name="Text Placeholder 4">
            <a:extLst>
              <a:ext uri="{FF2B5EF4-FFF2-40B4-BE49-F238E27FC236}">
                <a16:creationId xmlns:a16="http://schemas.microsoft.com/office/drawing/2014/main" id="{88382CAA-FCB9-2AEB-20BA-5D243A50978F}"/>
              </a:ext>
            </a:extLst>
          </p:cNvPr>
          <p:cNvSpPr>
            <a:spLocks noGrp="1"/>
          </p:cNvSpPr>
          <p:nvPr>
            <p:ph type="body" sz="quarter" idx="29" hasCustomPrompt="1"/>
          </p:nvPr>
        </p:nvSpPr>
        <p:spPr>
          <a:xfrm>
            <a:off x="4330593" y="5315372"/>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26" name="Text Placeholder 4">
            <a:extLst>
              <a:ext uri="{FF2B5EF4-FFF2-40B4-BE49-F238E27FC236}">
                <a16:creationId xmlns:a16="http://schemas.microsoft.com/office/drawing/2014/main" id="{91E52212-A260-84D8-2C50-08CDC08A8BB7}"/>
              </a:ext>
            </a:extLst>
          </p:cNvPr>
          <p:cNvSpPr>
            <a:spLocks noGrp="1"/>
          </p:cNvSpPr>
          <p:nvPr>
            <p:ph type="body" sz="quarter" idx="30" hasCustomPrompt="1"/>
          </p:nvPr>
        </p:nvSpPr>
        <p:spPr>
          <a:xfrm>
            <a:off x="4330593" y="5512958"/>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28" name="Text Placeholder 4">
            <a:extLst>
              <a:ext uri="{FF2B5EF4-FFF2-40B4-BE49-F238E27FC236}">
                <a16:creationId xmlns:a16="http://schemas.microsoft.com/office/drawing/2014/main" id="{FD566518-7137-787A-8B48-3DC74BA88C36}"/>
              </a:ext>
            </a:extLst>
          </p:cNvPr>
          <p:cNvSpPr>
            <a:spLocks noGrp="1"/>
          </p:cNvSpPr>
          <p:nvPr>
            <p:ph type="body" sz="quarter" idx="31" hasCustomPrompt="1"/>
          </p:nvPr>
        </p:nvSpPr>
        <p:spPr>
          <a:xfrm>
            <a:off x="4330593" y="5674755"/>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29" name="Text Placeholder 4">
            <a:extLst>
              <a:ext uri="{FF2B5EF4-FFF2-40B4-BE49-F238E27FC236}">
                <a16:creationId xmlns:a16="http://schemas.microsoft.com/office/drawing/2014/main" id="{128DB013-695D-1616-A486-7F2B38589E64}"/>
              </a:ext>
            </a:extLst>
          </p:cNvPr>
          <p:cNvSpPr>
            <a:spLocks noGrp="1"/>
          </p:cNvSpPr>
          <p:nvPr>
            <p:ph type="body" sz="quarter" idx="32" hasCustomPrompt="1"/>
          </p:nvPr>
        </p:nvSpPr>
        <p:spPr>
          <a:xfrm>
            <a:off x="4330593" y="580162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30" name="Text Placeholder 4">
            <a:extLst>
              <a:ext uri="{FF2B5EF4-FFF2-40B4-BE49-F238E27FC236}">
                <a16:creationId xmlns:a16="http://schemas.microsoft.com/office/drawing/2014/main" id="{88A24351-08B2-83F8-B4F8-D55D3F07EF7B}"/>
              </a:ext>
            </a:extLst>
          </p:cNvPr>
          <p:cNvSpPr>
            <a:spLocks noGrp="1"/>
          </p:cNvSpPr>
          <p:nvPr>
            <p:ph type="body" sz="quarter" idx="33" hasCustomPrompt="1"/>
          </p:nvPr>
        </p:nvSpPr>
        <p:spPr>
          <a:xfrm>
            <a:off x="4330593" y="6006528"/>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31" name="Text Placeholder 4">
            <a:extLst>
              <a:ext uri="{FF2B5EF4-FFF2-40B4-BE49-F238E27FC236}">
                <a16:creationId xmlns:a16="http://schemas.microsoft.com/office/drawing/2014/main" id="{C9E1A8CB-1D01-FB8E-FFF5-6ACBA780081F}"/>
              </a:ext>
            </a:extLst>
          </p:cNvPr>
          <p:cNvSpPr>
            <a:spLocks noGrp="1"/>
          </p:cNvSpPr>
          <p:nvPr>
            <p:ph type="body" sz="quarter" idx="34" hasCustomPrompt="1"/>
          </p:nvPr>
        </p:nvSpPr>
        <p:spPr>
          <a:xfrm>
            <a:off x="4330593" y="6168325"/>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32" name="Text Placeholder 4">
            <a:extLst>
              <a:ext uri="{FF2B5EF4-FFF2-40B4-BE49-F238E27FC236}">
                <a16:creationId xmlns:a16="http://schemas.microsoft.com/office/drawing/2014/main" id="{1AE7C39D-EA22-C5DB-A675-845E341B399F}"/>
              </a:ext>
            </a:extLst>
          </p:cNvPr>
          <p:cNvSpPr>
            <a:spLocks noGrp="1"/>
          </p:cNvSpPr>
          <p:nvPr>
            <p:ph type="body" sz="quarter" idx="35" hasCustomPrompt="1"/>
          </p:nvPr>
        </p:nvSpPr>
        <p:spPr>
          <a:xfrm>
            <a:off x="4330593" y="629519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33" name="Espaço Reservado para Conteúdo 14">
            <a:extLst>
              <a:ext uri="{FF2B5EF4-FFF2-40B4-BE49-F238E27FC236}">
                <a16:creationId xmlns:a16="http://schemas.microsoft.com/office/drawing/2014/main" id="{4D005A3B-2044-D406-2A9E-49AD2BFCCD4B}"/>
              </a:ext>
            </a:extLst>
          </p:cNvPr>
          <p:cNvSpPr>
            <a:spLocks noGrp="1"/>
          </p:cNvSpPr>
          <p:nvPr>
            <p:ph sz="quarter" idx="40" hasCustomPrompt="1"/>
          </p:nvPr>
        </p:nvSpPr>
        <p:spPr>
          <a:xfrm>
            <a:off x="4330593" y="3695191"/>
            <a:ext cx="2159107" cy="123486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cxnSp>
        <p:nvCxnSpPr>
          <p:cNvPr id="34" name="Straight Connector 33">
            <a:extLst>
              <a:ext uri="{FF2B5EF4-FFF2-40B4-BE49-F238E27FC236}">
                <a16:creationId xmlns:a16="http://schemas.microsoft.com/office/drawing/2014/main" id="{AF1BA942-F3DB-C7E0-BAED-A17071503BC2}"/>
              </a:ext>
            </a:extLst>
          </p:cNvPr>
          <p:cNvCxnSpPr>
            <a:cxnSpLocks/>
          </p:cNvCxnSpPr>
          <p:nvPr userDrawn="1"/>
        </p:nvCxnSpPr>
        <p:spPr>
          <a:xfrm>
            <a:off x="4227459" y="3692525"/>
            <a:ext cx="0" cy="403633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5" name="Text Placeholder 4">
            <a:extLst>
              <a:ext uri="{FF2B5EF4-FFF2-40B4-BE49-F238E27FC236}">
                <a16:creationId xmlns:a16="http://schemas.microsoft.com/office/drawing/2014/main" id="{36541823-4E2D-CA37-F162-ECE90D8582A7}"/>
              </a:ext>
            </a:extLst>
          </p:cNvPr>
          <p:cNvSpPr>
            <a:spLocks noGrp="1"/>
          </p:cNvSpPr>
          <p:nvPr>
            <p:ph type="body" sz="quarter" idx="23"/>
          </p:nvPr>
        </p:nvSpPr>
        <p:spPr>
          <a:xfrm>
            <a:off x="390154" y="3692524"/>
            <a:ext cx="3734170" cy="4036332"/>
          </a:xfrm>
          <a:prstGeom prst="rect">
            <a:avLst/>
          </a:prstGeom>
          <a:noFill/>
        </p:spPr>
        <p:txBody>
          <a:bodyPr wrap="square" lIns="0" tIns="0" rIns="0" bIns="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a:t>Click to edit Master text styles</a:t>
            </a:r>
          </a:p>
        </p:txBody>
      </p:sp>
      <p:sp>
        <p:nvSpPr>
          <p:cNvPr id="36" name="Text Placeholder 4">
            <a:extLst>
              <a:ext uri="{FF2B5EF4-FFF2-40B4-BE49-F238E27FC236}">
                <a16:creationId xmlns:a16="http://schemas.microsoft.com/office/drawing/2014/main" id="{921245B7-AB30-4FB7-CF96-2E86016A7C44}"/>
              </a:ext>
            </a:extLst>
          </p:cNvPr>
          <p:cNvSpPr>
            <a:spLocks noGrp="1"/>
          </p:cNvSpPr>
          <p:nvPr>
            <p:ph type="body" sz="quarter" idx="20"/>
          </p:nvPr>
        </p:nvSpPr>
        <p:spPr>
          <a:xfrm>
            <a:off x="390154" y="2150950"/>
            <a:ext cx="6099546" cy="1378800"/>
          </a:xfrm>
          <a:prstGeom prst="rect">
            <a:avLst/>
          </a:prstGeom>
          <a:solidFill>
            <a:schemeClr val="bg1">
              <a:lumMod val="95000"/>
            </a:schemeClr>
          </a:solidFill>
        </p:spPr>
        <p:txBody>
          <a:bodyPr wrap="square" lIns="72000" tIns="72000" rIns="72000" bIns="7200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a:t>Click to edit Master text styles</a:t>
            </a:r>
          </a:p>
        </p:txBody>
      </p:sp>
    </p:spTree>
    <p:extLst>
      <p:ext uri="{BB962C8B-B14F-4D97-AF65-F5344CB8AC3E}">
        <p14:creationId xmlns:p14="http://schemas.microsoft.com/office/powerpoint/2010/main" val="4281382363"/>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apa Company Update/Report">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pic>
        <p:nvPicPr>
          <p:cNvPr id="2" name="Graphic 1">
            <a:extLst>
              <a:ext uri="{FF2B5EF4-FFF2-40B4-BE49-F238E27FC236}">
                <a16:creationId xmlns:a16="http://schemas.microsoft.com/office/drawing/2014/main" id="{020CA7CE-0D5C-5488-D79D-0ED4E8CA1895}"/>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0" y="0"/>
            <a:ext cx="6858000" cy="2003470"/>
          </a:xfrm>
          <a:prstGeom prst="rect">
            <a:avLst/>
          </a:prstGeom>
        </p:spPr>
      </p:pic>
      <p:pic>
        <p:nvPicPr>
          <p:cNvPr id="4" name="Picture 3" descr="A blue and white dot pattern&#10;&#10;AI-generated content may be incorrect.">
            <a:extLst>
              <a:ext uri="{FF2B5EF4-FFF2-40B4-BE49-F238E27FC236}">
                <a16:creationId xmlns:a16="http://schemas.microsoft.com/office/drawing/2014/main" id="{FD512349-C8E0-A810-F233-AA959E02F3EC}"/>
              </a:ext>
            </a:extLst>
          </p:cNvPr>
          <p:cNvPicPr>
            <a:picLocks noChangeAspect="1"/>
          </p:cNvPicPr>
          <p:nvPr userDrawn="1"/>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14569" y="12000"/>
            <a:ext cx="6843431" cy="1991470"/>
          </a:xfrm>
          <a:prstGeom prst="rect">
            <a:avLst/>
          </a:prstGeom>
        </p:spPr>
      </p:pic>
      <p:pic>
        <p:nvPicPr>
          <p:cNvPr id="5" name="Graphic 4">
            <a:extLst>
              <a:ext uri="{FF2B5EF4-FFF2-40B4-BE49-F238E27FC236}">
                <a16:creationId xmlns:a16="http://schemas.microsoft.com/office/drawing/2014/main" id="{E63174DD-2C4B-6BAF-CEF1-EC07B326774A}"/>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rcRect l="51901" t="57744" r="40349" b="-120"/>
          <a:stretch/>
        </p:blipFill>
        <p:spPr>
          <a:xfrm rot="5400000" flipH="1">
            <a:off x="3316774" y="-1537758"/>
            <a:ext cx="2003470" cy="5078985"/>
          </a:xfrm>
          <a:prstGeom prst="rect">
            <a:avLst/>
          </a:prstGeom>
        </p:spPr>
      </p:pic>
      <p:sp>
        <p:nvSpPr>
          <p:cNvPr id="6" name="Espaço Reservado para Texto 6">
            <a:extLst>
              <a:ext uri="{FF2B5EF4-FFF2-40B4-BE49-F238E27FC236}">
                <a16:creationId xmlns:a16="http://schemas.microsoft.com/office/drawing/2014/main" id="{015B9AC7-A36B-41C5-EDAB-8DD657593D62}"/>
              </a:ext>
            </a:extLst>
          </p:cNvPr>
          <p:cNvSpPr>
            <a:spLocks noGrp="1"/>
          </p:cNvSpPr>
          <p:nvPr>
            <p:ph type="body" sz="quarter" idx="16" hasCustomPrompt="1"/>
          </p:nvPr>
        </p:nvSpPr>
        <p:spPr>
          <a:xfrm>
            <a:off x="390154" y="96923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grpSp>
        <p:nvGrpSpPr>
          <p:cNvPr id="7" name="Group 6">
            <a:extLst>
              <a:ext uri="{FF2B5EF4-FFF2-40B4-BE49-F238E27FC236}">
                <a16:creationId xmlns:a16="http://schemas.microsoft.com/office/drawing/2014/main" id="{02445908-BCDE-2295-D406-50E1C9EF2B7B}"/>
              </a:ext>
            </a:extLst>
          </p:cNvPr>
          <p:cNvGrpSpPr/>
          <p:nvPr userDrawn="1"/>
        </p:nvGrpSpPr>
        <p:grpSpPr>
          <a:xfrm>
            <a:off x="390154" y="406178"/>
            <a:ext cx="1240285" cy="341910"/>
            <a:chOff x="2700591" y="2522601"/>
            <a:chExt cx="6428993" cy="1772284"/>
          </a:xfrm>
        </p:grpSpPr>
        <p:sp>
          <p:nvSpPr>
            <p:cNvPr id="8" name="Freeform: Shape 40">
              <a:extLst>
                <a:ext uri="{FF2B5EF4-FFF2-40B4-BE49-F238E27FC236}">
                  <a16:creationId xmlns:a16="http://schemas.microsoft.com/office/drawing/2014/main" id="{2E67F9D7-F394-311A-DAC0-A499D3A6D817}"/>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9" name="Graphic 20">
              <a:extLst>
                <a:ext uri="{FF2B5EF4-FFF2-40B4-BE49-F238E27FC236}">
                  <a16:creationId xmlns:a16="http://schemas.microsoft.com/office/drawing/2014/main" id="{EE9B7EF6-E13B-2521-6B28-C02E7EB9EA15}"/>
                </a:ext>
              </a:extLst>
            </p:cNvPr>
            <p:cNvGrpSpPr/>
            <p:nvPr/>
          </p:nvGrpSpPr>
          <p:grpSpPr>
            <a:xfrm>
              <a:off x="5034660" y="3339528"/>
              <a:ext cx="4094924" cy="747077"/>
              <a:chOff x="5034660" y="3339528"/>
              <a:chExt cx="4094924" cy="747077"/>
            </a:xfrm>
            <a:solidFill>
              <a:srgbClr val="FFFFFF"/>
            </a:solidFill>
          </p:grpSpPr>
          <p:sp>
            <p:nvSpPr>
              <p:cNvPr id="10" name="Freeform: Shape 42">
                <a:extLst>
                  <a:ext uri="{FF2B5EF4-FFF2-40B4-BE49-F238E27FC236}">
                    <a16:creationId xmlns:a16="http://schemas.microsoft.com/office/drawing/2014/main" id="{A80B0CB7-CCBE-27F2-811D-831361DB3D9E}"/>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2" name="Freeform: Shape 43">
                <a:extLst>
                  <a:ext uri="{FF2B5EF4-FFF2-40B4-BE49-F238E27FC236}">
                    <a16:creationId xmlns:a16="http://schemas.microsoft.com/office/drawing/2014/main" id="{1CDAA107-BFA2-DA25-DBEA-C45AD8DA6896}"/>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13" name="Freeform: Shape 44">
                <a:extLst>
                  <a:ext uri="{FF2B5EF4-FFF2-40B4-BE49-F238E27FC236}">
                    <a16:creationId xmlns:a16="http://schemas.microsoft.com/office/drawing/2014/main" id="{B7F75FBE-3CBD-621E-BC87-614DC112F97F}"/>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14" name="Freeform: Shape 45">
                <a:extLst>
                  <a:ext uri="{FF2B5EF4-FFF2-40B4-BE49-F238E27FC236}">
                    <a16:creationId xmlns:a16="http://schemas.microsoft.com/office/drawing/2014/main" id="{0C3726A6-6347-549E-CAB6-E348B258C13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16" name="Freeform: Shape 46">
                <a:extLst>
                  <a:ext uri="{FF2B5EF4-FFF2-40B4-BE49-F238E27FC236}">
                    <a16:creationId xmlns:a16="http://schemas.microsoft.com/office/drawing/2014/main" id="{D33460AB-7460-89C4-1B3E-71E1559C24C4}"/>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17" name="Freeform: Shape 47">
                <a:extLst>
                  <a:ext uri="{FF2B5EF4-FFF2-40B4-BE49-F238E27FC236}">
                    <a16:creationId xmlns:a16="http://schemas.microsoft.com/office/drawing/2014/main" id="{6467008B-A71D-2B5A-5965-A4F4C926420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8" name="Freeform: Shape 48">
                <a:extLst>
                  <a:ext uri="{FF2B5EF4-FFF2-40B4-BE49-F238E27FC236}">
                    <a16:creationId xmlns:a16="http://schemas.microsoft.com/office/drawing/2014/main" id="{5F479CBE-4211-4C8C-D2E5-349D0E147F00}"/>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19" name="Freeform: Shape 49">
                <a:extLst>
                  <a:ext uri="{FF2B5EF4-FFF2-40B4-BE49-F238E27FC236}">
                    <a16:creationId xmlns:a16="http://schemas.microsoft.com/office/drawing/2014/main" id="{F81A199D-141A-22DC-6353-1881F40E055C}"/>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20" name="Espaço Reservado para Texto 6">
            <a:extLst>
              <a:ext uri="{FF2B5EF4-FFF2-40B4-BE49-F238E27FC236}">
                <a16:creationId xmlns:a16="http://schemas.microsoft.com/office/drawing/2014/main" id="{3E74DD25-30D6-188A-8CF7-03CD1A4C274B}"/>
              </a:ext>
            </a:extLst>
          </p:cNvPr>
          <p:cNvSpPr>
            <a:spLocks noGrp="1"/>
          </p:cNvSpPr>
          <p:nvPr>
            <p:ph type="body" sz="quarter" idx="38"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21" name="Date Placeholder 1">
            <a:extLst>
              <a:ext uri="{FF2B5EF4-FFF2-40B4-BE49-F238E27FC236}">
                <a16:creationId xmlns:a16="http://schemas.microsoft.com/office/drawing/2014/main" id="{225D8DF4-F29D-36AA-42FD-859125645D09}"/>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278C5912-7AFA-4AD2-A902-FFE8E8DD7713}" type="datetime4">
              <a:rPr lang="en-US" smtClean="0"/>
              <a:t>September 28, 2026</a:t>
            </a:fld>
            <a:endParaRPr lang="en-US"/>
          </a:p>
        </p:txBody>
      </p:sp>
      <p:sp>
        <p:nvSpPr>
          <p:cNvPr id="22" name="Espaço Reservado para Texto 6">
            <a:extLst>
              <a:ext uri="{FF2B5EF4-FFF2-40B4-BE49-F238E27FC236}">
                <a16:creationId xmlns:a16="http://schemas.microsoft.com/office/drawing/2014/main" id="{600E4F54-16E4-F72B-E47F-AD7A341150E5}"/>
              </a:ext>
            </a:extLst>
          </p:cNvPr>
          <p:cNvSpPr>
            <a:spLocks noGrp="1"/>
          </p:cNvSpPr>
          <p:nvPr>
            <p:ph type="body" sz="quarter" idx="39"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23" name="Espaço Reservado para Texto 6">
            <a:extLst>
              <a:ext uri="{FF2B5EF4-FFF2-40B4-BE49-F238E27FC236}">
                <a16:creationId xmlns:a16="http://schemas.microsoft.com/office/drawing/2014/main" id="{E23A42F1-5093-9517-11CC-E94EDA508616}"/>
              </a:ext>
            </a:extLst>
          </p:cNvPr>
          <p:cNvSpPr>
            <a:spLocks noGrp="1"/>
          </p:cNvSpPr>
          <p:nvPr>
            <p:ph type="body" sz="quarter" idx="40" hasCustomPrompt="1"/>
          </p:nvPr>
        </p:nvSpPr>
        <p:spPr>
          <a:xfrm>
            <a:off x="390154" y="1405779"/>
            <a:ext cx="6112352" cy="187302"/>
          </a:xfrm>
          <a:prstGeom prst="rect">
            <a:avLst/>
          </a:prstGeom>
        </p:spPr>
        <p:txBody>
          <a:bodyPr vert="horz" lIns="0" tIns="0" rIns="0" bIns="0" rtlCol="0" anchor="t">
            <a:noAutofit/>
          </a:bodyPr>
          <a:lstStyle>
            <a:lvl1pPr>
              <a:defRPr lang="pt-BR" sz="16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15" name="Text Placeholder 4">
            <a:extLst>
              <a:ext uri="{FF2B5EF4-FFF2-40B4-BE49-F238E27FC236}">
                <a16:creationId xmlns:a16="http://schemas.microsoft.com/office/drawing/2014/main" id="{9CDC6F15-9156-27BD-DE24-345453CF452B}"/>
              </a:ext>
            </a:extLst>
          </p:cNvPr>
          <p:cNvSpPr>
            <a:spLocks noGrp="1"/>
          </p:cNvSpPr>
          <p:nvPr>
            <p:ph type="body" sz="quarter" idx="20"/>
          </p:nvPr>
        </p:nvSpPr>
        <p:spPr>
          <a:xfrm>
            <a:off x="390154" y="2150950"/>
            <a:ext cx="6098400" cy="1378800"/>
          </a:xfrm>
          <a:prstGeom prst="rect">
            <a:avLst/>
          </a:prstGeom>
          <a:solidFill>
            <a:schemeClr val="bg1">
              <a:lumMod val="95000"/>
            </a:schemeClr>
          </a:solidFill>
        </p:spPr>
        <p:txBody>
          <a:bodyPr wrap="square" lIns="72000" tIns="72000" rIns="72000" bIns="7200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a:t>Click to edit Master text styles</a:t>
            </a:r>
          </a:p>
        </p:txBody>
      </p:sp>
      <p:sp>
        <p:nvSpPr>
          <p:cNvPr id="24" name="Text Placeholder 4">
            <a:extLst>
              <a:ext uri="{FF2B5EF4-FFF2-40B4-BE49-F238E27FC236}">
                <a16:creationId xmlns:a16="http://schemas.microsoft.com/office/drawing/2014/main" id="{D09E0B4F-0CB9-DC61-CCA9-25A73A1C8DD4}"/>
              </a:ext>
            </a:extLst>
          </p:cNvPr>
          <p:cNvSpPr>
            <a:spLocks noGrp="1"/>
          </p:cNvSpPr>
          <p:nvPr>
            <p:ph type="body" sz="quarter" idx="23"/>
          </p:nvPr>
        </p:nvSpPr>
        <p:spPr>
          <a:xfrm>
            <a:off x="390154" y="3691053"/>
            <a:ext cx="3734170" cy="4018975"/>
          </a:xfrm>
          <a:prstGeom prst="rect">
            <a:avLst/>
          </a:prstGeom>
          <a:noFill/>
        </p:spPr>
        <p:txBody>
          <a:bodyPr wrap="square" lIns="0" tIns="0" rIns="0" bIns="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a:t>Click to edit Master text styles</a:t>
            </a:r>
          </a:p>
        </p:txBody>
      </p:sp>
      <p:sp>
        <p:nvSpPr>
          <p:cNvPr id="25" name="Text Placeholder 4">
            <a:extLst>
              <a:ext uri="{FF2B5EF4-FFF2-40B4-BE49-F238E27FC236}">
                <a16:creationId xmlns:a16="http://schemas.microsoft.com/office/drawing/2014/main" id="{5A7F030E-73C4-E07A-33DF-312D56F0F76C}"/>
              </a:ext>
            </a:extLst>
          </p:cNvPr>
          <p:cNvSpPr>
            <a:spLocks noGrp="1"/>
          </p:cNvSpPr>
          <p:nvPr>
            <p:ph type="body" sz="quarter" idx="27" hasCustomPrompt="1"/>
          </p:nvPr>
        </p:nvSpPr>
        <p:spPr>
          <a:xfrm>
            <a:off x="4330593" y="5026703"/>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26" name="Text Placeholder 4">
            <a:extLst>
              <a:ext uri="{FF2B5EF4-FFF2-40B4-BE49-F238E27FC236}">
                <a16:creationId xmlns:a16="http://schemas.microsoft.com/office/drawing/2014/main" id="{BB3A3439-E17D-6D38-1316-DAE169B84D8D}"/>
              </a:ext>
            </a:extLst>
          </p:cNvPr>
          <p:cNvSpPr>
            <a:spLocks noGrp="1"/>
          </p:cNvSpPr>
          <p:nvPr>
            <p:ph type="body" sz="quarter" idx="28" hasCustomPrompt="1"/>
          </p:nvPr>
        </p:nvSpPr>
        <p:spPr>
          <a:xfrm>
            <a:off x="4330593" y="5188500"/>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28" name="Text Placeholder 4">
            <a:extLst>
              <a:ext uri="{FF2B5EF4-FFF2-40B4-BE49-F238E27FC236}">
                <a16:creationId xmlns:a16="http://schemas.microsoft.com/office/drawing/2014/main" id="{D879252A-E1C2-E728-21D3-50B31743B00B}"/>
              </a:ext>
            </a:extLst>
          </p:cNvPr>
          <p:cNvSpPr>
            <a:spLocks noGrp="1"/>
          </p:cNvSpPr>
          <p:nvPr>
            <p:ph type="body" sz="quarter" idx="29" hasCustomPrompt="1"/>
          </p:nvPr>
        </p:nvSpPr>
        <p:spPr>
          <a:xfrm>
            <a:off x="4330593" y="5315372"/>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29" name="Text Placeholder 4">
            <a:extLst>
              <a:ext uri="{FF2B5EF4-FFF2-40B4-BE49-F238E27FC236}">
                <a16:creationId xmlns:a16="http://schemas.microsoft.com/office/drawing/2014/main" id="{F9B99FB5-852F-6BAD-F3AA-BCFE83FADD59}"/>
              </a:ext>
            </a:extLst>
          </p:cNvPr>
          <p:cNvSpPr>
            <a:spLocks noGrp="1"/>
          </p:cNvSpPr>
          <p:nvPr>
            <p:ph type="body" sz="quarter" idx="30" hasCustomPrompt="1"/>
          </p:nvPr>
        </p:nvSpPr>
        <p:spPr>
          <a:xfrm>
            <a:off x="4330593" y="5512958"/>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30" name="Text Placeholder 4">
            <a:extLst>
              <a:ext uri="{FF2B5EF4-FFF2-40B4-BE49-F238E27FC236}">
                <a16:creationId xmlns:a16="http://schemas.microsoft.com/office/drawing/2014/main" id="{40246B11-FD7D-36D8-6E07-4D3E3BAC269E}"/>
              </a:ext>
            </a:extLst>
          </p:cNvPr>
          <p:cNvSpPr>
            <a:spLocks noGrp="1"/>
          </p:cNvSpPr>
          <p:nvPr>
            <p:ph type="body" sz="quarter" idx="31" hasCustomPrompt="1"/>
          </p:nvPr>
        </p:nvSpPr>
        <p:spPr>
          <a:xfrm>
            <a:off x="4330593" y="5674755"/>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31" name="Text Placeholder 4">
            <a:extLst>
              <a:ext uri="{FF2B5EF4-FFF2-40B4-BE49-F238E27FC236}">
                <a16:creationId xmlns:a16="http://schemas.microsoft.com/office/drawing/2014/main" id="{6BB6FA29-C19C-7F7C-3184-635E561111AC}"/>
              </a:ext>
            </a:extLst>
          </p:cNvPr>
          <p:cNvSpPr>
            <a:spLocks noGrp="1"/>
          </p:cNvSpPr>
          <p:nvPr>
            <p:ph type="body" sz="quarter" idx="32" hasCustomPrompt="1"/>
          </p:nvPr>
        </p:nvSpPr>
        <p:spPr>
          <a:xfrm>
            <a:off x="4330593" y="580162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32" name="Text Placeholder 4">
            <a:extLst>
              <a:ext uri="{FF2B5EF4-FFF2-40B4-BE49-F238E27FC236}">
                <a16:creationId xmlns:a16="http://schemas.microsoft.com/office/drawing/2014/main" id="{5AB78DE9-33F1-89EC-EAD1-9DA325469D9C}"/>
              </a:ext>
            </a:extLst>
          </p:cNvPr>
          <p:cNvSpPr>
            <a:spLocks noGrp="1"/>
          </p:cNvSpPr>
          <p:nvPr>
            <p:ph type="body" sz="quarter" idx="33" hasCustomPrompt="1"/>
          </p:nvPr>
        </p:nvSpPr>
        <p:spPr>
          <a:xfrm>
            <a:off x="4330593" y="6006528"/>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33" name="Text Placeholder 4">
            <a:extLst>
              <a:ext uri="{FF2B5EF4-FFF2-40B4-BE49-F238E27FC236}">
                <a16:creationId xmlns:a16="http://schemas.microsoft.com/office/drawing/2014/main" id="{5E8516FE-9642-556F-F777-2569F79C7BFC}"/>
              </a:ext>
            </a:extLst>
          </p:cNvPr>
          <p:cNvSpPr>
            <a:spLocks noGrp="1"/>
          </p:cNvSpPr>
          <p:nvPr>
            <p:ph type="body" sz="quarter" idx="34" hasCustomPrompt="1"/>
          </p:nvPr>
        </p:nvSpPr>
        <p:spPr>
          <a:xfrm>
            <a:off x="4330593" y="6168325"/>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34" name="Text Placeholder 4">
            <a:extLst>
              <a:ext uri="{FF2B5EF4-FFF2-40B4-BE49-F238E27FC236}">
                <a16:creationId xmlns:a16="http://schemas.microsoft.com/office/drawing/2014/main" id="{5FC8989C-C279-357C-1E1A-D58DEA9EF4A5}"/>
              </a:ext>
            </a:extLst>
          </p:cNvPr>
          <p:cNvSpPr>
            <a:spLocks noGrp="1"/>
          </p:cNvSpPr>
          <p:nvPr>
            <p:ph type="body" sz="quarter" idx="35" hasCustomPrompt="1"/>
          </p:nvPr>
        </p:nvSpPr>
        <p:spPr>
          <a:xfrm>
            <a:off x="4330593" y="629519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39" name="Espaço Reservado para Conteúdo 14">
            <a:extLst>
              <a:ext uri="{FF2B5EF4-FFF2-40B4-BE49-F238E27FC236}">
                <a16:creationId xmlns:a16="http://schemas.microsoft.com/office/drawing/2014/main" id="{0367F594-505D-738C-FC34-474862284B60}"/>
              </a:ext>
            </a:extLst>
          </p:cNvPr>
          <p:cNvSpPr>
            <a:spLocks noGrp="1"/>
          </p:cNvSpPr>
          <p:nvPr>
            <p:ph sz="quarter" idx="21" hasCustomPrompt="1"/>
          </p:nvPr>
        </p:nvSpPr>
        <p:spPr>
          <a:xfrm>
            <a:off x="382830" y="8150455"/>
            <a:ext cx="6106868"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6" name="Espaço Reservado para Conteúdo 14">
            <a:extLst>
              <a:ext uri="{FF2B5EF4-FFF2-40B4-BE49-F238E27FC236}">
                <a16:creationId xmlns:a16="http://schemas.microsoft.com/office/drawing/2014/main" id="{2BBD1FCD-CECD-31A7-94DA-02CCEF482D42}"/>
              </a:ext>
            </a:extLst>
          </p:cNvPr>
          <p:cNvSpPr>
            <a:spLocks noGrp="1"/>
          </p:cNvSpPr>
          <p:nvPr>
            <p:ph sz="quarter" idx="22" hasCustomPrompt="1"/>
          </p:nvPr>
        </p:nvSpPr>
        <p:spPr>
          <a:xfrm>
            <a:off x="4330593" y="6790831"/>
            <a:ext cx="2159107" cy="91919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8" name="Espaço Reservado para Conteúdo 14">
            <a:extLst>
              <a:ext uri="{FF2B5EF4-FFF2-40B4-BE49-F238E27FC236}">
                <a16:creationId xmlns:a16="http://schemas.microsoft.com/office/drawing/2014/main" id="{BA06DE38-13ED-2B77-02BB-67B91D04C2A2}"/>
              </a:ext>
            </a:extLst>
          </p:cNvPr>
          <p:cNvSpPr>
            <a:spLocks noGrp="1"/>
          </p:cNvSpPr>
          <p:nvPr>
            <p:ph sz="quarter" idx="37" hasCustomPrompt="1"/>
          </p:nvPr>
        </p:nvSpPr>
        <p:spPr>
          <a:xfrm>
            <a:off x="382830" y="7861837"/>
            <a:ext cx="610686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59" name="Espaço Reservado para Conteúdo 14">
            <a:extLst>
              <a:ext uri="{FF2B5EF4-FFF2-40B4-BE49-F238E27FC236}">
                <a16:creationId xmlns:a16="http://schemas.microsoft.com/office/drawing/2014/main" id="{C1B6818F-6251-98B3-CD88-0BD6F91489D4}"/>
              </a:ext>
            </a:extLst>
          </p:cNvPr>
          <p:cNvSpPr>
            <a:spLocks noGrp="1"/>
          </p:cNvSpPr>
          <p:nvPr>
            <p:ph sz="quarter" idx="24" hasCustomPrompt="1"/>
          </p:nvPr>
        </p:nvSpPr>
        <p:spPr>
          <a:xfrm>
            <a:off x="4330593" y="65022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60" name="Espaço Reservado para Conteúdo 14">
            <a:extLst>
              <a:ext uri="{FF2B5EF4-FFF2-40B4-BE49-F238E27FC236}">
                <a16:creationId xmlns:a16="http://schemas.microsoft.com/office/drawing/2014/main" id="{9ED6545B-3ECC-FC98-B90F-BBC0841F64A7}"/>
              </a:ext>
            </a:extLst>
          </p:cNvPr>
          <p:cNvSpPr>
            <a:spLocks noGrp="1"/>
          </p:cNvSpPr>
          <p:nvPr>
            <p:ph sz="quarter" idx="41" hasCustomPrompt="1"/>
          </p:nvPr>
        </p:nvSpPr>
        <p:spPr>
          <a:xfrm>
            <a:off x="4330593" y="3695191"/>
            <a:ext cx="2159107" cy="123486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cxnSp>
        <p:nvCxnSpPr>
          <p:cNvPr id="70" name="Straight Connector 69">
            <a:extLst>
              <a:ext uri="{FF2B5EF4-FFF2-40B4-BE49-F238E27FC236}">
                <a16:creationId xmlns:a16="http://schemas.microsoft.com/office/drawing/2014/main" id="{C89909FC-D97F-7AAE-54BD-012E87CABC70}"/>
              </a:ext>
            </a:extLst>
          </p:cNvPr>
          <p:cNvCxnSpPr>
            <a:cxnSpLocks/>
          </p:cNvCxnSpPr>
          <p:nvPr userDrawn="1"/>
        </p:nvCxnSpPr>
        <p:spPr>
          <a:xfrm>
            <a:off x="4227459" y="3692525"/>
            <a:ext cx="0" cy="403633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4547467"/>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apa Short Note v1">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p>
        </p:txBody>
      </p:sp>
      <p:pic>
        <p:nvPicPr>
          <p:cNvPr id="2" name="Graphic 1">
            <a:extLst>
              <a:ext uri="{FF2B5EF4-FFF2-40B4-BE49-F238E27FC236}">
                <a16:creationId xmlns:a16="http://schemas.microsoft.com/office/drawing/2014/main" id="{D0549440-0B66-AA19-A3B2-4E02A5C5AD30}"/>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0" y="0"/>
            <a:ext cx="6858000" cy="2003470"/>
          </a:xfrm>
          <a:prstGeom prst="rect">
            <a:avLst/>
          </a:prstGeom>
        </p:spPr>
      </p:pic>
      <p:pic>
        <p:nvPicPr>
          <p:cNvPr id="4" name="Picture 3" descr="A blue and white dot pattern&#10;&#10;AI-generated content may be incorrect.">
            <a:extLst>
              <a:ext uri="{FF2B5EF4-FFF2-40B4-BE49-F238E27FC236}">
                <a16:creationId xmlns:a16="http://schemas.microsoft.com/office/drawing/2014/main" id="{05355334-9077-CE8A-46FF-97FBE3D34092}"/>
              </a:ext>
            </a:extLst>
          </p:cNvPr>
          <p:cNvPicPr>
            <a:picLocks noChangeAspect="1"/>
          </p:cNvPicPr>
          <p:nvPr userDrawn="1"/>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14569" y="12000"/>
            <a:ext cx="6843431" cy="1991470"/>
          </a:xfrm>
          <a:prstGeom prst="rect">
            <a:avLst/>
          </a:prstGeom>
        </p:spPr>
      </p:pic>
      <p:pic>
        <p:nvPicPr>
          <p:cNvPr id="5" name="Graphic 4">
            <a:extLst>
              <a:ext uri="{FF2B5EF4-FFF2-40B4-BE49-F238E27FC236}">
                <a16:creationId xmlns:a16="http://schemas.microsoft.com/office/drawing/2014/main" id="{C4A82DAB-D59D-A1F8-0D9C-7522C4D1B530}"/>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rcRect l="51901" t="57744" r="40349" b="-120"/>
          <a:stretch/>
        </p:blipFill>
        <p:spPr>
          <a:xfrm rot="5400000" flipH="1">
            <a:off x="3316774" y="-1537758"/>
            <a:ext cx="2003470" cy="5078985"/>
          </a:xfrm>
          <a:prstGeom prst="rect">
            <a:avLst/>
          </a:prstGeom>
        </p:spPr>
      </p:pic>
      <p:sp>
        <p:nvSpPr>
          <p:cNvPr id="6" name="Espaço Reservado para Texto 6">
            <a:extLst>
              <a:ext uri="{FF2B5EF4-FFF2-40B4-BE49-F238E27FC236}">
                <a16:creationId xmlns:a16="http://schemas.microsoft.com/office/drawing/2014/main" id="{02F0BBBC-DC77-7B39-FA0C-18F5D08A5E48}"/>
              </a:ext>
            </a:extLst>
          </p:cNvPr>
          <p:cNvSpPr>
            <a:spLocks noGrp="1"/>
          </p:cNvSpPr>
          <p:nvPr>
            <p:ph type="body" sz="quarter" idx="16" hasCustomPrompt="1"/>
          </p:nvPr>
        </p:nvSpPr>
        <p:spPr>
          <a:xfrm>
            <a:off x="390154" y="96923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grpSp>
        <p:nvGrpSpPr>
          <p:cNvPr id="7" name="Group 6">
            <a:extLst>
              <a:ext uri="{FF2B5EF4-FFF2-40B4-BE49-F238E27FC236}">
                <a16:creationId xmlns:a16="http://schemas.microsoft.com/office/drawing/2014/main" id="{C843CF93-C04E-A551-7854-0C181EDA86CF}"/>
              </a:ext>
            </a:extLst>
          </p:cNvPr>
          <p:cNvGrpSpPr/>
          <p:nvPr userDrawn="1"/>
        </p:nvGrpSpPr>
        <p:grpSpPr>
          <a:xfrm>
            <a:off x="390154" y="406178"/>
            <a:ext cx="1240285" cy="341910"/>
            <a:chOff x="2700591" y="2522601"/>
            <a:chExt cx="6428993" cy="1772284"/>
          </a:xfrm>
        </p:grpSpPr>
        <p:sp>
          <p:nvSpPr>
            <p:cNvPr id="8" name="Freeform: Shape 40">
              <a:extLst>
                <a:ext uri="{FF2B5EF4-FFF2-40B4-BE49-F238E27FC236}">
                  <a16:creationId xmlns:a16="http://schemas.microsoft.com/office/drawing/2014/main" id="{847B58D9-0CDC-BB3A-21D6-D3F56DDDCE72}"/>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9" name="Graphic 20">
              <a:extLst>
                <a:ext uri="{FF2B5EF4-FFF2-40B4-BE49-F238E27FC236}">
                  <a16:creationId xmlns:a16="http://schemas.microsoft.com/office/drawing/2014/main" id="{ACADCB28-4F89-983A-7757-B7A9D9B77716}"/>
                </a:ext>
              </a:extLst>
            </p:cNvPr>
            <p:cNvGrpSpPr/>
            <p:nvPr/>
          </p:nvGrpSpPr>
          <p:grpSpPr>
            <a:xfrm>
              <a:off x="5034660" y="3339528"/>
              <a:ext cx="4094924" cy="747077"/>
              <a:chOff x="5034660" y="3339528"/>
              <a:chExt cx="4094924" cy="747077"/>
            </a:xfrm>
            <a:solidFill>
              <a:srgbClr val="FFFFFF"/>
            </a:solidFill>
          </p:grpSpPr>
          <p:sp>
            <p:nvSpPr>
              <p:cNvPr id="10" name="Freeform: Shape 42">
                <a:extLst>
                  <a:ext uri="{FF2B5EF4-FFF2-40B4-BE49-F238E27FC236}">
                    <a16:creationId xmlns:a16="http://schemas.microsoft.com/office/drawing/2014/main" id="{77B3D8EE-2D17-16EB-162F-A610AA2A4CEE}"/>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2" name="Freeform: Shape 43">
                <a:extLst>
                  <a:ext uri="{FF2B5EF4-FFF2-40B4-BE49-F238E27FC236}">
                    <a16:creationId xmlns:a16="http://schemas.microsoft.com/office/drawing/2014/main" id="{1F71C35D-22D1-AC78-89DF-271FDC81FBD8}"/>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13" name="Freeform: Shape 44">
                <a:extLst>
                  <a:ext uri="{FF2B5EF4-FFF2-40B4-BE49-F238E27FC236}">
                    <a16:creationId xmlns:a16="http://schemas.microsoft.com/office/drawing/2014/main" id="{695043F5-9FE3-D64C-11F9-BBEFD0B3D912}"/>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14" name="Freeform: Shape 45">
                <a:extLst>
                  <a:ext uri="{FF2B5EF4-FFF2-40B4-BE49-F238E27FC236}">
                    <a16:creationId xmlns:a16="http://schemas.microsoft.com/office/drawing/2014/main" id="{CFB94037-5F60-9FB2-AEAA-1FC9AFEDB60A}"/>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16" name="Freeform: Shape 46">
                <a:extLst>
                  <a:ext uri="{FF2B5EF4-FFF2-40B4-BE49-F238E27FC236}">
                    <a16:creationId xmlns:a16="http://schemas.microsoft.com/office/drawing/2014/main" id="{831741FD-5C72-6EA4-F812-4B27C31D21B5}"/>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17" name="Freeform: Shape 47">
                <a:extLst>
                  <a:ext uri="{FF2B5EF4-FFF2-40B4-BE49-F238E27FC236}">
                    <a16:creationId xmlns:a16="http://schemas.microsoft.com/office/drawing/2014/main" id="{21077A4A-99EF-C5B3-3B2D-8E5451AD82DE}"/>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8" name="Freeform: Shape 48">
                <a:extLst>
                  <a:ext uri="{FF2B5EF4-FFF2-40B4-BE49-F238E27FC236}">
                    <a16:creationId xmlns:a16="http://schemas.microsoft.com/office/drawing/2014/main" id="{F843AE6D-8625-2B12-C14F-B0C5D276A76A}"/>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19" name="Freeform: Shape 49">
                <a:extLst>
                  <a:ext uri="{FF2B5EF4-FFF2-40B4-BE49-F238E27FC236}">
                    <a16:creationId xmlns:a16="http://schemas.microsoft.com/office/drawing/2014/main" id="{5C54346F-14A5-5076-E856-23E370C8FCED}"/>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20" name="Espaço Reservado para Texto 6">
            <a:extLst>
              <a:ext uri="{FF2B5EF4-FFF2-40B4-BE49-F238E27FC236}">
                <a16:creationId xmlns:a16="http://schemas.microsoft.com/office/drawing/2014/main" id="{CE9DB6D6-312F-75AA-3CC5-F8C21A4AAA08}"/>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21" name="Date Placeholder 1">
            <a:extLst>
              <a:ext uri="{FF2B5EF4-FFF2-40B4-BE49-F238E27FC236}">
                <a16:creationId xmlns:a16="http://schemas.microsoft.com/office/drawing/2014/main" id="{E8CBDECE-6D0D-C3E5-204E-426FA529B322}"/>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AE14CB3D-1034-4F7C-A46E-7E6478B7208B}" type="datetime4">
              <a:rPr lang="en-US" smtClean="0"/>
              <a:t>September 28, 2026</a:t>
            </a:fld>
            <a:endParaRPr lang="en-US"/>
          </a:p>
        </p:txBody>
      </p:sp>
      <p:sp>
        <p:nvSpPr>
          <p:cNvPr id="22" name="Espaço Reservado para Texto 6">
            <a:extLst>
              <a:ext uri="{FF2B5EF4-FFF2-40B4-BE49-F238E27FC236}">
                <a16:creationId xmlns:a16="http://schemas.microsoft.com/office/drawing/2014/main" id="{CF0C2964-DE74-9687-D177-9645A10446B2}"/>
              </a:ext>
            </a:extLst>
          </p:cNvPr>
          <p:cNvSpPr>
            <a:spLocks noGrp="1"/>
          </p:cNvSpPr>
          <p:nvPr>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23" name="Espaço Reservado para Texto 6">
            <a:extLst>
              <a:ext uri="{FF2B5EF4-FFF2-40B4-BE49-F238E27FC236}">
                <a16:creationId xmlns:a16="http://schemas.microsoft.com/office/drawing/2014/main" id="{198EED14-43EA-50D7-1903-F2F9650EDCB9}"/>
              </a:ext>
            </a:extLst>
          </p:cNvPr>
          <p:cNvSpPr>
            <a:spLocks noGrp="1"/>
          </p:cNvSpPr>
          <p:nvPr>
            <p:ph type="body" sz="quarter" idx="39" hasCustomPrompt="1"/>
          </p:nvPr>
        </p:nvSpPr>
        <p:spPr>
          <a:xfrm>
            <a:off x="390154" y="1405779"/>
            <a:ext cx="6112352" cy="187302"/>
          </a:xfrm>
          <a:prstGeom prst="rect">
            <a:avLst/>
          </a:prstGeom>
        </p:spPr>
        <p:txBody>
          <a:bodyPr vert="horz" lIns="0" tIns="0" rIns="0" bIns="0" rtlCol="0" anchor="t">
            <a:noAutofit/>
          </a:bodyPr>
          <a:lstStyle>
            <a:lvl1pPr>
              <a:defRPr lang="pt-BR" sz="16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15" name="Espaço Reservado para Conteúdo 14">
            <a:extLst>
              <a:ext uri="{FF2B5EF4-FFF2-40B4-BE49-F238E27FC236}">
                <a16:creationId xmlns:a16="http://schemas.microsoft.com/office/drawing/2014/main" id="{592D369A-CDFC-B507-81B4-EA34E7471120}"/>
              </a:ext>
            </a:extLst>
          </p:cNvPr>
          <p:cNvSpPr>
            <a:spLocks noGrp="1"/>
          </p:cNvSpPr>
          <p:nvPr>
            <p:ph sz="quarter" idx="21" hasCustomPrompt="1"/>
          </p:nvPr>
        </p:nvSpPr>
        <p:spPr>
          <a:xfrm>
            <a:off x="382830" y="8150455"/>
            <a:ext cx="3741496"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4" name="Espaço Reservado para Conteúdo 14">
            <a:extLst>
              <a:ext uri="{FF2B5EF4-FFF2-40B4-BE49-F238E27FC236}">
                <a16:creationId xmlns:a16="http://schemas.microsoft.com/office/drawing/2014/main" id="{EC7D38A6-E6A5-A9D6-2ED6-31212B379779}"/>
              </a:ext>
            </a:extLst>
          </p:cNvPr>
          <p:cNvSpPr>
            <a:spLocks noGrp="1"/>
          </p:cNvSpPr>
          <p:nvPr>
            <p:ph sz="quarter" idx="37" hasCustomPrompt="1"/>
          </p:nvPr>
        </p:nvSpPr>
        <p:spPr>
          <a:xfrm>
            <a:off x="382830" y="7861837"/>
            <a:ext cx="3741496"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cxnSp>
        <p:nvCxnSpPr>
          <p:cNvPr id="25" name="Straight Connector 24">
            <a:extLst>
              <a:ext uri="{FF2B5EF4-FFF2-40B4-BE49-F238E27FC236}">
                <a16:creationId xmlns:a16="http://schemas.microsoft.com/office/drawing/2014/main" id="{66BF18E4-3D29-42A7-6C25-B8127BF9DF8A}"/>
              </a:ext>
            </a:extLst>
          </p:cNvPr>
          <p:cNvCxnSpPr>
            <a:cxnSpLocks/>
          </p:cNvCxnSpPr>
          <p:nvPr userDrawn="1"/>
        </p:nvCxnSpPr>
        <p:spPr>
          <a:xfrm>
            <a:off x="4227459" y="3692525"/>
            <a:ext cx="0" cy="5761038"/>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26" name="Text Placeholder 4">
            <a:extLst>
              <a:ext uri="{FF2B5EF4-FFF2-40B4-BE49-F238E27FC236}">
                <a16:creationId xmlns:a16="http://schemas.microsoft.com/office/drawing/2014/main" id="{8E11B218-731B-DED1-E2DD-B6A88194082F}"/>
              </a:ext>
            </a:extLst>
          </p:cNvPr>
          <p:cNvSpPr>
            <a:spLocks noGrp="1"/>
          </p:cNvSpPr>
          <p:nvPr>
            <p:ph type="body" sz="quarter" idx="23"/>
          </p:nvPr>
        </p:nvSpPr>
        <p:spPr>
          <a:xfrm>
            <a:off x="390154" y="3692524"/>
            <a:ext cx="3734170" cy="4017503"/>
          </a:xfrm>
          <a:prstGeom prst="rect">
            <a:avLst/>
          </a:prstGeom>
          <a:noFill/>
        </p:spPr>
        <p:txBody>
          <a:bodyPr wrap="square" lIns="0" tIns="0" rIns="0" bIns="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a:t>Click to edit Master text styles</a:t>
            </a:r>
          </a:p>
        </p:txBody>
      </p:sp>
      <p:sp>
        <p:nvSpPr>
          <p:cNvPr id="28" name="Text Placeholder 4">
            <a:extLst>
              <a:ext uri="{FF2B5EF4-FFF2-40B4-BE49-F238E27FC236}">
                <a16:creationId xmlns:a16="http://schemas.microsoft.com/office/drawing/2014/main" id="{5E2B7853-2B3B-5C3E-31FA-0D980EB98254}"/>
              </a:ext>
            </a:extLst>
          </p:cNvPr>
          <p:cNvSpPr>
            <a:spLocks noGrp="1"/>
          </p:cNvSpPr>
          <p:nvPr>
            <p:ph type="body" sz="quarter" idx="20"/>
          </p:nvPr>
        </p:nvSpPr>
        <p:spPr>
          <a:xfrm>
            <a:off x="390154" y="2150950"/>
            <a:ext cx="6099546" cy="1378800"/>
          </a:xfrm>
          <a:prstGeom prst="rect">
            <a:avLst/>
          </a:prstGeom>
          <a:solidFill>
            <a:schemeClr val="bg1">
              <a:lumMod val="95000"/>
            </a:schemeClr>
          </a:solidFill>
        </p:spPr>
        <p:txBody>
          <a:bodyPr wrap="square" lIns="72000" tIns="72000" rIns="72000" bIns="7200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a:t>Click to edit Master text styles</a:t>
            </a:r>
          </a:p>
        </p:txBody>
      </p:sp>
      <p:sp>
        <p:nvSpPr>
          <p:cNvPr id="29" name="Text Placeholder 4">
            <a:extLst>
              <a:ext uri="{FF2B5EF4-FFF2-40B4-BE49-F238E27FC236}">
                <a16:creationId xmlns:a16="http://schemas.microsoft.com/office/drawing/2014/main" id="{CE0A76F7-79E8-A32B-B2C3-0DF23F12736F}"/>
              </a:ext>
            </a:extLst>
          </p:cNvPr>
          <p:cNvSpPr>
            <a:spLocks noGrp="1"/>
          </p:cNvSpPr>
          <p:nvPr>
            <p:ph type="body" sz="quarter" idx="27" hasCustomPrompt="1"/>
          </p:nvPr>
        </p:nvSpPr>
        <p:spPr>
          <a:xfrm>
            <a:off x="4330593" y="5026703"/>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30" name="Text Placeholder 4">
            <a:extLst>
              <a:ext uri="{FF2B5EF4-FFF2-40B4-BE49-F238E27FC236}">
                <a16:creationId xmlns:a16="http://schemas.microsoft.com/office/drawing/2014/main" id="{1572963F-527C-266C-CEA7-4BBE605CF227}"/>
              </a:ext>
            </a:extLst>
          </p:cNvPr>
          <p:cNvSpPr>
            <a:spLocks noGrp="1"/>
          </p:cNvSpPr>
          <p:nvPr>
            <p:ph type="body" sz="quarter" idx="28" hasCustomPrompt="1"/>
          </p:nvPr>
        </p:nvSpPr>
        <p:spPr>
          <a:xfrm>
            <a:off x="4330593" y="5188500"/>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31" name="Text Placeholder 4">
            <a:extLst>
              <a:ext uri="{FF2B5EF4-FFF2-40B4-BE49-F238E27FC236}">
                <a16:creationId xmlns:a16="http://schemas.microsoft.com/office/drawing/2014/main" id="{3E235B2D-3B3B-8BD6-F30A-7B508DC31E12}"/>
              </a:ext>
            </a:extLst>
          </p:cNvPr>
          <p:cNvSpPr>
            <a:spLocks noGrp="1"/>
          </p:cNvSpPr>
          <p:nvPr>
            <p:ph type="body" sz="quarter" idx="29" hasCustomPrompt="1"/>
          </p:nvPr>
        </p:nvSpPr>
        <p:spPr>
          <a:xfrm>
            <a:off x="4330593" y="5315372"/>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32" name="Text Placeholder 4">
            <a:extLst>
              <a:ext uri="{FF2B5EF4-FFF2-40B4-BE49-F238E27FC236}">
                <a16:creationId xmlns:a16="http://schemas.microsoft.com/office/drawing/2014/main" id="{F76892AD-65D9-283F-1D35-F2253E08B6E5}"/>
              </a:ext>
            </a:extLst>
          </p:cNvPr>
          <p:cNvSpPr>
            <a:spLocks noGrp="1"/>
          </p:cNvSpPr>
          <p:nvPr>
            <p:ph type="body" sz="quarter" idx="30" hasCustomPrompt="1"/>
          </p:nvPr>
        </p:nvSpPr>
        <p:spPr>
          <a:xfrm>
            <a:off x="4330593" y="5512958"/>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33" name="Text Placeholder 4">
            <a:extLst>
              <a:ext uri="{FF2B5EF4-FFF2-40B4-BE49-F238E27FC236}">
                <a16:creationId xmlns:a16="http://schemas.microsoft.com/office/drawing/2014/main" id="{C6AD9A9A-18E9-A7F8-886F-1061653B815D}"/>
              </a:ext>
            </a:extLst>
          </p:cNvPr>
          <p:cNvSpPr>
            <a:spLocks noGrp="1"/>
          </p:cNvSpPr>
          <p:nvPr>
            <p:ph type="body" sz="quarter" idx="31" hasCustomPrompt="1"/>
          </p:nvPr>
        </p:nvSpPr>
        <p:spPr>
          <a:xfrm>
            <a:off x="4330593" y="5674755"/>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34" name="Text Placeholder 4">
            <a:extLst>
              <a:ext uri="{FF2B5EF4-FFF2-40B4-BE49-F238E27FC236}">
                <a16:creationId xmlns:a16="http://schemas.microsoft.com/office/drawing/2014/main" id="{B88D50CA-40BF-B59C-5995-423CE5987457}"/>
              </a:ext>
            </a:extLst>
          </p:cNvPr>
          <p:cNvSpPr>
            <a:spLocks noGrp="1"/>
          </p:cNvSpPr>
          <p:nvPr>
            <p:ph type="body" sz="quarter" idx="32" hasCustomPrompt="1"/>
          </p:nvPr>
        </p:nvSpPr>
        <p:spPr>
          <a:xfrm>
            <a:off x="4330593" y="580162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35" name="Text Placeholder 4">
            <a:extLst>
              <a:ext uri="{FF2B5EF4-FFF2-40B4-BE49-F238E27FC236}">
                <a16:creationId xmlns:a16="http://schemas.microsoft.com/office/drawing/2014/main" id="{633C82EA-D2E2-815F-F550-B8F1A48AFB80}"/>
              </a:ext>
            </a:extLst>
          </p:cNvPr>
          <p:cNvSpPr>
            <a:spLocks noGrp="1"/>
          </p:cNvSpPr>
          <p:nvPr>
            <p:ph type="body" sz="quarter" idx="33" hasCustomPrompt="1"/>
          </p:nvPr>
        </p:nvSpPr>
        <p:spPr>
          <a:xfrm>
            <a:off x="4330593" y="6006528"/>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38" name="Text Placeholder 4">
            <a:extLst>
              <a:ext uri="{FF2B5EF4-FFF2-40B4-BE49-F238E27FC236}">
                <a16:creationId xmlns:a16="http://schemas.microsoft.com/office/drawing/2014/main" id="{7566DC93-2836-DD9B-3BE7-83D2D5C802F4}"/>
              </a:ext>
            </a:extLst>
          </p:cNvPr>
          <p:cNvSpPr>
            <a:spLocks noGrp="1"/>
          </p:cNvSpPr>
          <p:nvPr>
            <p:ph type="body" sz="quarter" idx="34" hasCustomPrompt="1"/>
          </p:nvPr>
        </p:nvSpPr>
        <p:spPr>
          <a:xfrm>
            <a:off x="4330593" y="6168325"/>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39" name="Text Placeholder 4">
            <a:extLst>
              <a:ext uri="{FF2B5EF4-FFF2-40B4-BE49-F238E27FC236}">
                <a16:creationId xmlns:a16="http://schemas.microsoft.com/office/drawing/2014/main" id="{86F96AEB-7089-8287-1C31-39DA1D1938AD}"/>
              </a:ext>
            </a:extLst>
          </p:cNvPr>
          <p:cNvSpPr>
            <a:spLocks noGrp="1"/>
          </p:cNvSpPr>
          <p:nvPr>
            <p:ph type="body" sz="quarter" idx="35" hasCustomPrompt="1"/>
          </p:nvPr>
        </p:nvSpPr>
        <p:spPr>
          <a:xfrm>
            <a:off x="4330593" y="629519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40" name="Espaço Reservado para Conteúdo 14">
            <a:extLst>
              <a:ext uri="{FF2B5EF4-FFF2-40B4-BE49-F238E27FC236}">
                <a16:creationId xmlns:a16="http://schemas.microsoft.com/office/drawing/2014/main" id="{9C7F0BE1-AF7E-208B-0029-AE82B626A70B}"/>
              </a:ext>
            </a:extLst>
          </p:cNvPr>
          <p:cNvSpPr>
            <a:spLocks noGrp="1"/>
          </p:cNvSpPr>
          <p:nvPr>
            <p:ph sz="quarter" idx="40" hasCustomPrompt="1"/>
          </p:nvPr>
        </p:nvSpPr>
        <p:spPr>
          <a:xfrm>
            <a:off x="4330593" y="3695191"/>
            <a:ext cx="2159107" cy="123486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Tree>
    <p:extLst>
      <p:ext uri="{BB962C8B-B14F-4D97-AF65-F5344CB8AC3E}">
        <p14:creationId xmlns:p14="http://schemas.microsoft.com/office/powerpoint/2010/main" val="3302554483"/>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apa Company Result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pic>
        <p:nvPicPr>
          <p:cNvPr id="2" name="Graphic 1">
            <a:extLst>
              <a:ext uri="{FF2B5EF4-FFF2-40B4-BE49-F238E27FC236}">
                <a16:creationId xmlns:a16="http://schemas.microsoft.com/office/drawing/2014/main" id="{8DD97E17-1633-9DC7-BC35-FCA0A5B849FD}"/>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0" y="0"/>
            <a:ext cx="6858000" cy="2003470"/>
          </a:xfrm>
          <a:prstGeom prst="rect">
            <a:avLst/>
          </a:prstGeom>
        </p:spPr>
      </p:pic>
      <p:pic>
        <p:nvPicPr>
          <p:cNvPr id="4" name="Picture 3" descr="A blue and white dot pattern&#10;&#10;AI-generated content may be incorrect.">
            <a:extLst>
              <a:ext uri="{FF2B5EF4-FFF2-40B4-BE49-F238E27FC236}">
                <a16:creationId xmlns:a16="http://schemas.microsoft.com/office/drawing/2014/main" id="{FD76D218-5DE6-C1A1-DE38-AE168D151F7E}"/>
              </a:ext>
            </a:extLst>
          </p:cNvPr>
          <p:cNvPicPr>
            <a:picLocks noChangeAspect="1"/>
          </p:cNvPicPr>
          <p:nvPr userDrawn="1"/>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14569" y="12000"/>
            <a:ext cx="6843431" cy="1991470"/>
          </a:xfrm>
          <a:prstGeom prst="rect">
            <a:avLst/>
          </a:prstGeom>
        </p:spPr>
      </p:pic>
      <p:pic>
        <p:nvPicPr>
          <p:cNvPr id="5" name="Graphic 4">
            <a:extLst>
              <a:ext uri="{FF2B5EF4-FFF2-40B4-BE49-F238E27FC236}">
                <a16:creationId xmlns:a16="http://schemas.microsoft.com/office/drawing/2014/main" id="{A4221516-7A6B-972E-DD8E-A0CF882307AE}"/>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rcRect l="51901" t="57744" r="40349" b="-120"/>
          <a:stretch/>
        </p:blipFill>
        <p:spPr>
          <a:xfrm rot="5400000" flipH="1">
            <a:off x="3316774" y="-1537758"/>
            <a:ext cx="2003470" cy="5078985"/>
          </a:xfrm>
          <a:prstGeom prst="rect">
            <a:avLst/>
          </a:prstGeom>
        </p:spPr>
      </p:pic>
      <p:sp>
        <p:nvSpPr>
          <p:cNvPr id="6" name="Espaço Reservado para Texto 6">
            <a:extLst>
              <a:ext uri="{FF2B5EF4-FFF2-40B4-BE49-F238E27FC236}">
                <a16:creationId xmlns:a16="http://schemas.microsoft.com/office/drawing/2014/main" id="{F73B5D7D-C029-32C1-730A-AA00B0D1572C}"/>
              </a:ext>
            </a:extLst>
          </p:cNvPr>
          <p:cNvSpPr>
            <a:spLocks noGrp="1"/>
          </p:cNvSpPr>
          <p:nvPr>
            <p:ph type="body" sz="quarter" idx="16" hasCustomPrompt="1"/>
          </p:nvPr>
        </p:nvSpPr>
        <p:spPr>
          <a:xfrm>
            <a:off x="390154" y="96923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grpSp>
        <p:nvGrpSpPr>
          <p:cNvPr id="7" name="Group 6">
            <a:extLst>
              <a:ext uri="{FF2B5EF4-FFF2-40B4-BE49-F238E27FC236}">
                <a16:creationId xmlns:a16="http://schemas.microsoft.com/office/drawing/2014/main" id="{AD986761-F60C-47D5-42CC-72B7159FDBF2}"/>
              </a:ext>
            </a:extLst>
          </p:cNvPr>
          <p:cNvGrpSpPr/>
          <p:nvPr userDrawn="1"/>
        </p:nvGrpSpPr>
        <p:grpSpPr>
          <a:xfrm>
            <a:off x="390154" y="406178"/>
            <a:ext cx="1240285" cy="341910"/>
            <a:chOff x="2700591" y="2522601"/>
            <a:chExt cx="6428993" cy="1772284"/>
          </a:xfrm>
        </p:grpSpPr>
        <p:sp>
          <p:nvSpPr>
            <p:cNvPr id="8" name="Freeform: Shape 40">
              <a:extLst>
                <a:ext uri="{FF2B5EF4-FFF2-40B4-BE49-F238E27FC236}">
                  <a16:creationId xmlns:a16="http://schemas.microsoft.com/office/drawing/2014/main" id="{77D2F9FF-D38E-7ECB-F830-985479897541}"/>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9" name="Graphic 20">
              <a:extLst>
                <a:ext uri="{FF2B5EF4-FFF2-40B4-BE49-F238E27FC236}">
                  <a16:creationId xmlns:a16="http://schemas.microsoft.com/office/drawing/2014/main" id="{D191A0D4-93FD-0228-F669-71947904308D}"/>
                </a:ext>
              </a:extLst>
            </p:cNvPr>
            <p:cNvGrpSpPr/>
            <p:nvPr/>
          </p:nvGrpSpPr>
          <p:grpSpPr>
            <a:xfrm>
              <a:off x="5034660" y="3339528"/>
              <a:ext cx="4094924" cy="747077"/>
              <a:chOff x="5034660" y="3339528"/>
              <a:chExt cx="4094924" cy="747077"/>
            </a:xfrm>
            <a:solidFill>
              <a:srgbClr val="FFFFFF"/>
            </a:solidFill>
          </p:grpSpPr>
          <p:sp>
            <p:nvSpPr>
              <p:cNvPr id="10" name="Freeform: Shape 42">
                <a:extLst>
                  <a:ext uri="{FF2B5EF4-FFF2-40B4-BE49-F238E27FC236}">
                    <a16:creationId xmlns:a16="http://schemas.microsoft.com/office/drawing/2014/main" id="{D86A1379-4428-C895-06EB-EA4188253C37}"/>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2" name="Freeform: Shape 43">
                <a:extLst>
                  <a:ext uri="{FF2B5EF4-FFF2-40B4-BE49-F238E27FC236}">
                    <a16:creationId xmlns:a16="http://schemas.microsoft.com/office/drawing/2014/main" id="{E647A2FD-7BE0-AB29-E0C3-BB1855036459}"/>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13" name="Freeform: Shape 44">
                <a:extLst>
                  <a:ext uri="{FF2B5EF4-FFF2-40B4-BE49-F238E27FC236}">
                    <a16:creationId xmlns:a16="http://schemas.microsoft.com/office/drawing/2014/main" id="{23954799-D2E4-CF43-2F24-AFE16925E9B2}"/>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14" name="Freeform: Shape 45">
                <a:extLst>
                  <a:ext uri="{FF2B5EF4-FFF2-40B4-BE49-F238E27FC236}">
                    <a16:creationId xmlns:a16="http://schemas.microsoft.com/office/drawing/2014/main" id="{8E151F48-18A3-8AFB-C284-53C9A37F1286}"/>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16" name="Freeform: Shape 46">
                <a:extLst>
                  <a:ext uri="{FF2B5EF4-FFF2-40B4-BE49-F238E27FC236}">
                    <a16:creationId xmlns:a16="http://schemas.microsoft.com/office/drawing/2014/main" id="{085E448D-A8C0-DE2C-291E-970B20E7D60A}"/>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17" name="Freeform: Shape 47">
                <a:extLst>
                  <a:ext uri="{FF2B5EF4-FFF2-40B4-BE49-F238E27FC236}">
                    <a16:creationId xmlns:a16="http://schemas.microsoft.com/office/drawing/2014/main" id="{76DF4D25-5169-02C0-D9B8-3701276FF94D}"/>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8" name="Freeform: Shape 48">
                <a:extLst>
                  <a:ext uri="{FF2B5EF4-FFF2-40B4-BE49-F238E27FC236}">
                    <a16:creationId xmlns:a16="http://schemas.microsoft.com/office/drawing/2014/main" id="{F4C0F1B7-7CA0-0AE4-423B-468BD5452ACE}"/>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19" name="Freeform: Shape 49">
                <a:extLst>
                  <a:ext uri="{FF2B5EF4-FFF2-40B4-BE49-F238E27FC236}">
                    <a16:creationId xmlns:a16="http://schemas.microsoft.com/office/drawing/2014/main" id="{240144E7-CB08-7592-0ED5-0B7DA11DB1E7}"/>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20" name="Espaço Reservado para Texto 6">
            <a:extLst>
              <a:ext uri="{FF2B5EF4-FFF2-40B4-BE49-F238E27FC236}">
                <a16:creationId xmlns:a16="http://schemas.microsoft.com/office/drawing/2014/main" id="{DB57C443-5119-36C9-D5BB-2C060B8CE2CB}"/>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21" name="Date Placeholder 1">
            <a:extLst>
              <a:ext uri="{FF2B5EF4-FFF2-40B4-BE49-F238E27FC236}">
                <a16:creationId xmlns:a16="http://schemas.microsoft.com/office/drawing/2014/main" id="{7B176E2A-7326-5C0E-E3D9-41BC4F056A28}"/>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66D8F6E5-217D-47DA-B257-3CDF48423BF2}" type="datetime4">
              <a:rPr lang="en-US" smtClean="0"/>
              <a:t>September 28, 2026</a:t>
            </a:fld>
            <a:endParaRPr lang="en-US"/>
          </a:p>
        </p:txBody>
      </p:sp>
      <p:sp>
        <p:nvSpPr>
          <p:cNvPr id="22" name="Espaço Reservado para Texto 6">
            <a:extLst>
              <a:ext uri="{FF2B5EF4-FFF2-40B4-BE49-F238E27FC236}">
                <a16:creationId xmlns:a16="http://schemas.microsoft.com/office/drawing/2014/main" id="{FBFC930A-4161-0E9E-859A-6545100B021E}"/>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23" name="Espaço Reservado para Texto 6">
            <a:extLst>
              <a:ext uri="{FF2B5EF4-FFF2-40B4-BE49-F238E27FC236}">
                <a16:creationId xmlns:a16="http://schemas.microsoft.com/office/drawing/2014/main" id="{507BAB29-59E5-0D5E-65E5-D88197A60214}"/>
              </a:ext>
            </a:extLst>
          </p:cNvPr>
          <p:cNvSpPr>
            <a:spLocks noGrp="1"/>
          </p:cNvSpPr>
          <p:nvPr>
            <p:ph type="body" sz="quarter" idx="38" hasCustomPrompt="1"/>
          </p:nvPr>
        </p:nvSpPr>
        <p:spPr>
          <a:xfrm>
            <a:off x="390154" y="1405779"/>
            <a:ext cx="6112352" cy="187302"/>
          </a:xfrm>
          <a:prstGeom prst="rect">
            <a:avLst/>
          </a:prstGeom>
        </p:spPr>
        <p:txBody>
          <a:bodyPr vert="horz" lIns="0" tIns="0" rIns="0" bIns="0" rtlCol="0" anchor="t">
            <a:noAutofit/>
          </a:bodyPr>
          <a:lstStyle>
            <a:lvl1pPr>
              <a:defRPr lang="pt-BR" sz="16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15" name="Text Placeholder 4">
            <a:extLst>
              <a:ext uri="{FF2B5EF4-FFF2-40B4-BE49-F238E27FC236}">
                <a16:creationId xmlns:a16="http://schemas.microsoft.com/office/drawing/2014/main" id="{03F24DE4-04E0-A5A8-F149-FAF4BF9651B6}"/>
              </a:ext>
            </a:extLst>
          </p:cNvPr>
          <p:cNvSpPr>
            <a:spLocks noGrp="1"/>
          </p:cNvSpPr>
          <p:nvPr>
            <p:ph type="body" sz="quarter" idx="39" hasCustomPrompt="1"/>
          </p:nvPr>
        </p:nvSpPr>
        <p:spPr>
          <a:xfrm>
            <a:off x="4330593" y="6544495"/>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24" name="Text Placeholder 4">
            <a:extLst>
              <a:ext uri="{FF2B5EF4-FFF2-40B4-BE49-F238E27FC236}">
                <a16:creationId xmlns:a16="http://schemas.microsoft.com/office/drawing/2014/main" id="{2911FEF9-0A77-5C12-1418-42473AFCE41A}"/>
              </a:ext>
            </a:extLst>
          </p:cNvPr>
          <p:cNvSpPr>
            <a:spLocks noGrp="1"/>
          </p:cNvSpPr>
          <p:nvPr>
            <p:ph type="body" sz="quarter" idx="40" hasCustomPrompt="1"/>
          </p:nvPr>
        </p:nvSpPr>
        <p:spPr>
          <a:xfrm>
            <a:off x="4330593" y="6706292"/>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25" name="Text Placeholder 4">
            <a:extLst>
              <a:ext uri="{FF2B5EF4-FFF2-40B4-BE49-F238E27FC236}">
                <a16:creationId xmlns:a16="http://schemas.microsoft.com/office/drawing/2014/main" id="{262FBF81-AC68-DDE3-9791-5EB1369BB13D}"/>
              </a:ext>
            </a:extLst>
          </p:cNvPr>
          <p:cNvSpPr>
            <a:spLocks noGrp="1"/>
          </p:cNvSpPr>
          <p:nvPr>
            <p:ph type="body" sz="quarter" idx="41" hasCustomPrompt="1"/>
          </p:nvPr>
        </p:nvSpPr>
        <p:spPr>
          <a:xfrm>
            <a:off x="4330593" y="6833164"/>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26" name="Text Placeholder 4">
            <a:extLst>
              <a:ext uri="{FF2B5EF4-FFF2-40B4-BE49-F238E27FC236}">
                <a16:creationId xmlns:a16="http://schemas.microsoft.com/office/drawing/2014/main" id="{72B7B639-7E4C-008E-2F07-EFDDF1658B2C}"/>
              </a:ext>
            </a:extLst>
          </p:cNvPr>
          <p:cNvSpPr>
            <a:spLocks noGrp="1"/>
          </p:cNvSpPr>
          <p:nvPr>
            <p:ph type="body" sz="quarter" idx="42" hasCustomPrompt="1"/>
          </p:nvPr>
        </p:nvSpPr>
        <p:spPr>
          <a:xfrm>
            <a:off x="4330593" y="7030750"/>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28" name="Text Placeholder 4">
            <a:extLst>
              <a:ext uri="{FF2B5EF4-FFF2-40B4-BE49-F238E27FC236}">
                <a16:creationId xmlns:a16="http://schemas.microsoft.com/office/drawing/2014/main" id="{DED10EBA-827E-ACAF-F415-E893CEA58E46}"/>
              </a:ext>
            </a:extLst>
          </p:cNvPr>
          <p:cNvSpPr>
            <a:spLocks noGrp="1"/>
          </p:cNvSpPr>
          <p:nvPr>
            <p:ph type="body" sz="quarter" idx="43" hasCustomPrompt="1"/>
          </p:nvPr>
        </p:nvSpPr>
        <p:spPr>
          <a:xfrm>
            <a:off x="4330593" y="719254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29" name="Text Placeholder 4">
            <a:extLst>
              <a:ext uri="{FF2B5EF4-FFF2-40B4-BE49-F238E27FC236}">
                <a16:creationId xmlns:a16="http://schemas.microsoft.com/office/drawing/2014/main" id="{EF921770-73BA-30FA-5FFA-AF7977B7F701}"/>
              </a:ext>
            </a:extLst>
          </p:cNvPr>
          <p:cNvSpPr>
            <a:spLocks noGrp="1"/>
          </p:cNvSpPr>
          <p:nvPr>
            <p:ph type="body" sz="quarter" idx="44" hasCustomPrompt="1"/>
          </p:nvPr>
        </p:nvSpPr>
        <p:spPr>
          <a:xfrm>
            <a:off x="4330593" y="7319419"/>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30" name="Text Placeholder 4">
            <a:extLst>
              <a:ext uri="{FF2B5EF4-FFF2-40B4-BE49-F238E27FC236}">
                <a16:creationId xmlns:a16="http://schemas.microsoft.com/office/drawing/2014/main" id="{20ACEDB3-2C09-E20D-821E-DDD418D3FEB1}"/>
              </a:ext>
            </a:extLst>
          </p:cNvPr>
          <p:cNvSpPr>
            <a:spLocks noGrp="1"/>
          </p:cNvSpPr>
          <p:nvPr>
            <p:ph type="body" sz="quarter" idx="45" hasCustomPrompt="1"/>
          </p:nvPr>
        </p:nvSpPr>
        <p:spPr>
          <a:xfrm>
            <a:off x="4330593" y="7524320"/>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31" name="Text Placeholder 4">
            <a:extLst>
              <a:ext uri="{FF2B5EF4-FFF2-40B4-BE49-F238E27FC236}">
                <a16:creationId xmlns:a16="http://schemas.microsoft.com/office/drawing/2014/main" id="{86DF4C01-3652-C9F0-F8FF-57CF059BACF5}"/>
              </a:ext>
            </a:extLst>
          </p:cNvPr>
          <p:cNvSpPr>
            <a:spLocks noGrp="1"/>
          </p:cNvSpPr>
          <p:nvPr>
            <p:ph type="body" sz="quarter" idx="46" hasCustomPrompt="1"/>
          </p:nvPr>
        </p:nvSpPr>
        <p:spPr>
          <a:xfrm>
            <a:off x="4330593" y="768611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32" name="Text Placeholder 4">
            <a:extLst>
              <a:ext uri="{FF2B5EF4-FFF2-40B4-BE49-F238E27FC236}">
                <a16:creationId xmlns:a16="http://schemas.microsoft.com/office/drawing/2014/main" id="{716E856C-FAC0-A224-30F5-9210B261B290}"/>
              </a:ext>
            </a:extLst>
          </p:cNvPr>
          <p:cNvSpPr>
            <a:spLocks noGrp="1"/>
          </p:cNvSpPr>
          <p:nvPr>
            <p:ph type="body" sz="quarter" idx="47" hasCustomPrompt="1"/>
          </p:nvPr>
        </p:nvSpPr>
        <p:spPr>
          <a:xfrm>
            <a:off x="4330593" y="7812989"/>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33" name="Espaço Reservado para Conteúdo 14">
            <a:extLst>
              <a:ext uri="{FF2B5EF4-FFF2-40B4-BE49-F238E27FC236}">
                <a16:creationId xmlns:a16="http://schemas.microsoft.com/office/drawing/2014/main" id="{B7A0699F-1107-A7EB-E37F-3282D8B26723}"/>
              </a:ext>
            </a:extLst>
          </p:cNvPr>
          <p:cNvSpPr>
            <a:spLocks noGrp="1"/>
          </p:cNvSpPr>
          <p:nvPr>
            <p:ph sz="quarter" idx="21" hasCustomPrompt="1"/>
          </p:nvPr>
        </p:nvSpPr>
        <p:spPr>
          <a:xfrm>
            <a:off x="382830" y="8150455"/>
            <a:ext cx="3741496"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4" name="Espaço Reservado para Conteúdo 14">
            <a:extLst>
              <a:ext uri="{FF2B5EF4-FFF2-40B4-BE49-F238E27FC236}">
                <a16:creationId xmlns:a16="http://schemas.microsoft.com/office/drawing/2014/main" id="{8E3A02D8-6F7D-7ADF-FBA5-4B8274BFE885}"/>
              </a:ext>
            </a:extLst>
          </p:cNvPr>
          <p:cNvSpPr>
            <a:spLocks noGrp="1"/>
          </p:cNvSpPr>
          <p:nvPr>
            <p:ph sz="quarter" idx="37" hasCustomPrompt="1"/>
          </p:nvPr>
        </p:nvSpPr>
        <p:spPr>
          <a:xfrm>
            <a:off x="382830" y="7861837"/>
            <a:ext cx="3741496"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cxnSp>
        <p:nvCxnSpPr>
          <p:cNvPr id="35" name="Straight Connector 34">
            <a:extLst>
              <a:ext uri="{FF2B5EF4-FFF2-40B4-BE49-F238E27FC236}">
                <a16:creationId xmlns:a16="http://schemas.microsoft.com/office/drawing/2014/main" id="{72580441-ACD3-34DD-BE7E-A48F3B2C9853}"/>
              </a:ext>
            </a:extLst>
          </p:cNvPr>
          <p:cNvCxnSpPr>
            <a:cxnSpLocks/>
          </p:cNvCxnSpPr>
          <p:nvPr userDrawn="1"/>
        </p:nvCxnSpPr>
        <p:spPr>
          <a:xfrm>
            <a:off x="4227459" y="3692524"/>
            <a:ext cx="0" cy="5761039"/>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6" name="Espaço Reservado para Conteúdo 14">
            <a:extLst>
              <a:ext uri="{FF2B5EF4-FFF2-40B4-BE49-F238E27FC236}">
                <a16:creationId xmlns:a16="http://schemas.microsoft.com/office/drawing/2014/main" id="{3AD50A6F-9852-2DF4-CD76-ABDAB2ECB230}"/>
              </a:ext>
            </a:extLst>
          </p:cNvPr>
          <p:cNvSpPr>
            <a:spLocks noGrp="1"/>
          </p:cNvSpPr>
          <p:nvPr>
            <p:ph sz="quarter" idx="25" hasCustomPrompt="1"/>
          </p:nvPr>
        </p:nvSpPr>
        <p:spPr>
          <a:xfrm>
            <a:off x="4330593" y="5400654"/>
            <a:ext cx="2159107" cy="94624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A1EEFDF8-66EC-B678-3690-4B90D5170795}"/>
              </a:ext>
            </a:extLst>
          </p:cNvPr>
          <p:cNvSpPr>
            <a:spLocks noGrp="1"/>
          </p:cNvSpPr>
          <p:nvPr>
            <p:ph sz="quarter" idx="48" hasCustomPrompt="1"/>
          </p:nvPr>
        </p:nvSpPr>
        <p:spPr>
          <a:xfrm>
            <a:off x="4330593" y="5112035"/>
            <a:ext cx="215910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9" name="Espaço Reservado para Conteúdo 14">
            <a:extLst>
              <a:ext uri="{FF2B5EF4-FFF2-40B4-BE49-F238E27FC236}">
                <a16:creationId xmlns:a16="http://schemas.microsoft.com/office/drawing/2014/main" id="{0FE5B210-6AEE-6D43-743F-B26EA372DEB4}"/>
              </a:ext>
            </a:extLst>
          </p:cNvPr>
          <p:cNvSpPr>
            <a:spLocks noGrp="1"/>
          </p:cNvSpPr>
          <p:nvPr>
            <p:ph sz="quarter" idx="49" hasCustomPrompt="1"/>
          </p:nvPr>
        </p:nvSpPr>
        <p:spPr>
          <a:xfrm>
            <a:off x="4330593" y="3692524"/>
            <a:ext cx="2159107" cy="1239189"/>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0" name="Text Placeholder 4">
            <a:extLst>
              <a:ext uri="{FF2B5EF4-FFF2-40B4-BE49-F238E27FC236}">
                <a16:creationId xmlns:a16="http://schemas.microsoft.com/office/drawing/2014/main" id="{76703E1C-3A23-54F1-0E55-A22109AD96E7}"/>
              </a:ext>
            </a:extLst>
          </p:cNvPr>
          <p:cNvSpPr>
            <a:spLocks noGrp="1"/>
          </p:cNvSpPr>
          <p:nvPr>
            <p:ph type="body" sz="quarter" idx="23"/>
          </p:nvPr>
        </p:nvSpPr>
        <p:spPr>
          <a:xfrm>
            <a:off x="390154" y="3692524"/>
            <a:ext cx="3734170" cy="4017503"/>
          </a:xfrm>
          <a:prstGeom prst="rect">
            <a:avLst/>
          </a:prstGeom>
          <a:noFill/>
        </p:spPr>
        <p:txBody>
          <a:bodyPr wrap="square" lIns="0" tIns="0" rIns="0" bIns="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a:t>Click to edit Master text styles</a:t>
            </a:r>
          </a:p>
        </p:txBody>
      </p:sp>
      <p:sp>
        <p:nvSpPr>
          <p:cNvPr id="41" name="Text Placeholder 4">
            <a:extLst>
              <a:ext uri="{FF2B5EF4-FFF2-40B4-BE49-F238E27FC236}">
                <a16:creationId xmlns:a16="http://schemas.microsoft.com/office/drawing/2014/main" id="{5E067759-B73B-DD64-0392-7F84B67AA6EA}"/>
              </a:ext>
            </a:extLst>
          </p:cNvPr>
          <p:cNvSpPr>
            <a:spLocks noGrp="1"/>
          </p:cNvSpPr>
          <p:nvPr>
            <p:ph type="body" sz="quarter" idx="20"/>
          </p:nvPr>
        </p:nvSpPr>
        <p:spPr>
          <a:xfrm>
            <a:off x="390154" y="2150950"/>
            <a:ext cx="6099546" cy="1378800"/>
          </a:xfrm>
          <a:prstGeom prst="rect">
            <a:avLst/>
          </a:prstGeom>
          <a:solidFill>
            <a:schemeClr val="bg1">
              <a:lumMod val="95000"/>
            </a:schemeClr>
          </a:solidFill>
        </p:spPr>
        <p:txBody>
          <a:bodyPr wrap="square" lIns="72000" tIns="72000" rIns="72000" bIns="7200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a:t>Click to edit Master text styles</a:t>
            </a:r>
          </a:p>
        </p:txBody>
      </p:sp>
    </p:spTree>
    <p:extLst>
      <p:ext uri="{BB962C8B-B14F-4D97-AF65-F5344CB8AC3E}">
        <p14:creationId xmlns:p14="http://schemas.microsoft.com/office/powerpoint/2010/main" val="2448932805"/>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Capa Short Note v2">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p>
        </p:txBody>
      </p: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sz="quarter" idx="22" hasCustomPrompt="1"/>
          </p:nvPr>
        </p:nvSpPr>
        <p:spPr>
          <a:xfrm>
            <a:off x="4330594" y="84291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sz="quarter" idx="24" hasCustomPrompt="1"/>
          </p:nvPr>
        </p:nvSpPr>
        <p:spPr>
          <a:xfrm>
            <a:off x="4330594" y="81405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pic>
        <p:nvPicPr>
          <p:cNvPr id="2" name="Graphic 1">
            <a:extLst>
              <a:ext uri="{FF2B5EF4-FFF2-40B4-BE49-F238E27FC236}">
                <a16:creationId xmlns:a16="http://schemas.microsoft.com/office/drawing/2014/main" id="{0D170F3C-A405-4BC5-DB91-21B4D4B86710}"/>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0" y="0"/>
            <a:ext cx="6858000" cy="2003470"/>
          </a:xfrm>
          <a:prstGeom prst="rect">
            <a:avLst/>
          </a:prstGeom>
        </p:spPr>
      </p:pic>
      <p:pic>
        <p:nvPicPr>
          <p:cNvPr id="4" name="Picture 3" descr="A blue and white dot pattern&#10;&#10;AI-generated content may be incorrect.">
            <a:extLst>
              <a:ext uri="{FF2B5EF4-FFF2-40B4-BE49-F238E27FC236}">
                <a16:creationId xmlns:a16="http://schemas.microsoft.com/office/drawing/2014/main" id="{86F06D5F-EA57-B774-6CB5-FDEEEE7FBD3C}"/>
              </a:ext>
            </a:extLst>
          </p:cNvPr>
          <p:cNvPicPr>
            <a:picLocks noChangeAspect="1"/>
          </p:cNvPicPr>
          <p:nvPr userDrawn="1"/>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14569" y="12000"/>
            <a:ext cx="6843431" cy="1991470"/>
          </a:xfrm>
          <a:prstGeom prst="rect">
            <a:avLst/>
          </a:prstGeom>
        </p:spPr>
      </p:pic>
      <p:pic>
        <p:nvPicPr>
          <p:cNvPr id="5" name="Graphic 4">
            <a:extLst>
              <a:ext uri="{FF2B5EF4-FFF2-40B4-BE49-F238E27FC236}">
                <a16:creationId xmlns:a16="http://schemas.microsoft.com/office/drawing/2014/main" id="{3525D9DD-4FB7-3E81-046D-4F48E019BFF4}"/>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rcRect l="51901" t="57744" r="40349" b="-120"/>
          <a:stretch/>
        </p:blipFill>
        <p:spPr>
          <a:xfrm rot="5400000" flipH="1">
            <a:off x="3316774" y="-1537758"/>
            <a:ext cx="2003470" cy="5078985"/>
          </a:xfrm>
          <a:prstGeom prst="rect">
            <a:avLst/>
          </a:prstGeom>
        </p:spPr>
      </p:pic>
      <p:sp>
        <p:nvSpPr>
          <p:cNvPr id="6" name="Espaço Reservado para Texto 6">
            <a:extLst>
              <a:ext uri="{FF2B5EF4-FFF2-40B4-BE49-F238E27FC236}">
                <a16:creationId xmlns:a16="http://schemas.microsoft.com/office/drawing/2014/main" id="{6691DD02-8A42-4B12-996C-E8AA97E630DF}"/>
              </a:ext>
            </a:extLst>
          </p:cNvPr>
          <p:cNvSpPr>
            <a:spLocks noGrp="1"/>
          </p:cNvSpPr>
          <p:nvPr>
            <p:ph type="body" sz="quarter" idx="16" hasCustomPrompt="1"/>
          </p:nvPr>
        </p:nvSpPr>
        <p:spPr>
          <a:xfrm>
            <a:off x="390154" y="96923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grpSp>
        <p:nvGrpSpPr>
          <p:cNvPr id="7" name="Group 6">
            <a:extLst>
              <a:ext uri="{FF2B5EF4-FFF2-40B4-BE49-F238E27FC236}">
                <a16:creationId xmlns:a16="http://schemas.microsoft.com/office/drawing/2014/main" id="{46430BCF-7707-19A2-B573-F588949459D0}"/>
              </a:ext>
            </a:extLst>
          </p:cNvPr>
          <p:cNvGrpSpPr/>
          <p:nvPr userDrawn="1"/>
        </p:nvGrpSpPr>
        <p:grpSpPr>
          <a:xfrm>
            <a:off x="390154" y="406178"/>
            <a:ext cx="1240285" cy="341910"/>
            <a:chOff x="2700591" y="2522601"/>
            <a:chExt cx="6428993" cy="1772284"/>
          </a:xfrm>
        </p:grpSpPr>
        <p:sp>
          <p:nvSpPr>
            <p:cNvPr id="8" name="Freeform: Shape 40">
              <a:extLst>
                <a:ext uri="{FF2B5EF4-FFF2-40B4-BE49-F238E27FC236}">
                  <a16:creationId xmlns:a16="http://schemas.microsoft.com/office/drawing/2014/main" id="{D4539CAA-97BF-C1C0-3333-31E8BE52F8E4}"/>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9" name="Graphic 20">
              <a:extLst>
                <a:ext uri="{FF2B5EF4-FFF2-40B4-BE49-F238E27FC236}">
                  <a16:creationId xmlns:a16="http://schemas.microsoft.com/office/drawing/2014/main" id="{59674DE2-937E-E428-7983-75A6776DE4CB}"/>
                </a:ext>
              </a:extLst>
            </p:cNvPr>
            <p:cNvGrpSpPr/>
            <p:nvPr/>
          </p:nvGrpSpPr>
          <p:grpSpPr>
            <a:xfrm>
              <a:off x="5034660" y="3339528"/>
              <a:ext cx="4094924" cy="747077"/>
              <a:chOff x="5034660" y="3339528"/>
              <a:chExt cx="4094924" cy="747077"/>
            </a:xfrm>
            <a:solidFill>
              <a:srgbClr val="FFFFFF"/>
            </a:solidFill>
          </p:grpSpPr>
          <p:sp>
            <p:nvSpPr>
              <p:cNvPr id="10" name="Freeform: Shape 42">
                <a:extLst>
                  <a:ext uri="{FF2B5EF4-FFF2-40B4-BE49-F238E27FC236}">
                    <a16:creationId xmlns:a16="http://schemas.microsoft.com/office/drawing/2014/main" id="{291CF00D-94FF-5ED4-7147-527A38750C01}"/>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2" name="Freeform: Shape 43">
                <a:extLst>
                  <a:ext uri="{FF2B5EF4-FFF2-40B4-BE49-F238E27FC236}">
                    <a16:creationId xmlns:a16="http://schemas.microsoft.com/office/drawing/2014/main" id="{3138E082-26D7-A59B-36A6-FE94A7BF06F0}"/>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13" name="Freeform: Shape 44">
                <a:extLst>
                  <a:ext uri="{FF2B5EF4-FFF2-40B4-BE49-F238E27FC236}">
                    <a16:creationId xmlns:a16="http://schemas.microsoft.com/office/drawing/2014/main" id="{9024D65D-E20B-1B6C-53B1-FA4F1F9C65D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14" name="Freeform: Shape 45">
                <a:extLst>
                  <a:ext uri="{FF2B5EF4-FFF2-40B4-BE49-F238E27FC236}">
                    <a16:creationId xmlns:a16="http://schemas.microsoft.com/office/drawing/2014/main" id="{D0B0B35B-0747-6B2B-6933-D45499601DF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16" name="Freeform: Shape 46">
                <a:extLst>
                  <a:ext uri="{FF2B5EF4-FFF2-40B4-BE49-F238E27FC236}">
                    <a16:creationId xmlns:a16="http://schemas.microsoft.com/office/drawing/2014/main" id="{5B69C6C5-E8FE-2C89-F314-0A0FBBE815E0}"/>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17" name="Freeform: Shape 47">
                <a:extLst>
                  <a:ext uri="{FF2B5EF4-FFF2-40B4-BE49-F238E27FC236}">
                    <a16:creationId xmlns:a16="http://schemas.microsoft.com/office/drawing/2014/main" id="{F5BB930F-3832-317D-67C1-D87D9E4A9EF1}"/>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8" name="Freeform: Shape 48">
                <a:extLst>
                  <a:ext uri="{FF2B5EF4-FFF2-40B4-BE49-F238E27FC236}">
                    <a16:creationId xmlns:a16="http://schemas.microsoft.com/office/drawing/2014/main" id="{04F173F3-03F9-8E1B-2885-4AC07FD616EA}"/>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19" name="Freeform: Shape 49">
                <a:extLst>
                  <a:ext uri="{FF2B5EF4-FFF2-40B4-BE49-F238E27FC236}">
                    <a16:creationId xmlns:a16="http://schemas.microsoft.com/office/drawing/2014/main" id="{2BCB2A0B-34B2-34C1-5D56-4C2274A5C42F}"/>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20" name="Espaço Reservado para Texto 6">
            <a:extLst>
              <a:ext uri="{FF2B5EF4-FFF2-40B4-BE49-F238E27FC236}">
                <a16:creationId xmlns:a16="http://schemas.microsoft.com/office/drawing/2014/main" id="{589B4896-C673-DF18-8E1F-EFF9F0D6EC6A}"/>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21" name="Date Placeholder 1">
            <a:extLst>
              <a:ext uri="{FF2B5EF4-FFF2-40B4-BE49-F238E27FC236}">
                <a16:creationId xmlns:a16="http://schemas.microsoft.com/office/drawing/2014/main" id="{04F3B742-459A-95DB-1F25-5C5FD3DE4BC0}"/>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12BFD25F-8ABA-4CB8-AB5B-88CA677F52D0}" type="datetime4">
              <a:rPr lang="en-US" smtClean="0"/>
              <a:t>September 28, 2026</a:t>
            </a:fld>
            <a:endParaRPr lang="en-US"/>
          </a:p>
        </p:txBody>
      </p:sp>
      <p:sp>
        <p:nvSpPr>
          <p:cNvPr id="22" name="Espaço Reservado para Texto 6">
            <a:extLst>
              <a:ext uri="{FF2B5EF4-FFF2-40B4-BE49-F238E27FC236}">
                <a16:creationId xmlns:a16="http://schemas.microsoft.com/office/drawing/2014/main" id="{5A02647A-2A9C-F7EF-DEB7-9E9E3EA7A392}"/>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23" name="Espaço Reservado para Texto 6">
            <a:extLst>
              <a:ext uri="{FF2B5EF4-FFF2-40B4-BE49-F238E27FC236}">
                <a16:creationId xmlns:a16="http://schemas.microsoft.com/office/drawing/2014/main" id="{0D64EF15-F78C-A77F-85C1-A2EAB29B8120}"/>
              </a:ext>
            </a:extLst>
          </p:cNvPr>
          <p:cNvSpPr>
            <a:spLocks noGrp="1"/>
          </p:cNvSpPr>
          <p:nvPr>
            <p:ph type="body" sz="quarter" idx="37" hasCustomPrompt="1"/>
          </p:nvPr>
        </p:nvSpPr>
        <p:spPr>
          <a:xfrm>
            <a:off x="390154" y="1405779"/>
            <a:ext cx="6112352" cy="187302"/>
          </a:xfrm>
          <a:prstGeom prst="rect">
            <a:avLst/>
          </a:prstGeom>
        </p:spPr>
        <p:txBody>
          <a:bodyPr vert="horz" lIns="0" tIns="0" rIns="0" bIns="0" rtlCol="0" anchor="t">
            <a:noAutofit/>
          </a:bodyPr>
          <a:lstStyle>
            <a:lvl1pPr>
              <a:defRPr lang="pt-BR" sz="16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15" name="Text Placeholder 4">
            <a:extLst>
              <a:ext uri="{FF2B5EF4-FFF2-40B4-BE49-F238E27FC236}">
                <a16:creationId xmlns:a16="http://schemas.microsoft.com/office/drawing/2014/main" id="{A955F5D8-0156-E60B-A6A0-DA6EBBCACA35}"/>
              </a:ext>
            </a:extLst>
          </p:cNvPr>
          <p:cNvSpPr>
            <a:spLocks noGrp="1"/>
          </p:cNvSpPr>
          <p:nvPr>
            <p:ph type="body" sz="quarter" idx="27" hasCustomPrompt="1"/>
          </p:nvPr>
        </p:nvSpPr>
        <p:spPr>
          <a:xfrm>
            <a:off x="4330593" y="5026703"/>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24" name="Text Placeholder 4">
            <a:extLst>
              <a:ext uri="{FF2B5EF4-FFF2-40B4-BE49-F238E27FC236}">
                <a16:creationId xmlns:a16="http://schemas.microsoft.com/office/drawing/2014/main" id="{671F3DC4-3146-7572-DF86-04CF30B4670A}"/>
              </a:ext>
            </a:extLst>
          </p:cNvPr>
          <p:cNvSpPr>
            <a:spLocks noGrp="1"/>
          </p:cNvSpPr>
          <p:nvPr>
            <p:ph type="body" sz="quarter" idx="28" hasCustomPrompt="1"/>
          </p:nvPr>
        </p:nvSpPr>
        <p:spPr>
          <a:xfrm>
            <a:off x="4330593" y="5188500"/>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25" name="Text Placeholder 4">
            <a:extLst>
              <a:ext uri="{FF2B5EF4-FFF2-40B4-BE49-F238E27FC236}">
                <a16:creationId xmlns:a16="http://schemas.microsoft.com/office/drawing/2014/main" id="{C25FBB51-101B-7BC4-6209-A6AE0F61B541}"/>
              </a:ext>
            </a:extLst>
          </p:cNvPr>
          <p:cNvSpPr>
            <a:spLocks noGrp="1"/>
          </p:cNvSpPr>
          <p:nvPr>
            <p:ph type="body" sz="quarter" idx="29" hasCustomPrompt="1"/>
          </p:nvPr>
        </p:nvSpPr>
        <p:spPr>
          <a:xfrm>
            <a:off x="4330593" y="5315372"/>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26" name="Text Placeholder 4">
            <a:extLst>
              <a:ext uri="{FF2B5EF4-FFF2-40B4-BE49-F238E27FC236}">
                <a16:creationId xmlns:a16="http://schemas.microsoft.com/office/drawing/2014/main" id="{CCD507EB-0DD5-E0FE-7EBF-64F0329C1935}"/>
              </a:ext>
            </a:extLst>
          </p:cNvPr>
          <p:cNvSpPr>
            <a:spLocks noGrp="1"/>
          </p:cNvSpPr>
          <p:nvPr>
            <p:ph type="body" sz="quarter" idx="30" hasCustomPrompt="1"/>
          </p:nvPr>
        </p:nvSpPr>
        <p:spPr>
          <a:xfrm>
            <a:off x="4330593" y="5512958"/>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28" name="Text Placeholder 4">
            <a:extLst>
              <a:ext uri="{FF2B5EF4-FFF2-40B4-BE49-F238E27FC236}">
                <a16:creationId xmlns:a16="http://schemas.microsoft.com/office/drawing/2014/main" id="{B2D3B57B-5654-08D9-CF35-1B0510FBDB43}"/>
              </a:ext>
            </a:extLst>
          </p:cNvPr>
          <p:cNvSpPr>
            <a:spLocks noGrp="1"/>
          </p:cNvSpPr>
          <p:nvPr>
            <p:ph type="body" sz="quarter" idx="31" hasCustomPrompt="1"/>
          </p:nvPr>
        </p:nvSpPr>
        <p:spPr>
          <a:xfrm>
            <a:off x="4330593" y="5674755"/>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29" name="Text Placeholder 4">
            <a:extLst>
              <a:ext uri="{FF2B5EF4-FFF2-40B4-BE49-F238E27FC236}">
                <a16:creationId xmlns:a16="http://schemas.microsoft.com/office/drawing/2014/main" id="{3E40D777-F23D-154B-ED18-B3AC90627CAD}"/>
              </a:ext>
            </a:extLst>
          </p:cNvPr>
          <p:cNvSpPr>
            <a:spLocks noGrp="1"/>
          </p:cNvSpPr>
          <p:nvPr>
            <p:ph type="body" sz="quarter" idx="32" hasCustomPrompt="1"/>
          </p:nvPr>
        </p:nvSpPr>
        <p:spPr>
          <a:xfrm>
            <a:off x="4330593" y="580162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30" name="Text Placeholder 4">
            <a:extLst>
              <a:ext uri="{FF2B5EF4-FFF2-40B4-BE49-F238E27FC236}">
                <a16:creationId xmlns:a16="http://schemas.microsoft.com/office/drawing/2014/main" id="{2FB8FCA1-B9F0-6733-CCF5-17884C12C282}"/>
              </a:ext>
            </a:extLst>
          </p:cNvPr>
          <p:cNvSpPr>
            <a:spLocks noGrp="1"/>
          </p:cNvSpPr>
          <p:nvPr>
            <p:ph type="body" sz="quarter" idx="33" hasCustomPrompt="1"/>
          </p:nvPr>
        </p:nvSpPr>
        <p:spPr>
          <a:xfrm>
            <a:off x="4330593" y="6006528"/>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31" name="Text Placeholder 4">
            <a:extLst>
              <a:ext uri="{FF2B5EF4-FFF2-40B4-BE49-F238E27FC236}">
                <a16:creationId xmlns:a16="http://schemas.microsoft.com/office/drawing/2014/main" id="{1C6E0D76-848C-96AE-C91B-C6E6F86E0FE1}"/>
              </a:ext>
            </a:extLst>
          </p:cNvPr>
          <p:cNvSpPr>
            <a:spLocks noGrp="1"/>
          </p:cNvSpPr>
          <p:nvPr>
            <p:ph type="body" sz="quarter" idx="34" hasCustomPrompt="1"/>
          </p:nvPr>
        </p:nvSpPr>
        <p:spPr>
          <a:xfrm>
            <a:off x="4330593" y="6168325"/>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32" name="Text Placeholder 4">
            <a:extLst>
              <a:ext uri="{FF2B5EF4-FFF2-40B4-BE49-F238E27FC236}">
                <a16:creationId xmlns:a16="http://schemas.microsoft.com/office/drawing/2014/main" id="{70DBE899-3012-A4CF-0309-407CAE5D714A}"/>
              </a:ext>
            </a:extLst>
          </p:cNvPr>
          <p:cNvSpPr>
            <a:spLocks noGrp="1"/>
          </p:cNvSpPr>
          <p:nvPr>
            <p:ph type="body" sz="quarter" idx="35" hasCustomPrompt="1"/>
          </p:nvPr>
        </p:nvSpPr>
        <p:spPr>
          <a:xfrm>
            <a:off x="4330593" y="629519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33" name="Espaço Reservado para Conteúdo 14">
            <a:extLst>
              <a:ext uri="{FF2B5EF4-FFF2-40B4-BE49-F238E27FC236}">
                <a16:creationId xmlns:a16="http://schemas.microsoft.com/office/drawing/2014/main" id="{AF3F2DBA-090D-C776-7BBA-64874B35F7AC}"/>
              </a:ext>
            </a:extLst>
          </p:cNvPr>
          <p:cNvSpPr>
            <a:spLocks noGrp="1"/>
          </p:cNvSpPr>
          <p:nvPr>
            <p:ph sz="quarter" idx="40" hasCustomPrompt="1"/>
          </p:nvPr>
        </p:nvSpPr>
        <p:spPr>
          <a:xfrm>
            <a:off x="4330593" y="3695191"/>
            <a:ext cx="2159107" cy="123486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cxnSp>
        <p:nvCxnSpPr>
          <p:cNvPr id="34" name="Straight Connector 33">
            <a:extLst>
              <a:ext uri="{FF2B5EF4-FFF2-40B4-BE49-F238E27FC236}">
                <a16:creationId xmlns:a16="http://schemas.microsoft.com/office/drawing/2014/main" id="{C2553539-94F4-53FE-224D-42D9F145E1FE}"/>
              </a:ext>
            </a:extLst>
          </p:cNvPr>
          <p:cNvCxnSpPr>
            <a:cxnSpLocks/>
          </p:cNvCxnSpPr>
          <p:nvPr userDrawn="1"/>
        </p:nvCxnSpPr>
        <p:spPr>
          <a:xfrm>
            <a:off x="4227459" y="3692525"/>
            <a:ext cx="0" cy="5761038"/>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5" name="Text Placeholder 4">
            <a:extLst>
              <a:ext uri="{FF2B5EF4-FFF2-40B4-BE49-F238E27FC236}">
                <a16:creationId xmlns:a16="http://schemas.microsoft.com/office/drawing/2014/main" id="{020CCC31-EABC-9A13-29FD-F75168E56A12}"/>
              </a:ext>
            </a:extLst>
          </p:cNvPr>
          <p:cNvSpPr>
            <a:spLocks noGrp="1"/>
          </p:cNvSpPr>
          <p:nvPr>
            <p:ph type="body" sz="quarter" idx="23"/>
          </p:nvPr>
        </p:nvSpPr>
        <p:spPr>
          <a:xfrm>
            <a:off x="390154" y="3692524"/>
            <a:ext cx="3734170" cy="5761038"/>
          </a:xfrm>
          <a:prstGeom prst="rect">
            <a:avLst/>
          </a:prstGeom>
          <a:noFill/>
        </p:spPr>
        <p:txBody>
          <a:bodyPr wrap="square" lIns="0" tIns="0" rIns="0" bIns="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a:t>Click to edit Master text styles</a:t>
            </a:r>
          </a:p>
        </p:txBody>
      </p:sp>
      <p:sp>
        <p:nvSpPr>
          <p:cNvPr id="36" name="Text Placeholder 4">
            <a:extLst>
              <a:ext uri="{FF2B5EF4-FFF2-40B4-BE49-F238E27FC236}">
                <a16:creationId xmlns:a16="http://schemas.microsoft.com/office/drawing/2014/main" id="{528AB6C8-4A03-776C-6C2F-A6FFEB8FB5AB}"/>
              </a:ext>
            </a:extLst>
          </p:cNvPr>
          <p:cNvSpPr>
            <a:spLocks noGrp="1"/>
          </p:cNvSpPr>
          <p:nvPr>
            <p:ph type="body" sz="quarter" idx="20"/>
          </p:nvPr>
        </p:nvSpPr>
        <p:spPr>
          <a:xfrm>
            <a:off x="390154" y="2150950"/>
            <a:ext cx="6099546" cy="1378800"/>
          </a:xfrm>
          <a:prstGeom prst="rect">
            <a:avLst/>
          </a:prstGeom>
          <a:solidFill>
            <a:schemeClr val="bg1">
              <a:lumMod val="95000"/>
            </a:schemeClr>
          </a:solidFill>
        </p:spPr>
        <p:txBody>
          <a:bodyPr wrap="square" lIns="72000" tIns="72000" rIns="72000" bIns="7200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a:t>Click to edit Master text styles</a:t>
            </a:r>
          </a:p>
        </p:txBody>
      </p:sp>
    </p:spTree>
    <p:extLst>
      <p:ext uri="{BB962C8B-B14F-4D97-AF65-F5344CB8AC3E}">
        <p14:creationId xmlns:p14="http://schemas.microsoft.com/office/powerpoint/2010/main" val="236094682"/>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apa Short Note v2">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p>
        </p:txBody>
      </p:sp>
      <p:pic>
        <p:nvPicPr>
          <p:cNvPr id="2" name="Graphic 1">
            <a:extLst>
              <a:ext uri="{FF2B5EF4-FFF2-40B4-BE49-F238E27FC236}">
                <a16:creationId xmlns:a16="http://schemas.microsoft.com/office/drawing/2014/main" id="{0D170F3C-A405-4BC5-DB91-21B4D4B86710}"/>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0" y="0"/>
            <a:ext cx="6858000" cy="2003470"/>
          </a:xfrm>
          <a:prstGeom prst="rect">
            <a:avLst/>
          </a:prstGeom>
        </p:spPr>
      </p:pic>
      <p:pic>
        <p:nvPicPr>
          <p:cNvPr id="4" name="Picture 3" descr="A blue and white dot pattern&#10;&#10;AI-generated content may be incorrect.">
            <a:extLst>
              <a:ext uri="{FF2B5EF4-FFF2-40B4-BE49-F238E27FC236}">
                <a16:creationId xmlns:a16="http://schemas.microsoft.com/office/drawing/2014/main" id="{86F06D5F-EA57-B774-6CB5-FDEEEE7FBD3C}"/>
              </a:ext>
            </a:extLst>
          </p:cNvPr>
          <p:cNvPicPr>
            <a:picLocks noChangeAspect="1"/>
          </p:cNvPicPr>
          <p:nvPr userDrawn="1"/>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14569" y="12000"/>
            <a:ext cx="6843431" cy="1991470"/>
          </a:xfrm>
          <a:prstGeom prst="rect">
            <a:avLst/>
          </a:prstGeom>
        </p:spPr>
      </p:pic>
      <p:pic>
        <p:nvPicPr>
          <p:cNvPr id="5" name="Graphic 4">
            <a:extLst>
              <a:ext uri="{FF2B5EF4-FFF2-40B4-BE49-F238E27FC236}">
                <a16:creationId xmlns:a16="http://schemas.microsoft.com/office/drawing/2014/main" id="{3525D9DD-4FB7-3E81-046D-4F48E019BFF4}"/>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rcRect l="51901" t="57744" r="40349" b="-120"/>
          <a:stretch/>
        </p:blipFill>
        <p:spPr>
          <a:xfrm rot="5400000" flipH="1">
            <a:off x="3316774" y="-1537758"/>
            <a:ext cx="2003470" cy="5078985"/>
          </a:xfrm>
          <a:prstGeom prst="rect">
            <a:avLst/>
          </a:prstGeom>
        </p:spPr>
      </p:pic>
      <p:sp>
        <p:nvSpPr>
          <p:cNvPr id="6" name="Espaço Reservado para Texto 6">
            <a:extLst>
              <a:ext uri="{FF2B5EF4-FFF2-40B4-BE49-F238E27FC236}">
                <a16:creationId xmlns:a16="http://schemas.microsoft.com/office/drawing/2014/main" id="{6691DD02-8A42-4B12-996C-E8AA97E630DF}"/>
              </a:ext>
            </a:extLst>
          </p:cNvPr>
          <p:cNvSpPr>
            <a:spLocks noGrp="1"/>
          </p:cNvSpPr>
          <p:nvPr>
            <p:ph type="body" sz="quarter" idx="16" hasCustomPrompt="1"/>
          </p:nvPr>
        </p:nvSpPr>
        <p:spPr>
          <a:xfrm>
            <a:off x="390154" y="96923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grpSp>
        <p:nvGrpSpPr>
          <p:cNvPr id="7" name="Group 6">
            <a:extLst>
              <a:ext uri="{FF2B5EF4-FFF2-40B4-BE49-F238E27FC236}">
                <a16:creationId xmlns:a16="http://schemas.microsoft.com/office/drawing/2014/main" id="{46430BCF-7707-19A2-B573-F588949459D0}"/>
              </a:ext>
            </a:extLst>
          </p:cNvPr>
          <p:cNvGrpSpPr/>
          <p:nvPr userDrawn="1"/>
        </p:nvGrpSpPr>
        <p:grpSpPr>
          <a:xfrm>
            <a:off x="390154" y="406178"/>
            <a:ext cx="1240285" cy="341910"/>
            <a:chOff x="2700591" y="2522601"/>
            <a:chExt cx="6428993" cy="1772284"/>
          </a:xfrm>
        </p:grpSpPr>
        <p:sp>
          <p:nvSpPr>
            <p:cNvPr id="8" name="Freeform: Shape 40">
              <a:extLst>
                <a:ext uri="{FF2B5EF4-FFF2-40B4-BE49-F238E27FC236}">
                  <a16:creationId xmlns:a16="http://schemas.microsoft.com/office/drawing/2014/main" id="{D4539CAA-97BF-C1C0-3333-31E8BE52F8E4}"/>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9" name="Graphic 20">
              <a:extLst>
                <a:ext uri="{FF2B5EF4-FFF2-40B4-BE49-F238E27FC236}">
                  <a16:creationId xmlns:a16="http://schemas.microsoft.com/office/drawing/2014/main" id="{59674DE2-937E-E428-7983-75A6776DE4CB}"/>
                </a:ext>
              </a:extLst>
            </p:cNvPr>
            <p:cNvGrpSpPr/>
            <p:nvPr/>
          </p:nvGrpSpPr>
          <p:grpSpPr>
            <a:xfrm>
              <a:off x="5034660" y="3339528"/>
              <a:ext cx="4094924" cy="747077"/>
              <a:chOff x="5034660" y="3339528"/>
              <a:chExt cx="4094924" cy="747077"/>
            </a:xfrm>
            <a:solidFill>
              <a:srgbClr val="FFFFFF"/>
            </a:solidFill>
          </p:grpSpPr>
          <p:sp>
            <p:nvSpPr>
              <p:cNvPr id="10" name="Freeform: Shape 42">
                <a:extLst>
                  <a:ext uri="{FF2B5EF4-FFF2-40B4-BE49-F238E27FC236}">
                    <a16:creationId xmlns:a16="http://schemas.microsoft.com/office/drawing/2014/main" id="{291CF00D-94FF-5ED4-7147-527A38750C01}"/>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2" name="Freeform: Shape 43">
                <a:extLst>
                  <a:ext uri="{FF2B5EF4-FFF2-40B4-BE49-F238E27FC236}">
                    <a16:creationId xmlns:a16="http://schemas.microsoft.com/office/drawing/2014/main" id="{3138E082-26D7-A59B-36A6-FE94A7BF06F0}"/>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13" name="Freeform: Shape 44">
                <a:extLst>
                  <a:ext uri="{FF2B5EF4-FFF2-40B4-BE49-F238E27FC236}">
                    <a16:creationId xmlns:a16="http://schemas.microsoft.com/office/drawing/2014/main" id="{9024D65D-E20B-1B6C-53B1-FA4F1F9C65D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14" name="Freeform: Shape 45">
                <a:extLst>
                  <a:ext uri="{FF2B5EF4-FFF2-40B4-BE49-F238E27FC236}">
                    <a16:creationId xmlns:a16="http://schemas.microsoft.com/office/drawing/2014/main" id="{D0B0B35B-0747-6B2B-6933-D45499601DF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16" name="Freeform: Shape 46">
                <a:extLst>
                  <a:ext uri="{FF2B5EF4-FFF2-40B4-BE49-F238E27FC236}">
                    <a16:creationId xmlns:a16="http://schemas.microsoft.com/office/drawing/2014/main" id="{5B69C6C5-E8FE-2C89-F314-0A0FBBE815E0}"/>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17" name="Freeform: Shape 47">
                <a:extLst>
                  <a:ext uri="{FF2B5EF4-FFF2-40B4-BE49-F238E27FC236}">
                    <a16:creationId xmlns:a16="http://schemas.microsoft.com/office/drawing/2014/main" id="{F5BB930F-3832-317D-67C1-D87D9E4A9EF1}"/>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8" name="Freeform: Shape 48">
                <a:extLst>
                  <a:ext uri="{FF2B5EF4-FFF2-40B4-BE49-F238E27FC236}">
                    <a16:creationId xmlns:a16="http://schemas.microsoft.com/office/drawing/2014/main" id="{04F173F3-03F9-8E1B-2885-4AC07FD616EA}"/>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19" name="Freeform: Shape 49">
                <a:extLst>
                  <a:ext uri="{FF2B5EF4-FFF2-40B4-BE49-F238E27FC236}">
                    <a16:creationId xmlns:a16="http://schemas.microsoft.com/office/drawing/2014/main" id="{2BCB2A0B-34B2-34C1-5D56-4C2274A5C42F}"/>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20" name="Espaço Reservado para Texto 6">
            <a:extLst>
              <a:ext uri="{FF2B5EF4-FFF2-40B4-BE49-F238E27FC236}">
                <a16:creationId xmlns:a16="http://schemas.microsoft.com/office/drawing/2014/main" id="{589B4896-C673-DF18-8E1F-EFF9F0D6EC6A}"/>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21" name="Date Placeholder 1">
            <a:extLst>
              <a:ext uri="{FF2B5EF4-FFF2-40B4-BE49-F238E27FC236}">
                <a16:creationId xmlns:a16="http://schemas.microsoft.com/office/drawing/2014/main" id="{04F3B742-459A-95DB-1F25-5C5FD3DE4BC0}"/>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A92E1D1F-4B82-4376-913C-0337818CB1E8}" type="datetime4">
              <a:rPr lang="en-US" smtClean="0"/>
              <a:t>September 28, 2026</a:t>
            </a:fld>
            <a:endParaRPr lang="en-US"/>
          </a:p>
        </p:txBody>
      </p:sp>
      <p:sp>
        <p:nvSpPr>
          <p:cNvPr id="22" name="Espaço Reservado para Texto 6">
            <a:extLst>
              <a:ext uri="{FF2B5EF4-FFF2-40B4-BE49-F238E27FC236}">
                <a16:creationId xmlns:a16="http://schemas.microsoft.com/office/drawing/2014/main" id="{5A02647A-2A9C-F7EF-DEB7-9E9E3EA7A392}"/>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23" name="Espaço Reservado para Texto 6">
            <a:extLst>
              <a:ext uri="{FF2B5EF4-FFF2-40B4-BE49-F238E27FC236}">
                <a16:creationId xmlns:a16="http://schemas.microsoft.com/office/drawing/2014/main" id="{0D64EF15-F78C-A77F-85C1-A2EAB29B8120}"/>
              </a:ext>
            </a:extLst>
          </p:cNvPr>
          <p:cNvSpPr>
            <a:spLocks noGrp="1"/>
          </p:cNvSpPr>
          <p:nvPr>
            <p:ph type="body" sz="quarter" idx="37" hasCustomPrompt="1"/>
          </p:nvPr>
        </p:nvSpPr>
        <p:spPr>
          <a:xfrm>
            <a:off x="390154" y="1405779"/>
            <a:ext cx="6112352" cy="187302"/>
          </a:xfrm>
          <a:prstGeom prst="rect">
            <a:avLst/>
          </a:prstGeom>
        </p:spPr>
        <p:txBody>
          <a:bodyPr vert="horz" lIns="0" tIns="0" rIns="0" bIns="0" rtlCol="0" anchor="t">
            <a:noAutofit/>
          </a:bodyPr>
          <a:lstStyle>
            <a:lvl1pPr>
              <a:defRPr lang="pt-BR" sz="16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15" name="Text Placeholder 4">
            <a:extLst>
              <a:ext uri="{FF2B5EF4-FFF2-40B4-BE49-F238E27FC236}">
                <a16:creationId xmlns:a16="http://schemas.microsoft.com/office/drawing/2014/main" id="{BF7DFD60-2E36-4F02-82F8-E04D808E1906}"/>
              </a:ext>
            </a:extLst>
          </p:cNvPr>
          <p:cNvSpPr>
            <a:spLocks noGrp="1"/>
          </p:cNvSpPr>
          <p:nvPr>
            <p:ph type="body" sz="quarter" idx="20"/>
          </p:nvPr>
        </p:nvSpPr>
        <p:spPr>
          <a:xfrm>
            <a:off x="390154" y="2150953"/>
            <a:ext cx="3734171" cy="7246052"/>
          </a:xfrm>
          <a:prstGeom prst="rect">
            <a:avLst/>
          </a:prstGeom>
          <a:solidFill>
            <a:schemeClr val="bg1">
              <a:lumMod val="95000"/>
            </a:schemeClr>
          </a:solidFill>
        </p:spPr>
        <p:txBody>
          <a:bodyPr wrap="square" lIns="72000" tIns="72000" rIns="72000" bIns="7200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a:t>Click to edit Master text styles</a:t>
            </a:r>
          </a:p>
        </p:txBody>
      </p:sp>
      <p:sp>
        <p:nvSpPr>
          <p:cNvPr id="24" name="Text Placeholder 4">
            <a:extLst>
              <a:ext uri="{FF2B5EF4-FFF2-40B4-BE49-F238E27FC236}">
                <a16:creationId xmlns:a16="http://schemas.microsoft.com/office/drawing/2014/main" id="{6B77B479-67B9-3D1F-DB63-5A937E29D921}"/>
              </a:ext>
            </a:extLst>
          </p:cNvPr>
          <p:cNvSpPr>
            <a:spLocks noGrp="1"/>
          </p:cNvSpPr>
          <p:nvPr>
            <p:ph type="body" sz="quarter" idx="27" hasCustomPrompt="1"/>
          </p:nvPr>
        </p:nvSpPr>
        <p:spPr>
          <a:xfrm>
            <a:off x="4330593" y="3551967"/>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25" name="Text Placeholder 4">
            <a:extLst>
              <a:ext uri="{FF2B5EF4-FFF2-40B4-BE49-F238E27FC236}">
                <a16:creationId xmlns:a16="http://schemas.microsoft.com/office/drawing/2014/main" id="{CF97AD4E-3588-342E-979B-0CCDF1CF3A66}"/>
              </a:ext>
            </a:extLst>
          </p:cNvPr>
          <p:cNvSpPr>
            <a:spLocks noGrp="1"/>
          </p:cNvSpPr>
          <p:nvPr>
            <p:ph type="body" sz="quarter" idx="28" hasCustomPrompt="1"/>
          </p:nvPr>
        </p:nvSpPr>
        <p:spPr>
          <a:xfrm>
            <a:off x="4330593" y="3713764"/>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26" name="Text Placeholder 4">
            <a:extLst>
              <a:ext uri="{FF2B5EF4-FFF2-40B4-BE49-F238E27FC236}">
                <a16:creationId xmlns:a16="http://schemas.microsoft.com/office/drawing/2014/main" id="{B85DC042-1D7C-4735-DB80-659003055DC8}"/>
              </a:ext>
            </a:extLst>
          </p:cNvPr>
          <p:cNvSpPr>
            <a:spLocks noGrp="1"/>
          </p:cNvSpPr>
          <p:nvPr>
            <p:ph type="body" sz="quarter" idx="29" hasCustomPrompt="1"/>
          </p:nvPr>
        </p:nvSpPr>
        <p:spPr>
          <a:xfrm>
            <a:off x="4330593" y="3840636"/>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28" name="Text Placeholder 4">
            <a:extLst>
              <a:ext uri="{FF2B5EF4-FFF2-40B4-BE49-F238E27FC236}">
                <a16:creationId xmlns:a16="http://schemas.microsoft.com/office/drawing/2014/main" id="{35C34336-3E73-5DC1-40F0-6AF846D48E78}"/>
              </a:ext>
            </a:extLst>
          </p:cNvPr>
          <p:cNvSpPr>
            <a:spLocks noGrp="1"/>
          </p:cNvSpPr>
          <p:nvPr>
            <p:ph type="body" sz="quarter" idx="30" hasCustomPrompt="1"/>
          </p:nvPr>
        </p:nvSpPr>
        <p:spPr>
          <a:xfrm>
            <a:off x="4330593" y="4038222"/>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29" name="Text Placeholder 4">
            <a:extLst>
              <a:ext uri="{FF2B5EF4-FFF2-40B4-BE49-F238E27FC236}">
                <a16:creationId xmlns:a16="http://schemas.microsoft.com/office/drawing/2014/main" id="{8CD3B534-6D99-4C48-73C6-A90E786EAF16}"/>
              </a:ext>
            </a:extLst>
          </p:cNvPr>
          <p:cNvSpPr>
            <a:spLocks noGrp="1"/>
          </p:cNvSpPr>
          <p:nvPr>
            <p:ph type="body" sz="quarter" idx="31" hasCustomPrompt="1"/>
          </p:nvPr>
        </p:nvSpPr>
        <p:spPr>
          <a:xfrm>
            <a:off x="4330593" y="4200019"/>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30" name="Text Placeholder 4">
            <a:extLst>
              <a:ext uri="{FF2B5EF4-FFF2-40B4-BE49-F238E27FC236}">
                <a16:creationId xmlns:a16="http://schemas.microsoft.com/office/drawing/2014/main" id="{2028EDBB-9588-28C2-3D10-94EAAEC88F4D}"/>
              </a:ext>
            </a:extLst>
          </p:cNvPr>
          <p:cNvSpPr>
            <a:spLocks noGrp="1"/>
          </p:cNvSpPr>
          <p:nvPr>
            <p:ph type="body" sz="quarter" idx="32" hasCustomPrompt="1"/>
          </p:nvPr>
        </p:nvSpPr>
        <p:spPr>
          <a:xfrm>
            <a:off x="4330593" y="4326891"/>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31" name="Text Placeholder 4">
            <a:extLst>
              <a:ext uri="{FF2B5EF4-FFF2-40B4-BE49-F238E27FC236}">
                <a16:creationId xmlns:a16="http://schemas.microsoft.com/office/drawing/2014/main" id="{2A785A59-B1EC-BCA9-3C61-AA41FD3030AA}"/>
              </a:ext>
            </a:extLst>
          </p:cNvPr>
          <p:cNvSpPr>
            <a:spLocks noGrp="1"/>
          </p:cNvSpPr>
          <p:nvPr>
            <p:ph type="body" sz="quarter" idx="33" hasCustomPrompt="1"/>
          </p:nvPr>
        </p:nvSpPr>
        <p:spPr>
          <a:xfrm>
            <a:off x="4330593" y="4531792"/>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32" name="Text Placeholder 4">
            <a:extLst>
              <a:ext uri="{FF2B5EF4-FFF2-40B4-BE49-F238E27FC236}">
                <a16:creationId xmlns:a16="http://schemas.microsoft.com/office/drawing/2014/main" id="{687FE4BC-3557-8ACF-282E-E55A17020846}"/>
              </a:ext>
            </a:extLst>
          </p:cNvPr>
          <p:cNvSpPr>
            <a:spLocks noGrp="1"/>
          </p:cNvSpPr>
          <p:nvPr>
            <p:ph type="body" sz="quarter" idx="34" hasCustomPrompt="1"/>
          </p:nvPr>
        </p:nvSpPr>
        <p:spPr>
          <a:xfrm>
            <a:off x="4330593" y="4693589"/>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33" name="Text Placeholder 4">
            <a:extLst>
              <a:ext uri="{FF2B5EF4-FFF2-40B4-BE49-F238E27FC236}">
                <a16:creationId xmlns:a16="http://schemas.microsoft.com/office/drawing/2014/main" id="{71BC99D4-EA9B-7B0F-636D-51A7398724C0}"/>
              </a:ext>
            </a:extLst>
          </p:cNvPr>
          <p:cNvSpPr>
            <a:spLocks noGrp="1"/>
          </p:cNvSpPr>
          <p:nvPr>
            <p:ph type="body" sz="quarter" idx="35" hasCustomPrompt="1"/>
          </p:nvPr>
        </p:nvSpPr>
        <p:spPr>
          <a:xfrm>
            <a:off x="4330593" y="4820461"/>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cxnSp>
        <p:nvCxnSpPr>
          <p:cNvPr id="34" name="Straight Connector 33">
            <a:extLst>
              <a:ext uri="{FF2B5EF4-FFF2-40B4-BE49-F238E27FC236}">
                <a16:creationId xmlns:a16="http://schemas.microsoft.com/office/drawing/2014/main" id="{539D7FB9-B2E7-F477-8C41-841677DAAFE0}"/>
              </a:ext>
            </a:extLst>
          </p:cNvPr>
          <p:cNvCxnSpPr>
            <a:cxnSpLocks/>
          </p:cNvCxnSpPr>
          <p:nvPr userDrawn="1"/>
        </p:nvCxnSpPr>
        <p:spPr>
          <a:xfrm>
            <a:off x="4227459" y="2150951"/>
            <a:ext cx="0" cy="7246054"/>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5" name="Espaço Reservado para Conteúdo 14">
            <a:extLst>
              <a:ext uri="{FF2B5EF4-FFF2-40B4-BE49-F238E27FC236}">
                <a16:creationId xmlns:a16="http://schemas.microsoft.com/office/drawing/2014/main" id="{5D3EDB8D-754F-B41B-52BE-3C9C63C87727}"/>
              </a:ext>
            </a:extLst>
          </p:cNvPr>
          <p:cNvSpPr>
            <a:spLocks noGrp="1"/>
          </p:cNvSpPr>
          <p:nvPr>
            <p:ph sz="quarter" idx="40" hasCustomPrompt="1"/>
          </p:nvPr>
        </p:nvSpPr>
        <p:spPr>
          <a:xfrm>
            <a:off x="4330593" y="2150951"/>
            <a:ext cx="2159107" cy="1236051"/>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Tree>
    <p:extLst>
      <p:ext uri="{BB962C8B-B14F-4D97-AF65-F5344CB8AC3E}">
        <p14:creationId xmlns:p14="http://schemas.microsoft.com/office/powerpoint/2010/main" val="397000736"/>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_Capa Short Note Sector">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38" name="Espaço Reservado para Conteúdo 14">
            <a:extLst>
              <a:ext uri="{FF2B5EF4-FFF2-40B4-BE49-F238E27FC236}">
                <a16:creationId xmlns:a16="http://schemas.microsoft.com/office/drawing/2014/main" id="{8272B113-2F70-441F-8502-29E6B907995B}"/>
              </a:ext>
            </a:extLst>
          </p:cNvPr>
          <p:cNvSpPr>
            <a:spLocks noGrp="1"/>
          </p:cNvSpPr>
          <p:nvPr>
            <p:ph sz="quarter"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p:ph sz="quarter"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pic>
        <p:nvPicPr>
          <p:cNvPr id="2" name="Graphic 1">
            <a:extLst>
              <a:ext uri="{FF2B5EF4-FFF2-40B4-BE49-F238E27FC236}">
                <a16:creationId xmlns:a16="http://schemas.microsoft.com/office/drawing/2014/main" id="{DAE82E8C-95AD-0361-B8B0-B7C0D8684CF5}"/>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0" y="0"/>
            <a:ext cx="6858000" cy="2003470"/>
          </a:xfrm>
          <a:prstGeom prst="rect">
            <a:avLst/>
          </a:prstGeom>
        </p:spPr>
      </p:pic>
      <p:pic>
        <p:nvPicPr>
          <p:cNvPr id="4" name="Picture 3" descr="A blue and white dot pattern&#10;&#10;AI-generated content may be incorrect.">
            <a:extLst>
              <a:ext uri="{FF2B5EF4-FFF2-40B4-BE49-F238E27FC236}">
                <a16:creationId xmlns:a16="http://schemas.microsoft.com/office/drawing/2014/main" id="{29FA0211-7640-B008-5F80-DFE4BF78EDCF}"/>
              </a:ext>
            </a:extLst>
          </p:cNvPr>
          <p:cNvPicPr>
            <a:picLocks noChangeAspect="1"/>
          </p:cNvPicPr>
          <p:nvPr userDrawn="1"/>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14569" y="12000"/>
            <a:ext cx="6843431" cy="1991470"/>
          </a:xfrm>
          <a:prstGeom prst="rect">
            <a:avLst/>
          </a:prstGeom>
        </p:spPr>
      </p:pic>
      <p:pic>
        <p:nvPicPr>
          <p:cNvPr id="5" name="Graphic 4">
            <a:extLst>
              <a:ext uri="{FF2B5EF4-FFF2-40B4-BE49-F238E27FC236}">
                <a16:creationId xmlns:a16="http://schemas.microsoft.com/office/drawing/2014/main" id="{17F97C21-6648-EF6C-A98D-137E0F480F1A}"/>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rcRect l="51901" t="57744" r="40349" b="-120"/>
          <a:stretch/>
        </p:blipFill>
        <p:spPr>
          <a:xfrm rot="5400000" flipH="1">
            <a:off x="3316774" y="-1537758"/>
            <a:ext cx="2003470" cy="5078985"/>
          </a:xfrm>
          <a:prstGeom prst="rect">
            <a:avLst/>
          </a:prstGeom>
        </p:spPr>
      </p:pic>
      <p:sp>
        <p:nvSpPr>
          <p:cNvPr id="6" name="Espaço Reservado para Texto 6">
            <a:extLst>
              <a:ext uri="{FF2B5EF4-FFF2-40B4-BE49-F238E27FC236}">
                <a16:creationId xmlns:a16="http://schemas.microsoft.com/office/drawing/2014/main" id="{928D0FCD-860E-59BE-AB6B-2EA27033053F}"/>
              </a:ext>
            </a:extLst>
          </p:cNvPr>
          <p:cNvSpPr>
            <a:spLocks noGrp="1"/>
          </p:cNvSpPr>
          <p:nvPr>
            <p:ph type="body" sz="quarter" idx="16" hasCustomPrompt="1"/>
          </p:nvPr>
        </p:nvSpPr>
        <p:spPr>
          <a:xfrm>
            <a:off x="390154" y="96923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grpSp>
        <p:nvGrpSpPr>
          <p:cNvPr id="7" name="Group 6">
            <a:extLst>
              <a:ext uri="{FF2B5EF4-FFF2-40B4-BE49-F238E27FC236}">
                <a16:creationId xmlns:a16="http://schemas.microsoft.com/office/drawing/2014/main" id="{7B14105F-6B03-AB02-2E6B-E280AFC5EA3E}"/>
              </a:ext>
            </a:extLst>
          </p:cNvPr>
          <p:cNvGrpSpPr/>
          <p:nvPr userDrawn="1"/>
        </p:nvGrpSpPr>
        <p:grpSpPr>
          <a:xfrm>
            <a:off x="390154" y="406178"/>
            <a:ext cx="1240285" cy="341910"/>
            <a:chOff x="2700591" y="2522601"/>
            <a:chExt cx="6428993" cy="1772284"/>
          </a:xfrm>
        </p:grpSpPr>
        <p:sp>
          <p:nvSpPr>
            <p:cNvPr id="8" name="Freeform: Shape 40">
              <a:extLst>
                <a:ext uri="{FF2B5EF4-FFF2-40B4-BE49-F238E27FC236}">
                  <a16:creationId xmlns:a16="http://schemas.microsoft.com/office/drawing/2014/main" id="{F910343D-7729-C09A-9C77-894C9CA08B3A}"/>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9" name="Graphic 20">
              <a:extLst>
                <a:ext uri="{FF2B5EF4-FFF2-40B4-BE49-F238E27FC236}">
                  <a16:creationId xmlns:a16="http://schemas.microsoft.com/office/drawing/2014/main" id="{19EE9025-8994-9F60-34A1-5C3B3CFAD1EC}"/>
                </a:ext>
              </a:extLst>
            </p:cNvPr>
            <p:cNvGrpSpPr/>
            <p:nvPr/>
          </p:nvGrpSpPr>
          <p:grpSpPr>
            <a:xfrm>
              <a:off x="5034660" y="3339528"/>
              <a:ext cx="4094924" cy="747077"/>
              <a:chOff x="5034660" y="3339528"/>
              <a:chExt cx="4094924" cy="747077"/>
            </a:xfrm>
            <a:solidFill>
              <a:srgbClr val="FFFFFF"/>
            </a:solidFill>
          </p:grpSpPr>
          <p:sp>
            <p:nvSpPr>
              <p:cNvPr id="10" name="Freeform: Shape 42">
                <a:extLst>
                  <a:ext uri="{FF2B5EF4-FFF2-40B4-BE49-F238E27FC236}">
                    <a16:creationId xmlns:a16="http://schemas.microsoft.com/office/drawing/2014/main" id="{7B5DDC33-C3D4-9796-19F2-58D7C38A2C63}"/>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2" name="Freeform: Shape 43">
                <a:extLst>
                  <a:ext uri="{FF2B5EF4-FFF2-40B4-BE49-F238E27FC236}">
                    <a16:creationId xmlns:a16="http://schemas.microsoft.com/office/drawing/2014/main" id="{F4C69D50-6649-D4B4-7D87-4089B8DBE467}"/>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13" name="Freeform: Shape 44">
                <a:extLst>
                  <a:ext uri="{FF2B5EF4-FFF2-40B4-BE49-F238E27FC236}">
                    <a16:creationId xmlns:a16="http://schemas.microsoft.com/office/drawing/2014/main" id="{883D8FB5-0F60-B49C-34DC-9175C66F908E}"/>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14" name="Freeform: Shape 45">
                <a:extLst>
                  <a:ext uri="{FF2B5EF4-FFF2-40B4-BE49-F238E27FC236}">
                    <a16:creationId xmlns:a16="http://schemas.microsoft.com/office/drawing/2014/main" id="{371036E0-69E7-A8D3-000E-87223966A2ED}"/>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16" name="Freeform: Shape 46">
                <a:extLst>
                  <a:ext uri="{FF2B5EF4-FFF2-40B4-BE49-F238E27FC236}">
                    <a16:creationId xmlns:a16="http://schemas.microsoft.com/office/drawing/2014/main" id="{02898492-89A0-DE15-D6C5-D551EFE24C97}"/>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17" name="Freeform: Shape 47">
                <a:extLst>
                  <a:ext uri="{FF2B5EF4-FFF2-40B4-BE49-F238E27FC236}">
                    <a16:creationId xmlns:a16="http://schemas.microsoft.com/office/drawing/2014/main" id="{E25F01F7-A7A9-F302-A1F0-C58B6E4EF15D}"/>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8" name="Freeform: Shape 48">
                <a:extLst>
                  <a:ext uri="{FF2B5EF4-FFF2-40B4-BE49-F238E27FC236}">
                    <a16:creationId xmlns:a16="http://schemas.microsoft.com/office/drawing/2014/main" id="{DFD7414B-9A29-543D-FEA3-E085A244A597}"/>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19" name="Freeform: Shape 49">
                <a:extLst>
                  <a:ext uri="{FF2B5EF4-FFF2-40B4-BE49-F238E27FC236}">
                    <a16:creationId xmlns:a16="http://schemas.microsoft.com/office/drawing/2014/main" id="{057F6B16-BFF0-4DFA-603A-E9BCA79F8063}"/>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20" name="Espaço Reservado para Texto 6">
            <a:extLst>
              <a:ext uri="{FF2B5EF4-FFF2-40B4-BE49-F238E27FC236}">
                <a16:creationId xmlns:a16="http://schemas.microsoft.com/office/drawing/2014/main" id="{C856C89A-7562-82C0-70CE-765A1BE0195E}"/>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21" name="Date Placeholder 1">
            <a:extLst>
              <a:ext uri="{FF2B5EF4-FFF2-40B4-BE49-F238E27FC236}">
                <a16:creationId xmlns:a16="http://schemas.microsoft.com/office/drawing/2014/main" id="{BFDFB630-05CE-02BE-378B-A5C3EA6BC938}"/>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5BFC621B-BF66-4D07-95B8-23D0F1B44B8B}" type="datetime4">
              <a:rPr lang="en-US" smtClean="0"/>
              <a:t>September 28, 2026</a:t>
            </a:fld>
            <a:endParaRPr lang="en-US"/>
          </a:p>
        </p:txBody>
      </p:sp>
      <p:sp>
        <p:nvSpPr>
          <p:cNvPr id="22" name="Espaço Reservado para Texto 6">
            <a:extLst>
              <a:ext uri="{FF2B5EF4-FFF2-40B4-BE49-F238E27FC236}">
                <a16:creationId xmlns:a16="http://schemas.microsoft.com/office/drawing/2014/main" id="{BC5C97CA-C109-C89E-B0DA-580EB374FF5A}"/>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23" name="Espaço Reservado para Texto 6">
            <a:extLst>
              <a:ext uri="{FF2B5EF4-FFF2-40B4-BE49-F238E27FC236}">
                <a16:creationId xmlns:a16="http://schemas.microsoft.com/office/drawing/2014/main" id="{6CE2BDD4-5FBE-4506-6AAF-2D2BA90A0DD8}"/>
              </a:ext>
            </a:extLst>
          </p:cNvPr>
          <p:cNvSpPr>
            <a:spLocks noGrp="1"/>
          </p:cNvSpPr>
          <p:nvPr>
            <p:ph type="body" sz="quarter" idx="38" hasCustomPrompt="1"/>
          </p:nvPr>
        </p:nvSpPr>
        <p:spPr>
          <a:xfrm>
            <a:off x="390154" y="1405779"/>
            <a:ext cx="6112352" cy="187302"/>
          </a:xfrm>
          <a:prstGeom prst="rect">
            <a:avLst/>
          </a:prstGeom>
        </p:spPr>
        <p:txBody>
          <a:bodyPr vert="horz" lIns="0" tIns="0" rIns="0" bIns="0" rtlCol="0" anchor="t">
            <a:noAutofit/>
          </a:bodyPr>
          <a:lstStyle>
            <a:lvl1pPr>
              <a:defRPr lang="pt-BR" sz="16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15" name="Text Placeholder 4">
            <a:extLst>
              <a:ext uri="{FF2B5EF4-FFF2-40B4-BE49-F238E27FC236}">
                <a16:creationId xmlns:a16="http://schemas.microsoft.com/office/drawing/2014/main" id="{940F99CF-8986-12A5-817F-97B685225E90}"/>
              </a:ext>
            </a:extLst>
          </p:cNvPr>
          <p:cNvSpPr>
            <a:spLocks noGrp="1"/>
          </p:cNvSpPr>
          <p:nvPr>
            <p:ph type="body" sz="quarter" idx="27" hasCustomPrompt="1"/>
          </p:nvPr>
        </p:nvSpPr>
        <p:spPr>
          <a:xfrm>
            <a:off x="4330593" y="369252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24" name="Text Placeholder 4">
            <a:extLst>
              <a:ext uri="{FF2B5EF4-FFF2-40B4-BE49-F238E27FC236}">
                <a16:creationId xmlns:a16="http://schemas.microsoft.com/office/drawing/2014/main" id="{0140C41B-2354-17F2-8688-7AB404EEA1F0}"/>
              </a:ext>
            </a:extLst>
          </p:cNvPr>
          <p:cNvSpPr>
            <a:spLocks noGrp="1"/>
          </p:cNvSpPr>
          <p:nvPr>
            <p:ph type="body" sz="quarter" idx="28" hasCustomPrompt="1"/>
          </p:nvPr>
        </p:nvSpPr>
        <p:spPr>
          <a:xfrm>
            <a:off x="4330593" y="3854321"/>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25" name="Text Placeholder 4">
            <a:extLst>
              <a:ext uri="{FF2B5EF4-FFF2-40B4-BE49-F238E27FC236}">
                <a16:creationId xmlns:a16="http://schemas.microsoft.com/office/drawing/2014/main" id="{88382CAA-FCB9-2AEB-20BA-5D243A50978F}"/>
              </a:ext>
            </a:extLst>
          </p:cNvPr>
          <p:cNvSpPr>
            <a:spLocks noGrp="1"/>
          </p:cNvSpPr>
          <p:nvPr>
            <p:ph type="body" sz="quarter" idx="29" hasCustomPrompt="1"/>
          </p:nvPr>
        </p:nvSpPr>
        <p:spPr>
          <a:xfrm>
            <a:off x="4330593" y="398119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26" name="Text Placeholder 4">
            <a:extLst>
              <a:ext uri="{FF2B5EF4-FFF2-40B4-BE49-F238E27FC236}">
                <a16:creationId xmlns:a16="http://schemas.microsoft.com/office/drawing/2014/main" id="{91E52212-A260-84D8-2C50-08CDC08A8BB7}"/>
              </a:ext>
            </a:extLst>
          </p:cNvPr>
          <p:cNvSpPr>
            <a:spLocks noGrp="1"/>
          </p:cNvSpPr>
          <p:nvPr>
            <p:ph type="body" sz="quarter" idx="30" hasCustomPrompt="1"/>
          </p:nvPr>
        </p:nvSpPr>
        <p:spPr>
          <a:xfrm>
            <a:off x="4330593" y="417877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28" name="Text Placeholder 4">
            <a:extLst>
              <a:ext uri="{FF2B5EF4-FFF2-40B4-BE49-F238E27FC236}">
                <a16:creationId xmlns:a16="http://schemas.microsoft.com/office/drawing/2014/main" id="{FD566518-7137-787A-8B48-3DC74BA88C36}"/>
              </a:ext>
            </a:extLst>
          </p:cNvPr>
          <p:cNvSpPr>
            <a:spLocks noGrp="1"/>
          </p:cNvSpPr>
          <p:nvPr>
            <p:ph type="body" sz="quarter" idx="31" hasCustomPrompt="1"/>
          </p:nvPr>
        </p:nvSpPr>
        <p:spPr>
          <a:xfrm>
            <a:off x="4330593" y="4340576"/>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29" name="Text Placeholder 4">
            <a:extLst>
              <a:ext uri="{FF2B5EF4-FFF2-40B4-BE49-F238E27FC236}">
                <a16:creationId xmlns:a16="http://schemas.microsoft.com/office/drawing/2014/main" id="{128DB013-695D-1616-A486-7F2B38589E64}"/>
              </a:ext>
            </a:extLst>
          </p:cNvPr>
          <p:cNvSpPr>
            <a:spLocks noGrp="1"/>
          </p:cNvSpPr>
          <p:nvPr>
            <p:ph type="body" sz="quarter" idx="32" hasCustomPrompt="1"/>
          </p:nvPr>
        </p:nvSpPr>
        <p:spPr>
          <a:xfrm>
            <a:off x="4330593" y="446744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30" name="Text Placeholder 4">
            <a:extLst>
              <a:ext uri="{FF2B5EF4-FFF2-40B4-BE49-F238E27FC236}">
                <a16:creationId xmlns:a16="http://schemas.microsoft.com/office/drawing/2014/main" id="{88A24351-08B2-83F8-B4F8-D55D3F07EF7B}"/>
              </a:ext>
            </a:extLst>
          </p:cNvPr>
          <p:cNvSpPr>
            <a:spLocks noGrp="1"/>
          </p:cNvSpPr>
          <p:nvPr>
            <p:ph type="body" sz="quarter" idx="33" hasCustomPrompt="1"/>
          </p:nvPr>
        </p:nvSpPr>
        <p:spPr>
          <a:xfrm>
            <a:off x="4330593" y="467234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31" name="Text Placeholder 4">
            <a:extLst>
              <a:ext uri="{FF2B5EF4-FFF2-40B4-BE49-F238E27FC236}">
                <a16:creationId xmlns:a16="http://schemas.microsoft.com/office/drawing/2014/main" id="{C9E1A8CB-1D01-FB8E-FFF5-6ACBA780081F}"/>
              </a:ext>
            </a:extLst>
          </p:cNvPr>
          <p:cNvSpPr>
            <a:spLocks noGrp="1"/>
          </p:cNvSpPr>
          <p:nvPr>
            <p:ph type="body" sz="quarter" idx="34" hasCustomPrompt="1"/>
          </p:nvPr>
        </p:nvSpPr>
        <p:spPr>
          <a:xfrm>
            <a:off x="4330593" y="4834146"/>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32" name="Text Placeholder 4">
            <a:extLst>
              <a:ext uri="{FF2B5EF4-FFF2-40B4-BE49-F238E27FC236}">
                <a16:creationId xmlns:a16="http://schemas.microsoft.com/office/drawing/2014/main" id="{1AE7C39D-EA22-C5DB-A675-845E341B399F}"/>
              </a:ext>
            </a:extLst>
          </p:cNvPr>
          <p:cNvSpPr>
            <a:spLocks noGrp="1"/>
          </p:cNvSpPr>
          <p:nvPr>
            <p:ph type="body" sz="quarter" idx="35" hasCustomPrompt="1"/>
          </p:nvPr>
        </p:nvSpPr>
        <p:spPr>
          <a:xfrm>
            <a:off x="4330593" y="496101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cxnSp>
        <p:nvCxnSpPr>
          <p:cNvPr id="34" name="Straight Connector 33">
            <a:extLst>
              <a:ext uri="{FF2B5EF4-FFF2-40B4-BE49-F238E27FC236}">
                <a16:creationId xmlns:a16="http://schemas.microsoft.com/office/drawing/2014/main" id="{AF1BA942-F3DB-C7E0-BAED-A17071503BC2}"/>
              </a:ext>
            </a:extLst>
          </p:cNvPr>
          <p:cNvCxnSpPr>
            <a:cxnSpLocks/>
          </p:cNvCxnSpPr>
          <p:nvPr userDrawn="1"/>
        </p:nvCxnSpPr>
        <p:spPr>
          <a:xfrm>
            <a:off x="4227459" y="3692525"/>
            <a:ext cx="0" cy="403633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5" name="Text Placeholder 4">
            <a:extLst>
              <a:ext uri="{FF2B5EF4-FFF2-40B4-BE49-F238E27FC236}">
                <a16:creationId xmlns:a16="http://schemas.microsoft.com/office/drawing/2014/main" id="{36541823-4E2D-CA37-F162-ECE90D8582A7}"/>
              </a:ext>
            </a:extLst>
          </p:cNvPr>
          <p:cNvSpPr>
            <a:spLocks noGrp="1"/>
          </p:cNvSpPr>
          <p:nvPr>
            <p:ph type="body" sz="quarter" idx="23"/>
          </p:nvPr>
        </p:nvSpPr>
        <p:spPr>
          <a:xfrm>
            <a:off x="390154" y="3692524"/>
            <a:ext cx="3734170" cy="4036332"/>
          </a:xfrm>
          <a:prstGeom prst="rect">
            <a:avLst/>
          </a:prstGeom>
          <a:noFill/>
        </p:spPr>
        <p:txBody>
          <a:bodyPr wrap="square" lIns="0" tIns="0" rIns="0" bIns="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a:t>Click to edit Master text styles</a:t>
            </a:r>
          </a:p>
        </p:txBody>
      </p:sp>
      <p:sp>
        <p:nvSpPr>
          <p:cNvPr id="36" name="Text Placeholder 4">
            <a:extLst>
              <a:ext uri="{FF2B5EF4-FFF2-40B4-BE49-F238E27FC236}">
                <a16:creationId xmlns:a16="http://schemas.microsoft.com/office/drawing/2014/main" id="{921245B7-AB30-4FB7-CF96-2E86016A7C44}"/>
              </a:ext>
            </a:extLst>
          </p:cNvPr>
          <p:cNvSpPr>
            <a:spLocks noGrp="1"/>
          </p:cNvSpPr>
          <p:nvPr>
            <p:ph type="body" sz="quarter" idx="20"/>
          </p:nvPr>
        </p:nvSpPr>
        <p:spPr>
          <a:xfrm>
            <a:off x="390154" y="2150950"/>
            <a:ext cx="6099546" cy="1378800"/>
          </a:xfrm>
          <a:prstGeom prst="rect">
            <a:avLst/>
          </a:prstGeom>
          <a:solidFill>
            <a:schemeClr val="bg1">
              <a:lumMod val="95000"/>
            </a:schemeClr>
          </a:solidFill>
        </p:spPr>
        <p:txBody>
          <a:bodyPr wrap="square" lIns="72000" tIns="72000" rIns="72000" bIns="72000" rtlCol="0">
            <a:noAutofit/>
          </a:bodyPr>
          <a:lstStyle>
            <a:lvl1pPr algn="just">
              <a:lnSpc>
                <a:spcPct val="120000"/>
              </a:lnSpc>
              <a:spcBef>
                <a:spcPts val="300"/>
              </a:spcBef>
              <a:defRPr lang="en-US" sz="95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marR="0" lvl="0" algn="just" defTabSz="914400" fontAlgn="auto">
              <a:lnSpc>
                <a:spcPct val="125000"/>
              </a:lnSpc>
              <a:spcBef>
                <a:spcPts val="600"/>
              </a:spcBef>
              <a:spcAft>
                <a:spcPts val="0"/>
              </a:spcAft>
              <a:buClrTx/>
              <a:buSzTx/>
              <a:tabLst/>
            </a:pPr>
            <a:r>
              <a:rPr lang="en-US"/>
              <a:t>Click to edit Master text styles</a:t>
            </a:r>
          </a:p>
        </p:txBody>
      </p:sp>
    </p:spTree>
    <p:extLst>
      <p:ext uri="{BB962C8B-B14F-4D97-AF65-F5344CB8AC3E}">
        <p14:creationId xmlns:p14="http://schemas.microsoft.com/office/powerpoint/2010/main" val="391794633"/>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Sumário">
    <p:bg>
      <p:bgPr>
        <a:solidFill>
          <a:schemeClr val="bg1"/>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EEE9ED39-57B7-5C8F-E9B2-57A1AC073839}"/>
              </a:ext>
            </a:extLst>
          </p:cNvPr>
          <p:cNvGrpSpPr/>
          <p:nvPr userDrawn="1"/>
        </p:nvGrpSpPr>
        <p:grpSpPr>
          <a:xfrm flipV="1">
            <a:off x="4738912" y="0"/>
            <a:ext cx="2119086" cy="9906000"/>
            <a:chOff x="-1" y="0"/>
            <a:chExt cx="1467060" cy="6858000"/>
          </a:xfrm>
        </p:grpSpPr>
        <p:pic>
          <p:nvPicPr>
            <p:cNvPr id="4" name="Graphic 3">
              <a:extLst>
                <a:ext uri="{FF2B5EF4-FFF2-40B4-BE49-F238E27FC236}">
                  <a16:creationId xmlns:a16="http://schemas.microsoft.com/office/drawing/2014/main" id="{D76B8EF7-CCD7-9A94-CD80-B82D9220F661}"/>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71178" b="20035"/>
            <a:stretch/>
          </p:blipFill>
          <p:spPr>
            <a:xfrm flipV="1">
              <a:off x="0" y="0"/>
              <a:ext cx="1467059" cy="6858000"/>
            </a:xfrm>
            <a:prstGeom prst="rect">
              <a:avLst/>
            </a:prstGeom>
          </p:spPr>
        </p:pic>
        <p:pic>
          <p:nvPicPr>
            <p:cNvPr id="5" name="Picture 4" descr="A blue and white dot pattern&#10;&#10;AI-generated content may be incorrect.">
              <a:extLst>
                <a:ext uri="{FF2B5EF4-FFF2-40B4-BE49-F238E27FC236}">
                  <a16:creationId xmlns:a16="http://schemas.microsoft.com/office/drawing/2014/main" id="{E28CC665-FF99-579A-7610-C998972AF3D6}"/>
                </a:ext>
              </a:extLst>
            </p:cNvPr>
            <p:cNvPicPr>
              <a:picLocks noChangeAspect="1"/>
            </p:cNvPicPr>
            <p:nvPr userDrawn="1"/>
          </p:nvPicPr>
          <p:blipFill>
            <a:blip r:embed="rId4">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a:off x="-1" y="0"/>
              <a:ext cx="1467060" cy="6858000"/>
            </a:xfrm>
            <a:prstGeom prst="rect">
              <a:avLst/>
            </a:prstGeom>
          </p:spPr>
        </p:pic>
      </p:grpSp>
      <p:sp>
        <p:nvSpPr>
          <p:cNvPr id="6" name="Rectangle 5">
            <a:extLst>
              <a:ext uri="{FF2B5EF4-FFF2-40B4-BE49-F238E27FC236}">
                <a16:creationId xmlns:a16="http://schemas.microsoft.com/office/drawing/2014/main" id="{1D58E3DF-22F8-4C37-9B26-E76DF3BA1D45}"/>
              </a:ext>
            </a:extLst>
          </p:cNvPr>
          <p:cNvSpPr/>
          <p:nvPr userDrawn="1"/>
        </p:nvSpPr>
        <p:spPr>
          <a:xfrm>
            <a:off x="0" y="0"/>
            <a:ext cx="4738914" cy="990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70" name="CaixaDeTexto 4">
            <a:extLst>
              <a:ext uri="{FF2B5EF4-FFF2-40B4-BE49-F238E27FC236}">
                <a16:creationId xmlns:a16="http://schemas.microsoft.com/office/drawing/2014/main" id="{B62B5412-17EF-418D-8B6E-BF6ED9EC7C15}"/>
              </a:ext>
            </a:extLst>
          </p:cNvPr>
          <p:cNvSpPr txBox="1"/>
          <p:nvPr userDrawn="1"/>
        </p:nvSpPr>
        <p:spPr>
          <a:xfrm>
            <a:off x="375638" y="368602"/>
            <a:ext cx="3733609" cy="430887"/>
          </a:xfrm>
          <a:prstGeom prst="rect">
            <a:avLst/>
          </a:prstGeom>
        </p:spPr>
        <p:txBody>
          <a:bodyPr wrap="square" lIns="0" tIns="0" rIns="0" bIns="0" rtlCol="0">
            <a:spAutoFit/>
          </a:bodyPr>
          <a:lstStyle/>
          <a:p>
            <a:r>
              <a:rPr lang="pt-BR" sz="2800" err="1">
                <a:solidFill>
                  <a:srgbClr val="242424"/>
                </a:solidFill>
                <a:latin typeface="+mj-lt"/>
                <a:ea typeface="XP Light Lighthouse" pitchFamily="50" charset="0"/>
              </a:rPr>
              <a:t>Summary</a:t>
            </a:r>
            <a:endParaRPr lang="pt-BR" sz="2800">
              <a:solidFill>
                <a:srgbClr val="242424"/>
              </a:solidFill>
              <a:latin typeface="+mj-lt"/>
              <a:ea typeface="XP Light Lighthouse" pitchFamily="50" charset="0"/>
            </a:endParaRPr>
          </a:p>
        </p:txBody>
      </p:sp>
      <p:sp>
        <p:nvSpPr>
          <p:cNvPr id="71" name="Espaço Reservado para Texto 6">
            <a:extLst>
              <a:ext uri="{FF2B5EF4-FFF2-40B4-BE49-F238E27FC236}">
                <a16:creationId xmlns:a16="http://schemas.microsoft.com/office/drawing/2014/main" id="{03A9C79B-A9AE-450D-ABDB-D007A473C085}"/>
              </a:ext>
            </a:extLst>
          </p:cNvPr>
          <p:cNvSpPr>
            <a:spLocks noGrp="1"/>
          </p:cNvSpPr>
          <p:nvPr>
            <p:ph type="body" sz="quarter" idx="17" hasCustomPrompt="1"/>
          </p:nvPr>
        </p:nvSpPr>
        <p:spPr>
          <a:xfrm>
            <a:off x="375638" y="1155618"/>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72" name="Espaço Reservado para Texto 6">
            <a:extLst>
              <a:ext uri="{FF2B5EF4-FFF2-40B4-BE49-F238E27FC236}">
                <a16:creationId xmlns:a16="http://schemas.microsoft.com/office/drawing/2014/main" id="{BDA9F1F2-ABC2-4D8D-8E95-0E8A4C2D295D}"/>
              </a:ext>
            </a:extLst>
          </p:cNvPr>
          <p:cNvSpPr>
            <a:spLocks noGrp="1"/>
          </p:cNvSpPr>
          <p:nvPr>
            <p:ph type="body" sz="quarter" idx="18" hasCustomPrompt="1"/>
          </p:nvPr>
        </p:nvSpPr>
        <p:spPr>
          <a:xfrm>
            <a:off x="375638" y="1485836"/>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73" name="Espaço Reservado para Texto 6">
            <a:extLst>
              <a:ext uri="{FF2B5EF4-FFF2-40B4-BE49-F238E27FC236}">
                <a16:creationId xmlns:a16="http://schemas.microsoft.com/office/drawing/2014/main" id="{0A91C08B-11B6-4949-955F-D55D9CBDCDD4}"/>
              </a:ext>
            </a:extLst>
          </p:cNvPr>
          <p:cNvSpPr>
            <a:spLocks noGrp="1"/>
          </p:cNvSpPr>
          <p:nvPr>
            <p:ph type="body" sz="quarter" idx="19" hasCustomPrompt="1"/>
          </p:nvPr>
        </p:nvSpPr>
        <p:spPr>
          <a:xfrm>
            <a:off x="375638" y="2139998"/>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74" name="Espaço Reservado para Texto 6">
            <a:extLst>
              <a:ext uri="{FF2B5EF4-FFF2-40B4-BE49-F238E27FC236}">
                <a16:creationId xmlns:a16="http://schemas.microsoft.com/office/drawing/2014/main" id="{61B220E4-8E3F-4CA0-815C-0FC23ECB015D}"/>
              </a:ext>
            </a:extLst>
          </p:cNvPr>
          <p:cNvSpPr>
            <a:spLocks noGrp="1"/>
          </p:cNvSpPr>
          <p:nvPr>
            <p:ph type="body" sz="quarter" idx="20" hasCustomPrompt="1"/>
          </p:nvPr>
        </p:nvSpPr>
        <p:spPr>
          <a:xfrm>
            <a:off x="375638" y="2470216"/>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75" name="Espaço Reservado para Texto 6">
            <a:extLst>
              <a:ext uri="{FF2B5EF4-FFF2-40B4-BE49-F238E27FC236}">
                <a16:creationId xmlns:a16="http://schemas.microsoft.com/office/drawing/2014/main" id="{55260DBC-11EE-4FC0-8B7C-0A2E6E95D846}"/>
              </a:ext>
            </a:extLst>
          </p:cNvPr>
          <p:cNvSpPr>
            <a:spLocks noGrp="1"/>
          </p:cNvSpPr>
          <p:nvPr>
            <p:ph type="body" sz="quarter" idx="21" hasCustomPrompt="1"/>
          </p:nvPr>
        </p:nvSpPr>
        <p:spPr>
          <a:xfrm>
            <a:off x="375638" y="313479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76" name="Espaço Reservado para Texto 6">
            <a:extLst>
              <a:ext uri="{FF2B5EF4-FFF2-40B4-BE49-F238E27FC236}">
                <a16:creationId xmlns:a16="http://schemas.microsoft.com/office/drawing/2014/main" id="{6E08F1B6-19EB-446F-A384-6FA55F237690}"/>
              </a:ext>
            </a:extLst>
          </p:cNvPr>
          <p:cNvSpPr>
            <a:spLocks noGrp="1"/>
          </p:cNvSpPr>
          <p:nvPr>
            <p:ph type="body" sz="quarter" idx="22" hasCustomPrompt="1"/>
          </p:nvPr>
        </p:nvSpPr>
        <p:spPr>
          <a:xfrm>
            <a:off x="375638" y="346501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77" name="Espaço Reservado para Texto 6">
            <a:extLst>
              <a:ext uri="{FF2B5EF4-FFF2-40B4-BE49-F238E27FC236}">
                <a16:creationId xmlns:a16="http://schemas.microsoft.com/office/drawing/2014/main" id="{91B87D7C-F3BF-4C21-A351-A0BDE3AC1780}"/>
              </a:ext>
            </a:extLst>
          </p:cNvPr>
          <p:cNvSpPr>
            <a:spLocks noGrp="1"/>
          </p:cNvSpPr>
          <p:nvPr>
            <p:ph type="body" sz="quarter" idx="23" hasCustomPrompt="1"/>
          </p:nvPr>
        </p:nvSpPr>
        <p:spPr>
          <a:xfrm>
            <a:off x="375638" y="411834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78" name="Espaço Reservado para Texto 6">
            <a:extLst>
              <a:ext uri="{FF2B5EF4-FFF2-40B4-BE49-F238E27FC236}">
                <a16:creationId xmlns:a16="http://schemas.microsoft.com/office/drawing/2014/main" id="{0AADF45C-FD67-4EA0-A19C-DFC61C6FDD41}"/>
              </a:ext>
            </a:extLst>
          </p:cNvPr>
          <p:cNvSpPr>
            <a:spLocks noGrp="1"/>
          </p:cNvSpPr>
          <p:nvPr>
            <p:ph type="body" sz="quarter" idx="24" hasCustomPrompt="1"/>
          </p:nvPr>
        </p:nvSpPr>
        <p:spPr>
          <a:xfrm>
            <a:off x="375638" y="444856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79" name="Espaço Reservado para Texto 6">
            <a:extLst>
              <a:ext uri="{FF2B5EF4-FFF2-40B4-BE49-F238E27FC236}">
                <a16:creationId xmlns:a16="http://schemas.microsoft.com/office/drawing/2014/main" id="{DBE90486-65C0-4DE3-B772-E75BDCB11A71}"/>
              </a:ext>
            </a:extLst>
          </p:cNvPr>
          <p:cNvSpPr>
            <a:spLocks noGrp="1"/>
          </p:cNvSpPr>
          <p:nvPr>
            <p:ph type="body" sz="quarter" idx="25" hasCustomPrompt="1"/>
          </p:nvPr>
        </p:nvSpPr>
        <p:spPr>
          <a:xfrm>
            <a:off x="375638" y="510189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80" name="Espaço Reservado para Texto 6">
            <a:extLst>
              <a:ext uri="{FF2B5EF4-FFF2-40B4-BE49-F238E27FC236}">
                <a16:creationId xmlns:a16="http://schemas.microsoft.com/office/drawing/2014/main" id="{1A800117-3D6E-41C0-87EE-163118B8A2E2}"/>
              </a:ext>
            </a:extLst>
          </p:cNvPr>
          <p:cNvSpPr>
            <a:spLocks noGrp="1"/>
          </p:cNvSpPr>
          <p:nvPr>
            <p:ph type="body" sz="quarter" idx="26" hasCustomPrompt="1"/>
          </p:nvPr>
        </p:nvSpPr>
        <p:spPr>
          <a:xfrm>
            <a:off x="375638" y="543211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82" name="Espaço Reservado para Texto 6">
            <a:extLst>
              <a:ext uri="{FF2B5EF4-FFF2-40B4-BE49-F238E27FC236}">
                <a16:creationId xmlns:a16="http://schemas.microsoft.com/office/drawing/2014/main" id="{55F89238-ABFA-4DE5-BEEE-C9A02D0C172F}"/>
              </a:ext>
            </a:extLst>
          </p:cNvPr>
          <p:cNvSpPr>
            <a:spLocks noGrp="1"/>
          </p:cNvSpPr>
          <p:nvPr>
            <p:ph type="body" sz="quarter" idx="27" hasCustomPrompt="1"/>
          </p:nvPr>
        </p:nvSpPr>
        <p:spPr>
          <a:xfrm>
            <a:off x="375638" y="610088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83" name="Espaço Reservado para Texto 6">
            <a:extLst>
              <a:ext uri="{FF2B5EF4-FFF2-40B4-BE49-F238E27FC236}">
                <a16:creationId xmlns:a16="http://schemas.microsoft.com/office/drawing/2014/main" id="{B576006F-5C63-4F83-A6A7-3A1D6518574B}"/>
              </a:ext>
            </a:extLst>
          </p:cNvPr>
          <p:cNvSpPr>
            <a:spLocks noGrp="1"/>
          </p:cNvSpPr>
          <p:nvPr>
            <p:ph type="body" sz="quarter" idx="28" hasCustomPrompt="1"/>
          </p:nvPr>
        </p:nvSpPr>
        <p:spPr>
          <a:xfrm>
            <a:off x="375638" y="643110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84" name="Espaço Reservado para Texto 6">
            <a:extLst>
              <a:ext uri="{FF2B5EF4-FFF2-40B4-BE49-F238E27FC236}">
                <a16:creationId xmlns:a16="http://schemas.microsoft.com/office/drawing/2014/main" id="{5BF4C252-6B86-4B48-9F78-8860636B44CF}"/>
              </a:ext>
            </a:extLst>
          </p:cNvPr>
          <p:cNvSpPr>
            <a:spLocks noGrp="1"/>
          </p:cNvSpPr>
          <p:nvPr>
            <p:ph type="body" sz="quarter" idx="29" hasCustomPrompt="1"/>
          </p:nvPr>
        </p:nvSpPr>
        <p:spPr>
          <a:xfrm>
            <a:off x="375638" y="708443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85" name="Espaço Reservado para Texto 6">
            <a:extLst>
              <a:ext uri="{FF2B5EF4-FFF2-40B4-BE49-F238E27FC236}">
                <a16:creationId xmlns:a16="http://schemas.microsoft.com/office/drawing/2014/main" id="{25455617-CBBE-4E5A-84C2-E57D5C8B9CAE}"/>
              </a:ext>
            </a:extLst>
          </p:cNvPr>
          <p:cNvSpPr>
            <a:spLocks noGrp="1"/>
          </p:cNvSpPr>
          <p:nvPr>
            <p:ph type="body" sz="quarter" idx="30" hasCustomPrompt="1"/>
          </p:nvPr>
        </p:nvSpPr>
        <p:spPr>
          <a:xfrm>
            <a:off x="375638" y="741465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86" name="CaixaDeTexto 9">
            <a:extLst>
              <a:ext uri="{FF2B5EF4-FFF2-40B4-BE49-F238E27FC236}">
                <a16:creationId xmlns:a16="http://schemas.microsoft.com/office/drawing/2014/main" id="{50BF8A2C-093E-471E-8719-A576D404CF14}"/>
              </a:ext>
            </a:extLst>
          </p:cNvPr>
          <p:cNvSpPr txBox="1"/>
          <p:nvPr userDrawn="1"/>
        </p:nvSpPr>
        <p:spPr>
          <a:xfrm>
            <a:off x="6328029" y="9584374"/>
            <a:ext cx="148017" cy="127755"/>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bg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99" name="Espaço Reservado para Texto 6">
            <a:extLst>
              <a:ext uri="{FF2B5EF4-FFF2-40B4-BE49-F238E27FC236}">
                <a16:creationId xmlns:a16="http://schemas.microsoft.com/office/drawing/2014/main" id="{7B172628-B577-4AEB-B6C9-D0D032DB3544}"/>
              </a:ext>
            </a:extLst>
          </p:cNvPr>
          <p:cNvSpPr>
            <a:spLocks noGrp="1"/>
          </p:cNvSpPr>
          <p:nvPr>
            <p:ph type="body" sz="quarter" idx="31" hasCustomPrompt="1"/>
          </p:nvPr>
        </p:nvSpPr>
        <p:spPr>
          <a:xfrm>
            <a:off x="375638" y="8063396"/>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100" name="Espaço Reservado para Texto 6">
            <a:extLst>
              <a:ext uri="{FF2B5EF4-FFF2-40B4-BE49-F238E27FC236}">
                <a16:creationId xmlns:a16="http://schemas.microsoft.com/office/drawing/2014/main" id="{B20D4700-3F28-45FE-AD12-4DD7C836112A}"/>
              </a:ext>
            </a:extLst>
          </p:cNvPr>
          <p:cNvSpPr>
            <a:spLocks noGrp="1"/>
          </p:cNvSpPr>
          <p:nvPr>
            <p:ph type="body" sz="quarter" idx="32" hasCustomPrompt="1"/>
          </p:nvPr>
        </p:nvSpPr>
        <p:spPr>
          <a:xfrm>
            <a:off x="375638" y="8393614"/>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38" name="Freeform: Shape 37">
            <a:extLst>
              <a:ext uri="{FF2B5EF4-FFF2-40B4-BE49-F238E27FC236}">
                <a16:creationId xmlns:a16="http://schemas.microsoft.com/office/drawing/2014/main" id="{B095B632-657C-4580-8D60-6742FAE9328E}"/>
              </a:ext>
            </a:extLst>
          </p:cNvPr>
          <p:cNvSpPr/>
          <p:nvPr userDrawn="1"/>
        </p:nvSpPr>
        <p:spPr>
          <a:xfrm>
            <a:off x="381000" y="9526266"/>
            <a:ext cx="270465" cy="24397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000000"/>
          </a:solidFill>
          <a:ln w="6350" cap="flat">
            <a:noFill/>
            <a:prstDash val="solid"/>
            <a:miter/>
          </a:ln>
        </p:spPr>
        <p:txBody>
          <a:bodyPr rtlCol="0" anchor="ctr"/>
          <a:lstStyle/>
          <a:p>
            <a:endParaRPr lang="en-US"/>
          </a:p>
        </p:txBody>
      </p:sp>
      <p:pic>
        <p:nvPicPr>
          <p:cNvPr id="7" name="Graphic 6">
            <a:extLst>
              <a:ext uri="{FF2B5EF4-FFF2-40B4-BE49-F238E27FC236}">
                <a16:creationId xmlns:a16="http://schemas.microsoft.com/office/drawing/2014/main" id="{77BEDD1F-2524-1721-0294-2410EF7793F2}"/>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rcRect l="53016" t="24344" r="39234" b="-323"/>
          <a:stretch/>
        </p:blipFill>
        <p:spPr>
          <a:xfrm flipH="1">
            <a:off x="4738912" y="193872"/>
            <a:ext cx="2119088" cy="9712130"/>
          </a:xfrm>
          <a:prstGeom prst="rect">
            <a:avLst/>
          </a:prstGeom>
        </p:spPr>
      </p:pic>
    </p:spTree>
    <p:extLst>
      <p:ext uri="{BB962C8B-B14F-4D97-AF65-F5344CB8AC3E}">
        <p14:creationId xmlns:p14="http://schemas.microsoft.com/office/powerpoint/2010/main" val="3983174490"/>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 Gráfico">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1798335"/>
            <a:ext cx="6105737" cy="7668901"/>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1509718"/>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cxnSp>
        <p:nvCxnSpPr>
          <p:cNvPr id="22" name="Straight Connector 21">
            <a:extLst>
              <a:ext uri="{FF2B5EF4-FFF2-40B4-BE49-F238E27FC236}">
                <a16:creationId xmlns:a16="http://schemas.microsoft.com/office/drawing/2014/main" id="{66D21A7D-7928-4237-874A-A5ECB267418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Espaço Reservado para Texto 6">
            <a:extLst>
              <a:ext uri="{FF2B5EF4-FFF2-40B4-BE49-F238E27FC236}">
                <a16:creationId xmlns:a16="http://schemas.microsoft.com/office/drawing/2014/main" id="{63243072-4DA0-4C3A-B73A-671A2BEE8737}"/>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13" name="Espaço Reservado para Texto 6">
            <a:extLst>
              <a:ext uri="{FF2B5EF4-FFF2-40B4-BE49-F238E27FC236}">
                <a16:creationId xmlns:a16="http://schemas.microsoft.com/office/drawing/2014/main" id="{6194D149-E2F1-4BF9-A8EC-BA08D0C1D8BC}"/>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14" name="Espaço Reservado para Texto 6">
            <a:extLst>
              <a:ext uri="{FF2B5EF4-FFF2-40B4-BE49-F238E27FC236}">
                <a16:creationId xmlns:a16="http://schemas.microsoft.com/office/drawing/2014/main" id="{2B30E5FD-9051-4E1E-8485-CF615FEFF1FB}"/>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15" name="Date Placeholder 1">
            <a:extLst>
              <a:ext uri="{FF2B5EF4-FFF2-40B4-BE49-F238E27FC236}">
                <a16:creationId xmlns:a16="http://schemas.microsoft.com/office/drawing/2014/main" id="{CEDF22C0-1511-410D-B4C2-53B4E4FE64CB}"/>
              </a:ext>
            </a:extLst>
          </p:cNvPr>
          <p:cNvSpPr>
            <a:spLocks noGrp="1"/>
          </p:cNvSpPr>
          <p:nvPr>
            <p:ph type="dt" sz="half" idx="2"/>
          </p:nvPr>
        </p:nvSpPr>
        <p:spPr>
          <a:xfrm>
            <a:off x="3957639" y="438763"/>
            <a:ext cx="2532062"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D43FA3E7-7ABD-489E-9DC5-F63CD0833EB3}" type="datetime4">
              <a:rPr lang="en-US" smtClean="0"/>
              <a:t>September 28, 2026</a:t>
            </a:fld>
            <a:endParaRPr lang="en-US"/>
          </a:p>
        </p:txBody>
      </p:sp>
    </p:spTree>
    <p:extLst>
      <p:ext uri="{BB962C8B-B14F-4D97-AF65-F5344CB8AC3E}">
        <p14:creationId xmlns:p14="http://schemas.microsoft.com/office/powerpoint/2010/main" val="2935080756"/>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2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8" y="1497015"/>
            <a:ext cx="6106871" cy="3948034"/>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sz="quarter" idx="21" hasCustomPrompt="1"/>
          </p:nvPr>
        </p:nvSpPr>
        <p:spPr>
          <a:xfrm>
            <a:off x="382829" y="7896455"/>
            <a:ext cx="610687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sz="quarter" idx="23" hasCustomPrompt="1"/>
          </p:nvPr>
        </p:nvSpPr>
        <p:spPr>
          <a:xfrm>
            <a:off x="382829" y="7607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5927315"/>
            <a:ext cx="6105737"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563869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cxnSp>
        <p:nvCxnSpPr>
          <p:cNvPr id="22" name="Straight Connector 21">
            <a:extLst>
              <a:ext uri="{FF2B5EF4-FFF2-40B4-BE49-F238E27FC236}">
                <a16:creationId xmlns:a16="http://schemas.microsoft.com/office/drawing/2014/main" id="{36D3C0D4-4772-47D7-8E52-EDEF11C64EA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6" name="Espaço Reservado para Texto 6">
            <a:extLst>
              <a:ext uri="{FF2B5EF4-FFF2-40B4-BE49-F238E27FC236}">
                <a16:creationId xmlns:a16="http://schemas.microsoft.com/office/drawing/2014/main" id="{F0727637-B56E-4C1E-9D50-4D5CB2A21C4F}"/>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37" name="Espaço Reservado para Texto 6">
            <a:extLst>
              <a:ext uri="{FF2B5EF4-FFF2-40B4-BE49-F238E27FC236}">
                <a16:creationId xmlns:a16="http://schemas.microsoft.com/office/drawing/2014/main" id="{6A52A1EC-A892-4253-A152-66B87248D94E}"/>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14" name="Espaço Reservado para Texto 6">
            <a:extLst>
              <a:ext uri="{FF2B5EF4-FFF2-40B4-BE49-F238E27FC236}">
                <a16:creationId xmlns:a16="http://schemas.microsoft.com/office/drawing/2014/main" id="{7905309A-7F3E-4A7B-816E-100D4419AC95}"/>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15" name="Date Placeholder 1">
            <a:extLst>
              <a:ext uri="{FF2B5EF4-FFF2-40B4-BE49-F238E27FC236}">
                <a16:creationId xmlns:a16="http://schemas.microsoft.com/office/drawing/2014/main" id="{F553351A-90B3-4CE5-942E-AE4248858838}"/>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C88F1231-E897-414D-80CF-D1F1973A969F}" type="datetime4">
              <a:rPr lang="en-US" smtClean="0"/>
              <a:t>September 28, 2026</a:t>
            </a:fld>
            <a:endParaRPr lang="en-US"/>
          </a:p>
        </p:txBody>
      </p:sp>
    </p:spTree>
    <p:extLst>
      <p:ext uri="{BB962C8B-B14F-4D97-AF65-F5344CB8AC3E}">
        <p14:creationId xmlns:p14="http://schemas.microsoft.com/office/powerpoint/2010/main" val="3516130708"/>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3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9" y="1497013"/>
            <a:ext cx="2923563" cy="2616675"/>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sz="quarter" idx="25" hasCustomPrompt="1"/>
          </p:nvPr>
        </p:nvSpPr>
        <p:spPr>
          <a:xfrm>
            <a:off x="382829" y="4581387"/>
            <a:ext cx="6119679" cy="208201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sz="quarter" idx="26" hasCustomPrompt="1"/>
          </p:nvPr>
        </p:nvSpPr>
        <p:spPr>
          <a:xfrm>
            <a:off x="3536951" y="1836751"/>
            <a:ext cx="2965558" cy="227693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sz="quarter" idx="27" hasCustomPrompt="1"/>
          </p:nvPr>
        </p:nvSpPr>
        <p:spPr>
          <a:xfrm>
            <a:off x="382829" y="4292769"/>
            <a:ext cx="611967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sz="quarter" idx="28" hasCustomPrompt="1"/>
          </p:nvPr>
        </p:nvSpPr>
        <p:spPr>
          <a:xfrm>
            <a:off x="3552750" y="1548134"/>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0" name="Text Placeholder 4">
            <a:extLst>
              <a:ext uri="{FF2B5EF4-FFF2-40B4-BE49-F238E27FC236}">
                <a16:creationId xmlns:a16="http://schemas.microsoft.com/office/drawing/2014/main" id="{92D80794-D9BD-4233-9669-1606A39695D6}"/>
              </a:ext>
            </a:extLst>
          </p:cNvPr>
          <p:cNvSpPr>
            <a:spLocks noGrp="1"/>
          </p:cNvSpPr>
          <p:nvPr>
            <p:ph type="body" sz="quarter" idx="29"/>
          </p:nvPr>
        </p:nvSpPr>
        <p:spPr>
          <a:xfrm>
            <a:off x="390154" y="6866857"/>
            <a:ext cx="2923563" cy="2584765"/>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21" name="Espaço Reservado para Conteúdo 14">
            <a:extLst>
              <a:ext uri="{FF2B5EF4-FFF2-40B4-BE49-F238E27FC236}">
                <a16:creationId xmlns:a16="http://schemas.microsoft.com/office/drawing/2014/main" id="{A6CB413F-84EF-44DF-BD40-B9F876AF8DE8}"/>
              </a:ext>
            </a:extLst>
          </p:cNvPr>
          <p:cNvSpPr>
            <a:spLocks noGrp="1"/>
          </p:cNvSpPr>
          <p:nvPr>
            <p:ph sz="quarter" idx="30" hasCustomPrompt="1"/>
          </p:nvPr>
        </p:nvSpPr>
        <p:spPr>
          <a:xfrm>
            <a:off x="3544276" y="7190300"/>
            <a:ext cx="2965558" cy="226326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81B1184E-C2A9-4D89-B81A-04C67DFDFC84}"/>
              </a:ext>
            </a:extLst>
          </p:cNvPr>
          <p:cNvSpPr>
            <a:spLocks noGrp="1"/>
          </p:cNvSpPr>
          <p:nvPr>
            <p:ph sz="quarter" idx="31" hasCustomPrompt="1"/>
          </p:nvPr>
        </p:nvSpPr>
        <p:spPr>
          <a:xfrm>
            <a:off x="3560075" y="6901682"/>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cxnSp>
        <p:nvCxnSpPr>
          <p:cNvPr id="23" name="Straight Connector 22">
            <a:extLst>
              <a:ext uri="{FF2B5EF4-FFF2-40B4-BE49-F238E27FC236}">
                <a16:creationId xmlns:a16="http://schemas.microsoft.com/office/drawing/2014/main" id="{15C7A86C-C2D3-4F3B-B362-92EDFEE558D4}"/>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7" name="Espaço Reservado para Texto 6">
            <a:extLst>
              <a:ext uri="{FF2B5EF4-FFF2-40B4-BE49-F238E27FC236}">
                <a16:creationId xmlns:a16="http://schemas.microsoft.com/office/drawing/2014/main" id="{667A78A2-6B0A-4B79-B91F-864FAEBDF306}"/>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18" name="Espaço Reservado para Texto 6">
            <a:extLst>
              <a:ext uri="{FF2B5EF4-FFF2-40B4-BE49-F238E27FC236}">
                <a16:creationId xmlns:a16="http://schemas.microsoft.com/office/drawing/2014/main" id="{C057AED6-8480-40FD-AA17-1DD8BA77D1B9}"/>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19" name="Espaço Reservado para Texto 6">
            <a:extLst>
              <a:ext uri="{FF2B5EF4-FFF2-40B4-BE49-F238E27FC236}">
                <a16:creationId xmlns:a16="http://schemas.microsoft.com/office/drawing/2014/main" id="{D8173AC5-D6F2-4007-9E85-9CC5D5ECAF90}"/>
              </a:ext>
            </a:extLst>
          </p:cNvPr>
          <p:cNvSpPr>
            <a:spLocks noGrp="1"/>
          </p:cNvSpPr>
          <p:nvPr>
            <p:ph type="body" sz="quarter" idx="32"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24" name="Date Placeholder 1">
            <a:extLst>
              <a:ext uri="{FF2B5EF4-FFF2-40B4-BE49-F238E27FC236}">
                <a16:creationId xmlns:a16="http://schemas.microsoft.com/office/drawing/2014/main" id="{907C5A98-0307-4E77-A8F5-55605CF6F9F6}"/>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7AC320E9-CADC-4A41-B6B0-7CE749064600}" type="datetime4">
              <a:rPr lang="en-US" smtClean="0"/>
              <a:t>September 28, 2026</a:t>
            </a:fld>
            <a:endParaRPr lang="en-US"/>
          </a:p>
        </p:txBody>
      </p:sp>
    </p:spTree>
    <p:extLst>
      <p:ext uri="{BB962C8B-B14F-4D97-AF65-F5344CB8AC3E}">
        <p14:creationId xmlns:p14="http://schemas.microsoft.com/office/powerpoint/2010/main" val="3957019239"/>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2_Divisória">
    <p:bg>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EEF889BE-5F29-4032-AB30-7BDF50F86CBF}"/>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1" y="0"/>
            <a:ext cx="6858001" cy="9906000"/>
          </a:xfrm>
          <a:prstGeom prst="rect">
            <a:avLst/>
          </a:prstGeom>
        </p:spPr>
      </p:pic>
      <p:pic>
        <p:nvPicPr>
          <p:cNvPr id="3" name="Graphic 2">
            <a:extLst>
              <a:ext uri="{FF2B5EF4-FFF2-40B4-BE49-F238E27FC236}">
                <a16:creationId xmlns:a16="http://schemas.microsoft.com/office/drawing/2014/main" id="{05867FA6-DA0F-5E05-3BDF-51C709B70449}"/>
              </a:ext>
            </a:extLst>
          </p:cNvPr>
          <p:cNvPicPr>
            <a:picLocks noChangeAspect="1"/>
          </p:cNvPicPr>
          <p:nvPr userDrawn="1"/>
        </p:nvPicPr>
        <p:blipFill>
          <a:blip>
            <a:alphaModFix amt="66000"/>
            <a:extLst>
              <a:ext uri="{96DAC541-7B7A-43D3-8B79-37D633B846F1}">
                <asvg:svgBlip xmlns:asvg="http://schemas.microsoft.com/office/drawing/2016/SVG/main" r:embed="rId4"/>
              </a:ext>
            </a:extLst>
          </a:blip>
          <a:srcRect l="26318" r="36169"/>
          <a:stretch/>
        </p:blipFill>
        <p:spPr>
          <a:xfrm>
            <a:off x="0" y="977414"/>
            <a:ext cx="6858001" cy="8476149"/>
          </a:xfrm>
          <a:prstGeom prst="rect">
            <a:avLst/>
          </a:prstGeom>
        </p:spPr>
      </p:pic>
      <p:sp>
        <p:nvSpPr>
          <p:cNvPr id="11" name="Do not remove">
            <a:extLst>
              <a:ext uri="{FF2B5EF4-FFF2-40B4-BE49-F238E27FC236}">
                <a16:creationId xmlns:a16="http://schemas.microsoft.com/office/drawing/2014/main" id="{A0E1623B-010B-478D-BFD7-8A4047822D40}"/>
              </a:ext>
            </a:extLst>
          </p:cNvPr>
          <p:cNvSpPr/>
          <p:nvPr userDrawn="1">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88" name="CaixaDeTexto 9">
            <a:extLst>
              <a:ext uri="{FF2B5EF4-FFF2-40B4-BE49-F238E27FC236}">
                <a16:creationId xmlns:a16="http://schemas.microsoft.com/office/drawing/2014/main" id="{2FF21D72-7D65-4AA3-AE03-41BAE5375E8C}"/>
              </a:ext>
            </a:extLst>
          </p:cNvPr>
          <p:cNvSpPr txBox="1"/>
          <p:nvPr userDrawn="1"/>
        </p:nvSpPr>
        <p:spPr>
          <a:xfrm>
            <a:off x="6328029" y="9566630"/>
            <a:ext cx="148017" cy="145499"/>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bg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2" name="Picture 1" descr="A blue and white dot pattern&#10;&#10;AI-generated content may be incorrect.">
            <a:extLst>
              <a:ext uri="{FF2B5EF4-FFF2-40B4-BE49-F238E27FC236}">
                <a16:creationId xmlns:a16="http://schemas.microsoft.com/office/drawing/2014/main" id="{A1A21C4B-47C1-C0E8-14F5-2F2BFF0411D7}"/>
              </a:ext>
            </a:extLst>
          </p:cNvPr>
          <p:cNvPicPr>
            <a:picLocks noChangeAspect="1"/>
          </p:cNvPicPr>
          <p:nvPr userDrawn="1"/>
        </p:nvPicPr>
        <p:blipFill>
          <a:blip r:embed="rId5">
            <a:alphaModFix amt="18000"/>
            <a:extLst>
              <a:ext uri="{BEBA8EAE-BF5A-486C-A8C5-ECC9F3942E4B}">
                <a14:imgProps xmlns:a14="http://schemas.microsoft.com/office/drawing/2010/main">
                  <a14:imgLayer r:embed="rId6">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a:off x="0" y="0"/>
            <a:ext cx="6858001" cy="9906000"/>
          </a:xfrm>
          <a:prstGeom prst="rect">
            <a:avLst/>
          </a:prstGeom>
        </p:spPr>
      </p:pic>
      <p:sp>
        <p:nvSpPr>
          <p:cNvPr id="89" name="Text Placeholder 40">
            <a:extLst>
              <a:ext uri="{FF2B5EF4-FFF2-40B4-BE49-F238E27FC236}">
                <a16:creationId xmlns:a16="http://schemas.microsoft.com/office/drawing/2014/main" id="{91D72DC1-72BB-4D90-888F-230C2490908D}"/>
              </a:ext>
            </a:extLst>
          </p:cNvPr>
          <p:cNvSpPr>
            <a:spLocks noGrp="1"/>
          </p:cNvSpPr>
          <p:nvPr userDrawn="1">
            <p:ph type="body" sz="quarter" idx="11" hasCustomPrompt="1"/>
          </p:nvPr>
        </p:nvSpPr>
        <p:spPr>
          <a:xfrm>
            <a:off x="368299" y="1928155"/>
            <a:ext cx="5337375" cy="458908"/>
          </a:xfrm>
          <a:prstGeom prst="rect">
            <a:avLst/>
          </a:prstGeom>
          <a:noFill/>
          <a:effectLst/>
        </p:spPr>
        <p:txBody>
          <a:bodyPr wrap="square" lIns="0" tIns="0" rIns="0" bIns="0" rtlCol="0" anchor="t" anchorCtr="0">
            <a:noAutofit/>
          </a:bodyPr>
          <a:lstStyle>
            <a:lvl1pPr algn="l">
              <a:defRPr lang="en-US" sz="3200" b="0" i="0" dirty="0">
                <a:solidFill>
                  <a:schemeClr val="bg1"/>
                </a:solidFill>
                <a:latin typeface="+mj-lt"/>
                <a:ea typeface="XP Light" pitchFamily="50" charset="0"/>
                <a:cs typeface="Roboto" panose="02000000000000000000" pitchFamily="2" charset="0"/>
              </a:defRPr>
            </a:lvl1pPr>
          </a:lstStyle>
          <a:p>
            <a:pPr lvl="0" algn="ctr" defTabSz="914400">
              <a:lnSpc>
                <a:spcPct val="80000"/>
              </a:lnSpc>
              <a:spcBef>
                <a:spcPts val="1200"/>
              </a:spcBef>
            </a:pPr>
            <a:r>
              <a:rPr lang="pt-BR" noProof="0" err="1"/>
              <a:t>Edit</a:t>
            </a:r>
            <a:endParaRPr lang="pt-BR" noProof="0"/>
          </a:p>
        </p:txBody>
      </p:sp>
      <p:sp>
        <p:nvSpPr>
          <p:cNvPr id="90" name="Text Placeholder 40">
            <a:extLst>
              <a:ext uri="{FF2B5EF4-FFF2-40B4-BE49-F238E27FC236}">
                <a16:creationId xmlns:a16="http://schemas.microsoft.com/office/drawing/2014/main" id="{B7833D10-130C-44AA-A9F0-0C48CBA6D02C}"/>
              </a:ext>
            </a:extLst>
          </p:cNvPr>
          <p:cNvSpPr>
            <a:spLocks noGrp="1"/>
          </p:cNvSpPr>
          <p:nvPr userDrawn="1">
            <p:ph type="body" sz="quarter" idx="12" hasCustomPrompt="1"/>
          </p:nvPr>
        </p:nvSpPr>
        <p:spPr>
          <a:xfrm>
            <a:off x="368300" y="1509004"/>
            <a:ext cx="3006272" cy="336050"/>
          </a:xfrm>
          <a:prstGeom prst="rect">
            <a:avLst/>
          </a:prstGeom>
          <a:noFill/>
          <a:effectLst/>
        </p:spPr>
        <p:txBody>
          <a:bodyPr wrap="none" lIns="0" tIns="0" rIns="0" bIns="0" rtlCol="0" anchor="ctr">
            <a:noAutofit/>
          </a:bodyPr>
          <a:lstStyle>
            <a:lvl1pPr algn="l">
              <a:defRPr lang="en-US" sz="1800" b="0" i="0" dirty="0">
                <a:solidFill>
                  <a:schemeClr val="accent2"/>
                </a:solidFill>
                <a:latin typeface="+mj-lt"/>
                <a:ea typeface="Roboto" panose="02000000000000000000" pitchFamily="2" charset="0"/>
                <a:cs typeface="Roboto" panose="02000000000000000000" pitchFamily="2" charset="0"/>
              </a:defRPr>
            </a:lvl1pPr>
          </a:lstStyle>
          <a:p>
            <a:pPr lvl="0" algn="ctr" defTabSz="914400">
              <a:lnSpc>
                <a:spcPct val="80000"/>
              </a:lnSpc>
              <a:spcBef>
                <a:spcPts val="1200"/>
              </a:spcBef>
            </a:pPr>
            <a:r>
              <a:rPr lang="pt-BR" noProof="0" err="1"/>
              <a:t>Section</a:t>
            </a:r>
            <a:endParaRPr lang="pt-BR" noProof="0"/>
          </a:p>
        </p:txBody>
      </p:sp>
      <p:grpSp>
        <p:nvGrpSpPr>
          <p:cNvPr id="52" name="Group 51">
            <a:extLst>
              <a:ext uri="{FF2B5EF4-FFF2-40B4-BE49-F238E27FC236}">
                <a16:creationId xmlns:a16="http://schemas.microsoft.com/office/drawing/2014/main" id="{EC4BCA75-7F1B-481D-83B9-D8049585F325}"/>
              </a:ext>
            </a:extLst>
          </p:cNvPr>
          <p:cNvGrpSpPr/>
          <p:nvPr userDrawn="1"/>
        </p:nvGrpSpPr>
        <p:grpSpPr>
          <a:xfrm>
            <a:off x="390154" y="406178"/>
            <a:ext cx="1240285" cy="341910"/>
            <a:chOff x="2700591" y="2522601"/>
            <a:chExt cx="6428993" cy="1772284"/>
          </a:xfrm>
          <a:solidFill>
            <a:schemeClr val="bg1"/>
          </a:solidFill>
        </p:grpSpPr>
        <p:sp>
          <p:nvSpPr>
            <p:cNvPr id="53" name="Freeform: Shape 52">
              <a:extLst>
                <a:ext uri="{FF2B5EF4-FFF2-40B4-BE49-F238E27FC236}">
                  <a16:creationId xmlns:a16="http://schemas.microsoft.com/office/drawing/2014/main" id="{C0D7674D-49E8-4FD1-8EE6-775A8BFD963D}"/>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54" name="Graphic 20">
              <a:extLst>
                <a:ext uri="{FF2B5EF4-FFF2-40B4-BE49-F238E27FC236}">
                  <a16:creationId xmlns:a16="http://schemas.microsoft.com/office/drawing/2014/main" id="{6A9C8637-4BB5-4C3D-BB13-864B0F50ADAC}"/>
                </a:ext>
              </a:extLst>
            </p:cNvPr>
            <p:cNvGrpSpPr/>
            <p:nvPr/>
          </p:nvGrpSpPr>
          <p:grpSpPr>
            <a:xfrm>
              <a:off x="5034660" y="3339528"/>
              <a:ext cx="4094924" cy="747077"/>
              <a:chOff x="5034660" y="3339528"/>
              <a:chExt cx="4094924" cy="747077"/>
            </a:xfrm>
            <a:grpFill/>
          </p:grpSpPr>
          <p:sp>
            <p:nvSpPr>
              <p:cNvPr id="55" name="Freeform: Shape 54">
                <a:extLst>
                  <a:ext uri="{FF2B5EF4-FFF2-40B4-BE49-F238E27FC236}">
                    <a16:creationId xmlns:a16="http://schemas.microsoft.com/office/drawing/2014/main" id="{273D17AC-608D-476F-91F6-CBDB227934BC}"/>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89D56B08-E8EB-4273-9F75-1A42800FD143}"/>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20671906-27FC-42C4-A9E6-35A63345C057}"/>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69454B6E-7FD0-4912-A22A-33AE78094B3B}"/>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E0AD0E05-3DF2-467D-BDF2-ED8EC44AA42A}"/>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6766A6D9-B62B-4E0B-8E9A-9861449C93B9}"/>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2449AA0B-9870-42BD-AFAC-DE917DC4535C}"/>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5219A594-2CF0-4BDD-8434-C0E75A7F1753}"/>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2489721119"/>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4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0" name="Text Placeholder 4">
            <a:extLst>
              <a:ext uri="{FF2B5EF4-FFF2-40B4-BE49-F238E27FC236}">
                <a16:creationId xmlns:a16="http://schemas.microsoft.com/office/drawing/2014/main" id="{49A1E59E-08DB-45E6-A0D5-7C78A54C869F}"/>
              </a:ext>
            </a:extLst>
          </p:cNvPr>
          <p:cNvSpPr>
            <a:spLocks noGrp="1"/>
          </p:cNvSpPr>
          <p:nvPr>
            <p:ph type="body" sz="quarter" idx="20"/>
          </p:nvPr>
        </p:nvSpPr>
        <p:spPr>
          <a:xfrm>
            <a:off x="382829" y="1497013"/>
            <a:ext cx="2923563" cy="4079539"/>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21" name="Espaço Reservado para Conteúdo 14">
            <a:extLst>
              <a:ext uri="{FF2B5EF4-FFF2-40B4-BE49-F238E27FC236}">
                <a16:creationId xmlns:a16="http://schemas.microsoft.com/office/drawing/2014/main" id="{85B528AB-0607-4A82-934E-C1C7106546B5}"/>
              </a:ext>
            </a:extLst>
          </p:cNvPr>
          <p:cNvSpPr>
            <a:spLocks noGrp="1"/>
          </p:cNvSpPr>
          <p:nvPr>
            <p:ph sz="quarter" idx="26" hasCustomPrompt="1"/>
          </p:nvPr>
        </p:nvSpPr>
        <p:spPr>
          <a:xfrm>
            <a:off x="3536951" y="1831799"/>
            <a:ext cx="2965558" cy="374475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5294E6AB-735D-48F4-9AC8-EF3781FB2746}"/>
              </a:ext>
            </a:extLst>
          </p:cNvPr>
          <p:cNvSpPr>
            <a:spLocks noGrp="1"/>
          </p:cNvSpPr>
          <p:nvPr>
            <p:ph sz="quarter" idx="28" hasCustomPrompt="1"/>
          </p:nvPr>
        </p:nvSpPr>
        <p:spPr>
          <a:xfrm>
            <a:off x="3552750" y="1543180"/>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3" name="Espaço Reservado para Conteúdo 14">
            <a:extLst>
              <a:ext uri="{FF2B5EF4-FFF2-40B4-BE49-F238E27FC236}">
                <a16:creationId xmlns:a16="http://schemas.microsoft.com/office/drawing/2014/main" id="{6B9EB78B-FD20-4719-A056-235ADA20204A}"/>
              </a:ext>
            </a:extLst>
          </p:cNvPr>
          <p:cNvSpPr>
            <a:spLocks noGrp="1"/>
          </p:cNvSpPr>
          <p:nvPr>
            <p:ph sz="quarter" idx="25" hasCustomPrompt="1"/>
          </p:nvPr>
        </p:nvSpPr>
        <p:spPr>
          <a:xfrm>
            <a:off x="382829" y="6010940"/>
            <a:ext cx="6119679" cy="1466185"/>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5" name="Espaço Reservado para Conteúdo 14">
            <a:extLst>
              <a:ext uri="{FF2B5EF4-FFF2-40B4-BE49-F238E27FC236}">
                <a16:creationId xmlns:a16="http://schemas.microsoft.com/office/drawing/2014/main" id="{378CEBA8-7472-47EB-BC4A-EA019A667AE5}"/>
              </a:ext>
            </a:extLst>
          </p:cNvPr>
          <p:cNvSpPr>
            <a:spLocks noGrp="1"/>
          </p:cNvSpPr>
          <p:nvPr>
            <p:ph sz="quarter" idx="27" hasCustomPrompt="1"/>
          </p:nvPr>
        </p:nvSpPr>
        <p:spPr>
          <a:xfrm>
            <a:off x="382829" y="5722322"/>
            <a:ext cx="611967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6" name="Espaço Reservado para Conteúdo 14">
            <a:extLst>
              <a:ext uri="{FF2B5EF4-FFF2-40B4-BE49-F238E27FC236}">
                <a16:creationId xmlns:a16="http://schemas.microsoft.com/office/drawing/2014/main" id="{88102008-164E-4847-B70E-2DA2859EB5FA}"/>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1DAFB6F6-C902-48DE-A854-209EE1401B64}"/>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8" name="Espaço Reservado para Conteúdo 14">
            <a:extLst>
              <a:ext uri="{FF2B5EF4-FFF2-40B4-BE49-F238E27FC236}">
                <a16:creationId xmlns:a16="http://schemas.microsoft.com/office/drawing/2014/main" id="{B4F7A4B0-6A5B-48E7-93D0-A6438A15CF56}"/>
              </a:ext>
            </a:extLst>
          </p:cNvPr>
          <p:cNvSpPr>
            <a:spLocks noGrp="1"/>
          </p:cNvSpPr>
          <p:nvPr>
            <p:ph sz="quarter"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9" name="Espaço Reservado para Conteúdo 14">
            <a:extLst>
              <a:ext uri="{FF2B5EF4-FFF2-40B4-BE49-F238E27FC236}">
                <a16:creationId xmlns:a16="http://schemas.microsoft.com/office/drawing/2014/main" id="{C64B94EB-9494-4B55-92F4-166DEF48DB35}"/>
              </a:ext>
            </a:extLst>
          </p:cNvPr>
          <p:cNvSpPr>
            <a:spLocks noGrp="1"/>
          </p:cNvSpPr>
          <p:nvPr>
            <p:ph sz="quarter"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cxnSp>
        <p:nvCxnSpPr>
          <p:cNvPr id="42" name="Straight Connector 41">
            <a:extLst>
              <a:ext uri="{FF2B5EF4-FFF2-40B4-BE49-F238E27FC236}">
                <a16:creationId xmlns:a16="http://schemas.microsoft.com/office/drawing/2014/main" id="{02558420-2316-4877-A0B8-02C6D7796F9F}"/>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8" name="Espaço Reservado para Texto 6">
            <a:extLst>
              <a:ext uri="{FF2B5EF4-FFF2-40B4-BE49-F238E27FC236}">
                <a16:creationId xmlns:a16="http://schemas.microsoft.com/office/drawing/2014/main" id="{E9006F28-0FC5-4C17-84E9-DDB1DE717662}"/>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19" name="Espaço Reservado para Texto 6">
            <a:extLst>
              <a:ext uri="{FF2B5EF4-FFF2-40B4-BE49-F238E27FC236}">
                <a16:creationId xmlns:a16="http://schemas.microsoft.com/office/drawing/2014/main" id="{840CD343-D27F-44CB-9F5D-7257A48DB76E}"/>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17" name="Espaço Reservado para Texto 6">
            <a:extLst>
              <a:ext uri="{FF2B5EF4-FFF2-40B4-BE49-F238E27FC236}">
                <a16:creationId xmlns:a16="http://schemas.microsoft.com/office/drawing/2014/main" id="{522774F4-0A02-4D7F-A169-A0935028BEB7}"/>
              </a:ext>
            </a:extLst>
          </p:cNvPr>
          <p:cNvSpPr>
            <a:spLocks noGrp="1"/>
          </p:cNvSpPr>
          <p:nvPr>
            <p:ph type="body" sz="quarter" idx="29"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24" name="Date Placeholder 1">
            <a:extLst>
              <a:ext uri="{FF2B5EF4-FFF2-40B4-BE49-F238E27FC236}">
                <a16:creationId xmlns:a16="http://schemas.microsoft.com/office/drawing/2014/main" id="{41D27BDA-0B7B-4B7B-98DE-F04BF5B3804F}"/>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08650258-6A41-4D7D-81C2-CA595B830088}" type="datetime4">
              <a:rPr lang="en-US" smtClean="0"/>
              <a:t>September 28, 2026</a:t>
            </a:fld>
            <a:endParaRPr lang="en-US"/>
          </a:p>
        </p:txBody>
      </p:sp>
    </p:spTree>
    <p:extLst>
      <p:ext uri="{BB962C8B-B14F-4D97-AF65-F5344CB8AC3E}">
        <p14:creationId xmlns:p14="http://schemas.microsoft.com/office/powerpoint/2010/main" val="897515357"/>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5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9" y="1500036"/>
            <a:ext cx="6063034" cy="2027390"/>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cxnSp>
        <p:nvCxnSpPr>
          <p:cNvPr id="3" name="Straight Connector 2">
            <a:extLst>
              <a:ext uri="{FF2B5EF4-FFF2-40B4-BE49-F238E27FC236}">
                <a16:creationId xmlns:a16="http://schemas.microsoft.com/office/drawing/2014/main" id="{2EDD6930-C0EE-4FA2-8633-016983CCBB57}"/>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8" name="Espaço Reservado para Conteúdo 14">
            <a:extLst>
              <a:ext uri="{FF2B5EF4-FFF2-40B4-BE49-F238E27FC236}">
                <a16:creationId xmlns:a16="http://schemas.microsoft.com/office/drawing/2014/main" id="{90F6C72D-8B37-43A2-8FA6-85DFDDE86A1B}"/>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sz="quarter"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0" name="Espaço Reservado para Conteúdo 14">
            <a:extLst>
              <a:ext uri="{FF2B5EF4-FFF2-40B4-BE49-F238E27FC236}">
                <a16:creationId xmlns:a16="http://schemas.microsoft.com/office/drawing/2014/main" id="{24118CA0-014C-422D-9DAA-777D7AB184F5}"/>
              </a:ext>
            </a:extLst>
          </p:cNvPr>
          <p:cNvSpPr>
            <a:spLocks noGrp="1"/>
          </p:cNvSpPr>
          <p:nvPr>
            <p:ph sz="quarter"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sz="quarter" idx="25" hasCustomPrompt="1"/>
          </p:nvPr>
        </p:nvSpPr>
        <p:spPr>
          <a:xfrm>
            <a:off x="382829" y="3937440"/>
            <a:ext cx="2938221"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sz="quarter" idx="26" hasCustomPrompt="1"/>
          </p:nvPr>
        </p:nvSpPr>
        <p:spPr>
          <a:xfrm>
            <a:off x="3536951" y="3937440"/>
            <a:ext cx="2965558"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sz="quarter" idx="27" hasCustomPrompt="1"/>
          </p:nvPr>
        </p:nvSpPr>
        <p:spPr>
          <a:xfrm>
            <a:off x="382829" y="3648822"/>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sz="quarter" idx="28" hasCustomPrompt="1"/>
          </p:nvPr>
        </p:nvSpPr>
        <p:spPr>
          <a:xfrm>
            <a:off x="3552750" y="3648822"/>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5927315"/>
            <a:ext cx="6105737"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563869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0" name="Espaço Reservado para Texto 6">
            <a:extLst>
              <a:ext uri="{FF2B5EF4-FFF2-40B4-BE49-F238E27FC236}">
                <a16:creationId xmlns:a16="http://schemas.microsoft.com/office/drawing/2014/main" id="{91D8F271-5DD6-476D-87DF-62D9F494BA28}"/>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21" name="Espaço Reservado para Texto 6">
            <a:extLst>
              <a:ext uri="{FF2B5EF4-FFF2-40B4-BE49-F238E27FC236}">
                <a16:creationId xmlns:a16="http://schemas.microsoft.com/office/drawing/2014/main" id="{AF9F85D2-CE44-4122-A483-C9E0FDD6786F}"/>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22" name="Espaço Reservado para Texto 6">
            <a:extLst>
              <a:ext uri="{FF2B5EF4-FFF2-40B4-BE49-F238E27FC236}">
                <a16:creationId xmlns:a16="http://schemas.microsoft.com/office/drawing/2014/main" id="{74EB01E9-4823-42ED-A528-F9EFE6F730DC}"/>
              </a:ext>
            </a:extLst>
          </p:cNvPr>
          <p:cNvSpPr>
            <a:spLocks noGrp="1"/>
          </p:cNvSpPr>
          <p:nvPr>
            <p:ph type="body" sz="quarter" idx="31"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23" name="Date Placeholder 1">
            <a:extLst>
              <a:ext uri="{FF2B5EF4-FFF2-40B4-BE49-F238E27FC236}">
                <a16:creationId xmlns:a16="http://schemas.microsoft.com/office/drawing/2014/main" id="{8D52D738-8B55-415F-BAF5-54C848910AF7}"/>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DC4F84F6-9721-4C56-B21C-022E3131DD54}" type="datetime4">
              <a:rPr lang="en-US" smtClean="0"/>
              <a:t>September 28, 2026</a:t>
            </a:fld>
            <a:endParaRPr lang="en-US"/>
          </a:p>
        </p:txBody>
      </p:sp>
    </p:spTree>
    <p:extLst>
      <p:ext uri="{BB962C8B-B14F-4D97-AF65-F5344CB8AC3E}">
        <p14:creationId xmlns:p14="http://schemas.microsoft.com/office/powerpoint/2010/main" val="995087987"/>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5 Gráficos v2">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9" y="1498177"/>
            <a:ext cx="6063034" cy="202924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8" name="Espaço Reservado para Conteúdo 14">
            <a:extLst>
              <a:ext uri="{FF2B5EF4-FFF2-40B4-BE49-F238E27FC236}">
                <a16:creationId xmlns:a16="http://schemas.microsoft.com/office/drawing/2014/main" id="{90F6C72D-8B37-43A2-8FA6-85DFDDE86A1B}"/>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sz="quarter"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0" name="Espaço Reservado para Conteúdo 14">
            <a:extLst>
              <a:ext uri="{FF2B5EF4-FFF2-40B4-BE49-F238E27FC236}">
                <a16:creationId xmlns:a16="http://schemas.microsoft.com/office/drawing/2014/main" id="{24118CA0-014C-422D-9DAA-777D7AB184F5}"/>
              </a:ext>
            </a:extLst>
          </p:cNvPr>
          <p:cNvSpPr>
            <a:spLocks noGrp="1"/>
          </p:cNvSpPr>
          <p:nvPr>
            <p:ph sz="quarter"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sz="quarter" idx="25" hasCustomPrompt="1"/>
          </p:nvPr>
        </p:nvSpPr>
        <p:spPr>
          <a:xfrm>
            <a:off x="377825" y="5908439"/>
            <a:ext cx="2938221"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sz="quarter" idx="26" hasCustomPrompt="1"/>
          </p:nvPr>
        </p:nvSpPr>
        <p:spPr>
          <a:xfrm>
            <a:off x="3531947" y="5908439"/>
            <a:ext cx="2965558"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sz="quarter" idx="27" hasCustomPrompt="1"/>
          </p:nvPr>
        </p:nvSpPr>
        <p:spPr>
          <a:xfrm>
            <a:off x="377825" y="5619821"/>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sz="quarter" idx="28" hasCustomPrompt="1"/>
          </p:nvPr>
        </p:nvSpPr>
        <p:spPr>
          <a:xfrm>
            <a:off x="3547746" y="5619821"/>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3929789"/>
            <a:ext cx="6105737"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3641171"/>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cxnSp>
        <p:nvCxnSpPr>
          <p:cNvPr id="22" name="Straight Connector 21">
            <a:extLst>
              <a:ext uri="{FF2B5EF4-FFF2-40B4-BE49-F238E27FC236}">
                <a16:creationId xmlns:a16="http://schemas.microsoft.com/office/drawing/2014/main" id="{014FD5D7-4E44-4DED-87A2-F5483B7E4A72}"/>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Espaço Reservado para Texto 6">
            <a:extLst>
              <a:ext uri="{FF2B5EF4-FFF2-40B4-BE49-F238E27FC236}">
                <a16:creationId xmlns:a16="http://schemas.microsoft.com/office/drawing/2014/main" id="{C5901B80-52C0-495B-B245-C86EC38FA663}"/>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21" name="Espaço Reservado para Texto 6">
            <a:extLst>
              <a:ext uri="{FF2B5EF4-FFF2-40B4-BE49-F238E27FC236}">
                <a16:creationId xmlns:a16="http://schemas.microsoft.com/office/drawing/2014/main" id="{12A1DB4F-E711-4954-BA2E-C3355075992F}"/>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23" name="Espaço Reservado para Texto 6">
            <a:extLst>
              <a:ext uri="{FF2B5EF4-FFF2-40B4-BE49-F238E27FC236}">
                <a16:creationId xmlns:a16="http://schemas.microsoft.com/office/drawing/2014/main" id="{8578E20C-E30C-41E8-BD4E-471F9D9B43F9}"/>
              </a:ext>
            </a:extLst>
          </p:cNvPr>
          <p:cNvSpPr>
            <a:spLocks noGrp="1"/>
          </p:cNvSpPr>
          <p:nvPr>
            <p:ph type="body" sz="quarter" idx="31"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24" name="Date Placeholder 1">
            <a:extLst>
              <a:ext uri="{FF2B5EF4-FFF2-40B4-BE49-F238E27FC236}">
                <a16:creationId xmlns:a16="http://schemas.microsoft.com/office/drawing/2014/main" id="{BEDC87FD-5664-4739-BE21-72F2918833A4}"/>
              </a:ext>
            </a:extLst>
          </p:cNvPr>
          <p:cNvSpPr>
            <a:spLocks noGrp="1"/>
          </p:cNvSpPr>
          <p:nvPr>
            <p:ph type="dt" sz="half" idx="2"/>
          </p:nvPr>
        </p:nvSpPr>
        <p:spPr>
          <a:xfrm>
            <a:off x="3971925" y="438763"/>
            <a:ext cx="2517776"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E0261CD1-FF2B-4A51-8345-4DE8798A2F0D}" type="datetime4">
              <a:rPr lang="en-US" smtClean="0"/>
              <a:t>September 28, 2026</a:t>
            </a:fld>
            <a:endParaRPr lang="en-US"/>
          </a:p>
        </p:txBody>
      </p:sp>
    </p:spTree>
    <p:extLst>
      <p:ext uri="{BB962C8B-B14F-4D97-AF65-F5344CB8AC3E}">
        <p14:creationId xmlns:p14="http://schemas.microsoft.com/office/powerpoint/2010/main" val="2679354797"/>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hesis Chart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1791895"/>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150327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cxnSp>
        <p:nvCxnSpPr>
          <p:cNvPr id="22" name="Straight Connector 21">
            <a:extLst>
              <a:ext uri="{FF2B5EF4-FFF2-40B4-BE49-F238E27FC236}">
                <a16:creationId xmlns:a16="http://schemas.microsoft.com/office/drawing/2014/main" id="{014FD5D7-4E44-4DED-87A2-F5483B7E4A72}"/>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Espaço Reservado para Texto 6">
            <a:extLst>
              <a:ext uri="{FF2B5EF4-FFF2-40B4-BE49-F238E27FC236}">
                <a16:creationId xmlns:a16="http://schemas.microsoft.com/office/drawing/2014/main" id="{C5901B80-52C0-495B-B245-C86EC38FA663}"/>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21" name="Espaço Reservado para Texto 6">
            <a:extLst>
              <a:ext uri="{FF2B5EF4-FFF2-40B4-BE49-F238E27FC236}">
                <a16:creationId xmlns:a16="http://schemas.microsoft.com/office/drawing/2014/main" id="{12A1DB4F-E711-4954-BA2E-C3355075992F}"/>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23" name="Espaço Reservado para Texto 6">
            <a:extLst>
              <a:ext uri="{FF2B5EF4-FFF2-40B4-BE49-F238E27FC236}">
                <a16:creationId xmlns:a16="http://schemas.microsoft.com/office/drawing/2014/main" id="{8578E20C-E30C-41E8-BD4E-471F9D9B43F9}"/>
              </a:ext>
            </a:extLst>
          </p:cNvPr>
          <p:cNvSpPr>
            <a:spLocks noGrp="1"/>
          </p:cNvSpPr>
          <p:nvPr>
            <p:ph type="body" sz="quarter" idx="31"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24" name="Date Placeholder 1">
            <a:extLst>
              <a:ext uri="{FF2B5EF4-FFF2-40B4-BE49-F238E27FC236}">
                <a16:creationId xmlns:a16="http://schemas.microsoft.com/office/drawing/2014/main" id="{BEDC87FD-5664-4739-BE21-72F2918833A4}"/>
              </a:ext>
            </a:extLst>
          </p:cNvPr>
          <p:cNvSpPr>
            <a:spLocks noGrp="1"/>
          </p:cNvSpPr>
          <p:nvPr>
            <p:ph type="dt" sz="half" idx="2"/>
          </p:nvPr>
        </p:nvSpPr>
        <p:spPr>
          <a:xfrm>
            <a:off x="3971925" y="438763"/>
            <a:ext cx="2517776"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4DE29C2D-1B51-46F0-A768-3850E49DBAD2}" type="datetime4">
              <a:rPr lang="en-US" smtClean="0"/>
              <a:t>September 28, 2026</a:t>
            </a:fld>
            <a:endParaRPr lang="en-US"/>
          </a:p>
        </p:txBody>
      </p:sp>
      <p:sp>
        <p:nvSpPr>
          <p:cNvPr id="19" name="Espaço Reservado para Conteúdo 14">
            <a:extLst>
              <a:ext uri="{FF2B5EF4-FFF2-40B4-BE49-F238E27FC236}">
                <a16:creationId xmlns:a16="http://schemas.microsoft.com/office/drawing/2014/main" id="{D23B7F16-8ADE-42C2-B1EE-5684155EC67C}"/>
              </a:ext>
            </a:extLst>
          </p:cNvPr>
          <p:cNvSpPr>
            <a:spLocks noGrp="1"/>
          </p:cNvSpPr>
          <p:nvPr>
            <p:ph sz="quarter" idx="32" hasCustomPrompt="1"/>
          </p:nvPr>
        </p:nvSpPr>
        <p:spPr>
          <a:xfrm>
            <a:off x="390153" y="3838161"/>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5" name="Espaço Reservado para Conteúdo 14">
            <a:extLst>
              <a:ext uri="{FF2B5EF4-FFF2-40B4-BE49-F238E27FC236}">
                <a16:creationId xmlns:a16="http://schemas.microsoft.com/office/drawing/2014/main" id="{8D21CE70-9138-4D56-899D-1BFC170ACCAA}"/>
              </a:ext>
            </a:extLst>
          </p:cNvPr>
          <p:cNvSpPr>
            <a:spLocks noGrp="1"/>
          </p:cNvSpPr>
          <p:nvPr>
            <p:ph sz="quarter" idx="33" hasCustomPrompt="1"/>
          </p:nvPr>
        </p:nvSpPr>
        <p:spPr>
          <a:xfrm>
            <a:off x="390153" y="3549543"/>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6" name="Espaço Reservado para Conteúdo 14">
            <a:extLst>
              <a:ext uri="{FF2B5EF4-FFF2-40B4-BE49-F238E27FC236}">
                <a16:creationId xmlns:a16="http://schemas.microsoft.com/office/drawing/2014/main" id="{DA0FF651-C1F8-494C-8441-58B8D108DFB0}"/>
              </a:ext>
            </a:extLst>
          </p:cNvPr>
          <p:cNvSpPr>
            <a:spLocks noGrp="1"/>
          </p:cNvSpPr>
          <p:nvPr>
            <p:ph sz="quarter" idx="34" hasCustomPrompt="1"/>
          </p:nvPr>
        </p:nvSpPr>
        <p:spPr>
          <a:xfrm>
            <a:off x="390153" y="5842030"/>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EA6A1D37-C00C-4212-9602-D8F29782C38B}"/>
              </a:ext>
            </a:extLst>
          </p:cNvPr>
          <p:cNvSpPr>
            <a:spLocks noGrp="1"/>
          </p:cNvSpPr>
          <p:nvPr>
            <p:ph sz="quarter" idx="35" hasCustomPrompt="1"/>
          </p:nvPr>
        </p:nvSpPr>
        <p:spPr>
          <a:xfrm>
            <a:off x="390153" y="5553412"/>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8" name="Espaço Reservado para Conteúdo 14">
            <a:extLst>
              <a:ext uri="{FF2B5EF4-FFF2-40B4-BE49-F238E27FC236}">
                <a16:creationId xmlns:a16="http://schemas.microsoft.com/office/drawing/2014/main" id="{9BD0D569-187E-435F-84F7-4A907AB05F06}"/>
              </a:ext>
            </a:extLst>
          </p:cNvPr>
          <p:cNvSpPr>
            <a:spLocks noGrp="1"/>
          </p:cNvSpPr>
          <p:nvPr>
            <p:ph sz="quarter" idx="36" hasCustomPrompt="1"/>
          </p:nvPr>
        </p:nvSpPr>
        <p:spPr>
          <a:xfrm>
            <a:off x="397477" y="7888296"/>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9" name="Espaço Reservado para Conteúdo 14">
            <a:extLst>
              <a:ext uri="{FF2B5EF4-FFF2-40B4-BE49-F238E27FC236}">
                <a16:creationId xmlns:a16="http://schemas.microsoft.com/office/drawing/2014/main" id="{BD578F19-77CA-4807-93D6-DF0C8142271F}"/>
              </a:ext>
            </a:extLst>
          </p:cNvPr>
          <p:cNvSpPr>
            <a:spLocks noGrp="1"/>
          </p:cNvSpPr>
          <p:nvPr>
            <p:ph sz="quarter" idx="37" hasCustomPrompt="1"/>
          </p:nvPr>
        </p:nvSpPr>
        <p:spPr>
          <a:xfrm>
            <a:off x="397477" y="7599678"/>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40" name="Espaço Reservado para Conteúdo 14">
            <a:extLst>
              <a:ext uri="{FF2B5EF4-FFF2-40B4-BE49-F238E27FC236}">
                <a16:creationId xmlns:a16="http://schemas.microsoft.com/office/drawing/2014/main" id="{008E7608-0ADC-4C74-A591-69DB8C22030C}"/>
              </a:ext>
            </a:extLst>
          </p:cNvPr>
          <p:cNvSpPr>
            <a:spLocks noGrp="1"/>
          </p:cNvSpPr>
          <p:nvPr>
            <p:ph sz="quarter" idx="38" hasCustomPrompt="1"/>
          </p:nvPr>
        </p:nvSpPr>
        <p:spPr>
          <a:xfrm>
            <a:off x="3536952" y="1791895"/>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1" name="Espaço Reservado para Conteúdo 14">
            <a:extLst>
              <a:ext uri="{FF2B5EF4-FFF2-40B4-BE49-F238E27FC236}">
                <a16:creationId xmlns:a16="http://schemas.microsoft.com/office/drawing/2014/main" id="{34DA8105-E242-4DA6-910E-D486433DF87A}"/>
              </a:ext>
            </a:extLst>
          </p:cNvPr>
          <p:cNvSpPr>
            <a:spLocks noGrp="1"/>
          </p:cNvSpPr>
          <p:nvPr>
            <p:ph sz="quarter" idx="39" hasCustomPrompt="1"/>
          </p:nvPr>
        </p:nvSpPr>
        <p:spPr>
          <a:xfrm>
            <a:off x="3544276" y="3838161"/>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2" name="Espaço Reservado para Conteúdo 14">
            <a:extLst>
              <a:ext uri="{FF2B5EF4-FFF2-40B4-BE49-F238E27FC236}">
                <a16:creationId xmlns:a16="http://schemas.microsoft.com/office/drawing/2014/main" id="{581288D2-722F-44A9-937B-2A51CBC81940}"/>
              </a:ext>
            </a:extLst>
          </p:cNvPr>
          <p:cNvSpPr>
            <a:spLocks noGrp="1"/>
          </p:cNvSpPr>
          <p:nvPr>
            <p:ph sz="quarter" idx="40" hasCustomPrompt="1"/>
          </p:nvPr>
        </p:nvSpPr>
        <p:spPr>
          <a:xfrm>
            <a:off x="3544276" y="5842030"/>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3" name="Espaço Reservado para Conteúdo 14">
            <a:extLst>
              <a:ext uri="{FF2B5EF4-FFF2-40B4-BE49-F238E27FC236}">
                <a16:creationId xmlns:a16="http://schemas.microsoft.com/office/drawing/2014/main" id="{0A7E3758-611C-4779-8E92-7476EE614506}"/>
              </a:ext>
            </a:extLst>
          </p:cNvPr>
          <p:cNvSpPr>
            <a:spLocks noGrp="1"/>
          </p:cNvSpPr>
          <p:nvPr>
            <p:ph sz="quarter" idx="41" hasCustomPrompt="1"/>
          </p:nvPr>
        </p:nvSpPr>
        <p:spPr>
          <a:xfrm>
            <a:off x="3551600" y="7888296"/>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Tree>
    <p:extLst>
      <p:ext uri="{BB962C8B-B14F-4D97-AF65-F5344CB8AC3E}">
        <p14:creationId xmlns:p14="http://schemas.microsoft.com/office/powerpoint/2010/main" val="2830467853"/>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Disclaimer">
    <p:bg>
      <p:bgPr>
        <a:solidFill>
          <a:schemeClr val="bg1"/>
        </a:solidFill>
        <a:effectLst/>
      </p:bgPr>
    </p:bg>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3B476172-FCCC-4217-B659-E252FC48877E}"/>
              </a:ext>
            </a:extLst>
          </p:cNvPr>
          <p:cNvSpPr txBox="1"/>
          <p:nvPr userDrawn="1"/>
        </p:nvSpPr>
        <p:spPr>
          <a:xfrm>
            <a:off x="390153" y="814312"/>
            <a:ext cx="6099546" cy="263149"/>
          </a:xfrm>
          <a:prstGeom prst="rect">
            <a:avLst/>
          </a:prstGeom>
        </p:spPr>
        <p:txBody>
          <a:bodyPr lIns="0" tIns="0" rIns="0" bIns="0" anchor="t" anchorCtr="0">
            <a:spAutoFit/>
          </a:bodyPr>
          <a:lstStyle>
            <a:lvl1pPr lvl="0" indent="0" defTabSz="385767">
              <a:lnSpc>
                <a:spcPct val="90000"/>
              </a:lnSpc>
              <a:spcBef>
                <a:spcPts val="422"/>
              </a:spcBef>
              <a:buFont typeface="Arial" panose="020B0604020202020204" pitchFamily="34" charset="0"/>
              <a:buNone/>
              <a:defRPr sz="1900" b="1" spc="0">
                <a:solidFill>
                  <a:schemeClr val="tx2"/>
                </a:solidFill>
                <a:latin typeface="Roboto" panose="02000000000000000000" pitchFamily="2" charset="0"/>
                <a:ea typeface="Roboto" panose="02000000000000000000" pitchFamily="2" charset="0"/>
                <a:cs typeface="Roboto" panose="02000000000000000000" pitchFamily="2" charset="0"/>
              </a:defRPr>
            </a:lvl1pPr>
            <a:lvl2pPr marL="227710" indent="-77020" defTabSz="385767">
              <a:lnSpc>
                <a:spcPct val="90000"/>
              </a:lnSpc>
              <a:spcBef>
                <a:spcPts val="211"/>
              </a:spcBef>
              <a:buFont typeface="Arial" panose="020B0604020202020204" pitchFamily="34" charset="0"/>
              <a:buChar char="•"/>
              <a:defRPr sz="591">
                <a:solidFill>
                  <a:schemeClr val="tx2"/>
                </a:solidFill>
              </a:defRPr>
            </a:lvl2pPr>
            <a:lvl3pPr marL="379070" indent="-77689" defTabSz="385767">
              <a:lnSpc>
                <a:spcPct val="90000"/>
              </a:lnSpc>
              <a:spcBef>
                <a:spcPts val="211"/>
              </a:spcBef>
              <a:buFont typeface="Arial" panose="020B0604020202020204" pitchFamily="34" charset="0"/>
              <a:buChar char="•"/>
              <a:defRPr sz="506">
                <a:solidFill>
                  <a:schemeClr val="tx2"/>
                </a:solidFill>
              </a:defRPr>
            </a:lvl3pPr>
            <a:lvl4pPr marL="529761" indent="-77689" defTabSz="385767">
              <a:lnSpc>
                <a:spcPct val="90000"/>
              </a:lnSpc>
              <a:spcBef>
                <a:spcPts val="211"/>
              </a:spcBef>
              <a:buFont typeface="Arial" panose="020B0604020202020204" pitchFamily="34" charset="0"/>
              <a:buChar char="•"/>
              <a:defRPr sz="464">
                <a:solidFill>
                  <a:schemeClr val="tx2"/>
                </a:solidFill>
              </a:defRPr>
            </a:lvl4pPr>
            <a:lvl5pPr marL="680451" indent="-73671" defTabSz="385767">
              <a:lnSpc>
                <a:spcPct val="90000"/>
              </a:lnSpc>
              <a:spcBef>
                <a:spcPts val="211"/>
              </a:spcBef>
              <a:buFont typeface="Arial" panose="020B0604020202020204" pitchFamily="34" charset="0"/>
              <a:buChar char="•"/>
              <a:defRPr sz="464">
                <a:solidFill>
                  <a:schemeClr val="tx2"/>
                </a:solidFill>
              </a:defRPr>
            </a:lvl5pPr>
            <a:lvl6pPr marL="1060860" indent="-96442" defTabSz="385767">
              <a:lnSpc>
                <a:spcPct val="90000"/>
              </a:lnSpc>
              <a:spcBef>
                <a:spcPts val="211"/>
              </a:spcBef>
              <a:buFont typeface="Arial" panose="020B0604020202020204" pitchFamily="34" charset="0"/>
              <a:buChar char="•"/>
              <a:defRPr sz="760"/>
            </a:lvl6pPr>
            <a:lvl7pPr marL="1253744" indent="-96442" defTabSz="385767">
              <a:lnSpc>
                <a:spcPct val="90000"/>
              </a:lnSpc>
              <a:spcBef>
                <a:spcPts val="211"/>
              </a:spcBef>
              <a:buFont typeface="Arial" panose="020B0604020202020204" pitchFamily="34" charset="0"/>
              <a:buChar char="•"/>
              <a:defRPr sz="760"/>
            </a:lvl7pPr>
            <a:lvl8pPr marL="1446628" indent="-96442" defTabSz="385767">
              <a:lnSpc>
                <a:spcPct val="90000"/>
              </a:lnSpc>
              <a:spcBef>
                <a:spcPts val="211"/>
              </a:spcBef>
              <a:buFont typeface="Arial" panose="020B0604020202020204" pitchFamily="34" charset="0"/>
              <a:buChar char="•"/>
              <a:defRPr sz="760"/>
            </a:lvl8pPr>
            <a:lvl9pPr marL="1639511" indent="-96442" defTabSz="385767">
              <a:lnSpc>
                <a:spcPct val="90000"/>
              </a:lnSpc>
              <a:spcBef>
                <a:spcPts val="211"/>
              </a:spcBef>
              <a:buFont typeface="Arial" panose="020B0604020202020204" pitchFamily="34" charset="0"/>
              <a:buChar char="•"/>
              <a:defRPr sz="760"/>
            </a:lvl9pPr>
          </a:lstStyle>
          <a:p>
            <a:pPr lvl="0"/>
            <a:r>
              <a:rPr lang="en-US"/>
              <a:t>Disclaimer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cxnSp>
        <p:nvCxnSpPr>
          <p:cNvPr id="22" name="Straight Connector 21">
            <a:extLst>
              <a:ext uri="{FF2B5EF4-FFF2-40B4-BE49-F238E27FC236}">
                <a16:creationId xmlns:a16="http://schemas.microsoft.com/office/drawing/2014/main" id="{66D21A7D-7928-4237-874A-A5ECB267418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Espaço Reservado para Texto 6">
            <a:extLst>
              <a:ext uri="{FF2B5EF4-FFF2-40B4-BE49-F238E27FC236}">
                <a16:creationId xmlns:a16="http://schemas.microsoft.com/office/drawing/2014/main" id="{2B30E5FD-9051-4E1E-8485-CF615FEFF1FB}"/>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15" name="Date Placeholder 1">
            <a:extLst>
              <a:ext uri="{FF2B5EF4-FFF2-40B4-BE49-F238E27FC236}">
                <a16:creationId xmlns:a16="http://schemas.microsoft.com/office/drawing/2014/main" id="{CEDF22C0-1511-410D-B4C2-53B4E4FE64CB}"/>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57833B28-C628-4F36-AE32-F7D92EB1C5A5}" type="datetime4">
              <a:rPr lang="en-US" smtClean="0"/>
              <a:t>September 28, 2026</a:t>
            </a:fld>
            <a:endParaRPr lang="en-US"/>
          </a:p>
        </p:txBody>
      </p:sp>
      <p:sp>
        <p:nvSpPr>
          <p:cNvPr id="2" name="TextBox 1">
            <a:extLst>
              <a:ext uri="{FF2B5EF4-FFF2-40B4-BE49-F238E27FC236}">
                <a16:creationId xmlns:a16="http://schemas.microsoft.com/office/drawing/2014/main" id="{52F95B42-1FBA-401A-8214-0A1239E090A4}"/>
              </a:ext>
            </a:extLst>
          </p:cNvPr>
          <p:cNvSpPr txBox="1"/>
          <p:nvPr userDrawn="1"/>
        </p:nvSpPr>
        <p:spPr>
          <a:xfrm>
            <a:off x="390153" y="1099025"/>
            <a:ext cx="6099546" cy="8347413"/>
          </a:xfrm>
          <a:prstGeom prst="rect">
            <a:avLst/>
          </a:prstGeom>
        </p:spPr>
        <p:txBody>
          <a:bodyPr lIns="0" tIns="0" rIns="0" bIns="0">
            <a:spAutoFit/>
          </a:bodyPr>
          <a:lstStyle>
            <a:lvl1pPr indent="0" defTabSz="385767">
              <a:lnSpc>
                <a:spcPct val="90000"/>
              </a:lnSpc>
              <a:spcBef>
                <a:spcPts val="422"/>
              </a:spcBef>
              <a:buFont typeface="Arial" panose="020B0604020202020204" pitchFamily="34" charset="0"/>
              <a:buNone/>
              <a:defRPr sz="730">
                <a:solidFill>
                  <a:schemeClr val="tx2"/>
                </a:solidFill>
              </a:defRPr>
            </a:lvl1pPr>
            <a:lvl2pPr marL="227710" indent="-77020" defTabSz="385767">
              <a:lnSpc>
                <a:spcPct val="90000"/>
              </a:lnSpc>
              <a:spcBef>
                <a:spcPts val="211"/>
              </a:spcBef>
              <a:buFont typeface="Arial" panose="020B0604020202020204" pitchFamily="34" charset="0"/>
              <a:buChar char="•"/>
              <a:defRPr sz="591">
                <a:solidFill>
                  <a:schemeClr val="tx2"/>
                </a:solidFill>
              </a:defRPr>
            </a:lvl2pPr>
            <a:lvl3pPr marL="379070" indent="-77689" defTabSz="385767">
              <a:lnSpc>
                <a:spcPct val="90000"/>
              </a:lnSpc>
              <a:spcBef>
                <a:spcPts val="211"/>
              </a:spcBef>
              <a:buFont typeface="Arial" panose="020B0604020202020204" pitchFamily="34" charset="0"/>
              <a:buChar char="•"/>
              <a:defRPr sz="506">
                <a:solidFill>
                  <a:schemeClr val="tx2"/>
                </a:solidFill>
              </a:defRPr>
            </a:lvl3pPr>
            <a:lvl4pPr marL="529761" indent="-77689" defTabSz="385767">
              <a:lnSpc>
                <a:spcPct val="90000"/>
              </a:lnSpc>
              <a:spcBef>
                <a:spcPts val="211"/>
              </a:spcBef>
              <a:buFont typeface="Arial" panose="020B0604020202020204" pitchFamily="34" charset="0"/>
              <a:buChar char="•"/>
              <a:defRPr sz="464">
                <a:solidFill>
                  <a:schemeClr val="tx2"/>
                </a:solidFill>
              </a:defRPr>
            </a:lvl4pPr>
            <a:lvl5pPr marL="680451" indent="-73671" defTabSz="385767">
              <a:lnSpc>
                <a:spcPct val="90000"/>
              </a:lnSpc>
              <a:spcBef>
                <a:spcPts val="211"/>
              </a:spcBef>
              <a:buFont typeface="Arial" panose="020B0604020202020204" pitchFamily="34" charset="0"/>
              <a:buChar char="•"/>
              <a:defRPr sz="464">
                <a:solidFill>
                  <a:schemeClr val="tx2"/>
                </a:solidFill>
              </a:defRPr>
            </a:lvl5pPr>
            <a:lvl6pPr marL="1060860" indent="-96442" defTabSz="385767">
              <a:lnSpc>
                <a:spcPct val="90000"/>
              </a:lnSpc>
              <a:spcBef>
                <a:spcPts val="211"/>
              </a:spcBef>
              <a:buFont typeface="Arial" panose="020B0604020202020204" pitchFamily="34" charset="0"/>
              <a:buChar char="•"/>
              <a:defRPr sz="760"/>
            </a:lvl6pPr>
            <a:lvl7pPr marL="1253744" indent="-96442" defTabSz="385767">
              <a:lnSpc>
                <a:spcPct val="90000"/>
              </a:lnSpc>
              <a:spcBef>
                <a:spcPts val="211"/>
              </a:spcBef>
              <a:buFont typeface="Arial" panose="020B0604020202020204" pitchFamily="34" charset="0"/>
              <a:buChar char="•"/>
              <a:defRPr sz="760"/>
            </a:lvl7pPr>
            <a:lvl8pPr marL="1446628" indent="-96442" defTabSz="385767">
              <a:lnSpc>
                <a:spcPct val="90000"/>
              </a:lnSpc>
              <a:spcBef>
                <a:spcPts val="211"/>
              </a:spcBef>
              <a:buFont typeface="Arial" panose="020B0604020202020204" pitchFamily="34" charset="0"/>
              <a:buChar char="•"/>
              <a:defRPr sz="760"/>
            </a:lvl8pPr>
            <a:lvl9pPr marL="1639511" indent="-96442" defTabSz="385767">
              <a:lnSpc>
                <a:spcPct val="90000"/>
              </a:lnSpc>
              <a:spcBef>
                <a:spcPts val="211"/>
              </a:spcBef>
              <a:buFont typeface="Arial" panose="020B0604020202020204" pitchFamily="34" charset="0"/>
              <a:buChar char="•"/>
              <a:defRPr sz="760"/>
            </a:lvl9pPr>
          </a:lstStyle>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This report was prepared by XP Investimentos CCTVM S.A. ("XP Investimentos or XP") according to the requirements provided in CVM Resolution 20/2021 and aims to provide information that can help the investors make their own investment decisions, and does not constitute any kind of offer or purchase request and/or sale of any product. The information contained in this report is considered valid on the date of disclosure and has been obtained from public sources. XP Investimentos is not liable for any decisions made by the customer based on this report.   </a:t>
            </a:r>
            <a:endParaRPr kumimoji="0" lang="en-BR"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This report was prepared considering the product risk classification in order to generate allocation results for each investor profile.   </a:t>
            </a:r>
            <a:endParaRPr kumimoji="0" lang="en-BR"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All of the views expressed in this research report accurately reflect the research analyst’s personal views regarding any and all of the subject securities or issuers.  No part of analyst(s) compensation was, is or will be, directly or indirectly related to the specific recommendations or views expressed in this research report.</a:t>
            </a:r>
            <a:endParaRPr kumimoji="0" lang="en-BR"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The signatory of this report declare that the recommendations reflect solely and exclusively their personal analyses and opinions, which have been produced independently, including in relation to XP Investimentos and which are subject to modifications without notice due to changes in market conditions, and that their remuneration are indirectly affected by revenue from business and financial transactions carried out by XP Investimentos.   </a:t>
            </a:r>
            <a:endParaRPr kumimoji="0" lang="en-BR"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The analyst responsible for the content of this report and the compliance with CVM Resolution 20/2021 is indicated above, and, in the event of an indication of another analyst in the report, the person responsible will be the first accredited analyst to be mentioned in Report.   </a:t>
            </a:r>
            <a:endParaRPr kumimoji="0" lang="en-BR"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XP Investimentos’ analysts are obligated to comply with all the rules laid down in the APIMEC’s conduct code for the securities analyst and XP Investimentos’ analyst of securities conduct policy.   </a:t>
            </a:r>
            <a:endParaRPr kumimoji="0" lang="en-BR"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Customer service is carried out by XP Investimentos employees or by autonomous investment agents who perform their activities through XP, in accordance with CVM Resolution 178/2023, which are registered in the national association of brokers and distributors of securities (“ANCORD”). The autonomous agent of investment may not provide consulting, administration or management of customer net worth, and must act as an intermediary and request prior authorization from the client for the realization of any operation in the capital market. </a:t>
            </a: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For the purpose of verifying the adequacy of the investor's profile to the investment services and products offered by XP Investimentos, we use the methodology of adequacy of products by portfolio, in accordance with the ANBIMA Rules and Procedures of Suitability No. 01 and the ANBIMA Code of Regulation and Best Practices for Distribution of Investment Products. This methodology consists of assigning a maximum risk score for each investor profile (conservative, moderate and aggressive), as well as a risk score for each of the products offered by XP Investimentos, so that all customers can have access to all products, provided that within the amounts and limits of the risk score defined for their profile. Before applying to the products and/or contracting the services subject to this material, it is important that you verify that your current risk score includes the application in the products and/or the contracting of the services in question, as well as whether there are limitations of volume, concentration and/or quantity for the desired application. You can consult this information directly at the time of transmission of your order or by consulting the overall risk of your wallet on the portfolio screen (Risk View).f your current risk score does not support the desired application/contract, or if there are limitations in relation to the amount and/or financial volume for said application/contracting, this means that, based on the current composition of your portfolio, this application/contract is not appropriate to your profile. If you have questions about the process of suiting the products offered by XP Investimentos to your investor profile, please refer to the FAQ. Market conditions, climate change and the macroeconomic scenario can affect investment performance.</a:t>
            </a: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The profitability of financial products may present variations and their price or value may increase or decrease in a short period of time. Past performance is not necessarily indicative of future results. Performance disclosed is not net of any applicable taxes. The information present in this material is based on simulations and the actual results may be significantly different. </a:t>
            </a:r>
            <a:endParaRPr kumimoji="0" lang="en-BR"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This report is intended exclusively for to the XP Investimentos’ network, including independent XP agents and XP customers, and may also be released on XP’s website. It is prohibited to reproduce or redistribute this report to any person, in whole or in part, whatever the purpose, without the prior express consent of XP Investimentos. </a:t>
            </a:r>
            <a:endParaRPr kumimoji="0" lang="en-BR"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XP Investimentos’ ombudsman has the mission to serve as a contact channel whenever customers who do not feel satisfied with the solutions given by the company to their problems. The contact can be made via telephone 0800 722 3710  if you are in Brazil or via ombudsman form if you are in other localities: ttps://institucional.xpi.com.br/ouvidoria.aspx/.   </a:t>
            </a:r>
            <a:endParaRPr kumimoji="0" lang="en-BR"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The cost of the transactions billing policies are defined in the operational cost tables which are made available on XP Investimentos website: </a:t>
            </a:r>
            <a:r>
              <a:rPr kumimoji="0" lang="en-US" sz="700" b="0" i="0" u="sng"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hlinkClick r:id="rId3">
                  <a:extLst>
                    <a:ext uri="{A12FA001-AC4F-418D-AE19-62706E023703}">
                      <ahyp:hlinkClr xmlns:ahyp="http://schemas.microsoft.com/office/drawing/2018/hyperlinkcolor" val="tx"/>
                    </a:ext>
                  </a:extLst>
                </a:hlinkClick>
              </a:rPr>
              <a:t>www.xpi.com.br</a:t>
            </a: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a:t>
            </a:r>
            <a:endParaRPr kumimoji="0" lang="en-BR"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XP Investimentos is exempt from any liability for any damages, direct or indirect, that come from the use of this report or its contents.   </a:t>
            </a:r>
            <a:endParaRPr kumimoji="0" lang="en-BR"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Technical analysis and fundamental analysis follow different methodologies. Technical analysis is performed following concepts such as trends, support, resistance, candles, volume, and moving averages, amongst others. Fundamental analysis uses as information the results disseminated by the issuing companies and their projections. In this way, the opinions of fundamental analysts, who seek the best returns given the market conditions, the macroeconomic scenario and the specific events of the company and the sector, may differ from the opinions of technical analysts, which aim to Identify the most likely movements on asset prices, using "stops" limit possible losses.   </a:t>
            </a:r>
            <a:endParaRPr kumimoji="0" lang="en-BR"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Equity investments available are portion a company’s capital that is traded on the market. Stock is a variable financial investment (i.e. an investment in which profitability is not pre-established and varies depending on market quotations). Investment in stock is a high-risk investment and past performance is not necessarily indicative of future results and no statement or warranty, expressed or implied, is made in this material in relation to future performance. Market conditions, macroeconomic scenario, company and sector specific events can affect investment performance and may even result in significant asset losses. The recommended duration for equity investments is medium-long term. There is no guarantee of investment return for customers’ investments in stock.  </a:t>
            </a:r>
            <a:endParaRPr kumimoji="0" lang="en-BR"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Investment in options is the purchase or sale rights of a good shall be negotiated at a price fixed at a future date, and the purchaser of the negotiated duty should pay a premium to the seller as in a secure agreement. Operations with these derivatives are considered very high risk for presenting high risk and return relationships and some positions present the possibility of losses higher than the capital invested. The recommended duration for the investment is short-term and the customer's assets are not guaranteed in this type of product.  </a:t>
            </a:r>
            <a:endParaRPr kumimoji="0" lang="en-BR"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Investment in terms are contracts for the purchase or sale of a certain number of shares at a fixed price for settlement within a specified period. The term of the contract is freely chosen by the investors, complying with the minimum period of 16 days and a maximum of 999 days. The price will be the value of the added share of a portion corresponding to the interest-which are set freely on the market, depending on the term of the contract. Every transaction in the term requires a guarantee deposit. These guarantees are provided in two forms: coverage or margin. </a:t>
            </a:r>
            <a:endParaRPr kumimoji="0" lang="en-BR"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Investments in futures markets are subject to significant loss of principal. a commodity is an object or price determinant of a future contract or other derivative instrument, which may substantiate an index, a fee, a movable value or a physical product.  Commodities are considered high risk investments, which include the possibility of price fluctuation due to the use of financial leverage. The recommended duration for commodity investments is short-term and customers’ assets are not guaranteed in this type of product. Market conditions and the macroeconomic scenario can affect the performance investments.  </a:t>
            </a:r>
            <a:endParaRPr kumimoji="0" lang="en-BR"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This institution is adhering ANBIMA Code of Regulation and best practices for the distribution activity of retail investment products. </a:t>
            </a:r>
            <a:endParaRPr kumimoji="0" lang="en-BR"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XP Investments US, LLC, a broker-dealer registered with the U.S. Securities and Exchange Commission, has assumed responsibility for this research for purposes of U.S. law.  All transactions arising from this research should be directed to XP Investments US, LLC, at +1 646-664-0525. </a:t>
            </a:r>
            <a:endParaRPr kumimoji="0" lang="en-BR"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800"/>
              </a:spcAft>
              <a:buClrTx/>
              <a:buSzTx/>
              <a:buFont typeface="+mj-lt"/>
              <a:buAutoNum type="arabicPeriod"/>
              <a:tabLst/>
              <a:defRPr/>
            </a:pPr>
            <a:r>
              <a:rPr kumimoji="0" lang="en-US"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rPr>
              <a:t>XP Investimentos (a) managed or co-managed a public offering of securities for the subject company in the past 12 months, or (b) received compensation for investment banking services from the subject company in the past 12 months; or (c) expects to receive or intends to seek compensation for investment banking services from the subject company in the next 3 months. </a:t>
            </a:r>
            <a:endParaRPr kumimoji="0" lang="en-BR" sz="700" b="0" i="0" u="none" strike="noStrike" kern="100" cap="none" spc="0" normalizeH="0" baseline="0" noProof="0">
              <a:ln>
                <a:noFill/>
              </a:ln>
              <a:solidFill>
                <a:srgbClr val="18191A"/>
              </a:solidFill>
              <a:effectLst/>
              <a:uLnTx/>
              <a:uFillTx/>
              <a:latin typeface="XP" pitchFamily="2" charset="77"/>
              <a:ea typeface="XP" pitchFamily="2" charset="77"/>
              <a:cs typeface="Times New Roman" panose="02020603050405020304" pitchFamily="18" charset="0"/>
            </a:endParaRPr>
          </a:p>
        </p:txBody>
      </p:sp>
    </p:spTree>
    <p:extLst>
      <p:ext uri="{BB962C8B-B14F-4D97-AF65-F5344CB8AC3E}">
        <p14:creationId xmlns:p14="http://schemas.microsoft.com/office/powerpoint/2010/main" val="4251373964"/>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99_Fechamento">
    <p:bg>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EEF889BE-5F29-4032-AB30-7BDF50F86CBF}"/>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1" y="0"/>
            <a:ext cx="6858001" cy="9906000"/>
          </a:xfrm>
          <a:prstGeom prst="rect">
            <a:avLst/>
          </a:prstGeom>
        </p:spPr>
      </p:pic>
      <p:pic>
        <p:nvPicPr>
          <p:cNvPr id="3" name="Graphic 2">
            <a:extLst>
              <a:ext uri="{FF2B5EF4-FFF2-40B4-BE49-F238E27FC236}">
                <a16:creationId xmlns:a16="http://schemas.microsoft.com/office/drawing/2014/main" id="{05867FA6-DA0F-5E05-3BDF-51C709B70449}"/>
              </a:ext>
            </a:extLst>
          </p:cNvPr>
          <p:cNvPicPr>
            <a:picLocks noChangeAspect="1"/>
          </p:cNvPicPr>
          <p:nvPr userDrawn="1"/>
        </p:nvPicPr>
        <p:blipFill>
          <a:blip>
            <a:alphaModFix amt="66000"/>
            <a:extLst>
              <a:ext uri="{96DAC541-7B7A-43D3-8B79-37D633B846F1}">
                <asvg:svgBlip xmlns:asvg="http://schemas.microsoft.com/office/drawing/2016/SVG/main" r:embed="rId4"/>
              </a:ext>
            </a:extLst>
          </a:blip>
          <a:srcRect l="26318" r="36169"/>
          <a:stretch/>
        </p:blipFill>
        <p:spPr>
          <a:xfrm>
            <a:off x="0" y="977414"/>
            <a:ext cx="6858001" cy="8476149"/>
          </a:xfrm>
          <a:prstGeom prst="rect">
            <a:avLst/>
          </a:prstGeom>
        </p:spPr>
      </p:pic>
      <p:sp>
        <p:nvSpPr>
          <p:cNvPr id="11" name="Do not remove">
            <a:extLst>
              <a:ext uri="{FF2B5EF4-FFF2-40B4-BE49-F238E27FC236}">
                <a16:creationId xmlns:a16="http://schemas.microsoft.com/office/drawing/2014/main" id="{A0E1623B-010B-478D-BFD7-8A4047822D40}"/>
              </a:ext>
            </a:extLst>
          </p:cNvPr>
          <p:cNvSpPr/>
          <p:nvPr userDrawn="1">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2" name="Picture 1" descr="A blue and white dot pattern&#10;&#10;AI-generated content may be incorrect.">
            <a:extLst>
              <a:ext uri="{FF2B5EF4-FFF2-40B4-BE49-F238E27FC236}">
                <a16:creationId xmlns:a16="http://schemas.microsoft.com/office/drawing/2014/main" id="{A1A21C4B-47C1-C0E8-14F5-2F2BFF0411D7}"/>
              </a:ext>
            </a:extLst>
          </p:cNvPr>
          <p:cNvPicPr>
            <a:picLocks noChangeAspect="1"/>
          </p:cNvPicPr>
          <p:nvPr userDrawn="1"/>
        </p:nvPicPr>
        <p:blipFill>
          <a:blip r:embed="rId5">
            <a:alphaModFix amt="18000"/>
            <a:extLst>
              <a:ext uri="{BEBA8EAE-BF5A-486C-A8C5-ECC9F3942E4B}">
                <a14:imgProps xmlns:a14="http://schemas.microsoft.com/office/drawing/2010/main">
                  <a14:imgLayer r:embed="rId6">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a:off x="0" y="0"/>
            <a:ext cx="6858001" cy="9906000"/>
          </a:xfrm>
          <a:prstGeom prst="rect">
            <a:avLst/>
          </a:prstGeom>
        </p:spPr>
      </p:pic>
      <p:grpSp>
        <p:nvGrpSpPr>
          <p:cNvPr id="52" name="Group 51">
            <a:extLst>
              <a:ext uri="{FF2B5EF4-FFF2-40B4-BE49-F238E27FC236}">
                <a16:creationId xmlns:a16="http://schemas.microsoft.com/office/drawing/2014/main" id="{EC4BCA75-7F1B-481D-83B9-D8049585F325}"/>
              </a:ext>
            </a:extLst>
          </p:cNvPr>
          <p:cNvGrpSpPr/>
          <p:nvPr userDrawn="1"/>
        </p:nvGrpSpPr>
        <p:grpSpPr>
          <a:xfrm>
            <a:off x="2258539" y="4630339"/>
            <a:ext cx="2340922" cy="645323"/>
            <a:chOff x="2700591" y="2522601"/>
            <a:chExt cx="6428993" cy="1772284"/>
          </a:xfrm>
          <a:solidFill>
            <a:schemeClr val="bg1"/>
          </a:solidFill>
        </p:grpSpPr>
        <p:sp>
          <p:nvSpPr>
            <p:cNvPr id="53" name="Freeform: Shape 52">
              <a:extLst>
                <a:ext uri="{FF2B5EF4-FFF2-40B4-BE49-F238E27FC236}">
                  <a16:creationId xmlns:a16="http://schemas.microsoft.com/office/drawing/2014/main" id="{C0D7674D-49E8-4FD1-8EE6-775A8BFD963D}"/>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pPr algn="ctr"/>
              <a:endParaRPr lang="en-US"/>
            </a:p>
          </p:txBody>
        </p:sp>
        <p:grpSp>
          <p:nvGrpSpPr>
            <p:cNvPr id="54" name="Graphic 20">
              <a:extLst>
                <a:ext uri="{FF2B5EF4-FFF2-40B4-BE49-F238E27FC236}">
                  <a16:creationId xmlns:a16="http://schemas.microsoft.com/office/drawing/2014/main" id="{6A9C8637-4BB5-4C3D-BB13-864B0F50ADAC}"/>
                </a:ext>
              </a:extLst>
            </p:cNvPr>
            <p:cNvGrpSpPr/>
            <p:nvPr/>
          </p:nvGrpSpPr>
          <p:grpSpPr>
            <a:xfrm>
              <a:off x="5034660" y="3339528"/>
              <a:ext cx="4094924" cy="747077"/>
              <a:chOff x="5034660" y="3339528"/>
              <a:chExt cx="4094924" cy="747077"/>
            </a:xfrm>
            <a:grpFill/>
          </p:grpSpPr>
          <p:sp>
            <p:nvSpPr>
              <p:cNvPr id="55" name="Freeform: Shape 54">
                <a:extLst>
                  <a:ext uri="{FF2B5EF4-FFF2-40B4-BE49-F238E27FC236}">
                    <a16:creationId xmlns:a16="http://schemas.microsoft.com/office/drawing/2014/main" id="{273D17AC-608D-476F-91F6-CBDB227934BC}"/>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pPr algn="ctr"/>
                <a:endParaRPr lang="en-US"/>
              </a:p>
            </p:txBody>
          </p:sp>
          <p:sp>
            <p:nvSpPr>
              <p:cNvPr id="57" name="Freeform: Shape 56">
                <a:extLst>
                  <a:ext uri="{FF2B5EF4-FFF2-40B4-BE49-F238E27FC236}">
                    <a16:creationId xmlns:a16="http://schemas.microsoft.com/office/drawing/2014/main" id="{89D56B08-E8EB-4273-9F75-1A42800FD143}"/>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pPr algn="ctr"/>
                <a:endParaRPr lang="en-US"/>
              </a:p>
            </p:txBody>
          </p:sp>
          <p:sp>
            <p:nvSpPr>
              <p:cNvPr id="61" name="Freeform: Shape 60">
                <a:extLst>
                  <a:ext uri="{FF2B5EF4-FFF2-40B4-BE49-F238E27FC236}">
                    <a16:creationId xmlns:a16="http://schemas.microsoft.com/office/drawing/2014/main" id="{20671906-27FC-42C4-A9E6-35A63345C057}"/>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pPr algn="ctr"/>
                <a:endParaRPr lang="en-US"/>
              </a:p>
            </p:txBody>
          </p:sp>
          <p:sp>
            <p:nvSpPr>
              <p:cNvPr id="62" name="Freeform: Shape 61">
                <a:extLst>
                  <a:ext uri="{FF2B5EF4-FFF2-40B4-BE49-F238E27FC236}">
                    <a16:creationId xmlns:a16="http://schemas.microsoft.com/office/drawing/2014/main" id="{69454B6E-7FD0-4912-A22A-33AE78094B3B}"/>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pPr algn="ctr"/>
                <a:endParaRPr lang="en-US"/>
              </a:p>
            </p:txBody>
          </p:sp>
          <p:sp>
            <p:nvSpPr>
              <p:cNvPr id="63" name="Freeform: Shape 62">
                <a:extLst>
                  <a:ext uri="{FF2B5EF4-FFF2-40B4-BE49-F238E27FC236}">
                    <a16:creationId xmlns:a16="http://schemas.microsoft.com/office/drawing/2014/main" id="{E0AD0E05-3DF2-467D-BDF2-ED8EC44AA42A}"/>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pPr algn="ctr"/>
                <a:endParaRPr lang="en-US"/>
              </a:p>
            </p:txBody>
          </p:sp>
          <p:sp>
            <p:nvSpPr>
              <p:cNvPr id="64" name="Freeform: Shape 63">
                <a:extLst>
                  <a:ext uri="{FF2B5EF4-FFF2-40B4-BE49-F238E27FC236}">
                    <a16:creationId xmlns:a16="http://schemas.microsoft.com/office/drawing/2014/main" id="{6766A6D9-B62B-4E0B-8E9A-9861449C93B9}"/>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pPr algn="ctr"/>
                <a:endParaRPr lang="en-US"/>
              </a:p>
            </p:txBody>
          </p:sp>
          <p:sp>
            <p:nvSpPr>
              <p:cNvPr id="65" name="Freeform: Shape 64">
                <a:extLst>
                  <a:ext uri="{FF2B5EF4-FFF2-40B4-BE49-F238E27FC236}">
                    <a16:creationId xmlns:a16="http://schemas.microsoft.com/office/drawing/2014/main" id="{2449AA0B-9870-42BD-AFAC-DE917DC4535C}"/>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pPr algn="ctr"/>
                <a:endParaRPr lang="en-US"/>
              </a:p>
            </p:txBody>
          </p:sp>
          <p:sp>
            <p:nvSpPr>
              <p:cNvPr id="66" name="Freeform: Shape 65">
                <a:extLst>
                  <a:ext uri="{FF2B5EF4-FFF2-40B4-BE49-F238E27FC236}">
                    <a16:creationId xmlns:a16="http://schemas.microsoft.com/office/drawing/2014/main" id="{5219A594-2CF0-4BDD-8434-C0E75A7F1753}"/>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2265151342"/>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Capa">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2"/>
            <a:ext cx="4490940" cy="1772766"/>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3" y="4060055"/>
            <a:ext cx="6112353" cy="3349806"/>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72" name="Espaço Reservado para Conteúdo 14">
            <a:extLst>
              <a:ext uri="{FF2B5EF4-FFF2-40B4-BE49-F238E27FC236}">
                <a16:creationId xmlns:a16="http://schemas.microsoft.com/office/drawing/2014/main" id="{7F6E3DBC-5BBD-4436-85AB-82E653F9C656}"/>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73" name="Espaço Reservado para Conteúdo 14">
            <a:extLst>
              <a:ext uri="{FF2B5EF4-FFF2-40B4-BE49-F238E27FC236}">
                <a16:creationId xmlns:a16="http://schemas.microsoft.com/office/drawing/2014/main" id="{3405AF30-6481-4177-8C12-0BD1B0028E72}"/>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74" name="Espaço Reservado para Conteúdo 14">
            <a:extLst>
              <a:ext uri="{FF2B5EF4-FFF2-40B4-BE49-F238E27FC236}">
                <a16:creationId xmlns:a16="http://schemas.microsoft.com/office/drawing/2014/main" id="{14ECC719-6B01-4AF5-92A8-682707D600B0}"/>
              </a:ext>
            </a:extLst>
          </p:cNvPr>
          <p:cNvSpPr>
            <a:spLocks noGrp="1"/>
          </p:cNvSpPr>
          <p:nvPr>
            <p:ph sz="quarter" idx="24"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75" name="Espaço Reservado para Conteúdo 14">
            <a:extLst>
              <a:ext uri="{FF2B5EF4-FFF2-40B4-BE49-F238E27FC236}">
                <a16:creationId xmlns:a16="http://schemas.microsoft.com/office/drawing/2014/main" id="{519BA8D8-2D27-44DB-8406-D6D20B529EED}"/>
              </a:ext>
            </a:extLst>
          </p:cNvPr>
          <p:cNvSpPr>
            <a:spLocks noGrp="1"/>
          </p:cNvSpPr>
          <p:nvPr>
            <p:ph sz="quarter" idx="25"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0313D947-49EE-43A6-9F77-D312D9E24B85}" type="datetime4">
              <a:rPr lang="en-US" smtClean="0"/>
              <a:t>September 28, 2026</a:t>
            </a:fld>
            <a:endParaRPr lang="en-US"/>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5022853" y="2150953"/>
            <a:ext cx="1466848"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5022853" y="2312750"/>
            <a:ext cx="1466848"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5022853" y="2439622"/>
            <a:ext cx="1466848"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5022853" y="2815008"/>
            <a:ext cx="1466848"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5022853" y="2976805"/>
            <a:ext cx="1466848"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5022853" y="3103677"/>
            <a:ext cx="1466848"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5022853" y="3467328"/>
            <a:ext cx="1466848"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5022853" y="3629125"/>
            <a:ext cx="1466848"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5022853" y="3755997"/>
            <a:ext cx="1466848"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cxnSp>
        <p:nvCxnSpPr>
          <p:cNvPr id="3" name="Straight Connector 2">
            <a:extLst>
              <a:ext uri="{FF2B5EF4-FFF2-40B4-BE49-F238E27FC236}">
                <a16:creationId xmlns:a16="http://schemas.microsoft.com/office/drawing/2014/main" id="{8A3B4E86-9E31-44B1-AD38-564BDC91B35E}"/>
              </a:ext>
            </a:extLst>
          </p:cNvPr>
          <p:cNvCxnSpPr/>
          <p:nvPr userDrawn="1"/>
        </p:nvCxnSpPr>
        <p:spPr>
          <a:xfrm>
            <a:off x="4951973" y="2150952"/>
            <a:ext cx="0" cy="1772766"/>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6" name="Espaço Reservado para Texto 6">
            <a:extLst>
              <a:ext uri="{FF2B5EF4-FFF2-40B4-BE49-F238E27FC236}">
                <a16:creationId xmlns:a16="http://schemas.microsoft.com/office/drawing/2014/main" id="{984F9560-6699-43C8-BEE0-490CDFCBCF21}"/>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37" name="Espaço Reservado para Texto 6">
            <a:extLst>
              <a:ext uri="{FF2B5EF4-FFF2-40B4-BE49-F238E27FC236}">
                <a16:creationId xmlns:a16="http://schemas.microsoft.com/office/drawing/2014/main" id="{580EC9BA-5BCE-49E4-BC4C-E52C56FC5C26}"/>
              </a:ext>
            </a:extLst>
          </p:cNvPr>
          <p:cNvSpPr>
            <a:spLocks noGrp="1"/>
          </p:cNvSpPr>
          <p:nvPr>
            <p:ph type="body" sz="quarter" idx="37"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Tree>
    <p:extLst>
      <p:ext uri="{BB962C8B-B14F-4D97-AF65-F5344CB8AC3E}">
        <p14:creationId xmlns:p14="http://schemas.microsoft.com/office/powerpoint/2010/main" val="2128846317"/>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Capa Company Update/Report">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8"/>
            <a:ext cx="3734170" cy="4174580"/>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83A6A367-A08A-45F3-A6AE-0A404F7E2164}" type="datetime4">
              <a:rPr lang="en-US" smtClean="0"/>
              <a:t>September 28, 2026</a:t>
            </a:fld>
            <a:endParaRPr lang="en-US"/>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4355786"/>
            <a:ext cx="0" cy="342412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6" name="Espaço Reservado para Conteúdo 14">
            <a:extLst>
              <a:ext uri="{FF2B5EF4-FFF2-40B4-BE49-F238E27FC236}">
                <a16:creationId xmlns:a16="http://schemas.microsoft.com/office/drawing/2014/main" id="{FC793E5F-9C0C-468E-8CC6-E5FF5C28A615}"/>
              </a:ext>
            </a:extLst>
          </p:cNvPr>
          <p:cNvSpPr>
            <a:spLocks noGrp="1"/>
          </p:cNvSpPr>
          <p:nvPr>
            <p:ph sz="quarter" idx="25" hasCustomPrompt="1"/>
          </p:nvPr>
        </p:nvSpPr>
        <p:spPr>
          <a:xfrm>
            <a:off x="4330594" y="5349815"/>
            <a:ext cx="2159107" cy="966741"/>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1445B0B9-ADF4-4441-B72F-3BFD45AB8EE6}"/>
              </a:ext>
            </a:extLst>
          </p:cNvPr>
          <p:cNvSpPr>
            <a:spLocks noGrp="1"/>
          </p:cNvSpPr>
          <p:nvPr>
            <p:ph sz="quarter" idx="36" hasCustomPrompt="1"/>
          </p:nvPr>
        </p:nvSpPr>
        <p:spPr>
          <a:xfrm>
            <a:off x="4330594" y="5061196"/>
            <a:ext cx="215910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8" name="Espaço Reservado para Conteúdo 14">
            <a:extLst>
              <a:ext uri="{FF2B5EF4-FFF2-40B4-BE49-F238E27FC236}">
                <a16:creationId xmlns:a16="http://schemas.microsoft.com/office/drawing/2014/main" id="{8272B113-2F70-441F-8502-29E6B907995B}"/>
              </a:ext>
            </a:extLst>
          </p:cNvPr>
          <p:cNvSpPr>
            <a:spLocks noGrp="1"/>
          </p:cNvSpPr>
          <p:nvPr>
            <p:ph sz="quarter"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sz="quarter" idx="22" hasCustomPrompt="1"/>
          </p:nvPr>
        </p:nvSpPr>
        <p:spPr>
          <a:xfrm>
            <a:off x="4330594" y="67527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p:ph sz="quarter"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sz="quarter" idx="24" hasCustomPrompt="1"/>
          </p:nvPr>
        </p:nvSpPr>
        <p:spPr>
          <a:xfrm>
            <a:off x="4330594" y="64641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56" name="Espaço Reservado para Texto 6">
            <a:extLst>
              <a:ext uri="{FF2B5EF4-FFF2-40B4-BE49-F238E27FC236}">
                <a16:creationId xmlns:a16="http://schemas.microsoft.com/office/drawing/2014/main" id="{5B35F13F-8F40-465F-949A-882361D6B7D8}"/>
              </a:ext>
            </a:extLst>
          </p:cNvPr>
          <p:cNvSpPr>
            <a:spLocks noGrp="1"/>
          </p:cNvSpPr>
          <p:nvPr>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58" name="Espaço Reservado para Texto 6">
            <a:extLst>
              <a:ext uri="{FF2B5EF4-FFF2-40B4-BE49-F238E27FC236}">
                <a16:creationId xmlns:a16="http://schemas.microsoft.com/office/drawing/2014/main" id="{891AEF2F-E5F3-40A5-A6BD-124D7FF714E4}"/>
              </a:ext>
            </a:extLst>
          </p:cNvPr>
          <p:cNvSpPr>
            <a:spLocks noGrp="1"/>
          </p:cNvSpPr>
          <p:nvPr>
            <p:ph type="body" sz="quarter" idx="39"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Tree>
    <p:extLst>
      <p:ext uri="{BB962C8B-B14F-4D97-AF65-F5344CB8AC3E}">
        <p14:creationId xmlns:p14="http://schemas.microsoft.com/office/powerpoint/2010/main" val="71821211"/>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Capa Company Results">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8"/>
            <a:ext cx="3734170" cy="4174580"/>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AC8D81F8-41DC-40BC-A4A2-FFD9C5A38EED}" type="datetime4">
              <a:rPr lang="en-US" smtClean="0"/>
              <a:t>September 28, 2026</a:t>
            </a:fld>
            <a:endParaRPr lang="en-US"/>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417458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8" name="Espaço Reservado para Conteúdo 14">
            <a:extLst>
              <a:ext uri="{FF2B5EF4-FFF2-40B4-BE49-F238E27FC236}">
                <a16:creationId xmlns:a16="http://schemas.microsoft.com/office/drawing/2014/main" id="{8272B113-2F70-441F-8502-29E6B907995B}"/>
              </a:ext>
            </a:extLst>
          </p:cNvPr>
          <p:cNvSpPr>
            <a:spLocks noGrp="1"/>
          </p:cNvSpPr>
          <p:nvPr>
            <p:ph sz="quarter"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sz="quarter" idx="22" hasCustomPrompt="1"/>
          </p:nvPr>
        </p:nvSpPr>
        <p:spPr>
          <a:xfrm>
            <a:off x="4330594" y="67527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p:ph sz="quarter"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sz="quarter" idx="24" hasCustomPrompt="1"/>
          </p:nvPr>
        </p:nvSpPr>
        <p:spPr>
          <a:xfrm>
            <a:off x="4330594" y="64641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6" name="Espaço Reservado para Texto 6">
            <a:extLst>
              <a:ext uri="{FF2B5EF4-FFF2-40B4-BE49-F238E27FC236}">
                <a16:creationId xmlns:a16="http://schemas.microsoft.com/office/drawing/2014/main" id="{B935674C-A1AD-4842-93A9-83EA6491755B}"/>
              </a:ext>
            </a:extLst>
          </p:cNvPr>
          <p:cNvSpPr>
            <a:spLocks noGrp="1"/>
          </p:cNvSpPr>
          <p:nvPr>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37" name="Espaço Reservado para Texto 6">
            <a:extLst>
              <a:ext uri="{FF2B5EF4-FFF2-40B4-BE49-F238E27FC236}">
                <a16:creationId xmlns:a16="http://schemas.microsoft.com/office/drawing/2014/main" id="{5E39DE0F-32BC-41A9-847E-3FD62BFA409F}"/>
              </a:ext>
            </a:extLst>
          </p:cNvPr>
          <p:cNvSpPr>
            <a:spLocks noGrp="1"/>
          </p:cNvSpPr>
          <p:nvPr>
            <p:ph type="body" sz="quarter" idx="36"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Tree>
    <p:extLst>
      <p:ext uri="{BB962C8B-B14F-4D97-AF65-F5344CB8AC3E}">
        <p14:creationId xmlns:p14="http://schemas.microsoft.com/office/powerpoint/2010/main" val="659001978"/>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Capa Short Note v1">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8"/>
            <a:ext cx="3734170" cy="4174580"/>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A8D576FD-A48B-4914-B8EF-CC57363BE90D}" type="datetime4">
              <a:rPr lang="en-US" smtClean="0"/>
              <a:t>September 28, 2026</a:t>
            </a:fld>
            <a:endParaRPr lang="en-US"/>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417458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sz="quarter" idx="22" hasCustomPrompt="1"/>
          </p:nvPr>
        </p:nvSpPr>
        <p:spPr>
          <a:xfrm>
            <a:off x="4330594" y="67527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sz="quarter" idx="24" hasCustomPrompt="1"/>
          </p:nvPr>
        </p:nvSpPr>
        <p:spPr>
          <a:xfrm>
            <a:off x="4330594" y="64641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6" name="Espaço Reservado para Conteúdo 14">
            <a:extLst>
              <a:ext uri="{FF2B5EF4-FFF2-40B4-BE49-F238E27FC236}">
                <a16:creationId xmlns:a16="http://schemas.microsoft.com/office/drawing/2014/main" id="{91EAA875-CDD1-40CF-93C6-C46C988D6819}"/>
              </a:ext>
            </a:extLst>
          </p:cNvPr>
          <p:cNvSpPr>
            <a:spLocks noGrp="1"/>
          </p:cNvSpPr>
          <p:nvPr>
            <p:ph sz="quarter" idx="21" hasCustomPrompt="1"/>
          </p:nvPr>
        </p:nvSpPr>
        <p:spPr>
          <a:xfrm>
            <a:off x="382829" y="8150455"/>
            <a:ext cx="293822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5F8828C5-9B1E-49A4-9578-F6E2F3FA1C7A}"/>
              </a:ext>
            </a:extLst>
          </p:cNvPr>
          <p:cNvSpPr>
            <a:spLocks noGrp="1"/>
          </p:cNvSpPr>
          <p:nvPr>
            <p:ph sz="quarter" idx="36" hasCustomPrompt="1"/>
          </p:nvPr>
        </p:nvSpPr>
        <p:spPr>
          <a:xfrm>
            <a:off x="3536951" y="8150455"/>
            <a:ext cx="2965558"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6" name="Espaço Reservado para Conteúdo 14">
            <a:extLst>
              <a:ext uri="{FF2B5EF4-FFF2-40B4-BE49-F238E27FC236}">
                <a16:creationId xmlns:a16="http://schemas.microsoft.com/office/drawing/2014/main" id="{C8043A8B-C6A0-451F-BCE0-CF376EA84CE7}"/>
              </a:ext>
            </a:extLst>
          </p:cNvPr>
          <p:cNvSpPr>
            <a:spLocks noGrp="1"/>
          </p:cNvSpPr>
          <p:nvPr>
            <p:ph sz="quarter" idx="37" hasCustomPrompt="1"/>
          </p:nvPr>
        </p:nvSpPr>
        <p:spPr>
          <a:xfrm>
            <a:off x="382829" y="7861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58" name="Espaço Reservado para Conteúdo 14">
            <a:extLst>
              <a:ext uri="{FF2B5EF4-FFF2-40B4-BE49-F238E27FC236}">
                <a16:creationId xmlns:a16="http://schemas.microsoft.com/office/drawing/2014/main" id="{313F160D-109A-48C3-A366-CA46AF2EF492}"/>
              </a:ext>
            </a:extLst>
          </p:cNvPr>
          <p:cNvSpPr>
            <a:spLocks noGrp="1"/>
          </p:cNvSpPr>
          <p:nvPr>
            <p:ph sz="quarter" idx="25" hasCustomPrompt="1"/>
          </p:nvPr>
        </p:nvSpPr>
        <p:spPr>
          <a:xfrm>
            <a:off x="3552750" y="7861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8" name="Espaço Reservado para Texto 6">
            <a:extLst>
              <a:ext uri="{FF2B5EF4-FFF2-40B4-BE49-F238E27FC236}">
                <a16:creationId xmlns:a16="http://schemas.microsoft.com/office/drawing/2014/main" id="{46934314-6D62-4693-8E75-BA871E290EE7}"/>
              </a:ext>
            </a:extLst>
          </p:cNvPr>
          <p:cNvSpPr>
            <a:spLocks noGrp="1"/>
          </p:cNvSpPr>
          <p:nvPr>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54" name="Espaço Reservado para Texto 6">
            <a:extLst>
              <a:ext uri="{FF2B5EF4-FFF2-40B4-BE49-F238E27FC236}">
                <a16:creationId xmlns:a16="http://schemas.microsoft.com/office/drawing/2014/main" id="{84AAEFD1-E87A-45B0-AAA9-B3FEC57B9D27}"/>
              </a:ext>
            </a:extLst>
          </p:cNvPr>
          <p:cNvSpPr>
            <a:spLocks noGrp="1"/>
          </p:cNvSpPr>
          <p:nvPr>
            <p:ph type="body" sz="quarter" idx="39"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Tree>
    <p:extLst>
      <p:ext uri="{BB962C8B-B14F-4D97-AF65-F5344CB8AC3E}">
        <p14:creationId xmlns:p14="http://schemas.microsoft.com/office/powerpoint/2010/main" val="273179427"/>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Capa Short Note v2">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7"/>
            <a:ext cx="3734170" cy="5848235"/>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1FDEBF78-94B6-4984-9188-90D6F48902A5}" type="datetime4">
              <a:rPr lang="en-US" smtClean="0"/>
              <a:t>September 28, 2026</a:t>
            </a:fld>
            <a:endParaRPr lang="en-US"/>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5848234"/>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sz="quarter" idx="22" hasCustomPrompt="1"/>
          </p:nvPr>
        </p:nvSpPr>
        <p:spPr>
          <a:xfrm>
            <a:off x="4330594" y="84291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sz="quarter" idx="24" hasCustomPrompt="1"/>
          </p:nvPr>
        </p:nvSpPr>
        <p:spPr>
          <a:xfrm>
            <a:off x="4330594" y="81405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4" name="Espaço Reservado para Texto 6">
            <a:extLst>
              <a:ext uri="{FF2B5EF4-FFF2-40B4-BE49-F238E27FC236}">
                <a16:creationId xmlns:a16="http://schemas.microsoft.com/office/drawing/2014/main" id="{3C2377C1-5302-4095-B1EF-BCFAB3F7EA2C}"/>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35" name="Espaço Reservado para Texto 6">
            <a:extLst>
              <a:ext uri="{FF2B5EF4-FFF2-40B4-BE49-F238E27FC236}">
                <a16:creationId xmlns:a16="http://schemas.microsoft.com/office/drawing/2014/main" id="{EE3879DA-CAD4-4DDD-A957-A5A9C7A21942}"/>
              </a:ext>
            </a:extLst>
          </p:cNvPr>
          <p:cNvSpPr>
            <a:spLocks noGrp="1"/>
          </p:cNvSpPr>
          <p:nvPr>
            <p:ph type="body" sz="quarter" idx="37"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Tree>
    <p:extLst>
      <p:ext uri="{BB962C8B-B14F-4D97-AF65-F5344CB8AC3E}">
        <p14:creationId xmlns:p14="http://schemas.microsoft.com/office/powerpoint/2010/main" val="1071041237"/>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Capa Short Note Sector">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8"/>
            <a:ext cx="3734170" cy="4174580"/>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0D1ECAE3-D5E2-4903-91E8-B61998CA08AE}" type="datetime4">
              <a:rPr lang="en-US" smtClean="0"/>
              <a:t>September 28, 2026</a:t>
            </a:fld>
            <a:endParaRPr lang="en-US"/>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417458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8" name="Espaço Reservado para Conteúdo 14">
            <a:extLst>
              <a:ext uri="{FF2B5EF4-FFF2-40B4-BE49-F238E27FC236}">
                <a16:creationId xmlns:a16="http://schemas.microsoft.com/office/drawing/2014/main" id="{8272B113-2F70-441F-8502-29E6B907995B}"/>
              </a:ext>
            </a:extLst>
          </p:cNvPr>
          <p:cNvSpPr>
            <a:spLocks noGrp="1"/>
          </p:cNvSpPr>
          <p:nvPr>
            <p:ph sz="quarter"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p:ph sz="quarter"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4" name="Espaço Reservado para Texto 6">
            <a:extLst>
              <a:ext uri="{FF2B5EF4-FFF2-40B4-BE49-F238E27FC236}">
                <a16:creationId xmlns:a16="http://schemas.microsoft.com/office/drawing/2014/main" id="{ACB57286-315D-4256-A485-D81372E0374A}"/>
              </a:ext>
            </a:extLst>
          </p:cNvPr>
          <p:cNvSpPr>
            <a:spLocks noGrp="1"/>
          </p:cNvSpPr>
          <p:nvPr>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35" name="Espaço Reservado para Texto 6">
            <a:extLst>
              <a:ext uri="{FF2B5EF4-FFF2-40B4-BE49-F238E27FC236}">
                <a16:creationId xmlns:a16="http://schemas.microsoft.com/office/drawing/2014/main" id="{25C0A81E-C51A-4118-9E4E-C1BE395DDC0C}"/>
              </a:ext>
            </a:extLst>
          </p:cNvPr>
          <p:cNvSpPr>
            <a:spLocks noGrp="1"/>
          </p:cNvSpPr>
          <p:nvPr>
            <p:ph type="body" sz="quarter" idx="36"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Tree>
    <p:extLst>
      <p:ext uri="{BB962C8B-B14F-4D97-AF65-F5344CB8AC3E}">
        <p14:creationId xmlns:p14="http://schemas.microsoft.com/office/powerpoint/2010/main" val="3462417141"/>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Sumário">
    <p:bg>
      <p:bgPr>
        <a:solidFill>
          <a:schemeClr val="bg1"/>
        </a:solidFill>
        <a:effectLst/>
      </p:bgPr>
    </p:bg>
    <p:spTree>
      <p:nvGrpSpPr>
        <p:cNvPr id="1" name=""/>
        <p:cNvGrpSpPr/>
        <p:nvPr/>
      </p:nvGrpSpPr>
      <p:grpSpPr>
        <a:xfrm>
          <a:off x="0" y="0"/>
          <a:ext cx="0" cy="0"/>
          <a:chOff x="0" y="0"/>
          <a:chExt cx="0" cy="0"/>
        </a:xfrm>
      </p:grpSpPr>
      <p:sp>
        <p:nvSpPr>
          <p:cNvPr id="126" name="Freeform: Shape 125">
            <a:extLst>
              <a:ext uri="{FF2B5EF4-FFF2-40B4-BE49-F238E27FC236}">
                <a16:creationId xmlns:a16="http://schemas.microsoft.com/office/drawing/2014/main" id="{3FC77C66-38F9-4F02-B9BC-6AEE180B4F4B}"/>
              </a:ext>
            </a:extLst>
          </p:cNvPr>
          <p:cNvSpPr/>
          <p:nvPr userDrawn="1"/>
        </p:nvSpPr>
        <p:spPr>
          <a:xfrm>
            <a:off x="4738916" y="4"/>
            <a:ext cx="2119084" cy="9905999"/>
          </a:xfrm>
          <a:custGeom>
            <a:avLst/>
            <a:gdLst>
              <a:gd name="connsiteX0" fmla="*/ 0 w 2119084"/>
              <a:gd name="connsiteY0" fmla="*/ 0 h 9905999"/>
              <a:gd name="connsiteX1" fmla="*/ 2119084 w 2119084"/>
              <a:gd name="connsiteY1" fmla="*/ 0 h 9905999"/>
              <a:gd name="connsiteX2" fmla="*/ 2119084 w 2119084"/>
              <a:gd name="connsiteY2" fmla="*/ 9905999 h 9905999"/>
              <a:gd name="connsiteX3" fmla="*/ 0 w 2119084"/>
              <a:gd name="connsiteY3" fmla="*/ 9905999 h 9905999"/>
            </a:gdLst>
            <a:ahLst/>
            <a:cxnLst>
              <a:cxn ang="0">
                <a:pos x="connsiteX0" y="connsiteY0"/>
              </a:cxn>
              <a:cxn ang="0">
                <a:pos x="connsiteX1" y="connsiteY1"/>
              </a:cxn>
              <a:cxn ang="0">
                <a:pos x="connsiteX2" y="connsiteY2"/>
              </a:cxn>
              <a:cxn ang="0">
                <a:pos x="connsiteX3" y="connsiteY3"/>
              </a:cxn>
            </a:cxnLst>
            <a:rect l="l" t="t" r="r" b="b"/>
            <a:pathLst>
              <a:path w="2119084" h="9905999">
                <a:moveTo>
                  <a:pt x="0" y="0"/>
                </a:moveTo>
                <a:lnTo>
                  <a:pt x="2119084" y="0"/>
                </a:lnTo>
                <a:lnTo>
                  <a:pt x="2119084" y="9905999"/>
                </a:lnTo>
                <a:lnTo>
                  <a:pt x="0" y="9905999"/>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1">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125" name="Picture 124" descr="A picture containing dark, night sky&#10;&#10;Description automatically generated">
            <a:extLst>
              <a:ext uri="{FF2B5EF4-FFF2-40B4-BE49-F238E27FC236}">
                <a16:creationId xmlns:a16="http://schemas.microsoft.com/office/drawing/2014/main" id="{C3A5B707-C3CA-48F1-A65F-A0F1B5E937CC}"/>
              </a:ext>
            </a:extLst>
          </p:cNvPr>
          <p:cNvPicPr>
            <a:picLocks noChangeAspect="1"/>
          </p:cNvPicPr>
          <p:nvPr userDrawn="1"/>
        </p:nvPicPr>
        <p:blipFill rotWithShape="1">
          <a:blip r:embed="rId3">
            <a:alphaModFix amt="60000"/>
          </a:blip>
          <a:srcRect l="1608" t="46598" b="23299"/>
          <a:stretch/>
        </p:blipFill>
        <p:spPr>
          <a:xfrm rot="5400000" flipH="1" flipV="1">
            <a:off x="845461" y="3893458"/>
            <a:ext cx="9905993" cy="2119084"/>
          </a:xfrm>
          <a:prstGeom prst="rect">
            <a:avLst/>
          </a:prstGeom>
          <a:noFill/>
        </p:spPr>
      </p:pic>
      <p:sp>
        <p:nvSpPr>
          <p:cNvPr id="6" name="Rectangle 5">
            <a:extLst>
              <a:ext uri="{FF2B5EF4-FFF2-40B4-BE49-F238E27FC236}">
                <a16:creationId xmlns:a16="http://schemas.microsoft.com/office/drawing/2014/main" id="{1D58E3DF-22F8-4C37-9B26-E76DF3BA1D45}"/>
              </a:ext>
            </a:extLst>
          </p:cNvPr>
          <p:cNvSpPr/>
          <p:nvPr userDrawn="1"/>
        </p:nvSpPr>
        <p:spPr>
          <a:xfrm>
            <a:off x="0" y="0"/>
            <a:ext cx="4738914" cy="990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70" name="CaixaDeTexto 4">
            <a:extLst>
              <a:ext uri="{FF2B5EF4-FFF2-40B4-BE49-F238E27FC236}">
                <a16:creationId xmlns:a16="http://schemas.microsoft.com/office/drawing/2014/main" id="{B62B5412-17EF-418D-8B6E-BF6ED9EC7C15}"/>
              </a:ext>
            </a:extLst>
          </p:cNvPr>
          <p:cNvSpPr txBox="1"/>
          <p:nvPr userDrawn="1"/>
        </p:nvSpPr>
        <p:spPr>
          <a:xfrm>
            <a:off x="375638" y="368602"/>
            <a:ext cx="3733609" cy="430887"/>
          </a:xfrm>
          <a:prstGeom prst="rect">
            <a:avLst/>
          </a:prstGeom>
        </p:spPr>
        <p:txBody>
          <a:bodyPr wrap="square" lIns="0" tIns="0" rIns="0" bIns="0" rtlCol="0">
            <a:spAutoFit/>
          </a:bodyPr>
          <a:lstStyle/>
          <a:p>
            <a:r>
              <a:rPr lang="pt-BR" sz="2800" err="1">
                <a:solidFill>
                  <a:srgbClr val="242424"/>
                </a:solidFill>
                <a:latin typeface="+mj-lt"/>
                <a:ea typeface="XP Light Lighthouse" pitchFamily="50" charset="0"/>
              </a:rPr>
              <a:t>Table</a:t>
            </a:r>
            <a:r>
              <a:rPr lang="pt-BR" sz="2800">
                <a:solidFill>
                  <a:srgbClr val="242424"/>
                </a:solidFill>
                <a:latin typeface="+mj-lt"/>
                <a:ea typeface="XP Light Lighthouse" pitchFamily="50" charset="0"/>
              </a:rPr>
              <a:t> </a:t>
            </a:r>
            <a:r>
              <a:rPr lang="pt-BR" sz="2800" err="1">
                <a:solidFill>
                  <a:srgbClr val="242424"/>
                </a:solidFill>
                <a:latin typeface="+mj-lt"/>
                <a:ea typeface="XP Light Lighthouse" pitchFamily="50" charset="0"/>
              </a:rPr>
              <a:t>of</a:t>
            </a:r>
            <a:r>
              <a:rPr lang="pt-BR" sz="2800">
                <a:solidFill>
                  <a:srgbClr val="242424"/>
                </a:solidFill>
                <a:latin typeface="+mj-lt"/>
                <a:ea typeface="XP Light Lighthouse" pitchFamily="50" charset="0"/>
              </a:rPr>
              <a:t> </a:t>
            </a:r>
            <a:r>
              <a:rPr lang="pt-BR" sz="2800" err="1">
                <a:solidFill>
                  <a:srgbClr val="242424"/>
                </a:solidFill>
                <a:latin typeface="+mj-lt"/>
                <a:ea typeface="XP Light Lighthouse" pitchFamily="50" charset="0"/>
              </a:rPr>
              <a:t>Contents</a:t>
            </a:r>
            <a:endParaRPr lang="pt-BR" sz="2800">
              <a:solidFill>
                <a:srgbClr val="242424"/>
              </a:solidFill>
              <a:latin typeface="+mj-lt"/>
              <a:ea typeface="XP Light Lighthouse" pitchFamily="50" charset="0"/>
            </a:endParaRPr>
          </a:p>
        </p:txBody>
      </p:sp>
      <p:sp>
        <p:nvSpPr>
          <p:cNvPr id="71" name="Espaço Reservado para Texto 6">
            <a:extLst>
              <a:ext uri="{FF2B5EF4-FFF2-40B4-BE49-F238E27FC236}">
                <a16:creationId xmlns:a16="http://schemas.microsoft.com/office/drawing/2014/main" id="{03A9C79B-A9AE-450D-ABDB-D007A473C085}"/>
              </a:ext>
            </a:extLst>
          </p:cNvPr>
          <p:cNvSpPr>
            <a:spLocks noGrp="1"/>
          </p:cNvSpPr>
          <p:nvPr>
            <p:ph type="body" sz="quarter" idx="17" hasCustomPrompt="1"/>
          </p:nvPr>
        </p:nvSpPr>
        <p:spPr>
          <a:xfrm>
            <a:off x="375638" y="1155618"/>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72" name="Espaço Reservado para Texto 6">
            <a:extLst>
              <a:ext uri="{FF2B5EF4-FFF2-40B4-BE49-F238E27FC236}">
                <a16:creationId xmlns:a16="http://schemas.microsoft.com/office/drawing/2014/main" id="{BDA9F1F2-ABC2-4D8D-8E95-0E8A4C2D295D}"/>
              </a:ext>
            </a:extLst>
          </p:cNvPr>
          <p:cNvSpPr>
            <a:spLocks noGrp="1"/>
          </p:cNvSpPr>
          <p:nvPr>
            <p:ph type="body" sz="quarter" idx="18" hasCustomPrompt="1"/>
          </p:nvPr>
        </p:nvSpPr>
        <p:spPr>
          <a:xfrm>
            <a:off x="375638" y="1485836"/>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73" name="Espaço Reservado para Texto 6">
            <a:extLst>
              <a:ext uri="{FF2B5EF4-FFF2-40B4-BE49-F238E27FC236}">
                <a16:creationId xmlns:a16="http://schemas.microsoft.com/office/drawing/2014/main" id="{0A91C08B-11B6-4949-955F-D55D9CBDCDD4}"/>
              </a:ext>
            </a:extLst>
          </p:cNvPr>
          <p:cNvSpPr>
            <a:spLocks noGrp="1"/>
          </p:cNvSpPr>
          <p:nvPr>
            <p:ph type="body" sz="quarter" idx="19" hasCustomPrompt="1"/>
          </p:nvPr>
        </p:nvSpPr>
        <p:spPr>
          <a:xfrm>
            <a:off x="375638" y="2139998"/>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74" name="Espaço Reservado para Texto 6">
            <a:extLst>
              <a:ext uri="{FF2B5EF4-FFF2-40B4-BE49-F238E27FC236}">
                <a16:creationId xmlns:a16="http://schemas.microsoft.com/office/drawing/2014/main" id="{61B220E4-8E3F-4CA0-815C-0FC23ECB015D}"/>
              </a:ext>
            </a:extLst>
          </p:cNvPr>
          <p:cNvSpPr>
            <a:spLocks noGrp="1"/>
          </p:cNvSpPr>
          <p:nvPr>
            <p:ph type="body" sz="quarter" idx="20" hasCustomPrompt="1"/>
          </p:nvPr>
        </p:nvSpPr>
        <p:spPr>
          <a:xfrm>
            <a:off x="375638" y="2470216"/>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75" name="Espaço Reservado para Texto 6">
            <a:extLst>
              <a:ext uri="{FF2B5EF4-FFF2-40B4-BE49-F238E27FC236}">
                <a16:creationId xmlns:a16="http://schemas.microsoft.com/office/drawing/2014/main" id="{55260DBC-11EE-4FC0-8B7C-0A2E6E95D846}"/>
              </a:ext>
            </a:extLst>
          </p:cNvPr>
          <p:cNvSpPr>
            <a:spLocks noGrp="1"/>
          </p:cNvSpPr>
          <p:nvPr>
            <p:ph type="body" sz="quarter" idx="21" hasCustomPrompt="1"/>
          </p:nvPr>
        </p:nvSpPr>
        <p:spPr>
          <a:xfrm>
            <a:off x="375638" y="313479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76" name="Espaço Reservado para Texto 6">
            <a:extLst>
              <a:ext uri="{FF2B5EF4-FFF2-40B4-BE49-F238E27FC236}">
                <a16:creationId xmlns:a16="http://schemas.microsoft.com/office/drawing/2014/main" id="{6E08F1B6-19EB-446F-A384-6FA55F237690}"/>
              </a:ext>
            </a:extLst>
          </p:cNvPr>
          <p:cNvSpPr>
            <a:spLocks noGrp="1"/>
          </p:cNvSpPr>
          <p:nvPr>
            <p:ph type="body" sz="quarter" idx="22" hasCustomPrompt="1"/>
          </p:nvPr>
        </p:nvSpPr>
        <p:spPr>
          <a:xfrm>
            <a:off x="375638" y="346501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77" name="Espaço Reservado para Texto 6">
            <a:extLst>
              <a:ext uri="{FF2B5EF4-FFF2-40B4-BE49-F238E27FC236}">
                <a16:creationId xmlns:a16="http://schemas.microsoft.com/office/drawing/2014/main" id="{91B87D7C-F3BF-4C21-A351-A0BDE3AC1780}"/>
              </a:ext>
            </a:extLst>
          </p:cNvPr>
          <p:cNvSpPr>
            <a:spLocks noGrp="1"/>
          </p:cNvSpPr>
          <p:nvPr>
            <p:ph type="body" sz="quarter" idx="23" hasCustomPrompt="1"/>
          </p:nvPr>
        </p:nvSpPr>
        <p:spPr>
          <a:xfrm>
            <a:off x="375638" y="411834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78" name="Espaço Reservado para Texto 6">
            <a:extLst>
              <a:ext uri="{FF2B5EF4-FFF2-40B4-BE49-F238E27FC236}">
                <a16:creationId xmlns:a16="http://schemas.microsoft.com/office/drawing/2014/main" id="{0AADF45C-FD67-4EA0-A19C-DFC61C6FDD41}"/>
              </a:ext>
            </a:extLst>
          </p:cNvPr>
          <p:cNvSpPr>
            <a:spLocks noGrp="1"/>
          </p:cNvSpPr>
          <p:nvPr>
            <p:ph type="body" sz="quarter" idx="24" hasCustomPrompt="1"/>
          </p:nvPr>
        </p:nvSpPr>
        <p:spPr>
          <a:xfrm>
            <a:off x="375638" y="444856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79" name="Espaço Reservado para Texto 6">
            <a:extLst>
              <a:ext uri="{FF2B5EF4-FFF2-40B4-BE49-F238E27FC236}">
                <a16:creationId xmlns:a16="http://schemas.microsoft.com/office/drawing/2014/main" id="{DBE90486-65C0-4DE3-B772-E75BDCB11A71}"/>
              </a:ext>
            </a:extLst>
          </p:cNvPr>
          <p:cNvSpPr>
            <a:spLocks noGrp="1"/>
          </p:cNvSpPr>
          <p:nvPr>
            <p:ph type="body" sz="quarter" idx="25" hasCustomPrompt="1"/>
          </p:nvPr>
        </p:nvSpPr>
        <p:spPr>
          <a:xfrm>
            <a:off x="375638" y="510189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80" name="Espaço Reservado para Texto 6">
            <a:extLst>
              <a:ext uri="{FF2B5EF4-FFF2-40B4-BE49-F238E27FC236}">
                <a16:creationId xmlns:a16="http://schemas.microsoft.com/office/drawing/2014/main" id="{1A800117-3D6E-41C0-87EE-163118B8A2E2}"/>
              </a:ext>
            </a:extLst>
          </p:cNvPr>
          <p:cNvSpPr>
            <a:spLocks noGrp="1"/>
          </p:cNvSpPr>
          <p:nvPr>
            <p:ph type="body" sz="quarter" idx="26" hasCustomPrompt="1"/>
          </p:nvPr>
        </p:nvSpPr>
        <p:spPr>
          <a:xfrm>
            <a:off x="375638" y="543211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82" name="Espaço Reservado para Texto 6">
            <a:extLst>
              <a:ext uri="{FF2B5EF4-FFF2-40B4-BE49-F238E27FC236}">
                <a16:creationId xmlns:a16="http://schemas.microsoft.com/office/drawing/2014/main" id="{55F89238-ABFA-4DE5-BEEE-C9A02D0C172F}"/>
              </a:ext>
            </a:extLst>
          </p:cNvPr>
          <p:cNvSpPr>
            <a:spLocks noGrp="1"/>
          </p:cNvSpPr>
          <p:nvPr>
            <p:ph type="body" sz="quarter" idx="27" hasCustomPrompt="1"/>
          </p:nvPr>
        </p:nvSpPr>
        <p:spPr>
          <a:xfrm>
            <a:off x="375638" y="610088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83" name="Espaço Reservado para Texto 6">
            <a:extLst>
              <a:ext uri="{FF2B5EF4-FFF2-40B4-BE49-F238E27FC236}">
                <a16:creationId xmlns:a16="http://schemas.microsoft.com/office/drawing/2014/main" id="{B576006F-5C63-4F83-A6A7-3A1D6518574B}"/>
              </a:ext>
            </a:extLst>
          </p:cNvPr>
          <p:cNvSpPr>
            <a:spLocks noGrp="1"/>
          </p:cNvSpPr>
          <p:nvPr>
            <p:ph type="body" sz="quarter" idx="28" hasCustomPrompt="1"/>
          </p:nvPr>
        </p:nvSpPr>
        <p:spPr>
          <a:xfrm>
            <a:off x="375638" y="643110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84" name="Espaço Reservado para Texto 6">
            <a:extLst>
              <a:ext uri="{FF2B5EF4-FFF2-40B4-BE49-F238E27FC236}">
                <a16:creationId xmlns:a16="http://schemas.microsoft.com/office/drawing/2014/main" id="{5BF4C252-6B86-4B48-9F78-8860636B44CF}"/>
              </a:ext>
            </a:extLst>
          </p:cNvPr>
          <p:cNvSpPr>
            <a:spLocks noGrp="1"/>
          </p:cNvSpPr>
          <p:nvPr>
            <p:ph type="body" sz="quarter" idx="29" hasCustomPrompt="1"/>
          </p:nvPr>
        </p:nvSpPr>
        <p:spPr>
          <a:xfrm>
            <a:off x="375638" y="708443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85" name="Espaço Reservado para Texto 6">
            <a:extLst>
              <a:ext uri="{FF2B5EF4-FFF2-40B4-BE49-F238E27FC236}">
                <a16:creationId xmlns:a16="http://schemas.microsoft.com/office/drawing/2014/main" id="{25455617-CBBE-4E5A-84C2-E57D5C8B9CAE}"/>
              </a:ext>
            </a:extLst>
          </p:cNvPr>
          <p:cNvSpPr>
            <a:spLocks noGrp="1"/>
          </p:cNvSpPr>
          <p:nvPr>
            <p:ph type="body" sz="quarter" idx="30" hasCustomPrompt="1"/>
          </p:nvPr>
        </p:nvSpPr>
        <p:spPr>
          <a:xfrm>
            <a:off x="375638" y="741465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86" name="CaixaDeTexto 9">
            <a:extLst>
              <a:ext uri="{FF2B5EF4-FFF2-40B4-BE49-F238E27FC236}">
                <a16:creationId xmlns:a16="http://schemas.microsoft.com/office/drawing/2014/main" id="{50BF8A2C-093E-471E-8719-A576D404CF14}"/>
              </a:ext>
            </a:extLst>
          </p:cNvPr>
          <p:cNvSpPr txBox="1"/>
          <p:nvPr userDrawn="1"/>
        </p:nvSpPr>
        <p:spPr>
          <a:xfrm>
            <a:off x="6328029" y="9584374"/>
            <a:ext cx="148017" cy="127755"/>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bg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99" name="Espaço Reservado para Texto 6">
            <a:extLst>
              <a:ext uri="{FF2B5EF4-FFF2-40B4-BE49-F238E27FC236}">
                <a16:creationId xmlns:a16="http://schemas.microsoft.com/office/drawing/2014/main" id="{7B172628-B577-4AEB-B6C9-D0D032DB3544}"/>
              </a:ext>
            </a:extLst>
          </p:cNvPr>
          <p:cNvSpPr>
            <a:spLocks noGrp="1"/>
          </p:cNvSpPr>
          <p:nvPr>
            <p:ph type="body" sz="quarter" idx="31" hasCustomPrompt="1"/>
          </p:nvPr>
        </p:nvSpPr>
        <p:spPr>
          <a:xfrm>
            <a:off x="375638" y="8063396"/>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100" name="Espaço Reservado para Texto 6">
            <a:extLst>
              <a:ext uri="{FF2B5EF4-FFF2-40B4-BE49-F238E27FC236}">
                <a16:creationId xmlns:a16="http://schemas.microsoft.com/office/drawing/2014/main" id="{B20D4700-3F28-45FE-AD12-4DD7C836112A}"/>
              </a:ext>
            </a:extLst>
          </p:cNvPr>
          <p:cNvSpPr>
            <a:spLocks noGrp="1"/>
          </p:cNvSpPr>
          <p:nvPr>
            <p:ph type="body" sz="quarter" idx="32" hasCustomPrompt="1"/>
          </p:nvPr>
        </p:nvSpPr>
        <p:spPr>
          <a:xfrm>
            <a:off x="375638" y="8393614"/>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grpSp>
        <p:nvGrpSpPr>
          <p:cNvPr id="58" name="Group 57">
            <a:extLst>
              <a:ext uri="{FF2B5EF4-FFF2-40B4-BE49-F238E27FC236}">
                <a16:creationId xmlns:a16="http://schemas.microsoft.com/office/drawing/2014/main" id="{21EC4E3C-94FF-4DEE-BCA5-6C69C79BF726}"/>
              </a:ext>
            </a:extLst>
          </p:cNvPr>
          <p:cNvGrpSpPr/>
          <p:nvPr userDrawn="1"/>
        </p:nvGrpSpPr>
        <p:grpSpPr>
          <a:xfrm>
            <a:off x="0" y="8408987"/>
            <a:ext cx="6858000" cy="1497013"/>
            <a:chOff x="-2701533" y="4131759"/>
            <a:chExt cx="8821930" cy="2757656"/>
          </a:xfrm>
        </p:grpSpPr>
        <p:cxnSp>
          <p:nvCxnSpPr>
            <p:cNvPr id="59" name="Conector reto 7">
              <a:extLst>
                <a:ext uri="{FF2B5EF4-FFF2-40B4-BE49-F238E27FC236}">
                  <a16:creationId xmlns:a16="http://schemas.microsoft.com/office/drawing/2014/main" id="{36127AE7-5949-4D77-9612-72EB21196D4A}"/>
                </a:ext>
              </a:extLst>
            </p:cNvPr>
            <p:cNvCxnSpPr>
              <a:cxnSpLocks/>
            </p:cNvCxnSpPr>
            <p:nvPr userDrawn="1"/>
          </p:nvCxnSpPr>
          <p:spPr>
            <a:xfrm>
              <a:off x="-2701533" y="5750250"/>
              <a:ext cx="88219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0" name="Conector reto 2">
              <a:extLst>
                <a:ext uri="{FF2B5EF4-FFF2-40B4-BE49-F238E27FC236}">
                  <a16:creationId xmlns:a16="http://schemas.microsoft.com/office/drawing/2014/main" id="{4CE8B0B8-0AF5-462B-9CCC-6E9CFFF38D98}"/>
                </a:ext>
              </a:extLst>
            </p:cNvPr>
            <p:cNvCxnSpPr>
              <a:cxnSpLocks/>
            </p:cNvCxnSpPr>
            <p:nvPr userDrawn="1"/>
          </p:nvCxnSpPr>
          <p:spPr>
            <a:xfrm flipH="1">
              <a:off x="4033407" y="4131759"/>
              <a:ext cx="2086990" cy="275765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38" name="Freeform: Shape 37">
            <a:extLst>
              <a:ext uri="{FF2B5EF4-FFF2-40B4-BE49-F238E27FC236}">
                <a16:creationId xmlns:a16="http://schemas.microsoft.com/office/drawing/2014/main" id="{B095B632-657C-4580-8D60-6742FAE9328E}"/>
              </a:ext>
            </a:extLst>
          </p:cNvPr>
          <p:cNvSpPr/>
          <p:nvPr userDrawn="1"/>
        </p:nvSpPr>
        <p:spPr>
          <a:xfrm>
            <a:off x="381000" y="9526266"/>
            <a:ext cx="270465" cy="24397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000000"/>
          </a:solidFill>
          <a:ln w="6350" cap="flat">
            <a:noFill/>
            <a:prstDash val="solid"/>
            <a:miter/>
          </a:ln>
        </p:spPr>
        <p:txBody>
          <a:bodyPr rtlCol="0" anchor="ctr"/>
          <a:lstStyle/>
          <a:p>
            <a:endParaRPr lang="en-US"/>
          </a:p>
        </p:txBody>
      </p:sp>
    </p:spTree>
    <p:extLst>
      <p:ext uri="{BB962C8B-B14F-4D97-AF65-F5344CB8AC3E}">
        <p14:creationId xmlns:p14="http://schemas.microsoft.com/office/powerpoint/2010/main" val="1536250919"/>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Divisória">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4004B1B-6C67-4C40-BA3A-400177C1EF88}"/>
              </a:ext>
            </a:extLst>
          </p:cNvPr>
          <p:cNvSpPr/>
          <p:nvPr userDrawn="1"/>
        </p:nvSpPr>
        <p:spPr>
          <a:xfrm>
            <a:off x="-1" y="0"/>
            <a:ext cx="6858001" cy="200346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5" name="Group 4">
            <a:extLst>
              <a:ext uri="{FF2B5EF4-FFF2-40B4-BE49-F238E27FC236}">
                <a16:creationId xmlns:a16="http://schemas.microsoft.com/office/drawing/2014/main" id="{F8C7BC6E-B42D-4416-8608-21682D8920A8}"/>
              </a:ext>
            </a:extLst>
          </p:cNvPr>
          <p:cNvGrpSpPr/>
          <p:nvPr userDrawn="1"/>
        </p:nvGrpSpPr>
        <p:grpSpPr>
          <a:xfrm>
            <a:off x="0" y="1188728"/>
            <a:ext cx="6858000" cy="8726315"/>
            <a:chOff x="0" y="-1859272"/>
            <a:chExt cx="6858000" cy="8726315"/>
          </a:xfrm>
        </p:grpSpPr>
        <p:sp>
          <p:nvSpPr>
            <p:cNvPr id="40" name="Rectangle 39">
              <a:extLst>
                <a:ext uri="{FF2B5EF4-FFF2-40B4-BE49-F238E27FC236}">
                  <a16:creationId xmlns:a16="http://schemas.microsoft.com/office/drawing/2014/main" id="{8213840C-2C06-4CAA-815E-6052211F6CA0}"/>
                </a:ext>
              </a:extLst>
            </p:cNvPr>
            <p:cNvSpPr/>
            <p:nvPr userDrawn="1"/>
          </p:nvSpPr>
          <p:spPr>
            <a:xfrm flipH="1" flipV="1">
              <a:off x="0" y="-1859272"/>
              <a:ext cx="6858000" cy="871727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pic>
          <p:nvPicPr>
            <p:cNvPr id="41" name="Picture 40" descr="A picture containing dark, night sky&#10;&#10;Description automatically generated">
              <a:extLst>
                <a:ext uri="{FF2B5EF4-FFF2-40B4-BE49-F238E27FC236}">
                  <a16:creationId xmlns:a16="http://schemas.microsoft.com/office/drawing/2014/main" id="{AACBCC8B-613D-4802-AE5F-7D7D5FE3F250}"/>
                </a:ext>
              </a:extLst>
            </p:cNvPr>
            <p:cNvPicPr>
              <a:picLocks noChangeAspect="1"/>
            </p:cNvPicPr>
            <p:nvPr userDrawn="1"/>
          </p:nvPicPr>
          <p:blipFill rotWithShape="1">
            <a:blip r:embed="rId3">
              <a:alphaModFix amt="49000"/>
            </a:blip>
            <a:srcRect l="11124"/>
            <a:stretch/>
          </p:blipFill>
          <p:spPr>
            <a:xfrm rot="16200000" flipV="1">
              <a:off x="-929638" y="-920592"/>
              <a:ext cx="8717273" cy="6857998"/>
            </a:xfrm>
            <a:prstGeom prst="rect">
              <a:avLst/>
            </a:prstGeom>
          </p:spPr>
        </p:pic>
      </p:gr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52" name="Group 51">
            <a:extLst>
              <a:ext uri="{FF2B5EF4-FFF2-40B4-BE49-F238E27FC236}">
                <a16:creationId xmlns:a16="http://schemas.microsoft.com/office/drawing/2014/main" id="{EC4BCA75-7F1B-481D-83B9-D8049585F325}"/>
              </a:ext>
            </a:extLst>
          </p:cNvPr>
          <p:cNvGrpSpPr/>
          <p:nvPr userDrawn="1"/>
        </p:nvGrpSpPr>
        <p:grpSpPr>
          <a:xfrm>
            <a:off x="390154" y="406178"/>
            <a:ext cx="1240285" cy="341910"/>
            <a:chOff x="2700591" y="2522601"/>
            <a:chExt cx="6428993" cy="1772284"/>
          </a:xfrm>
          <a:solidFill>
            <a:schemeClr val="accent6"/>
          </a:solidFill>
        </p:grpSpPr>
        <p:sp>
          <p:nvSpPr>
            <p:cNvPr id="53" name="Freeform: Shape 52">
              <a:extLst>
                <a:ext uri="{FF2B5EF4-FFF2-40B4-BE49-F238E27FC236}">
                  <a16:creationId xmlns:a16="http://schemas.microsoft.com/office/drawing/2014/main" id="{C0D7674D-49E8-4FD1-8EE6-775A8BFD963D}"/>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54" name="Graphic 20">
              <a:extLst>
                <a:ext uri="{FF2B5EF4-FFF2-40B4-BE49-F238E27FC236}">
                  <a16:creationId xmlns:a16="http://schemas.microsoft.com/office/drawing/2014/main" id="{6A9C8637-4BB5-4C3D-BB13-864B0F50ADAC}"/>
                </a:ext>
              </a:extLst>
            </p:cNvPr>
            <p:cNvGrpSpPr/>
            <p:nvPr/>
          </p:nvGrpSpPr>
          <p:grpSpPr>
            <a:xfrm>
              <a:off x="5034660" y="3339528"/>
              <a:ext cx="4094924" cy="747077"/>
              <a:chOff x="5034660" y="3339528"/>
              <a:chExt cx="4094924" cy="747077"/>
            </a:xfrm>
            <a:grpFill/>
          </p:grpSpPr>
          <p:sp>
            <p:nvSpPr>
              <p:cNvPr id="55" name="Freeform: Shape 54">
                <a:extLst>
                  <a:ext uri="{FF2B5EF4-FFF2-40B4-BE49-F238E27FC236}">
                    <a16:creationId xmlns:a16="http://schemas.microsoft.com/office/drawing/2014/main" id="{273D17AC-608D-476F-91F6-CBDB227934BC}"/>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89D56B08-E8EB-4273-9F75-1A42800FD143}"/>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20671906-27FC-42C4-A9E6-35A63345C057}"/>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69454B6E-7FD0-4912-A22A-33AE78094B3B}"/>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E0AD0E05-3DF2-467D-BDF2-ED8EC44AA42A}"/>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6766A6D9-B62B-4E0B-8E9A-9861449C93B9}"/>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2449AA0B-9870-42BD-AFAC-DE917DC4535C}"/>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5219A594-2CF0-4BDD-8434-C0E75A7F1753}"/>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
        <p:nvSpPr>
          <p:cNvPr id="87" name="Rectangle 86">
            <a:extLst>
              <a:ext uri="{FF2B5EF4-FFF2-40B4-BE49-F238E27FC236}">
                <a16:creationId xmlns:a16="http://schemas.microsoft.com/office/drawing/2014/main" id="{07C5F37B-60FC-4C36-9DD3-0AB5A17A75AB}"/>
              </a:ext>
            </a:extLst>
          </p:cNvPr>
          <p:cNvSpPr/>
          <p:nvPr userDrawn="1"/>
        </p:nvSpPr>
        <p:spPr>
          <a:xfrm>
            <a:off x="4086054" y="0"/>
            <a:ext cx="2771946" cy="1188728"/>
          </a:xfrm>
          <a:custGeom>
            <a:avLst/>
            <a:gdLst>
              <a:gd name="connsiteX0" fmla="*/ 0 w 2771946"/>
              <a:gd name="connsiteY0" fmla="*/ 0 h 1188728"/>
              <a:gd name="connsiteX1" fmla="*/ 2771946 w 2771946"/>
              <a:gd name="connsiteY1" fmla="*/ 0 h 1188728"/>
              <a:gd name="connsiteX2" fmla="*/ 2771946 w 2771946"/>
              <a:gd name="connsiteY2" fmla="*/ 1188728 h 1188728"/>
              <a:gd name="connsiteX3" fmla="*/ 0 w 2771946"/>
              <a:gd name="connsiteY3" fmla="*/ 1188728 h 1188728"/>
              <a:gd name="connsiteX4" fmla="*/ 0 w 2771946"/>
              <a:gd name="connsiteY4" fmla="*/ 0 h 1188728"/>
              <a:gd name="connsiteX0" fmla="*/ 0 w 2771946"/>
              <a:gd name="connsiteY0" fmla="*/ 0 h 1188728"/>
              <a:gd name="connsiteX1" fmla="*/ 2771946 w 2771946"/>
              <a:gd name="connsiteY1" fmla="*/ 0 h 1188728"/>
              <a:gd name="connsiteX2" fmla="*/ 2771946 w 2771946"/>
              <a:gd name="connsiteY2" fmla="*/ 1188728 h 1188728"/>
              <a:gd name="connsiteX3" fmla="*/ 1104900 w 2771946"/>
              <a:gd name="connsiteY3" fmla="*/ 909328 h 1188728"/>
              <a:gd name="connsiteX4" fmla="*/ 0 w 2771946"/>
              <a:gd name="connsiteY4" fmla="*/ 0 h 1188728"/>
              <a:gd name="connsiteX0" fmla="*/ 0 w 2771946"/>
              <a:gd name="connsiteY0" fmla="*/ 0 h 1188728"/>
              <a:gd name="connsiteX1" fmla="*/ 2771946 w 2771946"/>
              <a:gd name="connsiteY1" fmla="*/ 0 h 1188728"/>
              <a:gd name="connsiteX2" fmla="*/ 2771946 w 2771946"/>
              <a:gd name="connsiteY2" fmla="*/ 1188728 h 1188728"/>
              <a:gd name="connsiteX3" fmla="*/ 971550 w 2771946"/>
              <a:gd name="connsiteY3" fmla="*/ 1188728 h 1188728"/>
              <a:gd name="connsiteX4" fmla="*/ 0 w 2771946"/>
              <a:gd name="connsiteY4" fmla="*/ 0 h 11887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1946" h="1188728">
                <a:moveTo>
                  <a:pt x="0" y="0"/>
                </a:moveTo>
                <a:lnTo>
                  <a:pt x="2771946" y="0"/>
                </a:lnTo>
                <a:lnTo>
                  <a:pt x="2771946" y="1188728"/>
                </a:lnTo>
                <a:lnTo>
                  <a:pt x="971550" y="1188728"/>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68" name="Group 67">
            <a:extLst>
              <a:ext uri="{FF2B5EF4-FFF2-40B4-BE49-F238E27FC236}">
                <a16:creationId xmlns:a16="http://schemas.microsoft.com/office/drawing/2014/main" id="{17DB0CED-EB9B-40B9-950A-5942CEE89D15}"/>
              </a:ext>
            </a:extLst>
          </p:cNvPr>
          <p:cNvGrpSpPr/>
          <p:nvPr userDrawn="1"/>
        </p:nvGrpSpPr>
        <p:grpSpPr>
          <a:xfrm>
            <a:off x="0" y="0"/>
            <a:ext cx="6858000" cy="3415894"/>
            <a:chOff x="-2701533" y="4114034"/>
            <a:chExt cx="8821930" cy="4701783"/>
          </a:xfrm>
        </p:grpSpPr>
        <p:cxnSp>
          <p:nvCxnSpPr>
            <p:cNvPr id="69" name="Conector reto 7">
              <a:extLst>
                <a:ext uri="{FF2B5EF4-FFF2-40B4-BE49-F238E27FC236}">
                  <a16:creationId xmlns:a16="http://schemas.microsoft.com/office/drawing/2014/main" id="{7C215890-47CA-4535-A28E-F0D8639CAF52}"/>
                </a:ext>
              </a:extLst>
            </p:cNvPr>
            <p:cNvCxnSpPr>
              <a:cxnSpLocks/>
            </p:cNvCxnSpPr>
            <p:nvPr userDrawn="1"/>
          </p:nvCxnSpPr>
          <p:spPr>
            <a:xfrm>
              <a:off x="-2701533" y="5741510"/>
              <a:ext cx="882193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1" name="Conector reto 2">
              <a:extLst>
                <a:ext uri="{FF2B5EF4-FFF2-40B4-BE49-F238E27FC236}">
                  <a16:creationId xmlns:a16="http://schemas.microsoft.com/office/drawing/2014/main" id="{C9C6FAA6-86BF-4151-9C12-9A001DB12D56}"/>
                </a:ext>
              </a:extLst>
            </p:cNvPr>
            <p:cNvCxnSpPr>
              <a:cxnSpLocks/>
            </p:cNvCxnSpPr>
            <p:nvPr userDrawn="1"/>
          </p:nvCxnSpPr>
          <p:spPr>
            <a:xfrm flipH="1" flipV="1">
              <a:off x="2562094" y="4114034"/>
              <a:ext cx="3558302" cy="4701783"/>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sp>
        <p:nvSpPr>
          <p:cNvPr id="88" name="CaixaDeTexto 9">
            <a:extLst>
              <a:ext uri="{FF2B5EF4-FFF2-40B4-BE49-F238E27FC236}">
                <a16:creationId xmlns:a16="http://schemas.microsoft.com/office/drawing/2014/main" id="{2FF21D72-7D65-4AA3-AE03-41BAE5375E8C}"/>
              </a:ext>
            </a:extLst>
          </p:cNvPr>
          <p:cNvSpPr txBox="1"/>
          <p:nvPr userDrawn="1"/>
        </p:nvSpPr>
        <p:spPr>
          <a:xfrm>
            <a:off x="6328029" y="9584374"/>
            <a:ext cx="148017" cy="127755"/>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bg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89" name="Text Placeholder 40">
            <a:extLst>
              <a:ext uri="{FF2B5EF4-FFF2-40B4-BE49-F238E27FC236}">
                <a16:creationId xmlns:a16="http://schemas.microsoft.com/office/drawing/2014/main" id="{91D72DC1-72BB-4D90-888F-230C2490908D}"/>
              </a:ext>
            </a:extLst>
          </p:cNvPr>
          <p:cNvSpPr>
            <a:spLocks noGrp="1"/>
          </p:cNvSpPr>
          <p:nvPr>
            <p:ph type="body" sz="quarter" idx="11" hasCustomPrompt="1"/>
          </p:nvPr>
        </p:nvSpPr>
        <p:spPr>
          <a:xfrm>
            <a:off x="368299" y="1928155"/>
            <a:ext cx="5337375" cy="458908"/>
          </a:xfrm>
          <a:prstGeom prst="rect">
            <a:avLst/>
          </a:prstGeom>
          <a:noFill/>
          <a:effectLst/>
        </p:spPr>
        <p:txBody>
          <a:bodyPr wrap="square" lIns="0" tIns="0" rIns="0" bIns="0" rtlCol="0" anchor="t" anchorCtr="0">
            <a:noAutofit/>
          </a:bodyPr>
          <a:lstStyle>
            <a:lvl1pPr algn="l">
              <a:defRPr lang="en-US" sz="3200" b="0" i="0" dirty="0">
                <a:solidFill>
                  <a:schemeClr val="bg1"/>
                </a:solidFill>
                <a:latin typeface="+mj-lt"/>
                <a:ea typeface="XP Light" pitchFamily="50" charset="0"/>
                <a:cs typeface="Roboto" panose="02000000000000000000" pitchFamily="2" charset="0"/>
              </a:defRPr>
            </a:lvl1pPr>
          </a:lstStyle>
          <a:p>
            <a:pPr lvl="0" algn="ctr" defTabSz="914400">
              <a:lnSpc>
                <a:spcPct val="80000"/>
              </a:lnSpc>
              <a:spcBef>
                <a:spcPts val="1200"/>
              </a:spcBef>
            </a:pPr>
            <a:r>
              <a:rPr lang="pt-BR" noProof="0" err="1"/>
              <a:t>Edit</a:t>
            </a:r>
            <a:endParaRPr lang="pt-BR" noProof="0"/>
          </a:p>
        </p:txBody>
      </p:sp>
      <p:sp>
        <p:nvSpPr>
          <p:cNvPr id="90" name="Text Placeholder 40">
            <a:extLst>
              <a:ext uri="{FF2B5EF4-FFF2-40B4-BE49-F238E27FC236}">
                <a16:creationId xmlns:a16="http://schemas.microsoft.com/office/drawing/2014/main" id="{B7833D10-130C-44AA-A9F0-0C48CBA6D02C}"/>
              </a:ext>
            </a:extLst>
          </p:cNvPr>
          <p:cNvSpPr>
            <a:spLocks noGrp="1"/>
          </p:cNvSpPr>
          <p:nvPr>
            <p:ph type="body" sz="quarter" idx="12" hasCustomPrompt="1"/>
          </p:nvPr>
        </p:nvSpPr>
        <p:spPr>
          <a:xfrm>
            <a:off x="368300" y="1509004"/>
            <a:ext cx="3006272" cy="336050"/>
          </a:xfrm>
          <a:prstGeom prst="rect">
            <a:avLst/>
          </a:prstGeom>
          <a:noFill/>
          <a:effectLst/>
        </p:spPr>
        <p:txBody>
          <a:bodyPr wrap="none" lIns="0" tIns="0" rIns="0" bIns="0" rtlCol="0" anchor="ctr">
            <a:noAutofit/>
          </a:bodyPr>
          <a:lstStyle>
            <a:lvl1pPr algn="l">
              <a:defRPr lang="en-US" sz="1800" b="0" i="0" dirty="0">
                <a:solidFill>
                  <a:schemeClr val="accent2"/>
                </a:solidFill>
                <a:latin typeface="+mj-lt"/>
                <a:ea typeface="Roboto" panose="02000000000000000000" pitchFamily="2" charset="0"/>
                <a:cs typeface="Roboto" panose="02000000000000000000" pitchFamily="2" charset="0"/>
              </a:defRPr>
            </a:lvl1pPr>
          </a:lstStyle>
          <a:p>
            <a:pPr lvl="0" algn="ctr" defTabSz="914400">
              <a:lnSpc>
                <a:spcPct val="80000"/>
              </a:lnSpc>
              <a:spcBef>
                <a:spcPts val="1200"/>
              </a:spcBef>
            </a:pPr>
            <a:r>
              <a:rPr lang="pt-BR" noProof="0" err="1"/>
              <a:t>Section</a:t>
            </a:r>
            <a:endParaRPr lang="pt-BR" noProof="0"/>
          </a:p>
        </p:txBody>
      </p:sp>
    </p:spTree>
    <p:extLst>
      <p:ext uri="{BB962C8B-B14F-4D97-AF65-F5344CB8AC3E}">
        <p14:creationId xmlns:p14="http://schemas.microsoft.com/office/powerpoint/2010/main" val="3418005853"/>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1 Gráfico">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1798335"/>
            <a:ext cx="6105737" cy="7668901"/>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1509718"/>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cxnSp>
        <p:nvCxnSpPr>
          <p:cNvPr id="22" name="Straight Connector 21">
            <a:extLst>
              <a:ext uri="{FF2B5EF4-FFF2-40B4-BE49-F238E27FC236}">
                <a16:creationId xmlns:a16="http://schemas.microsoft.com/office/drawing/2014/main" id="{66D21A7D-7928-4237-874A-A5ECB267418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Espaço Reservado para Texto 6">
            <a:extLst>
              <a:ext uri="{FF2B5EF4-FFF2-40B4-BE49-F238E27FC236}">
                <a16:creationId xmlns:a16="http://schemas.microsoft.com/office/drawing/2014/main" id="{63243072-4DA0-4C3A-B73A-671A2BEE8737}"/>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13" name="Espaço Reservado para Texto 6">
            <a:extLst>
              <a:ext uri="{FF2B5EF4-FFF2-40B4-BE49-F238E27FC236}">
                <a16:creationId xmlns:a16="http://schemas.microsoft.com/office/drawing/2014/main" id="{6194D149-E2F1-4BF9-A8EC-BA08D0C1D8BC}"/>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14" name="Espaço Reservado para Texto 6">
            <a:extLst>
              <a:ext uri="{FF2B5EF4-FFF2-40B4-BE49-F238E27FC236}">
                <a16:creationId xmlns:a16="http://schemas.microsoft.com/office/drawing/2014/main" id="{2B30E5FD-9051-4E1E-8485-CF615FEFF1FB}"/>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15" name="Date Placeholder 1">
            <a:extLst>
              <a:ext uri="{FF2B5EF4-FFF2-40B4-BE49-F238E27FC236}">
                <a16:creationId xmlns:a16="http://schemas.microsoft.com/office/drawing/2014/main" id="{CEDF22C0-1511-410D-B4C2-53B4E4FE64CB}"/>
              </a:ext>
            </a:extLst>
          </p:cNvPr>
          <p:cNvSpPr>
            <a:spLocks noGrp="1"/>
          </p:cNvSpPr>
          <p:nvPr>
            <p:ph type="dt" sz="half" idx="2"/>
          </p:nvPr>
        </p:nvSpPr>
        <p:spPr>
          <a:xfrm>
            <a:off x="3957639" y="438763"/>
            <a:ext cx="2532062"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1E1B3A26-6542-4CEA-BBE3-32346FA1DD36}" type="datetime4">
              <a:rPr lang="en-US" smtClean="0"/>
              <a:t>September 28, 2026</a:t>
            </a:fld>
            <a:endParaRPr lang="en-US"/>
          </a:p>
        </p:txBody>
      </p:sp>
    </p:spTree>
    <p:extLst>
      <p:ext uri="{BB962C8B-B14F-4D97-AF65-F5344CB8AC3E}">
        <p14:creationId xmlns:p14="http://schemas.microsoft.com/office/powerpoint/2010/main" val="1351487304"/>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2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8" y="1497015"/>
            <a:ext cx="6106871" cy="3948034"/>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sz="quarter" idx="21" hasCustomPrompt="1"/>
          </p:nvPr>
        </p:nvSpPr>
        <p:spPr>
          <a:xfrm>
            <a:off x="382829" y="7896455"/>
            <a:ext cx="610687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sz="quarter" idx="23" hasCustomPrompt="1"/>
          </p:nvPr>
        </p:nvSpPr>
        <p:spPr>
          <a:xfrm>
            <a:off x="382829" y="7607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5927315"/>
            <a:ext cx="6105737"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563869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cxnSp>
        <p:nvCxnSpPr>
          <p:cNvPr id="22" name="Straight Connector 21">
            <a:extLst>
              <a:ext uri="{FF2B5EF4-FFF2-40B4-BE49-F238E27FC236}">
                <a16:creationId xmlns:a16="http://schemas.microsoft.com/office/drawing/2014/main" id="{36D3C0D4-4772-47D7-8E52-EDEF11C64EA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6" name="Espaço Reservado para Texto 6">
            <a:extLst>
              <a:ext uri="{FF2B5EF4-FFF2-40B4-BE49-F238E27FC236}">
                <a16:creationId xmlns:a16="http://schemas.microsoft.com/office/drawing/2014/main" id="{F0727637-B56E-4C1E-9D50-4D5CB2A21C4F}"/>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37" name="Espaço Reservado para Texto 6">
            <a:extLst>
              <a:ext uri="{FF2B5EF4-FFF2-40B4-BE49-F238E27FC236}">
                <a16:creationId xmlns:a16="http://schemas.microsoft.com/office/drawing/2014/main" id="{6A52A1EC-A892-4253-A152-66B87248D94E}"/>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14" name="Espaço Reservado para Texto 6">
            <a:extLst>
              <a:ext uri="{FF2B5EF4-FFF2-40B4-BE49-F238E27FC236}">
                <a16:creationId xmlns:a16="http://schemas.microsoft.com/office/drawing/2014/main" id="{7905309A-7F3E-4A7B-816E-100D4419AC95}"/>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15" name="Date Placeholder 1">
            <a:extLst>
              <a:ext uri="{FF2B5EF4-FFF2-40B4-BE49-F238E27FC236}">
                <a16:creationId xmlns:a16="http://schemas.microsoft.com/office/drawing/2014/main" id="{F553351A-90B3-4CE5-942E-AE4248858838}"/>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26D06B62-BC9D-4B5D-A03B-6288F00247CA}" type="datetime4">
              <a:rPr lang="en-US" smtClean="0"/>
              <a:t>September 28, 2026</a:t>
            </a:fld>
            <a:endParaRPr lang="en-US"/>
          </a:p>
        </p:txBody>
      </p:sp>
    </p:spTree>
    <p:extLst>
      <p:ext uri="{BB962C8B-B14F-4D97-AF65-F5344CB8AC3E}">
        <p14:creationId xmlns:p14="http://schemas.microsoft.com/office/powerpoint/2010/main" val="1444610199"/>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3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9" y="1497013"/>
            <a:ext cx="2923563" cy="2616675"/>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sz="quarter" idx="25" hasCustomPrompt="1"/>
          </p:nvPr>
        </p:nvSpPr>
        <p:spPr>
          <a:xfrm>
            <a:off x="382829" y="4581387"/>
            <a:ext cx="6119679" cy="208201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sz="quarter" idx="26" hasCustomPrompt="1"/>
          </p:nvPr>
        </p:nvSpPr>
        <p:spPr>
          <a:xfrm>
            <a:off x="3536951" y="1836751"/>
            <a:ext cx="2965558" cy="227693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sz="quarter" idx="27" hasCustomPrompt="1"/>
          </p:nvPr>
        </p:nvSpPr>
        <p:spPr>
          <a:xfrm>
            <a:off x="382829" y="4292769"/>
            <a:ext cx="611967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sz="quarter" idx="28" hasCustomPrompt="1"/>
          </p:nvPr>
        </p:nvSpPr>
        <p:spPr>
          <a:xfrm>
            <a:off x="3552750" y="1548134"/>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0" name="Text Placeholder 4">
            <a:extLst>
              <a:ext uri="{FF2B5EF4-FFF2-40B4-BE49-F238E27FC236}">
                <a16:creationId xmlns:a16="http://schemas.microsoft.com/office/drawing/2014/main" id="{92D80794-D9BD-4233-9669-1606A39695D6}"/>
              </a:ext>
            </a:extLst>
          </p:cNvPr>
          <p:cNvSpPr>
            <a:spLocks noGrp="1"/>
          </p:cNvSpPr>
          <p:nvPr>
            <p:ph type="body" sz="quarter" idx="29"/>
          </p:nvPr>
        </p:nvSpPr>
        <p:spPr>
          <a:xfrm>
            <a:off x="390154" y="6866857"/>
            <a:ext cx="2923563" cy="2584765"/>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21" name="Espaço Reservado para Conteúdo 14">
            <a:extLst>
              <a:ext uri="{FF2B5EF4-FFF2-40B4-BE49-F238E27FC236}">
                <a16:creationId xmlns:a16="http://schemas.microsoft.com/office/drawing/2014/main" id="{A6CB413F-84EF-44DF-BD40-B9F876AF8DE8}"/>
              </a:ext>
            </a:extLst>
          </p:cNvPr>
          <p:cNvSpPr>
            <a:spLocks noGrp="1"/>
          </p:cNvSpPr>
          <p:nvPr>
            <p:ph sz="quarter" idx="30" hasCustomPrompt="1"/>
          </p:nvPr>
        </p:nvSpPr>
        <p:spPr>
          <a:xfrm>
            <a:off x="3544276" y="7190300"/>
            <a:ext cx="2965558" cy="226326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81B1184E-C2A9-4D89-B81A-04C67DFDFC84}"/>
              </a:ext>
            </a:extLst>
          </p:cNvPr>
          <p:cNvSpPr>
            <a:spLocks noGrp="1"/>
          </p:cNvSpPr>
          <p:nvPr>
            <p:ph sz="quarter" idx="31" hasCustomPrompt="1"/>
          </p:nvPr>
        </p:nvSpPr>
        <p:spPr>
          <a:xfrm>
            <a:off x="3560075" y="6901682"/>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cxnSp>
        <p:nvCxnSpPr>
          <p:cNvPr id="23" name="Straight Connector 22">
            <a:extLst>
              <a:ext uri="{FF2B5EF4-FFF2-40B4-BE49-F238E27FC236}">
                <a16:creationId xmlns:a16="http://schemas.microsoft.com/office/drawing/2014/main" id="{15C7A86C-C2D3-4F3B-B362-92EDFEE558D4}"/>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7" name="Espaço Reservado para Texto 6">
            <a:extLst>
              <a:ext uri="{FF2B5EF4-FFF2-40B4-BE49-F238E27FC236}">
                <a16:creationId xmlns:a16="http://schemas.microsoft.com/office/drawing/2014/main" id="{667A78A2-6B0A-4B79-B91F-864FAEBDF306}"/>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18" name="Espaço Reservado para Texto 6">
            <a:extLst>
              <a:ext uri="{FF2B5EF4-FFF2-40B4-BE49-F238E27FC236}">
                <a16:creationId xmlns:a16="http://schemas.microsoft.com/office/drawing/2014/main" id="{C057AED6-8480-40FD-AA17-1DD8BA77D1B9}"/>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19" name="Espaço Reservado para Texto 6">
            <a:extLst>
              <a:ext uri="{FF2B5EF4-FFF2-40B4-BE49-F238E27FC236}">
                <a16:creationId xmlns:a16="http://schemas.microsoft.com/office/drawing/2014/main" id="{D8173AC5-D6F2-4007-9E85-9CC5D5ECAF90}"/>
              </a:ext>
            </a:extLst>
          </p:cNvPr>
          <p:cNvSpPr>
            <a:spLocks noGrp="1"/>
          </p:cNvSpPr>
          <p:nvPr>
            <p:ph type="body" sz="quarter" idx="32"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24" name="Date Placeholder 1">
            <a:extLst>
              <a:ext uri="{FF2B5EF4-FFF2-40B4-BE49-F238E27FC236}">
                <a16:creationId xmlns:a16="http://schemas.microsoft.com/office/drawing/2014/main" id="{907C5A98-0307-4E77-A8F5-55605CF6F9F6}"/>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BA32DF43-8BA5-4475-8FD3-4601A36F173F}" type="datetime4">
              <a:rPr lang="en-US" smtClean="0"/>
              <a:t>September 28, 2026</a:t>
            </a:fld>
            <a:endParaRPr lang="en-US"/>
          </a:p>
        </p:txBody>
      </p:sp>
    </p:spTree>
    <p:extLst>
      <p:ext uri="{BB962C8B-B14F-4D97-AF65-F5344CB8AC3E}">
        <p14:creationId xmlns:p14="http://schemas.microsoft.com/office/powerpoint/2010/main" val="2898758139"/>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4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0" name="Text Placeholder 4">
            <a:extLst>
              <a:ext uri="{FF2B5EF4-FFF2-40B4-BE49-F238E27FC236}">
                <a16:creationId xmlns:a16="http://schemas.microsoft.com/office/drawing/2014/main" id="{49A1E59E-08DB-45E6-A0D5-7C78A54C869F}"/>
              </a:ext>
            </a:extLst>
          </p:cNvPr>
          <p:cNvSpPr>
            <a:spLocks noGrp="1"/>
          </p:cNvSpPr>
          <p:nvPr>
            <p:ph type="body" sz="quarter" idx="20"/>
          </p:nvPr>
        </p:nvSpPr>
        <p:spPr>
          <a:xfrm>
            <a:off x="382829" y="1497013"/>
            <a:ext cx="2923563" cy="4079539"/>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21" name="Espaço Reservado para Conteúdo 14">
            <a:extLst>
              <a:ext uri="{FF2B5EF4-FFF2-40B4-BE49-F238E27FC236}">
                <a16:creationId xmlns:a16="http://schemas.microsoft.com/office/drawing/2014/main" id="{85B528AB-0607-4A82-934E-C1C7106546B5}"/>
              </a:ext>
            </a:extLst>
          </p:cNvPr>
          <p:cNvSpPr>
            <a:spLocks noGrp="1"/>
          </p:cNvSpPr>
          <p:nvPr>
            <p:ph sz="quarter" idx="26" hasCustomPrompt="1"/>
          </p:nvPr>
        </p:nvSpPr>
        <p:spPr>
          <a:xfrm>
            <a:off x="3536951" y="1831799"/>
            <a:ext cx="2965558" cy="374475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5294E6AB-735D-48F4-9AC8-EF3781FB2746}"/>
              </a:ext>
            </a:extLst>
          </p:cNvPr>
          <p:cNvSpPr>
            <a:spLocks noGrp="1"/>
          </p:cNvSpPr>
          <p:nvPr>
            <p:ph sz="quarter" idx="28" hasCustomPrompt="1"/>
          </p:nvPr>
        </p:nvSpPr>
        <p:spPr>
          <a:xfrm>
            <a:off x="3552750" y="1543180"/>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3" name="Espaço Reservado para Conteúdo 14">
            <a:extLst>
              <a:ext uri="{FF2B5EF4-FFF2-40B4-BE49-F238E27FC236}">
                <a16:creationId xmlns:a16="http://schemas.microsoft.com/office/drawing/2014/main" id="{6B9EB78B-FD20-4719-A056-235ADA20204A}"/>
              </a:ext>
            </a:extLst>
          </p:cNvPr>
          <p:cNvSpPr>
            <a:spLocks noGrp="1"/>
          </p:cNvSpPr>
          <p:nvPr>
            <p:ph sz="quarter" idx="25" hasCustomPrompt="1"/>
          </p:nvPr>
        </p:nvSpPr>
        <p:spPr>
          <a:xfrm>
            <a:off x="382829" y="6010940"/>
            <a:ext cx="6119679" cy="1466185"/>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5" name="Espaço Reservado para Conteúdo 14">
            <a:extLst>
              <a:ext uri="{FF2B5EF4-FFF2-40B4-BE49-F238E27FC236}">
                <a16:creationId xmlns:a16="http://schemas.microsoft.com/office/drawing/2014/main" id="{378CEBA8-7472-47EB-BC4A-EA019A667AE5}"/>
              </a:ext>
            </a:extLst>
          </p:cNvPr>
          <p:cNvSpPr>
            <a:spLocks noGrp="1"/>
          </p:cNvSpPr>
          <p:nvPr>
            <p:ph sz="quarter" idx="27" hasCustomPrompt="1"/>
          </p:nvPr>
        </p:nvSpPr>
        <p:spPr>
          <a:xfrm>
            <a:off x="382829" y="5722322"/>
            <a:ext cx="611967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6" name="Espaço Reservado para Conteúdo 14">
            <a:extLst>
              <a:ext uri="{FF2B5EF4-FFF2-40B4-BE49-F238E27FC236}">
                <a16:creationId xmlns:a16="http://schemas.microsoft.com/office/drawing/2014/main" id="{88102008-164E-4847-B70E-2DA2859EB5FA}"/>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1DAFB6F6-C902-48DE-A854-209EE1401B64}"/>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8" name="Espaço Reservado para Conteúdo 14">
            <a:extLst>
              <a:ext uri="{FF2B5EF4-FFF2-40B4-BE49-F238E27FC236}">
                <a16:creationId xmlns:a16="http://schemas.microsoft.com/office/drawing/2014/main" id="{B4F7A4B0-6A5B-48E7-93D0-A6438A15CF56}"/>
              </a:ext>
            </a:extLst>
          </p:cNvPr>
          <p:cNvSpPr>
            <a:spLocks noGrp="1"/>
          </p:cNvSpPr>
          <p:nvPr>
            <p:ph sz="quarter"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9" name="Espaço Reservado para Conteúdo 14">
            <a:extLst>
              <a:ext uri="{FF2B5EF4-FFF2-40B4-BE49-F238E27FC236}">
                <a16:creationId xmlns:a16="http://schemas.microsoft.com/office/drawing/2014/main" id="{C64B94EB-9494-4B55-92F4-166DEF48DB35}"/>
              </a:ext>
            </a:extLst>
          </p:cNvPr>
          <p:cNvSpPr>
            <a:spLocks noGrp="1"/>
          </p:cNvSpPr>
          <p:nvPr>
            <p:ph sz="quarter"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cxnSp>
        <p:nvCxnSpPr>
          <p:cNvPr id="42" name="Straight Connector 41">
            <a:extLst>
              <a:ext uri="{FF2B5EF4-FFF2-40B4-BE49-F238E27FC236}">
                <a16:creationId xmlns:a16="http://schemas.microsoft.com/office/drawing/2014/main" id="{02558420-2316-4877-A0B8-02C6D7796F9F}"/>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8" name="Espaço Reservado para Texto 6">
            <a:extLst>
              <a:ext uri="{FF2B5EF4-FFF2-40B4-BE49-F238E27FC236}">
                <a16:creationId xmlns:a16="http://schemas.microsoft.com/office/drawing/2014/main" id="{E9006F28-0FC5-4C17-84E9-DDB1DE717662}"/>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19" name="Espaço Reservado para Texto 6">
            <a:extLst>
              <a:ext uri="{FF2B5EF4-FFF2-40B4-BE49-F238E27FC236}">
                <a16:creationId xmlns:a16="http://schemas.microsoft.com/office/drawing/2014/main" id="{840CD343-D27F-44CB-9F5D-7257A48DB76E}"/>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17" name="Espaço Reservado para Texto 6">
            <a:extLst>
              <a:ext uri="{FF2B5EF4-FFF2-40B4-BE49-F238E27FC236}">
                <a16:creationId xmlns:a16="http://schemas.microsoft.com/office/drawing/2014/main" id="{522774F4-0A02-4D7F-A169-A0935028BEB7}"/>
              </a:ext>
            </a:extLst>
          </p:cNvPr>
          <p:cNvSpPr>
            <a:spLocks noGrp="1"/>
          </p:cNvSpPr>
          <p:nvPr>
            <p:ph type="body" sz="quarter" idx="29"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24" name="Date Placeholder 1">
            <a:extLst>
              <a:ext uri="{FF2B5EF4-FFF2-40B4-BE49-F238E27FC236}">
                <a16:creationId xmlns:a16="http://schemas.microsoft.com/office/drawing/2014/main" id="{41D27BDA-0B7B-4B7B-98DE-F04BF5B3804F}"/>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ABCEFA57-24E2-4E12-B928-ECFFB4B01751}" type="datetime4">
              <a:rPr lang="en-US" smtClean="0"/>
              <a:t>September 28, 2026</a:t>
            </a:fld>
            <a:endParaRPr lang="en-US"/>
          </a:p>
        </p:txBody>
      </p:sp>
    </p:spTree>
    <p:extLst>
      <p:ext uri="{BB962C8B-B14F-4D97-AF65-F5344CB8AC3E}">
        <p14:creationId xmlns:p14="http://schemas.microsoft.com/office/powerpoint/2010/main" val="3528610811"/>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5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9" y="1500036"/>
            <a:ext cx="6063034" cy="2027390"/>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cxnSp>
        <p:nvCxnSpPr>
          <p:cNvPr id="3" name="Straight Connector 2">
            <a:extLst>
              <a:ext uri="{FF2B5EF4-FFF2-40B4-BE49-F238E27FC236}">
                <a16:creationId xmlns:a16="http://schemas.microsoft.com/office/drawing/2014/main" id="{2EDD6930-C0EE-4FA2-8633-016983CCBB57}"/>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8" name="Espaço Reservado para Conteúdo 14">
            <a:extLst>
              <a:ext uri="{FF2B5EF4-FFF2-40B4-BE49-F238E27FC236}">
                <a16:creationId xmlns:a16="http://schemas.microsoft.com/office/drawing/2014/main" id="{90F6C72D-8B37-43A2-8FA6-85DFDDE86A1B}"/>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sz="quarter"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0" name="Espaço Reservado para Conteúdo 14">
            <a:extLst>
              <a:ext uri="{FF2B5EF4-FFF2-40B4-BE49-F238E27FC236}">
                <a16:creationId xmlns:a16="http://schemas.microsoft.com/office/drawing/2014/main" id="{24118CA0-014C-422D-9DAA-777D7AB184F5}"/>
              </a:ext>
            </a:extLst>
          </p:cNvPr>
          <p:cNvSpPr>
            <a:spLocks noGrp="1"/>
          </p:cNvSpPr>
          <p:nvPr>
            <p:ph sz="quarter"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sz="quarter" idx="25" hasCustomPrompt="1"/>
          </p:nvPr>
        </p:nvSpPr>
        <p:spPr>
          <a:xfrm>
            <a:off x="382829" y="3937440"/>
            <a:ext cx="2938221"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sz="quarter" idx="26" hasCustomPrompt="1"/>
          </p:nvPr>
        </p:nvSpPr>
        <p:spPr>
          <a:xfrm>
            <a:off x="3536951" y="3937440"/>
            <a:ext cx="2965558"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sz="quarter" idx="27" hasCustomPrompt="1"/>
          </p:nvPr>
        </p:nvSpPr>
        <p:spPr>
          <a:xfrm>
            <a:off x="382829" y="3648822"/>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sz="quarter" idx="28" hasCustomPrompt="1"/>
          </p:nvPr>
        </p:nvSpPr>
        <p:spPr>
          <a:xfrm>
            <a:off x="3552750" y="3648822"/>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5927315"/>
            <a:ext cx="6105737"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563869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0" name="Espaço Reservado para Texto 6">
            <a:extLst>
              <a:ext uri="{FF2B5EF4-FFF2-40B4-BE49-F238E27FC236}">
                <a16:creationId xmlns:a16="http://schemas.microsoft.com/office/drawing/2014/main" id="{91D8F271-5DD6-476D-87DF-62D9F494BA28}"/>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21" name="Espaço Reservado para Texto 6">
            <a:extLst>
              <a:ext uri="{FF2B5EF4-FFF2-40B4-BE49-F238E27FC236}">
                <a16:creationId xmlns:a16="http://schemas.microsoft.com/office/drawing/2014/main" id="{AF9F85D2-CE44-4122-A483-C9E0FDD6786F}"/>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22" name="Espaço Reservado para Texto 6">
            <a:extLst>
              <a:ext uri="{FF2B5EF4-FFF2-40B4-BE49-F238E27FC236}">
                <a16:creationId xmlns:a16="http://schemas.microsoft.com/office/drawing/2014/main" id="{74EB01E9-4823-42ED-A528-F9EFE6F730DC}"/>
              </a:ext>
            </a:extLst>
          </p:cNvPr>
          <p:cNvSpPr>
            <a:spLocks noGrp="1"/>
          </p:cNvSpPr>
          <p:nvPr>
            <p:ph type="body" sz="quarter" idx="31"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23" name="Date Placeholder 1">
            <a:extLst>
              <a:ext uri="{FF2B5EF4-FFF2-40B4-BE49-F238E27FC236}">
                <a16:creationId xmlns:a16="http://schemas.microsoft.com/office/drawing/2014/main" id="{8D52D738-8B55-415F-BAF5-54C848910AF7}"/>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8E78E96A-97EA-40E1-9634-EC934EC50977}" type="datetime4">
              <a:rPr lang="en-US" smtClean="0"/>
              <a:t>September 28, 2026</a:t>
            </a:fld>
            <a:endParaRPr lang="en-US"/>
          </a:p>
        </p:txBody>
      </p:sp>
    </p:spTree>
    <p:extLst>
      <p:ext uri="{BB962C8B-B14F-4D97-AF65-F5344CB8AC3E}">
        <p14:creationId xmlns:p14="http://schemas.microsoft.com/office/powerpoint/2010/main" val="780691441"/>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5 Gráficos v2">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9" y="1498177"/>
            <a:ext cx="6063034" cy="202924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a:t>Click to edit Master text styles</a:t>
            </a:r>
          </a:p>
        </p:txBody>
      </p: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8" name="Espaço Reservado para Conteúdo 14">
            <a:extLst>
              <a:ext uri="{FF2B5EF4-FFF2-40B4-BE49-F238E27FC236}">
                <a16:creationId xmlns:a16="http://schemas.microsoft.com/office/drawing/2014/main" id="{90F6C72D-8B37-43A2-8FA6-85DFDDE86A1B}"/>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sz="quarter"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0" name="Espaço Reservado para Conteúdo 14">
            <a:extLst>
              <a:ext uri="{FF2B5EF4-FFF2-40B4-BE49-F238E27FC236}">
                <a16:creationId xmlns:a16="http://schemas.microsoft.com/office/drawing/2014/main" id="{24118CA0-014C-422D-9DAA-777D7AB184F5}"/>
              </a:ext>
            </a:extLst>
          </p:cNvPr>
          <p:cNvSpPr>
            <a:spLocks noGrp="1"/>
          </p:cNvSpPr>
          <p:nvPr>
            <p:ph sz="quarter"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sz="quarter" idx="25" hasCustomPrompt="1"/>
          </p:nvPr>
        </p:nvSpPr>
        <p:spPr>
          <a:xfrm>
            <a:off x="377825" y="5908439"/>
            <a:ext cx="2938221"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sz="quarter" idx="26" hasCustomPrompt="1"/>
          </p:nvPr>
        </p:nvSpPr>
        <p:spPr>
          <a:xfrm>
            <a:off x="3531947" y="5908439"/>
            <a:ext cx="2965558"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sz="quarter" idx="27" hasCustomPrompt="1"/>
          </p:nvPr>
        </p:nvSpPr>
        <p:spPr>
          <a:xfrm>
            <a:off x="377825" y="5619821"/>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sz="quarter" idx="28" hasCustomPrompt="1"/>
          </p:nvPr>
        </p:nvSpPr>
        <p:spPr>
          <a:xfrm>
            <a:off x="3547746" y="5619821"/>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3929789"/>
            <a:ext cx="6105737"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3641171"/>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cxnSp>
        <p:nvCxnSpPr>
          <p:cNvPr id="22" name="Straight Connector 21">
            <a:extLst>
              <a:ext uri="{FF2B5EF4-FFF2-40B4-BE49-F238E27FC236}">
                <a16:creationId xmlns:a16="http://schemas.microsoft.com/office/drawing/2014/main" id="{014FD5D7-4E44-4DED-87A2-F5483B7E4A72}"/>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Espaço Reservado para Texto 6">
            <a:extLst>
              <a:ext uri="{FF2B5EF4-FFF2-40B4-BE49-F238E27FC236}">
                <a16:creationId xmlns:a16="http://schemas.microsoft.com/office/drawing/2014/main" id="{C5901B80-52C0-495B-B245-C86EC38FA663}"/>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21" name="Espaço Reservado para Texto 6">
            <a:extLst>
              <a:ext uri="{FF2B5EF4-FFF2-40B4-BE49-F238E27FC236}">
                <a16:creationId xmlns:a16="http://schemas.microsoft.com/office/drawing/2014/main" id="{12A1DB4F-E711-4954-BA2E-C3355075992F}"/>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23" name="Espaço Reservado para Texto 6">
            <a:extLst>
              <a:ext uri="{FF2B5EF4-FFF2-40B4-BE49-F238E27FC236}">
                <a16:creationId xmlns:a16="http://schemas.microsoft.com/office/drawing/2014/main" id="{8578E20C-E30C-41E8-BD4E-471F9D9B43F9}"/>
              </a:ext>
            </a:extLst>
          </p:cNvPr>
          <p:cNvSpPr>
            <a:spLocks noGrp="1"/>
          </p:cNvSpPr>
          <p:nvPr>
            <p:ph type="body" sz="quarter" idx="31"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24" name="Date Placeholder 1">
            <a:extLst>
              <a:ext uri="{FF2B5EF4-FFF2-40B4-BE49-F238E27FC236}">
                <a16:creationId xmlns:a16="http://schemas.microsoft.com/office/drawing/2014/main" id="{BEDC87FD-5664-4739-BE21-72F2918833A4}"/>
              </a:ext>
            </a:extLst>
          </p:cNvPr>
          <p:cNvSpPr>
            <a:spLocks noGrp="1"/>
          </p:cNvSpPr>
          <p:nvPr>
            <p:ph type="dt" sz="half" idx="2"/>
          </p:nvPr>
        </p:nvSpPr>
        <p:spPr>
          <a:xfrm>
            <a:off x="3971925" y="438763"/>
            <a:ext cx="2517776"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2963342D-9AC4-4823-8A3D-FF9E5A6D35CE}" type="datetime4">
              <a:rPr lang="en-US" smtClean="0"/>
              <a:t>September 28, 2026</a:t>
            </a:fld>
            <a:endParaRPr lang="en-US"/>
          </a:p>
        </p:txBody>
      </p:sp>
    </p:spTree>
    <p:extLst>
      <p:ext uri="{BB962C8B-B14F-4D97-AF65-F5344CB8AC3E}">
        <p14:creationId xmlns:p14="http://schemas.microsoft.com/office/powerpoint/2010/main" val="3695832366"/>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hesis Chart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1791895"/>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150327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cxnSp>
        <p:nvCxnSpPr>
          <p:cNvPr id="22" name="Straight Connector 21">
            <a:extLst>
              <a:ext uri="{FF2B5EF4-FFF2-40B4-BE49-F238E27FC236}">
                <a16:creationId xmlns:a16="http://schemas.microsoft.com/office/drawing/2014/main" id="{014FD5D7-4E44-4DED-87A2-F5483B7E4A72}"/>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Espaço Reservado para Texto 6">
            <a:extLst>
              <a:ext uri="{FF2B5EF4-FFF2-40B4-BE49-F238E27FC236}">
                <a16:creationId xmlns:a16="http://schemas.microsoft.com/office/drawing/2014/main" id="{C5901B80-52C0-495B-B245-C86EC38FA663}"/>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a:t>EDITAR</a:t>
            </a:r>
          </a:p>
        </p:txBody>
      </p:sp>
      <p:sp>
        <p:nvSpPr>
          <p:cNvPr id="21" name="Espaço Reservado para Texto 6">
            <a:extLst>
              <a:ext uri="{FF2B5EF4-FFF2-40B4-BE49-F238E27FC236}">
                <a16:creationId xmlns:a16="http://schemas.microsoft.com/office/drawing/2014/main" id="{12A1DB4F-E711-4954-BA2E-C3355075992F}"/>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23" name="Espaço Reservado para Texto 6">
            <a:extLst>
              <a:ext uri="{FF2B5EF4-FFF2-40B4-BE49-F238E27FC236}">
                <a16:creationId xmlns:a16="http://schemas.microsoft.com/office/drawing/2014/main" id="{8578E20C-E30C-41E8-BD4E-471F9D9B43F9}"/>
              </a:ext>
            </a:extLst>
          </p:cNvPr>
          <p:cNvSpPr>
            <a:spLocks noGrp="1"/>
          </p:cNvSpPr>
          <p:nvPr>
            <p:ph type="body" sz="quarter" idx="31"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24" name="Date Placeholder 1">
            <a:extLst>
              <a:ext uri="{FF2B5EF4-FFF2-40B4-BE49-F238E27FC236}">
                <a16:creationId xmlns:a16="http://schemas.microsoft.com/office/drawing/2014/main" id="{BEDC87FD-5664-4739-BE21-72F2918833A4}"/>
              </a:ext>
            </a:extLst>
          </p:cNvPr>
          <p:cNvSpPr>
            <a:spLocks noGrp="1"/>
          </p:cNvSpPr>
          <p:nvPr>
            <p:ph type="dt" sz="half" idx="2"/>
          </p:nvPr>
        </p:nvSpPr>
        <p:spPr>
          <a:xfrm>
            <a:off x="3971925" y="438763"/>
            <a:ext cx="2517776"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84279698-F9BC-4625-A621-E6BF3BDB9617}" type="datetime4">
              <a:rPr lang="en-US" smtClean="0"/>
              <a:t>September 28, 2026</a:t>
            </a:fld>
            <a:endParaRPr lang="en-US"/>
          </a:p>
        </p:txBody>
      </p:sp>
      <p:sp>
        <p:nvSpPr>
          <p:cNvPr id="19" name="Espaço Reservado para Conteúdo 14">
            <a:extLst>
              <a:ext uri="{FF2B5EF4-FFF2-40B4-BE49-F238E27FC236}">
                <a16:creationId xmlns:a16="http://schemas.microsoft.com/office/drawing/2014/main" id="{D23B7F16-8ADE-42C2-B1EE-5684155EC67C}"/>
              </a:ext>
            </a:extLst>
          </p:cNvPr>
          <p:cNvSpPr>
            <a:spLocks noGrp="1"/>
          </p:cNvSpPr>
          <p:nvPr>
            <p:ph sz="quarter" idx="32" hasCustomPrompt="1"/>
          </p:nvPr>
        </p:nvSpPr>
        <p:spPr>
          <a:xfrm>
            <a:off x="390153" y="3838161"/>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5" name="Espaço Reservado para Conteúdo 14">
            <a:extLst>
              <a:ext uri="{FF2B5EF4-FFF2-40B4-BE49-F238E27FC236}">
                <a16:creationId xmlns:a16="http://schemas.microsoft.com/office/drawing/2014/main" id="{8D21CE70-9138-4D56-899D-1BFC170ACCAA}"/>
              </a:ext>
            </a:extLst>
          </p:cNvPr>
          <p:cNvSpPr>
            <a:spLocks noGrp="1"/>
          </p:cNvSpPr>
          <p:nvPr>
            <p:ph sz="quarter" idx="33" hasCustomPrompt="1"/>
          </p:nvPr>
        </p:nvSpPr>
        <p:spPr>
          <a:xfrm>
            <a:off x="390153" y="3549543"/>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6" name="Espaço Reservado para Conteúdo 14">
            <a:extLst>
              <a:ext uri="{FF2B5EF4-FFF2-40B4-BE49-F238E27FC236}">
                <a16:creationId xmlns:a16="http://schemas.microsoft.com/office/drawing/2014/main" id="{DA0FF651-C1F8-494C-8441-58B8D108DFB0}"/>
              </a:ext>
            </a:extLst>
          </p:cNvPr>
          <p:cNvSpPr>
            <a:spLocks noGrp="1"/>
          </p:cNvSpPr>
          <p:nvPr>
            <p:ph sz="quarter" idx="34" hasCustomPrompt="1"/>
          </p:nvPr>
        </p:nvSpPr>
        <p:spPr>
          <a:xfrm>
            <a:off x="390153" y="5842030"/>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EA6A1D37-C00C-4212-9602-D8F29782C38B}"/>
              </a:ext>
            </a:extLst>
          </p:cNvPr>
          <p:cNvSpPr>
            <a:spLocks noGrp="1"/>
          </p:cNvSpPr>
          <p:nvPr>
            <p:ph sz="quarter" idx="35" hasCustomPrompt="1"/>
          </p:nvPr>
        </p:nvSpPr>
        <p:spPr>
          <a:xfrm>
            <a:off x="390153" y="5553412"/>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38" name="Espaço Reservado para Conteúdo 14">
            <a:extLst>
              <a:ext uri="{FF2B5EF4-FFF2-40B4-BE49-F238E27FC236}">
                <a16:creationId xmlns:a16="http://schemas.microsoft.com/office/drawing/2014/main" id="{9BD0D569-187E-435F-84F7-4A907AB05F06}"/>
              </a:ext>
            </a:extLst>
          </p:cNvPr>
          <p:cNvSpPr>
            <a:spLocks noGrp="1"/>
          </p:cNvSpPr>
          <p:nvPr>
            <p:ph sz="quarter" idx="36" hasCustomPrompt="1"/>
          </p:nvPr>
        </p:nvSpPr>
        <p:spPr>
          <a:xfrm>
            <a:off x="397477" y="7888296"/>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9" name="Espaço Reservado para Conteúdo 14">
            <a:extLst>
              <a:ext uri="{FF2B5EF4-FFF2-40B4-BE49-F238E27FC236}">
                <a16:creationId xmlns:a16="http://schemas.microsoft.com/office/drawing/2014/main" id="{BD578F19-77CA-4807-93D6-DF0C8142271F}"/>
              </a:ext>
            </a:extLst>
          </p:cNvPr>
          <p:cNvSpPr>
            <a:spLocks noGrp="1"/>
          </p:cNvSpPr>
          <p:nvPr>
            <p:ph sz="quarter" idx="37" hasCustomPrompt="1"/>
          </p:nvPr>
        </p:nvSpPr>
        <p:spPr>
          <a:xfrm>
            <a:off x="397477" y="7599678"/>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40" name="Espaço Reservado para Conteúdo 14">
            <a:extLst>
              <a:ext uri="{FF2B5EF4-FFF2-40B4-BE49-F238E27FC236}">
                <a16:creationId xmlns:a16="http://schemas.microsoft.com/office/drawing/2014/main" id="{008E7608-0ADC-4C74-A591-69DB8C22030C}"/>
              </a:ext>
            </a:extLst>
          </p:cNvPr>
          <p:cNvSpPr>
            <a:spLocks noGrp="1"/>
          </p:cNvSpPr>
          <p:nvPr>
            <p:ph sz="quarter" idx="38" hasCustomPrompt="1"/>
          </p:nvPr>
        </p:nvSpPr>
        <p:spPr>
          <a:xfrm>
            <a:off x="3536952" y="1791895"/>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1" name="Espaço Reservado para Conteúdo 14">
            <a:extLst>
              <a:ext uri="{FF2B5EF4-FFF2-40B4-BE49-F238E27FC236}">
                <a16:creationId xmlns:a16="http://schemas.microsoft.com/office/drawing/2014/main" id="{34DA8105-E242-4DA6-910E-D486433DF87A}"/>
              </a:ext>
            </a:extLst>
          </p:cNvPr>
          <p:cNvSpPr>
            <a:spLocks noGrp="1"/>
          </p:cNvSpPr>
          <p:nvPr>
            <p:ph sz="quarter" idx="39" hasCustomPrompt="1"/>
          </p:nvPr>
        </p:nvSpPr>
        <p:spPr>
          <a:xfrm>
            <a:off x="3544276" y="3838161"/>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2" name="Espaço Reservado para Conteúdo 14">
            <a:extLst>
              <a:ext uri="{FF2B5EF4-FFF2-40B4-BE49-F238E27FC236}">
                <a16:creationId xmlns:a16="http://schemas.microsoft.com/office/drawing/2014/main" id="{581288D2-722F-44A9-937B-2A51CBC81940}"/>
              </a:ext>
            </a:extLst>
          </p:cNvPr>
          <p:cNvSpPr>
            <a:spLocks noGrp="1"/>
          </p:cNvSpPr>
          <p:nvPr>
            <p:ph sz="quarter" idx="40" hasCustomPrompt="1"/>
          </p:nvPr>
        </p:nvSpPr>
        <p:spPr>
          <a:xfrm>
            <a:off x="3544276" y="5842030"/>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3" name="Espaço Reservado para Conteúdo 14">
            <a:extLst>
              <a:ext uri="{FF2B5EF4-FFF2-40B4-BE49-F238E27FC236}">
                <a16:creationId xmlns:a16="http://schemas.microsoft.com/office/drawing/2014/main" id="{0A7E3758-611C-4779-8E92-7476EE614506}"/>
              </a:ext>
            </a:extLst>
          </p:cNvPr>
          <p:cNvSpPr>
            <a:spLocks noGrp="1"/>
          </p:cNvSpPr>
          <p:nvPr>
            <p:ph sz="quarter" idx="41" hasCustomPrompt="1"/>
          </p:nvPr>
        </p:nvSpPr>
        <p:spPr>
          <a:xfrm>
            <a:off x="3551600" y="7888296"/>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Tree>
    <p:extLst>
      <p:ext uri="{BB962C8B-B14F-4D97-AF65-F5344CB8AC3E}">
        <p14:creationId xmlns:p14="http://schemas.microsoft.com/office/powerpoint/2010/main" val="2437569097"/>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Disclaimer">
    <p:bg>
      <p:bgPr>
        <a:solidFill>
          <a:schemeClr val="bg1"/>
        </a:solidFill>
        <a:effectLst/>
      </p:bgPr>
    </p:bg>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3B476172-FCCC-4217-B659-E252FC48877E}"/>
              </a:ext>
            </a:extLst>
          </p:cNvPr>
          <p:cNvSpPr txBox="1"/>
          <p:nvPr userDrawn="1"/>
        </p:nvSpPr>
        <p:spPr>
          <a:xfrm>
            <a:off x="390153" y="814312"/>
            <a:ext cx="6099546" cy="263149"/>
          </a:xfrm>
          <a:prstGeom prst="rect">
            <a:avLst/>
          </a:prstGeom>
        </p:spPr>
        <p:txBody>
          <a:bodyPr lIns="0" tIns="0" rIns="0" bIns="0" anchor="t" anchorCtr="0">
            <a:spAutoFit/>
          </a:bodyPr>
          <a:lstStyle>
            <a:lvl1pPr lvl="0" indent="0" defTabSz="385767">
              <a:lnSpc>
                <a:spcPct val="90000"/>
              </a:lnSpc>
              <a:spcBef>
                <a:spcPts val="422"/>
              </a:spcBef>
              <a:buFont typeface="Arial" panose="020B0604020202020204" pitchFamily="34" charset="0"/>
              <a:buNone/>
              <a:defRPr sz="1900" b="1" spc="0">
                <a:solidFill>
                  <a:schemeClr val="tx2"/>
                </a:solidFill>
                <a:latin typeface="Roboto" panose="02000000000000000000" pitchFamily="2" charset="0"/>
                <a:ea typeface="Roboto" panose="02000000000000000000" pitchFamily="2" charset="0"/>
                <a:cs typeface="Roboto" panose="02000000000000000000" pitchFamily="2" charset="0"/>
              </a:defRPr>
            </a:lvl1pPr>
            <a:lvl2pPr marL="227710" indent="-77020" defTabSz="385767">
              <a:lnSpc>
                <a:spcPct val="90000"/>
              </a:lnSpc>
              <a:spcBef>
                <a:spcPts val="211"/>
              </a:spcBef>
              <a:buFont typeface="Arial" panose="020B0604020202020204" pitchFamily="34" charset="0"/>
              <a:buChar char="•"/>
              <a:defRPr sz="591">
                <a:solidFill>
                  <a:schemeClr val="tx2"/>
                </a:solidFill>
              </a:defRPr>
            </a:lvl2pPr>
            <a:lvl3pPr marL="379070" indent="-77689" defTabSz="385767">
              <a:lnSpc>
                <a:spcPct val="90000"/>
              </a:lnSpc>
              <a:spcBef>
                <a:spcPts val="211"/>
              </a:spcBef>
              <a:buFont typeface="Arial" panose="020B0604020202020204" pitchFamily="34" charset="0"/>
              <a:buChar char="•"/>
              <a:defRPr sz="506">
                <a:solidFill>
                  <a:schemeClr val="tx2"/>
                </a:solidFill>
              </a:defRPr>
            </a:lvl3pPr>
            <a:lvl4pPr marL="529761" indent="-77689" defTabSz="385767">
              <a:lnSpc>
                <a:spcPct val="90000"/>
              </a:lnSpc>
              <a:spcBef>
                <a:spcPts val="211"/>
              </a:spcBef>
              <a:buFont typeface="Arial" panose="020B0604020202020204" pitchFamily="34" charset="0"/>
              <a:buChar char="•"/>
              <a:defRPr sz="464">
                <a:solidFill>
                  <a:schemeClr val="tx2"/>
                </a:solidFill>
              </a:defRPr>
            </a:lvl4pPr>
            <a:lvl5pPr marL="680451" indent="-73671" defTabSz="385767">
              <a:lnSpc>
                <a:spcPct val="90000"/>
              </a:lnSpc>
              <a:spcBef>
                <a:spcPts val="211"/>
              </a:spcBef>
              <a:buFont typeface="Arial" panose="020B0604020202020204" pitchFamily="34" charset="0"/>
              <a:buChar char="•"/>
              <a:defRPr sz="464">
                <a:solidFill>
                  <a:schemeClr val="tx2"/>
                </a:solidFill>
              </a:defRPr>
            </a:lvl5pPr>
            <a:lvl6pPr marL="1060860" indent="-96442" defTabSz="385767">
              <a:lnSpc>
                <a:spcPct val="90000"/>
              </a:lnSpc>
              <a:spcBef>
                <a:spcPts val="211"/>
              </a:spcBef>
              <a:buFont typeface="Arial" panose="020B0604020202020204" pitchFamily="34" charset="0"/>
              <a:buChar char="•"/>
              <a:defRPr sz="760"/>
            </a:lvl6pPr>
            <a:lvl7pPr marL="1253744" indent="-96442" defTabSz="385767">
              <a:lnSpc>
                <a:spcPct val="90000"/>
              </a:lnSpc>
              <a:spcBef>
                <a:spcPts val="211"/>
              </a:spcBef>
              <a:buFont typeface="Arial" panose="020B0604020202020204" pitchFamily="34" charset="0"/>
              <a:buChar char="•"/>
              <a:defRPr sz="760"/>
            </a:lvl7pPr>
            <a:lvl8pPr marL="1446628" indent="-96442" defTabSz="385767">
              <a:lnSpc>
                <a:spcPct val="90000"/>
              </a:lnSpc>
              <a:spcBef>
                <a:spcPts val="211"/>
              </a:spcBef>
              <a:buFont typeface="Arial" panose="020B0604020202020204" pitchFamily="34" charset="0"/>
              <a:buChar char="•"/>
              <a:defRPr sz="760"/>
            </a:lvl8pPr>
            <a:lvl9pPr marL="1639511" indent="-96442" defTabSz="385767">
              <a:lnSpc>
                <a:spcPct val="90000"/>
              </a:lnSpc>
              <a:spcBef>
                <a:spcPts val="211"/>
              </a:spcBef>
              <a:buFont typeface="Arial" panose="020B0604020202020204" pitchFamily="34" charset="0"/>
              <a:buChar char="•"/>
              <a:defRPr sz="760"/>
            </a:lvl9pPr>
          </a:lstStyle>
          <a:p>
            <a:pPr lvl="0"/>
            <a:r>
              <a:rPr lang="en-US"/>
              <a:t>Disclaimer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cxnSp>
        <p:nvCxnSpPr>
          <p:cNvPr id="22" name="Straight Connector 21">
            <a:extLst>
              <a:ext uri="{FF2B5EF4-FFF2-40B4-BE49-F238E27FC236}">
                <a16:creationId xmlns:a16="http://schemas.microsoft.com/office/drawing/2014/main" id="{66D21A7D-7928-4237-874A-A5ECB267418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Espaço Reservado para Texto 6">
            <a:extLst>
              <a:ext uri="{FF2B5EF4-FFF2-40B4-BE49-F238E27FC236}">
                <a16:creationId xmlns:a16="http://schemas.microsoft.com/office/drawing/2014/main" id="{2B30E5FD-9051-4E1E-8485-CF615FEFF1FB}"/>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err="1"/>
          </a:p>
        </p:txBody>
      </p:sp>
      <p:sp>
        <p:nvSpPr>
          <p:cNvPr id="15" name="Date Placeholder 1">
            <a:extLst>
              <a:ext uri="{FF2B5EF4-FFF2-40B4-BE49-F238E27FC236}">
                <a16:creationId xmlns:a16="http://schemas.microsoft.com/office/drawing/2014/main" id="{CEDF22C0-1511-410D-B4C2-53B4E4FE64CB}"/>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1C7D211C-9CD6-424F-BF2F-87E5613BBD60}" type="datetime4">
              <a:rPr lang="en-US" smtClean="0"/>
              <a:t>September 28, 2026</a:t>
            </a:fld>
            <a:endParaRPr lang="en-US"/>
          </a:p>
        </p:txBody>
      </p:sp>
      <p:sp>
        <p:nvSpPr>
          <p:cNvPr id="2" name="TextBox 1">
            <a:extLst>
              <a:ext uri="{FF2B5EF4-FFF2-40B4-BE49-F238E27FC236}">
                <a16:creationId xmlns:a16="http://schemas.microsoft.com/office/drawing/2014/main" id="{52F95B42-1FBA-401A-8214-0A1239E090A4}"/>
              </a:ext>
            </a:extLst>
          </p:cNvPr>
          <p:cNvSpPr txBox="1"/>
          <p:nvPr userDrawn="1"/>
        </p:nvSpPr>
        <p:spPr>
          <a:xfrm>
            <a:off x="390153" y="1099025"/>
            <a:ext cx="6099546" cy="7652801"/>
          </a:xfrm>
          <a:prstGeom prst="rect">
            <a:avLst/>
          </a:prstGeom>
        </p:spPr>
        <p:txBody>
          <a:bodyPr lIns="0" tIns="0" rIns="0" bIns="0">
            <a:spAutoFit/>
          </a:bodyPr>
          <a:lstStyle>
            <a:lvl1pPr indent="0" defTabSz="385767">
              <a:lnSpc>
                <a:spcPct val="90000"/>
              </a:lnSpc>
              <a:spcBef>
                <a:spcPts val="422"/>
              </a:spcBef>
              <a:buFont typeface="Arial" panose="020B0604020202020204" pitchFamily="34" charset="0"/>
              <a:buNone/>
              <a:defRPr sz="730">
                <a:solidFill>
                  <a:schemeClr val="tx2"/>
                </a:solidFill>
              </a:defRPr>
            </a:lvl1pPr>
            <a:lvl2pPr marL="227710" indent="-77020" defTabSz="385767">
              <a:lnSpc>
                <a:spcPct val="90000"/>
              </a:lnSpc>
              <a:spcBef>
                <a:spcPts val="211"/>
              </a:spcBef>
              <a:buFont typeface="Arial" panose="020B0604020202020204" pitchFamily="34" charset="0"/>
              <a:buChar char="•"/>
              <a:defRPr sz="591">
                <a:solidFill>
                  <a:schemeClr val="tx2"/>
                </a:solidFill>
              </a:defRPr>
            </a:lvl2pPr>
            <a:lvl3pPr marL="379070" indent="-77689" defTabSz="385767">
              <a:lnSpc>
                <a:spcPct val="90000"/>
              </a:lnSpc>
              <a:spcBef>
                <a:spcPts val="211"/>
              </a:spcBef>
              <a:buFont typeface="Arial" panose="020B0604020202020204" pitchFamily="34" charset="0"/>
              <a:buChar char="•"/>
              <a:defRPr sz="506">
                <a:solidFill>
                  <a:schemeClr val="tx2"/>
                </a:solidFill>
              </a:defRPr>
            </a:lvl3pPr>
            <a:lvl4pPr marL="529761" indent="-77689" defTabSz="385767">
              <a:lnSpc>
                <a:spcPct val="90000"/>
              </a:lnSpc>
              <a:spcBef>
                <a:spcPts val="211"/>
              </a:spcBef>
              <a:buFont typeface="Arial" panose="020B0604020202020204" pitchFamily="34" charset="0"/>
              <a:buChar char="•"/>
              <a:defRPr sz="464">
                <a:solidFill>
                  <a:schemeClr val="tx2"/>
                </a:solidFill>
              </a:defRPr>
            </a:lvl4pPr>
            <a:lvl5pPr marL="680451" indent="-73671" defTabSz="385767">
              <a:lnSpc>
                <a:spcPct val="90000"/>
              </a:lnSpc>
              <a:spcBef>
                <a:spcPts val="211"/>
              </a:spcBef>
              <a:buFont typeface="Arial" panose="020B0604020202020204" pitchFamily="34" charset="0"/>
              <a:buChar char="•"/>
              <a:defRPr sz="464">
                <a:solidFill>
                  <a:schemeClr val="tx2"/>
                </a:solidFill>
              </a:defRPr>
            </a:lvl5pPr>
            <a:lvl6pPr marL="1060860" indent="-96442" defTabSz="385767">
              <a:lnSpc>
                <a:spcPct val="90000"/>
              </a:lnSpc>
              <a:spcBef>
                <a:spcPts val="211"/>
              </a:spcBef>
              <a:buFont typeface="Arial" panose="020B0604020202020204" pitchFamily="34" charset="0"/>
              <a:buChar char="•"/>
              <a:defRPr sz="760"/>
            </a:lvl6pPr>
            <a:lvl7pPr marL="1253744" indent="-96442" defTabSz="385767">
              <a:lnSpc>
                <a:spcPct val="90000"/>
              </a:lnSpc>
              <a:spcBef>
                <a:spcPts val="211"/>
              </a:spcBef>
              <a:buFont typeface="Arial" panose="020B0604020202020204" pitchFamily="34" charset="0"/>
              <a:buChar char="•"/>
              <a:defRPr sz="760"/>
            </a:lvl7pPr>
            <a:lvl8pPr marL="1446628" indent="-96442" defTabSz="385767">
              <a:lnSpc>
                <a:spcPct val="90000"/>
              </a:lnSpc>
              <a:spcBef>
                <a:spcPts val="211"/>
              </a:spcBef>
              <a:buFont typeface="Arial" panose="020B0604020202020204" pitchFamily="34" charset="0"/>
              <a:buChar char="•"/>
              <a:defRPr sz="760"/>
            </a:lvl8pPr>
            <a:lvl9pPr marL="1639511" indent="-96442" defTabSz="385767">
              <a:lnSpc>
                <a:spcPct val="90000"/>
              </a:lnSpc>
              <a:spcBef>
                <a:spcPts val="211"/>
              </a:spcBef>
              <a:buFont typeface="Arial" panose="020B0604020202020204" pitchFamily="34" charset="0"/>
              <a:buChar char="•"/>
              <a:defRPr sz="760"/>
            </a:lvl9pPr>
          </a:lstStyle>
          <a:p>
            <a:pPr lvl="0"/>
            <a:r>
              <a:rPr lang="en-US"/>
              <a:t>1) This report was prepared by XP Investimentos CCTVM S.A. ("XP Investimentos or XP") according to the requirements provided in CVM Resolution 20/2021 and aims to provide information that can help the investors make their own investment decisions, and does not constitute any kind of offer or purchase request and/or sale of any product. The information contained in this report is considered valid on the date of disclosure and has been obtained from public sources. XP Investimentos is not liable for any decisions made by the customer based on this report. 			</a:t>
            </a:r>
          </a:p>
          <a:p>
            <a:pPr lvl="0"/>
            <a:r>
              <a:rPr lang="en-US"/>
              <a:t>2) This report was prepared considering the product risk classification in order to generate allocation results for each investor profile. 			</a:t>
            </a:r>
          </a:p>
          <a:p>
            <a:pPr lvl="0"/>
            <a:r>
              <a:rPr lang="en-US"/>
              <a:t>3) The signatory of this report declare that the recommendations reflect solely and exclusively their personal analyses and opinions, which have been produced independently, including in relation to XP Investimentos and which are subject to modifications without notice due to changes in market conditions, and that their remuneration are indirectly affected by revenue from business and financial transactions carried out by XP Investimentos. </a:t>
            </a:r>
          </a:p>
          <a:p>
            <a:pPr lvl="0"/>
            <a:endParaRPr lang="en-US"/>
          </a:p>
          <a:p>
            <a:pPr lvl="0"/>
            <a:r>
              <a:rPr lang="en-US"/>
              <a:t>4) The analyst responsible for the content of this report and the compliance with CVM Resolution 20/2021 is indicated above, and, in the event of an indication of another analyst in the report, the person responsible will be the first accredited analyst to be mentioned in Report. 				</a:t>
            </a:r>
          </a:p>
          <a:p>
            <a:pPr lvl="0"/>
            <a:r>
              <a:rPr lang="en-US"/>
              <a:t>5) XP Investimentos’ analysts are obligated to comply with all the rules laid down in the APIMEC’s conduct code for the securities analyst and XP Investimentos’ analyst of securities conduct policy. </a:t>
            </a:r>
          </a:p>
          <a:p>
            <a:pPr lvl="0"/>
            <a:r>
              <a:rPr lang="en-US"/>
              <a:t>			</a:t>
            </a:r>
          </a:p>
          <a:p>
            <a:pPr lvl="0"/>
            <a:r>
              <a:rPr lang="en-US"/>
              <a:t>6) Customer service is carried out by XP Investimentos employees or by autonomous investment agents who perform their activities through XP, in accordance with CVM Resolution 16/2021, which are registered in the national association of brokers and distributors of securities (“ANCORD”). The autonomous agent of investment may not provide consulting, administration or management of customer net worth, and must act as an intermediary and request prior authorization from the client for the realization of any operation in the capital market. 	</a:t>
            </a:r>
          </a:p>
          <a:p>
            <a:pPr lvl="0"/>
            <a:r>
              <a:rPr lang="en-US"/>
              <a:t>			</a:t>
            </a:r>
          </a:p>
          <a:p>
            <a:pPr lvl="0"/>
            <a:r>
              <a:rPr lang="en-US"/>
              <a:t>7) The products presented in this report may not be suitable for all types of customer. Before making any decisions, customers should ensure that the products presented are suitable for their investor profile. This material does not suggest any change of portfolio, but only guidance on products suitable to a certain investor profile. 	</a:t>
            </a:r>
          </a:p>
          <a:p>
            <a:pPr lvl="0"/>
            <a:endParaRPr lang="en-US"/>
          </a:p>
          <a:p>
            <a:pPr lvl="0"/>
            <a:r>
              <a:rPr lang="en-US"/>
              <a:t>8) The profitability of financial products may present variations and their price or value may increase or decrease in a short period of time. Past performance is not necessarily indicative of future results. Performance disclosed is not net of any applicable taxes. The information present in this material is based on simulations and the actual results may be significantly different. 		</a:t>
            </a:r>
          </a:p>
          <a:p>
            <a:pPr lvl="0"/>
            <a:endParaRPr lang="en-US"/>
          </a:p>
          <a:p>
            <a:pPr lvl="0"/>
            <a:r>
              <a:rPr lang="en-US"/>
              <a:t>9) This report is intended exclusively for to the XP Investimentos’ network, including independent XP agents and XP customers, and may also be released on XP’s website. It is prohibited to reproduce or redistribute this report to any person, in whole or in part, whatever the purpose, without the prior express consent of XP Investimentos. 	</a:t>
            </a:r>
          </a:p>
          <a:p>
            <a:pPr lvl="0"/>
            <a:endParaRPr lang="en-US"/>
          </a:p>
          <a:p>
            <a:pPr lvl="0"/>
            <a:r>
              <a:rPr lang="en-US"/>
              <a:t>10) XP Investimentos’ ombudsman has the mission to serve as a contact channel whenever customers who do not feel satisfied with the solutions given by the company to their problems. The contact can be made via telephone 0800-722-3730  if you are in Brazil or via ombudsman form if you are in other localities: ttps://institucional.xpi.com.br/ouvidoria.aspx/. 		</a:t>
            </a:r>
          </a:p>
          <a:p>
            <a:pPr lvl="0"/>
            <a:endParaRPr lang="en-US"/>
          </a:p>
          <a:p>
            <a:pPr lvl="0"/>
            <a:r>
              <a:rPr lang="en-US"/>
              <a:t>11) The cost of the transactions billing policies are defined in the operational cost tables which are made available on XP Investimentos' website: www.xpi.com.br.		</a:t>
            </a:r>
          </a:p>
          <a:p>
            <a:pPr lvl="0"/>
            <a:endParaRPr lang="en-US"/>
          </a:p>
          <a:p>
            <a:pPr lvl="0"/>
            <a:r>
              <a:rPr lang="en-US"/>
              <a:t>12) XP Investimentos is exempt from any liability for any damages, direct or indirect, that come from the use of this report or its contents.</a:t>
            </a:r>
          </a:p>
          <a:p>
            <a:pPr lvl="0"/>
            <a:r>
              <a:rPr lang="en-US"/>
              <a:t> </a:t>
            </a:r>
          </a:p>
          <a:p>
            <a:pPr lvl="0"/>
            <a:r>
              <a:rPr lang="en-US"/>
              <a:t>13) Technical analysis and fundamental analysis follow different methodologies. Technical analysis is performed following concepts such as trends, support, resistance, candles, volume, and moving averages, amongst others. Fundamental analysis uses as information the results disseminated by the issuing companies and their projections. In this way, the opinions of fundamental analysts, who seek the best returns given the market conditions, the macroeconomic scenario and the specific events of the company and the sector, may differ from the opinions of technical analysts, which aim to Identify the most likely movements on asset prices, using "stops" limit possible losses. </a:t>
            </a:r>
          </a:p>
          <a:p>
            <a:pPr lvl="0"/>
            <a:r>
              <a:rPr lang="en-US"/>
              <a:t>		</a:t>
            </a:r>
          </a:p>
          <a:p>
            <a:pPr lvl="0"/>
            <a:r>
              <a:rPr lang="en-US"/>
              <a:t>14) For the purpose of verifying the suitability of the investor's profile to the investment services and products offered by XP Investimentos, we use the methodology of suitability of products by portfolio, in accordance with the ANBIMA Suitability Rules and Procedures  01 and the ANBIMA Regulation Code for Investment Product Distribution Practices. This methodology consists of assigning a maximum risk score for each investor profile (conservative, moderate and aggressive), as well as a risk score for each of the products offered by XP Investimentos, so that all clients can have access to all the products, as long as they are within the amounts and limits of the risk score defined for their profile. Before applying to the products and/or contracting the services that are the subject of this material, it is important to verify that the current risk score supports the application in the products and/or the contracting of the services in question, as well as if there are volume limitations, concentration and/or amount for the desired application. You can consult this information directly at the time of transmission of your order, or by consulting the general risk of your portfolio on the portfolio screen (Risk View). If your current risk score does not support the intended application/contracting, or if there are limitations in relation to the amount and/or financial volume for said application/contracting, this means that, based on the current composition of your portfolio, this application is not suitable for your profile. In case of doubts about the process of adapting the products offered by XP Investimentos to your investor profile, consult the FAQ. The recommended duration of the investment is short-term and the client's assets are not guaranteed in this type of product. Market conditions, climate change and the macroeconomic scenario may affect investment performance.</a:t>
            </a:r>
          </a:p>
          <a:p>
            <a:pPr lvl="0"/>
            <a:r>
              <a:rPr lang="en-US"/>
              <a:t>		</a:t>
            </a:r>
          </a:p>
          <a:p>
            <a:pPr lvl="0"/>
            <a:r>
              <a:rPr lang="en-US"/>
              <a:t>15)  This institution is adhering CVM Resolution 16/21.	</a:t>
            </a:r>
          </a:p>
        </p:txBody>
      </p:sp>
    </p:spTree>
    <p:extLst>
      <p:ext uri="{BB962C8B-B14F-4D97-AF65-F5344CB8AC3E}">
        <p14:creationId xmlns:p14="http://schemas.microsoft.com/office/powerpoint/2010/main" val="2872115115"/>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Fechamento">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5" name="Rectangle 24">
            <a:extLst>
              <a:ext uri="{FF2B5EF4-FFF2-40B4-BE49-F238E27FC236}">
                <a16:creationId xmlns:a16="http://schemas.microsoft.com/office/drawing/2014/main" id="{09CD1B14-21A0-4905-A3FF-6A46EBDF6BCD}"/>
              </a:ext>
            </a:extLst>
          </p:cNvPr>
          <p:cNvSpPr/>
          <p:nvPr userDrawn="1"/>
        </p:nvSpPr>
        <p:spPr>
          <a:xfrm>
            <a:off x="0" y="0"/>
            <a:ext cx="6858000" cy="9906000"/>
          </a:xfrm>
          <a:prstGeom prst="rect">
            <a:avLst/>
          </a:prstGeom>
          <a:solidFill>
            <a:srgbClr val="1819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26" name="Picture 25" descr="A picture containing dark, night sky&#10;&#10;Description automatically generated">
            <a:extLst>
              <a:ext uri="{FF2B5EF4-FFF2-40B4-BE49-F238E27FC236}">
                <a16:creationId xmlns:a16="http://schemas.microsoft.com/office/drawing/2014/main" id="{A879A646-97B6-4998-8A89-2BAA11919B9D}"/>
              </a:ext>
            </a:extLst>
          </p:cNvPr>
          <p:cNvPicPr>
            <a:picLocks noChangeAspect="1"/>
          </p:cNvPicPr>
          <p:nvPr userDrawn="1"/>
        </p:nvPicPr>
        <p:blipFill rotWithShape="1">
          <a:blip r:embed="rId3">
            <a:alphaModFix amt="81000"/>
          </a:blip>
          <a:srcRect l="1783" t="114" r="50667" b="1655"/>
          <a:stretch/>
        </p:blipFill>
        <p:spPr>
          <a:xfrm>
            <a:off x="0" y="0"/>
            <a:ext cx="6858000" cy="9906000"/>
          </a:xfrm>
          <a:prstGeom prst="rect">
            <a:avLst/>
          </a:prstGeom>
        </p:spPr>
      </p:pic>
      <p:grpSp>
        <p:nvGrpSpPr>
          <p:cNvPr id="37" name="Group 36">
            <a:extLst>
              <a:ext uri="{FF2B5EF4-FFF2-40B4-BE49-F238E27FC236}">
                <a16:creationId xmlns:a16="http://schemas.microsoft.com/office/drawing/2014/main" id="{B7CE084B-3CD6-493B-AA0A-FC3B928DD6B4}"/>
              </a:ext>
            </a:extLst>
          </p:cNvPr>
          <p:cNvGrpSpPr/>
          <p:nvPr userDrawn="1"/>
        </p:nvGrpSpPr>
        <p:grpSpPr>
          <a:xfrm>
            <a:off x="-438" y="6168571"/>
            <a:ext cx="6858438" cy="3737429"/>
            <a:chOff x="0" y="-3773484"/>
            <a:chExt cx="18085267" cy="9855364"/>
          </a:xfrm>
        </p:grpSpPr>
        <p:cxnSp>
          <p:nvCxnSpPr>
            <p:cNvPr id="38" name="Straight Connector 37">
              <a:extLst>
                <a:ext uri="{FF2B5EF4-FFF2-40B4-BE49-F238E27FC236}">
                  <a16:creationId xmlns:a16="http://schemas.microsoft.com/office/drawing/2014/main" id="{31AB2E40-F9FD-42C3-9517-2D4CAEFC6A49}"/>
                </a:ext>
              </a:extLst>
            </p:cNvPr>
            <p:cNvCxnSpPr>
              <a:cxnSpLocks/>
            </p:cNvCxnSpPr>
            <p:nvPr userDrawn="1"/>
          </p:nvCxnSpPr>
          <p:spPr>
            <a:xfrm flipV="1">
              <a:off x="0" y="2914763"/>
              <a:ext cx="18085267" cy="0"/>
            </a:xfrm>
            <a:prstGeom prst="line">
              <a:avLst/>
            </a:prstGeom>
            <a:ln w="12700" cap="rnd">
              <a:solidFill>
                <a:schemeClr val="bg1"/>
              </a:solidFill>
              <a:roun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194F34E-5B13-40DE-A8F8-15955077D952}"/>
                </a:ext>
              </a:extLst>
            </p:cNvPr>
            <p:cNvCxnSpPr>
              <a:cxnSpLocks/>
            </p:cNvCxnSpPr>
            <p:nvPr userDrawn="1"/>
          </p:nvCxnSpPr>
          <p:spPr>
            <a:xfrm flipV="1">
              <a:off x="9327868" y="-3773484"/>
              <a:ext cx="8717924" cy="9855364"/>
            </a:xfrm>
            <a:prstGeom prst="line">
              <a:avLst/>
            </a:prstGeom>
            <a:ln w="12700" cap="rnd">
              <a:solidFill>
                <a:schemeClr val="bg1"/>
              </a:solidFill>
              <a:round/>
            </a:ln>
          </p:spPr>
          <p:style>
            <a:lnRef idx="1">
              <a:schemeClr val="accent1"/>
            </a:lnRef>
            <a:fillRef idx="0">
              <a:schemeClr val="accent1"/>
            </a:fillRef>
            <a:effectRef idx="0">
              <a:schemeClr val="accent1"/>
            </a:effectRef>
            <a:fontRef idx="minor">
              <a:schemeClr val="tx1"/>
            </a:fontRef>
          </p:style>
        </p:cxnSp>
      </p:grpSp>
      <p:pic>
        <p:nvPicPr>
          <p:cNvPr id="40" name="Graphic 39">
            <a:extLst>
              <a:ext uri="{FF2B5EF4-FFF2-40B4-BE49-F238E27FC236}">
                <a16:creationId xmlns:a16="http://schemas.microsoft.com/office/drawing/2014/main" id="{DCB009AC-E0A4-48A2-8D2A-AE84DA4D0C94}"/>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5565203" y="9198690"/>
            <a:ext cx="924497" cy="213562"/>
          </a:xfrm>
          <a:prstGeom prst="rect">
            <a:avLst/>
          </a:prstGeom>
        </p:spPr>
      </p:pic>
      <p:grpSp>
        <p:nvGrpSpPr>
          <p:cNvPr id="50" name="Group 49">
            <a:extLst>
              <a:ext uri="{FF2B5EF4-FFF2-40B4-BE49-F238E27FC236}">
                <a16:creationId xmlns:a16="http://schemas.microsoft.com/office/drawing/2014/main" id="{AE2F80D2-D401-47D5-BDE2-DC6D12066D2C}"/>
              </a:ext>
            </a:extLst>
          </p:cNvPr>
          <p:cNvGrpSpPr/>
          <p:nvPr userDrawn="1"/>
        </p:nvGrpSpPr>
        <p:grpSpPr>
          <a:xfrm>
            <a:off x="2684238" y="4747691"/>
            <a:ext cx="1489524" cy="410618"/>
            <a:chOff x="2700591" y="2522601"/>
            <a:chExt cx="6428993" cy="1772284"/>
          </a:xfrm>
          <a:solidFill>
            <a:schemeClr val="bg1"/>
          </a:solidFill>
        </p:grpSpPr>
        <p:sp>
          <p:nvSpPr>
            <p:cNvPr id="51" name="Freeform: Shape 50">
              <a:extLst>
                <a:ext uri="{FF2B5EF4-FFF2-40B4-BE49-F238E27FC236}">
                  <a16:creationId xmlns:a16="http://schemas.microsoft.com/office/drawing/2014/main" id="{4B5EB41B-6E79-481E-A6C7-0CE249B9C220}"/>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52" name="Graphic 20">
              <a:extLst>
                <a:ext uri="{FF2B5EF4-FFF2-40B4-BE49-F238E27FC236}">
                  <a16:creationId xmlns:a16="http://schemas.microsoft.com/office/drawing/2014/main" id="{A6F5F2BF-1CBD-48DA-83E4-900C9F654F42}"/>
                </a:ext>
              </a:extLst>
            </p:cNvPr>
            <p:cNvGrpSpPr/>
            <p:nvPr/>
          </p:nvGrpSpPr>
          <p:grpSpPr>
            <a:xfrm>
              <a:off x="5034660" y="3339528"/>
              <a:ext cx="4094924" cy="747077"/>
              <a:chOff x="5034660" y="3339528"/>
              <a:chExt cx="4094924" cy="747077"/>
            </a:xfrm>
            <a:grpFill/>
          </p:grpSpPr>
          <p:sp>
            <p:nvSpPr>
              <p:cNvPr id="54" name="Freeform: Shape 53">
                <a:extLst>
                  <a:ext uri="{FF2B5EF4-FFF2-40B4-BE49-F238E27FC236}">
                    <a16:creationId xmlns:a16="http://schemas.microsoft.com/office/drawing/2014/main" id="{F920B4FD-CF67-4AC3-ACC8-8AE9EED3B08A}"/>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9E5C3886-4D19-464F-B7AC-950F1E46F85F}"/>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3BFBC377-5A48-41C6-B03C-9149828E8A7C}"/>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B88D6791-E280-4A9B-B6F6-189BF7C4BF98}"/>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D846E24C-F514-42EF-8579-AF8CE6A376A7}"/>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767EAC76-4221-4D48-A548-1D3F7EF8A4ED}"/>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28455B7D-9D95-4D0E-8503-2F81C7680372}"/>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DF480758-BB1D-4122-964B-6CD9563D3404}"/>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3806242404"/>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18" Type="http://schemas.openxmlformats.org/officeDocument/2006/relationships/slideLayout" Target="../slideLayouts/slideLayout35.xml"/><Relationship Id="rId26" Type="http://schemas.openxmlformats.org/officeDocument/2006/relationships/slideLayout" Target="../slideLayouts/slideLayout43.xml"/><Relationship Id="rId3" Type="http://schemas.openxmlformats.org/officeDocument/2006/relationships/slideLayout" Target="../slideLayouts/slideLayout20.xml"/><Relationship Id="rId21" Type="http://schemas.openxmlformats.org/officeDocument/2006/relationships/slideLayout" Target="../slideLayouts/slideLayout38.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slideLayout" Target="../slideLayouts/slideLayout34.xml"/><Relationship Id="rId25" Type="http://schemas.openxmlformats.org/officeDocument/2006/relationships/slideLayout" Target="../slideLayouts/slideLayout42.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20" Type="http://schemas.openxmlformats.org/officeDocument/2006/relationships/slideLayout" Target="../slideLayouts/slideLayout37.xml"/><Relationship Id="rId29" Type="http://schemas.openxmlformats.org/officeDocument/2006/relationships/slideLayout" Target="../slideLayouts/slideLayout46.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24" Type="http://schemas.openxmlformats.org/officeDocument/2006/relationships/slideLayout" Target="../slideLayouts/slideLayout41.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23" Type="http://schemas.openxmlformats.org/officeDocument/2006/relationships/slideLayout" Target="../slideLayouts/slideLayout40.xml"/><Relationship Id="rId28" Type="http://schemas.openxmlformats.org/officeDocument/2006/relationships/slideLayout" Target="../slideLayouts/slideLayout45.xml"/><Relationship Id="rId10" Type="http://schemas.openxmlformats.org/officeDocument/2006/relationships/slideLayout" Target="../slideLayouts/slideLayout27.xml"/><Relationship Id="rId19" Type="http://schemas.openxmlformats.org/officeDocument/2006/relationships/slideLayout" Target="../slideLayouts/slideLayout36.xml"/><Relationship Id="rId31" Type="http://schemas.openxmlformats.org/officeDocument/2006/relationships/theme" Target="../theme/theme2.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 Id="rId22" Type="http://schemas.openxmlformats.org/officeDocument/2006/relationships/slideLayout" Target="../slideLayouts/slideLayout39.xml"/><Relationship Id="rId27" Type="http://schemas.openxmlformats.org/officeDocument/2006/relationships/slideLayout" Target="../slideLayouts/slideLayout44.xml"/><Relationship Id="rId30" Type="http://schemas.openxmlformats.org/officeDocument/2006/relationships/slideLayout" Target="../slideLayouts/slideLayout4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55.xml"/><Relationship Id="rId13" Type="http://schemas.openxmlformats.org/officeDocument/2006/relationships/slideLayout" Target="../slideLayouts/slideLayout60.xml"/><Relationship Id="rId18" Type="http://schemas.openxmlformats.org/officeDocument/2006/relationships/slideLayout" Target="../slideLayouts/slideLayout65.xml"/><Relationship Id="rId3" Type="http://schemas.openxmlformats.org/officeDocument/2006/relationships/slideLayout" Target="../slideLayouts/slideLayout50.xml"/><Relationship Id="rId21" Type="http://schemas.openxmlformats.org/officeDocument/2006/relationships/theme" Target="../theme/theme3.xml"/><Relationship Id="rId7" Type="http://schemas.openxmlformats.org/officeDocument/2006/relationships/slideLayout" Target="../slideLayouts/slideLayout54.xml"/><Relationship Id="rId12" Type="http://schemas.openxmlformats.org/officeDocument/2006/relationships/slideLayout" Target="../slideLayouts/slideLayout59.xml"/><Relationship Id="rId17" Type="http://schemas.openxmlformats.org/officeDocument/2006/relationships/slideLayout" Target="../slideLayouts/slideLayout64.xml"/><Relationship Id="rId2" Type="http://schemas.openxmlformats.org/officeDocument/2006/relationships/slideLayout" Target="../slideLayouts/slideLayout49.xml"/><Relationship Id="rId16" Type="http://schemas.openxmlformats.org/officeDocument/2006/relationships/slideLayout" Target="../slideLayouts/slideLayout63.xml"/><Relationship Id="rId20" Type="http://schemas.openxmlformats.org/officeDocument/2006/relationships/slideLayout" Target="../slideLayouts/slideLayout67.xml"/><Relationship Id="rId1" Type="http://schemas.openxmlformats.org/officeDocument/2006/relationships/slideLayout" Target="../slideLayouts/slideLayout48.xml"/><Relationship Id="rId6" Type="http://schemas.openxmlformats.org/officeDocument/2006/relationships/slideLayout" Target="../slideLayouts/slideLayout53.xml"/><Relationship Id="rId11" Type="http://schemas.openxmlformats.org/officeDocument/2006/relationships/slideLayout" Target="../slideLayouts/slideLayout58.xml"/><Relationship Id="rId5" Type="http://schemas.openxmlformats.org/officeDocument/2006/relationships/slideLayout" Target="../slideLayouts/slideLayout52.xml"/><Relationship Id="rId15" Type="http://schemas.openxmlformats.org/officeDocument/2006/relationships/slideLayout" Target="../slideLayouts/slideLayout62.xml"/><Relationship Id="rId10" Type="http://schemas.openxmlformats.org/officeDocument/2006/relationships/slideLayout" Target="../slideLayouts/slideLayout57.xml"/><Relationship Id="rId19" Type="http://schemas.openxmlformats.org/officeDocument/2006/relationships/slideLayout" Target="../slideLayouts/slideLayout66.xml"/><Relationship Id="rId4" Type="http://schemas.openxmlformats.org/officeDocument/2006/relationships/slideLayout" Target="../slideLayouts/slideLayout51.xml"/><Relationship Id="rId9" Type="http://schemas.openxmlformats.org/officeDocument/2006/relationships/slideLayout" Target="../slideLayouts/slideLayout56.xml"/><Relationship Id="rId14" Type="http://schemas.openxmlformats.org/officeDocument/2006/relationships/slideLayout" Target="../slideLayouts/slideLayout6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75.xml"/><Relationship Id="rId13" Type="http://schemas.openxmlformats.org/officeDocument/2006/relationships/slideLayout" Target="../slideLayouts/slideLayout80.xml"/><Relationship Id="rId18" Type="http://schemas.openxmlformats.org/officeDocument/2006/relationships/theme" Target="../theme/theme4.xml"/><Relationship Id="rId3" Type="http://schemas.openxmlformats.org/officeDocument/2006/relationships/slideLayout" Target="../slideLayouts/slideLayout70.xml"/><Relationship Id="rId7" Type="http://schemas.openxmlformats.org/officeDocument/2006/relationships/slideLayout" Target="../slideLayouts/slideLayout74.xml"/><Relationship Id="rId12" Type="http://schemas.openxmlformats.org/officeDocument/2006/relationships/slideLayout" Target="../slideLayouts/slideLayout79.xml"/><Relationship Id="rId17" Type="http://schemas.openxmlformats.org/officeDocument/2006/relationships/slideLayout" Target="../slideLayouts/slideLayout84.xml"/><Relationship Id="rId2" Type="http://schemas.openxmlformats.org/officeDocument/2006/relationships/slideLayout" Target="../slideLayouts/slideLayout69.xml"/><Relationship Id="rId16" Type="http://schemas.openxmlformats.org/officeDocument/2006/relationships/slideLayout" Target="../slideLayouts/slideLayout83.xml"/><Relationship Id="rId1" Type="http://schemas.openxmlformats.org/officeDocument/2006/relationships/slideLayout" Target="../slideLayouts/slideLayout68.xml"/><Relationship Id="rId6" Type="http://schemas.openxmlformats.org/officeDocument/2006/relationships/slideLayout" Target="../slideLayouts/slideLayout73.xml"/><Relationship Id="rId11" Type="http://schemas.openxmlformats.org/officeDocument/2006/relationships/slideLayout" Target="../slideLayouts/slideLayout78.xml"/><Relationship Id="rId5" Type="http://schemas.openxmlformats.org/officeDocument/2006/relationships/slideLayout" Target="../slideLayouts/slideLayout72.xml"/><Relationship Id="rId15" Type="http://schemas.openxmlformats.org/officeDocument/2006/relationships/slideLayout" Target="../slideLayouts/slideLayout82.xml"/><Relationship Id="rId10" Type="http://schemas.openxmlformats.org/officeDocument/2006/relationships/slideLayout" Target="../slideLayouts/slideLayout77.xml"/><Relationship Id="rId4" Type="http://schemas.openxmlformats.org/officeDocument/2006/relationships/slideLayout" Target="../slideLayouts/slideLayout71.xml"/><Relationship Id="rId9" Type="http://schemas.openxmlformats.org/officeDocument/2006/relationships/slideLayout" Target="../slideLayouts/slideLayout76.xml"/><Relationship Id="rId14" Type="http://schemas.openxmlformats.org/officeDocument/2006/relationships/slideLayout" Target="../slideLayouts/slideLayout8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8" name="CaixaDeTexto 9">
            <a:extLst>
              <a:ext uri="{FF2B5EF4-FFF2-40B4-BE49-F238E27FC236}">
                <a16:creationId xmlns:a16="http://schemas.microsoft.com/office/drawing/2014/main" id="{18A5BD12-2FE7-4134-9F20-C06CEFC520B9}"/>
              </a:ext>
            </a:extLst>
          </p:cNvPr>
          <p:cNvSpPr txBox="1"/>
          <p:nvPr userDrawn="1"/>
        </p:nvSpPr>
        <p:spPr>
          <a:xfrm>
            <a:off x="6328029" y="9584374"/>
            <a:ext cx="148017" cy="127755"/>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tx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cxnSp>
        <p:nvCxnSpPr>
          <p:cNvPr id="29" name="Conector Reto 170">
            <a:extLst>
              <a:ext uri="{FF2B5EF4-FFF2-40B4-BE49-F238E27FC236}">
                <a16:creationId xmlns:a16="http://schemas.microsoft.com/office/drawing/2014/main" id="{13EB86D2-DA6B-4C90-A239-E798C20F79BB}"/>
              </a:ext>
            </a:extLst>
          </p:cNvPr>
          <p:cNvCxnSpPr>
            <a:cxnSpLocks/>
          </p:cNvCxnSpPr>
          <p:nvPr userDrawn="1"/>
        </p:nvCxnSpPr>
        <p:spPr>
          <a:xfrm flipV="1">
            <a:off x="969232" y="9547232"/>
            <a:ext cx="0" cy="202038"/>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BCC28C3B-7362-43B7-A421-CE293A4A6219}"/>
              </a:ext>
            </a:extLst>
          </p:cNvPr>
          <p:cNvGrpSpPr/>
          <p:nvPr userDrawn="1"/>
        </p:nvGrpSpPr>
        <p:grpSpPr>
          <a:xfrm>
            <a:off x="368299" y="9572683"/>
            <a:ext cx="548254" cy="151137"/>
            <a:chOff x="2700591" y="2522601"/>
            <a:chExt cx="6428993" cy="1772284"/>
          </a:xfrm>
          <a:solidFill>
            <a:schemeClr val="accent6"/>
          </a:solidFill>
        </p:grpSpPr>
        <p:sp>
          <p:nvSpPr>
            <p:cNvPr id="31" name="Freeform: Shape 30">
              <a:extLst>
                <a:ext uri="{FF2B5EF4-FFF2-40B4-BE49-F238E27FC236}">
                  <a16:creationId xmlns:a16="http://schemas.microsoft.com/office/drawing/2014/main" id="{389CC8BC-1F00-4BDC-A289-8142D2D94754}"/>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32" name="Graphic 20">
              <a:extLst>
                <a:ext uri="{FF2B5EF4-FFF2-40B4-BE49-F238E27FC236}">
                  <a16:creationId xmlns:a16="http://schemas.microsoft.com/office/drawing/2014/main" id="{508F0147-3843-468C-B598-6A74C455F73B}"/>
                </a:ext>
              </a:extLst>
            </p:cNvPr>
            <p:cNvGrpSpPr/>
            <p:nvPr/>
          </p:nvGrpSpPr>
          <p:grpSpPr>
            <a:xfrm>
              <a:off x="5034660" y="3339528"/>
              <a:ext cx="4094924" cy="747077"/>
              <a:chOff x="5034660" y="3339528"/>
              <a:chExt cx="4094924" cy="747077"/>
            </a:xfrm>
            <a:grpFill/>
          </p:grpSpPr>
          <p:sp>
            <p:nvSpPr>
              <p:cNvPr id="33" name="Freeform: Shape 32">
                <a:extLst>
                  <a:ext uri="{FF2B5EF4-FFF2-40B4-BE49-F238E27FC236}">
                    <a16:creationId xmlns:a16="http://schemas.microsoft.com/office/drawing/2014/main" id="{D59EF09C-1E4A-4CE4-8368-67623148D05D}"/>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36604BEF-52FB-4611-B5BC-2E4C7A1B4DCE}"/>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348F6015-ACDE-4252-9209-5B93E242751A}"/>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7BE555BE-D9A2-44BD-A617-B521D61BBAB6}"/>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14F2E831-B08D-4D1E-A156-528654CD99C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EF483E7C-8FFD-4291-ACD5-5C68DEB74825}"/>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4993F408-ED5F-4840-B119-130BB9018551}"/>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5511F965-E58A-4FB1-902B-6A64436A7F3D}"/>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
        <p:nvSpPr>
          <p:cNvPr id="2" name="Date Placeholder 1">
            <a:extLst>
              <a:ext uri="{FF2B5EF4-FFF2-40B4-BE49-F238E27FC236}">
                <a16:creationId xmlns:a16="http://schemas.microsoft.com/office/drawing/2014/main" id="{7161E563-1BF6-4EB7-B7A2-FD52458467FC}"/>
              </a:ext>
            </a:extLst>
          </p:cNvPr>
          <p:cNvSpPr>
            <a:spLocks noGrp="1"/>
          </p:cNvSpPr>
          <p:nvPr>
            <p:ph type="dt" sz="half" idx="2"/>
          </p:nvPr>
        </p:nvSpPr>
        <p:spPr>
          <a:xfrm>
            <a:off x="4946650" y="438763"/>
            <a:ext cx="1543050" cy="184666"/>
          </a:xfrm>
          <a:prstGeom prst="rect">
            <a:avLst/>
          </a:prstGeom>
        </p:spPr>
        <p:txBody>
          <a:bodyPr vert="horz"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7A5A7768-D830-4BCC-A70A-3600D292FE47}" type="datetime4">
              <a:rPr lang="en-US" smtClean="0"/>
              <a:t>September 28, 2026</a:t>
            </a:fld>
            <a:endParaRPr lang="en-US"/>
          </a:p>
        </p:txBody>
      </p:sp>
      <p:grpSp>
        <p:nvGrpSpPr>
          <p:cNvPr id="3" name="Group 2">
            <a:extLst>
              <a:ext uri="{FF2B5EF4-FFF2-40B4-BE49-F238E27FC236}">
                <a16:creationId xmlns:a16="http://schemas.microsoft.com/office/drawing/2014/main" id="{B20580D1-0CE3-4279-A937-2D00BB298C37}"/>
              </a:ext>
            </a:extLst>
          </p:cNvPr>
          <p:cNvGrpSpPr/>
          <p:nvPr userDrawn="1"/>
        </p:nvGrpSpPr>
        <p:grpSpPr>
          <a:xfrm>
            <a:off x="-954966" y="0"/>
            <a:ext cx="850185" cy="1861222"/>
            <a:chOff x="-954966" y="304355"/>
            <a:chExt cx="850185" cy="1861222"/>
          </a:xfrm>
        </p:grpSpPr>
        <p:sp>
          <p:nvSpPr>
            <p:cNvPr id="16" name="Retângulo 13">
              <a:extLst>
                <a:ext uri="{FF2B5EF4-FFF2-40B4-BE49-F238E27FC236}">
                  <a16:creationId xmlns:a16="http://schemas.microsoft.com/office/drawing/2014/main" id="{C692A16D-2AAD-47A9-B615-EDBFCACA6C08}"/>
                </a:ext>
              </a:extLst>
            </p:cNvPr>
            <p:cNvSpPr/>
            <p:nvPr userDrawn="1"/>
          </p:nvSpPr>
          <p:spPr>
            <a:xfrm>
              <a:off x="-954966" y="1885648"/>
              <a:ext cx="850185" cy="27992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0 0 0 </a:t>
              </a:r>
            </a:p>
          </p:txBody>
        </p:sp>
        <p:sp>
          <p:nvSpPr>
            <p:cNvPr id="17" name="Retângulo 14">
              <a:extLst>
                <a:ext uri="{FF2B5EF4-FFF2-40B4-BE49-F238E27FC236}">
                  <a16:creationId xmlns:a16="http://schemas.microsoft.com/office/drawing/2014/main" id="{49E9D0E6-FB77-489C-A3FC-111D665AA2C8}"/>
                </a:ext>
              </a:extLst>
            </p:cNvPr>
            <p:cNvSpPr/>
            <p:nvPr userDrawn="1"/>
          </p:nvSpPr>
          <p:spPr>
            <a:xfrm>
              <a:off x="-954966" y="936873"/>
              <a:ext cx="850185" cy="27992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142 179 223</a:t>
              </a:r>
            </a:p>
          </p:txBody>
        </p:sp>
        <p:sp>
          <p:nvSpPr>
            <p:cNvPr id="18" name="Retângulo 16">
              <a:extLst>
                <a:ext uri="{FF2B5EF4-FFF2-40B4-BE49-F238E27FC236}">
                  <a16:creationId xmlns:a16="http://schemas.microsoft.com/office/drawing/2014/main" id="{B7EB5F79-8CC5-4BFC-85F8-8563F8529CEA}"/>
                </a:ext>
              </a:extLst>
            </p:cNvPr>
            <p:cNvSpPr/>
            <p:nvPr userDrawn="1"/>
          </p:nvSpPr>
          <p:spPr>
            <a:xfrm>
              <a:off x="-954966" y="1253132"/>
              <a:ext cx="850185" cy="27992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112 121 113</a:t>
              </a:r>
            </a:p>
          </p:txBody>
        </p:sp>
        <p:sp>
          <p:nvSpPr>
            <p:cNvPr id="19" name="Retângulo 18">
              <a:extLst>
                <a:ext uri="{FF2B5EF4-FFF2-40B4-BE49-F238E27FC236}">
                  <a16:creationId xmlns:a16="http://schemas.microsoft.com/office/drawing/2014/main" id="{7F299EE3-683B-4854-B420-0E3181CD77C3}"/>
                </a:ext>
              </a:extLst>
            </p:cNvPr>
            <p:cNvSpPr/>
            <p:nvPr userDrawn="1"/>
          </p:nvSpPr>
          <p:spPr>
            <a:xfrm>
              <a:off x="-954966" y="304355"/>
              <a:ext cx="850185" cy="27992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31 47 68</a:t>
              </a:r>
            </a:p>
          </p:txBody>
        </p:sp>
        <p:sp>
          <p:nvSpPr>
            <p:cNvPr id="20" name="Retângulo 19">
              <a:extLst>
                <a:ext uri="{FF2B5EF4-FFF2-40B4-BE49-F238E27FC236}">
                  <a16:creationId xmlns:a16="http://schemas.microsoft.com/office/drawing/2014/main" id="{1CB3CBF4-519F-4A89-A6BC-0F096BF55948}"/>
                </a:ext>
              </a:extLst>
            </p:cNvPr>
            <p:cNvSpPr/>
            <p:nvPr userDrawn="1"/>
          </p:nvSpPr>
          <p:spPr>
            <a:xfrm>
              <a:off x="-954966" y="620614"/>
              <a:ext cx="850185" cy="2799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249 193 19</a:t>
              </a:r>
            </a:p>
          </p:txBody>
        </p:sp>
        <p:sp>
          <p:nvSpPr>
            <p:cNvPr id="21" name="Retângulo 25">
              <a:extLst>
                <a:ext uri="{FF2B5EF4-FFF2-40B4-BE49-F238E27FC236}">
                  <a16:creationId xmlns:a16="http://schemas.microsoft.com/office/drawing/2014/main" id="{AE442D1B-B28F-4A51-B152-6F302C379142}"/>
                </a:ext>
              </a:extLst>
            </p:cNvPr>
            <p:cNvSpPr/>
            <p:nvPr userDrawn="1"/>
          </p:nvSpPr>
          <p:spPr>
            <a:xfrm>
              <a:off x="-954966" y="1569391"/>
              <a:ext cx="850185" cy="27992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73 72 73</a:t>
              </a:r>
            </a:p>
          </p:txBody>
        </p:sp>
      </p:grpSp>
      <p:sp>
        <p:nvSpPr>
          <p:cNvPr id="23" name="Espaço Reservado para Texto 6">
            <a:extLst>
              <a:ext uri="{FF2B5EF4-FFF2-40B4-BE49-F238E27FC236}">
                <a16:creationId xmlns:a16="http://schemas.microsoft.com/office/drawing/2014/main" id="{6CF3791F-62F2-4029-A8F8-4CB526805BC9}"/>
              </a:ext>
            </a:extLst>
          </p:cNvPr>
          <p:cNvSpPr txBox="1">
            <a:spLocks/>
          </p:cNvSpPr>
          <p:nvPr userDrawn="1"/>
        </p:nvSpPr>
        <p:spPr>
          <a:xfrm>
            <a:off x="390154" y="438763"/>
            <a:ext cx="3146796" cy="215860"/>
          </a:xfrm>
          <a:prstGeom prst="rect">
            <a:avLst/>
          </a:prstGeom>
        </p:spPr>
        <p:txBody>
          <a:bodyPr vert="horz" lIns="0" tIns="0" rIns="0" bIns="0" rtlCol="0" anchor="t">
            <a:noAutofit/>
          </a:bodyPr>
          <a:lstStyle>
            <a:lvl1pPr marL="0" indent="0" algn="l" defTabSz="385767" rtl="0" eaLnBrk="1" latinLnBrk="0" hangingPunct="1">
              <a:lnSpc>
                <a:spcPct val="90000"/>
              </a:lnSpc>
              <a:spcBef>
                <a:spcPts val="422"/>
              </a:spcBef>
              <a:buFont typeface="Arial" panose="020B0604020202020204" pitchFamily="34" charset="0"/>
              <a:buNone/>
              <a:defRPr lang="pt-BR" sz="1200" b="0" kern="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a:t>Equity Research - Strategy</a:t>
            </a:r>
          </a:p>
        </p:txBody>
      </p:sp>
    </p:spTree>
    <p:extLst>
      <p:ext uri="{BB962C8B-B14F-4D97-AF65-F5344CB8AC3E}">
        <p14:creationId xmlns:p14="http://schemas.microsoft.com/office/powerpoint/2010/main" val="3552666448"/>
      </p:ext>
    </p:extLst>
  </p:cSld>
  <p:clrMap bg1="lt1" tx1="dk1" bg2="lt2" tx2="dk2" accent1="accent1" accent2="accent2" accent3="accent3" accent4="accent4" accent5="accent5" accent6="accent6" hlink="hlink" folHlink="folHlink"/>
  <p:sldLayoutIdLst>
    <p:sldLayoutId id="2147483676" r:id="rId1"/>
    <p:sldLayoutId id="2147483700" r:id="rId2"/>
    <p:sldLayoutId id="2147483706" r:id="rId3"/>
    <p:sldLayoutId id="2147483707" r:id="rId4"/>
    <p:sldLayoutId id="2147483708" r:id="rId5"/>
    <p:sldLayoutId id="2147483709" r:id="rId6"/>
    <p:sldLayoutId id="2147483705" r:id="rId7"/>
    <p:sldLayoutId id="2147483704" r:id="rId8"/>
    <p:sldLayoutId id="2147483699" r:id="rId9"/>
    <p:sldLayoutId id="2147483697" r:id="rId10"/>
    <p:sldLayoutId id="2147483695" r:id="rId11"/>
    <p:sldLayoutId id="2147483696" r:id="rId12"/>
    <p:sldLayoutId id="2147483694" r:id="rId13"/>
    <p:sldLayoutId id="2147483698" r:id="rId14"/>
    <p:sldLayoutId id="2147483710" r:id="rId15"/>
    <p:sldLayoutId id="2147483702" r:id="rId16"/>
    <p:sldLayoutId id="2147483701" r:id="rId17"/>
  </p:sldLayoutIdLst>
  <p:hf sldNum="0" hdr="0" ftr="0"/>
  <p:txStyles>
    <p:titleStyle>
      <a:lvl1pPr algn="l" defTabSz="385767" rtl="0" eaLnBrk="1" latinLnBrk="0" hangingPunct="1">
        <a:lnSpc>
          <a:spcPct val="90000"/>
        </a:lnSpc>
        <a:spcBef>
          <a:spcPct val="0"/>
        </a:spcBef>
        <a:buNone/>
        <a:defRPr sz="1266" b="0" kern="1200">
          <a:solidFill>
            <a:schemeClr val="tx1"/>
          </a:solidFill>
          <a:latin typeface="+mj-lt"/>
          <a:ea typeface="+mj-ea"/>
          <a:cs typeface="+mj-cs"/>
        </a:defRPr>
      </a:lvl1pPr>
    </p:titleStyle>
    <p:bodyStyle>
      <a:lvl1pPr marL="0" indent="0" algn="l" defTabSz="385767" rtl="0" eaLnBrk="1" latinLnBrk="0" hangingPunct="1">
        <a:lnSpc>
          <a:spcPct val="90000"/>
        </a:lnSpc>
        <a:spcBef>
          <a:spcPts val="422"/>
        </a:spcBef>
        <a:buFont typeface="Arial" panose="020B0604020202020204" pitchFamily="34" charset="0"/>
        <a:buNone/>
        <a:defRPr sz="675" kern="1200">
          <a:solidFill>
            <a:schemeClr val="tx2"/>
          </a:solidFill>
          <a:latin typeface="+mn-lt"/>
          <a:ea typeface="+mn-ea"/>
          <a:cs typeface="+mn-cs"/>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p:bodyStyle>
    <p:otherStyle>
      <a:defPPr>
        <a:defRPr lang="pt-BR"/>
      </a:defPPr>
      <a:lvl1pPr marL="0" algn="l" defTabSz="385767" rtl="0" eaLnBrk="1" latinLnBrk="0" hangingPunct="1">
        <a:defRPr sz="760" kern="1200">
          <a:solidFill>
            <a:schemeClr val="tx1"/>
          </a:solidFill>
          <a:latin typeface="+mn-lt"/>
          <a:ea typeface="+mn-ea"/>
          <a:cs typeface="+mn-cs"/>
        </a:defRPr>
      </a:lvl1pPr>
      <a:lvl2pPr marL="192884" algn="l" defTabSz="385767" rtl="0" eaLnBrk="1" latinLnBrk="0" hangingPunct="1">
        <a:defRPr sz="760" kern="1200">
          <a:solidFill>
            <a:schemeClr val="tx1"/>
          </a:solidFill>
          <a:latin typeface="+mn-lt"/>
          <a:ea typeface="+mn-ea"/>
          <a:cs typeface="+mn-cs"/>
        </a:defRPr>
      </a:lvl2pPr>
      <a:lvl3pPr marL="385767" algn="l" defTabSz="385767" rtl="0" eaLnBrk="1" latinLnBrk="0" hangingPunct="1">
        <a:defRPr sz="760" kern="1200">
          <a:solidFill>
            <a:schemeClr val="tx1"/>
          </a:solidFill>
          <a:latin typeface="+mn-lt"/>
          <a:ea typeface="+mn-ea"/>
          <a:cs typeface="+mn-cs"/>
        </a:defRPr>
      </a:lvl3pPr>
      <a:lvl4pPr marL="578651" algn="l" defTabSz="385767" rtl="0" eaLnBrk="1" latinLnBrk="0" hangingPunct="1">
        <a:defRPr sz="760" kern="1200">
          <a:solidFill>
            <a:schemeClr val="tx1"/>
          </a:solidFill>
          <a:latin typeface="+mn-lt"/>
          <a:ea typeface="+mn-ea"/>
          <a:cs typeface="+mn-cs"/>
        </a:defRPr>
      </a:lvl4pPr>
      <a:lvl5pPr marL="771535" algn="l" defTabSz="385767" rtl="0" eaLnBrk="1" latinLnBrk="0" hangingPunct="1">
        <a:defRPr sz="760" kern="1200">
          <a:solidFill>
            <a:schemeClr val="tx1"/>
          </a:solidFill>
          <a:latin typeface="+mn-lt"/>
          <a:ea typeface="+mn-ea"/>
          <a:cs typeface="+mn-cs"/>
        </a:defRPr>
      </a:lvl5pPr>
      <a:lvl6pPr marL="964419" algn="l" defTabSz="385767" rtl="0" eaLnBrk="1" latinLnBrk="0" hangingPunct="1">
        <a:defRPr sz="760" kern="1200">
          <a:solidFill>
            <a:schemeClr val="tx1"/>
          </a:solidFill>
          <a:latin typeface="+mn-lt"/>
          <a:ea typeface="+mn-ea"/>
          <a:cs typeface="+mn-cs"/>
        </a:defRPr>
      </a:lvl6pPr>
      <a:lvl7pPr marL="1157302" algn="l" defTabSz="385767" rtl="0" eaLnBrk="1" latinLnBrk="0" hangingPunct="1">
        <a:defRPr sz="760" kern="1200">
          <a:solidFill>
            <a:schemeClr val="tx1"/>
          </a:solidFill>
          <a:latin typeface="+mn-lt"/>
          <a:ea typeface="+mn-ea"/>
          <a:cs typeface="+mn-cs"/>
        </a:defRPr>
      </a:lvl7pPr>
      <a:lvl8pPr marL="1350186" algn="l" defTabSz="385767" rtl="0" eaLnBrk="1" latinLnBrk="0" hangingPunct="1">
        <a:defRPr sz="760" kern="1200">
          <a:solidFill>
            <a:schemeClr val="tx1"/>
          </a:solidFill>
          <a:latin typeface="+mn-lt"/>
          <a:ea typeface="+mn-ea"/>
          <a:cs typeface="+mn-cs"/>
        </a:defRPr>
      </a:lvl8pPr>
      <a:lvl9pPr marL="1543070" algn="l" defTabSz="385767" rtl="0" eaLnBrk="1" latinLnBrk="0" hangingPunct="1">
        <a:defRPr sz="76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120" userDrawn="1">
          <p15:clr>
            <a:srgbClr val="F26B43"/>
          </p15:clr>
        </p15:guide>
        <p15:guide id="2" pos="232" userDrawn="1">
          <p15:clr>
            <a:srgbClr val="F26B43"/>
          </p15:clr>
        </p15:guide>
        <p15:guide id="3" pos="4088" userDrawn="1">
          <p15:clr>
            <a:srgbClr val="F26B43"/>
          </p15:clr>
        </p15:guide>
        <p15:guide id="4" orient="horz" pos="262" userDrawn="1">
          <p15:clr>
            <a:srgbClr val="F26B43"/>
          </p15:clr>
        </p15:guide>
        <p15:guide id="5" orient="horz" pos="5955" userDrawn="1">
          <p15:clr>
            <a:srgbClr val="F26B43"/>
          </p15:clr>
        </p15:guide>
        <p15:guide id="6" pos="2160" userDrawn="1">
          <p15:clr>
            <a:srgbClr val="F26B43"/>
          </p15:clr>
        </p15:guide>
        <p15:guide id="7" orient="horz" pos="466" userDrawn="1">
          <p15:clr>
            <a:srgbClr val="F26B43"/>
          </p15:clr>
        </p15:guide>
        <p15:guide id="8" orient="horz" pos="943"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8" name="CaixaDeTexto 9">
            <a:extLst>
              <a:ext uri="{FF2B5EF4-FFF2-40B4-BE49-F238E27FC236}">
                <a16:creationId xmlns:a16="http://schemas.microsoft.com/office/drawing/2014/main" id="{18A5BD12-2FE7-4134-9F20-C06CEFC520B9}"/>
              </a:ext>
            </a:extLst>
          </p:cNvPr>
          <p:cNvSpPr txBox="1"/>
          <p:nvPr userDrawn="1"/>
        </p:nvSpPr>
        <p:spPr>
          <a:xfrm>
            <a:off x="6328029" y="9584374"/>
            <a:ext cx="148017" cy="127755"/>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tx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cxnSp>
        <p:nvCxnSpPr>
          <p:cNvPr id="29" name="Conector Reto 170">
            <a:extLst>
              <a:ext uri="{FF2B5EF4-FFF2-40B4-BE49-F238E27FC236}">
                <a16:creationId xmlns:a16="http://schemas.microsoft.com/office/drawing/2014/main" id="{13EB86D2-DA6B-4C90-A239-E798C20F79BB}"/>
              </a:ext>
            </a:extLst>
          </p:cNvPr>
          <p:cNvCxnSpPr>
            <a:cxnSpLocks/>
          </p:cNvCxnSpPr>
          <p:nvPr userDrawn="1"/>
        </p:nvCxnSpPr>
        <p:spPr>
          <a:xfrm flipV="1">
            <a:off x="969232" y="9547232"/>
            <a:ext cx="0" cy="202038"/>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BCC28C3B-7362-43B7-A421-CE293A4A6219}"/>
              </a:ext>
            </a:extLst>
          </p:cNvPr>
          <p:cNvGrpSpPr/>
          <p:nvPr userDrawn="1"/>
        </p:nvGrpSpPr>
        <p:grpSpPr>
          <a:xfrm>
            <a:off x="368299" y="9572683"/>
            <a:ext cx="548254" cy="151137"/>
            <a:chOff x="2700591" y="2522601"/>
            <a:chExt cx="6428993" cy="1772284"/>
          </a:xfrm>
          <a:solidFill>
            <a:schemeClr val="accent6"/>
          </a:solidFill>
        </p:grpSpPr>
        <p:sp>
          <p:nvSpPr>
            <p:cNvPr id="31" name="Freeform: Shape 30">
              <a:extLst>
                <a:ext uri="{FF2B5EF4-FFF2-40B4-BE49-F238E27FC236}">
                  <a16:creationId xmlns:a16="http://schemas.microsoft.com/office/drawing/2014/main" id="{389CC8BC-1F00-4BDC-A289-8142D2D94754}"/>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32" name="Graphic 20">
              <a:extLst>
                <a:ext uri="{FF2B5EF4-FFF2-40B4-BE49-F238E27FC236}">
                  <a16:creationId xmlns:a16="http://schemas.microsoft.com/office/drawing/2014/main" id="{508F0147-3843-468C-B598-6A74C455F73B}"/>
                </a:ext>
              </a:extLst>
            </p:cNvPr>
            <p:cNvGrpSpPr/>
            <p:nvPr/>
          </p:nvGrpSpPr>
          <p:grpSpPr>
            <a:xfrm>
              <a:off x="5034660" y="3339528"/>
              <a:ext cx="4094924" cy="747077"/>
              <a:chOff x="5034660" y="3339528"/>
              <a:chExt cx="4094924" cy="747077"/>
            </a:xfrm>
            <a:grpFill/>
          </p:grpSpPr>
          <p:sp>
            <p:nvSpPr>
              <p:cNvPr id="33" name="Freeform: Shape 32">
                <a:extLst>
                  <a:ext uri="{FF2B5EF4-FFF2-40B4-BE49-F238E27FC236}">
                    <a16:creationId xmlns:a16="http://schemas.microsoft.com/office/drawing/2014/main" id="{D59EF09C-1E4A-4CE4-8368-67623148D05D}"/>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36604BEF-52FB-4611-B5BC-2E4C7A1B4DCE}"/>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348F6015-ACDE-4252-9209-5B93E242751A}"/>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7BE555BE-D9A2-44BD-A617-B521D61BBAB6}"/>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14F2E831-B08D-4D1E-A156-528654CD99C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EF483E7C-8FFD-4291-ACD5-5C68DEB74825}"/>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4993F408-ED5F-4840-B119-130BB9018551}"/>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5511F965-E58A-4FB1-902B-6A64436A7F3D}"/>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
        <p:nvSpPr>
          <p:cNvPr id="2" name="Date Placeholder 1">
            <a:extLst>
              <a:ext uri="{FF2B5EF4-FFF2-40B4-BE49-F238E27FC236}">
                <a16:creationId xmlns:a16="http://schemas.microsoft.com/office/drawing/2014/main" id="{7161E563-1BF6-4EB7-B7A2-FD52458467FC}"/>
              </a:ext>
            </a:extLst>
          </p:cNvPr>
          <p:cNvSpPr>
            <a:spLocks noGrp="1"/>
          </p:cNvSpPr>
          <p:nvPr>
            <p:ph type="dt" sz="half" idx="2"/>
          </p:nvPr>
        </p:nvSpPr>
        <p:spPr>
          <a:xfrm>
            <a:off x="4946650" y="438763"/>
            <a:ext cx="1543050" cy="184666"/>
          </a:xfrm>
          <a:prstGeom prst="rect">
            <a:avLst/>
          </a:prstGeom>
        </p:spPr>
        <p:txBody>
          <a:bodyPr vert="horz"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B8B9AC54-025D-459C-8438-CE4933283D2D}" type="datetime4">
              <a:rPr lang="en-US" smtClean="0"/>
              <a:t>September 28, 2026</a:t>
            </a:fld>
            <a:endParaRPr lang="en-US"/>
          </a:p>
        </p:txBody>
      </p:sp>
      <p:grpSp>
        <p:nvGrpSpPr>
          <p:cNvPr id="3" name="Group 2">
            <a:extLst>
              <a:ext uri="{FF2B5EF4-FFF2-40B4-BE49-F238E27FC236}">
                <a16:creationId xmlns:a16="http://schemas.microsoft.com/office/drawing/2014/main" id="{B20580D1-0CE3-4279-A937-2D00BB298C37}"/>
              </a:ext>
            </a:extLst>
          </p:cNvPr>
          <p:cNvGrpSpPr/>
          <p:nvPr userDrawn="1"/>
        </p:nvGrpSpPr>
        <p:grpSpPr>
          <a:xfrm>
            <a:off x="-954966" y="0"/>
            <a:ext cx="850185" cy="1861222"/>
            <a:chOff x="-954966" y="304355"/>
            <a:chExt cx="850185" cy="1861222"/>
          </a:xfrm>
        </p:grpSpPr>
        <p:sp>
          <p:nvSpPr>
            <p:cNvPr id="16" name="Retângulo 13">
              <a:extLst>
                <a:ext uri="{FF2B5EF4-FFF2-40B4-BE49-F238E27FC236}">
                  <a16:creationId xmlns:a16="http://schemas.microsoft.com/office/drawing/2014/main" id="{C692A16D-2AAD-47A9-B615-EDBFCACA6C08}"/>
                </a:ext>
              </a:extLst>
            </p:cNvPr>
            <p:cNvSpPr/>
            <p:nvPr userDrawn="1"/>
          </p:nvSpPr>
          <p:spPr>
            <a:xfrm>
              <a:off x="-954966" y="1885648"/>
              <a:ext cx="850185" cy="27992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0 0 0 </a:t>
              </a:r>
            </a:p>
          </p:txBody>
        </p:sp>
        <p:sp>
          <p:nvSpPr>
            <p:cNvPr id="17" name="Retângulo 14">
              <a:extLst>
                <a:ext uri="{FF2B5EF4-FFF2-40B4-BE49-F238E27FC236}">
                  <a16:creationId xmlns:a16="http://schemas.microsoft.com/office/drawing/2014/main" id="{49E9D0E6-FB77-489C-A3FC-111D665AA2C8}"/>
                </a:ext>
              </a:extLst>
            </p:cNvPr>
            <p:cNvSpPr/>
            <p:nvPr userDrawn="1"/>
          </p:nvSpPr>
          <p:spPr>
            <a:xfrm>
              <a:off x="-954966" y="936873"/>
              <a:ext cx="850185" cy="27992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142 179 223</a:t>
              </a:r>
            </a:p>
          </p:txBody>
        </p:sp>
        <p:sp>
          <p:nvSpPr>
            <p:cNvPr id="18" name="Retângulo 16">
              <a:extLst>
                <a:ext uri="{FF2B5EF4-FFF2-40B4-BE49-F238E27FC236}">
                  <a16:creationId xmlns:a16="http://schemas.microsoft.com/office/drawing/2014/main" id="{B7EB5F79-8CC5-4BFC-85F8-8563F8529CEA}"/>
                </a:ext>
              </a:extLst>
            </p:cNvPr>
            <p:cNvSpPr/>
            <p:nvPr userDrawn="1"/>
          </p:nvSpPr>
          <p:spPr>
            <a:xfrm>
              <a:off x="-954966" y="1253132"/>
              <a:ext cx="850185" cy="27992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112 121 113</a:t>
              </a:r>
            </a:p>
          </p:txBody>
        </p:sp>
        <p:sp>
          <p:nvSpPr>
            <p:cNvPr id="19" name="Retângulo 18">
              <a:extLst>
                <a:ext uri="{FF2B5EF4-FFF2-40B4-BE49-F238E27FC236}">
                  <a16:creationId xmlns:a16="http://schemas.microsoft.com/office/drawing/2014/main" id="{7F299EE3-683B-4854-B420-0E3181CD77C3}"/>
                </a:ext>
              </a:extLst>
            </p:cNvPr>
            <p:cNvSpPr/>
            <p:nvPr userDrawn="1"/>
          </p:nvSpPr>
          <p:spPr>
            <a:xfrm>
              <a:off x="-954966" y="304355"/>
              <a:ext cx="850185" cy="27992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31 47 68</a:t>
              </a:r>
            </a:p>
          </p:txBody>
        </p:sp>
        <p:sp>
          <p:nvSpPr>
            <p:cNvPr id="20" name="Retângulo 19">
              <a:extLst>
                <a:ext uri="{FF2B5EF4-FFF2-40B4-BE49-F238E27FC236}">
                  <a16:creationId xmlns:a16="http://schemas.microsoft.com/office/drawing/2014/main" id="{1CB3CBF4-519F-4A89-A6BC-0F096BF55948}"/>
                </a:ext>
              </a:extLst>
            </p:cNvPr>
            <p:cNvSpPr/>
            <p:nvPr userDrawn="1"/>
          </p:nvSpPr>
          <p:spPr>
            <a:xfrm>
              <a:off x="-954966" y="620614"/>
              <a:ext cx="850185" cy="2799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249 193 19</a:t>
              </a:r>
            </a:p>
          </p:txBody>
        </p:sp>
        <p:sp>
          <p:nvSpPr>
            <p:cNvPr id="21" name="Retângulo 25">
              <a:extLst>
                <a:ext uri="{FF2B5EF4-FFF2-40B4-BE49-F238E27FC236}">
                  <a16:creationId xmlns:a16="http://schemas.microsoft.com/office/drawing/2014/main" id="{AE442D1B-B28F-4A51-B152-6F302C379142}"/>
                </a:ext>
              </a:extLst>
            </p:cNvPr>
            <p:cNvSpPr/>
            <p:nvPr userDrawn="1"/>
          </p:nvSpPr>
          <p:spPr>
            <a:xfrm>
              <a:off x="-954966" y="1569391"/>
              <a:ext cx="850185" cy="27992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73 72 73</a:t>
              </a:r>
            </a:p>
          </p:txBody>
        </p:sp>
      </p:grpSp>
      <p:sp>
        <p:nvSpPr>
          <p:cNvPr id="23" name="Espaço Reservado para Texto 6">
            <a:extLst>
              <a:ext uri="{FF2B5EF4-FFF2-40B4-BE49-F238E27FC236}">
                <a16:creationId xmlns:a16="http://schemas.microsoft.com/office/drawing/2014/main" id="{6CF3791F-62F2-4029-A8F8-4CB526805BC9}"/>
              </a:ext>
            </a:extLst>
          </p:cNvPr>
          <p:cNvSpPr txBox="1">
            <a:spLocks/>
          </p:cNvSpPr>
          <p:nvPr userDrawn="1"/>
        </p:nvSpPr>
        <p:spPr>
          <a:xfrm>
            <a:off x="390154" y="438763"/>
            <a:ext cx="3146796" cy="215860"/>
          </a:xfrm>
          <a:prstGeom prst="rect">
            <a:avLst/>
          </a:prstGeom>
        </p:spPr>
        <p:txBody>
          <a:bodyPr vert="horz" lIns="0" tIns="0" rIns="0" bIns="0" rtlCol="0" anchor="t">
            <a:noAutofit/>
          </a:bodyPr>
          <a:lstStyle>
            <a:lvl1pPr marL="0" indent="0" algn="l" defTabSz="385767" rtl="0" eaLnBrk="1" latinLnBrk="0" hangingPunct="1">
              <a:lnSpc>
                <a:spcPct val="90000"/>
              </a:lnSpc>
              <a:spcBef>
                <a:spcPts val="422"/>
              </a:spcBef>
              <a:buFont typeface="Arial" panose="020B0604020202020204" pitchFamily="34" charset="0"/>
              <a:buNone/>
              <a:defRPr lang="pt-BR" sz="1200" b="0" kern="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a:t>Equity Research - Strategy</a:t>
            </a:r>
          </a:p>
        </p:txBody>
      </p:sp>
    </p:spTree>
    <p:extLst>
      <p:ext uri="{BB962C8B-B14F-4D97-AF65-F5344CB8AC3E}">
        <p14:creationId xmlns:p14="http://schemas.microsoft.com/office/powerpoint/2010/main" val="3552666448"/>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712" r:id="rId11"/>
    <p:sldLayoutId id="2147483713" r:id="rId12"/>
    <p:sldLayoutId id="2147483714" r:id="rId13"/>
    <p:sldLayoutId id="2147483715" r:id="rId14"/>
    <p:sldLayoutId id="2147483716" r:id="rId15"/>
    <p:sldLayoutId id="2147483717" r:id="rId16"/>
    <p:sldLayoutId id="2147483718" r:id="rId17"/>
    <p:sldLayoutId id="2147483719" r:id="rId18"/>
    <p:sldLayoutId id="2147483720" r:id="rId19"/>
    <p:sldLayoutId id="2147483721" r:id="rId20"/>
    <p:sldLayoutId id="2147483722" r:id="rId21"/>
    <p:sldLayoutId id="2147483803" r:id="rId22"/>
    <p:sldLayoutId id="2147483723" r:id="rId23"/>
    <p:sldLayoutId id="2147483724" r:id="rId24"/>
    <p:sldLayoutId id="2147483725" r:id="rId25"/>
    <p:sldLayoutId id="2147483726" r:id="rId26"/>
    <p:sldLayoutId id="2147483804" r:id="rId27"/>
    <p:sldLayoutId id="2147483805" r:id="rId28"/>
    <p:sldLayoutId id="2147483727" r:id="rId29"/>
    <p:sldLayoutId id="2147483728" r:id="rId30"/>
  </p:sldLayoutIdLst>
  <p:hf sldNum="0" hdr="0" ftr="0"/>
  <p:txStyles>
    <p:titleStyle>
      <a:lvl1pPr algn="l" defTabSz="385767" rtl="0" eaLnBrk="1" latinLnBrk="0" hangingPunct="1">
        <a:lnSpc>
          <a:spcPct val="90000"/>
        </a:lnSpc>
        <a:spcBef>
          <a:spcPct val="0"/>
        </a:spcBef>
        <a:buNone/>
        <a:defRPr sz="1266" b="0" kern="1200">
          <a:solidFill>
            <a:schemeClr val="tx1"/>
          </a:solidFill>
          <a:latin typeface="+mj-lt"/>
          <a:ea typeface="+mj-ea"/>
          <a:cs typeface="+mj-cs"/>
        </a:defRPr>
      </a:lvl1pPr>
    </p:titleStyle>
    <p:bodyStyle>
      <a:lvl1pPr marL="0" indent="0" algn="l" defTabSz="385767" rtl="0" eaLnBrk="1" latinLnBrk="0" hangingPunct="1">
        <a:lnSpc>
          <a:spcPct val="90000"/>
        </a:lnSpc>
        <a:spcBef>
          <a:spcPts val="422"/>
        </a:spcBef>
        <a:buFont typeface="Arial" panose="020B0604020202020204" pitchFamily="34" charset="0"/>
        <a:buNone/>
        <a:defRPr sz="675" kern="1200">
          <a:solidFill>
            <a:schemeClr val="tx2"/>
          </a:solidFill>
          <a:latin typeface="+mn-lt"/>
          <a:ea typeface="+mn-ea"/>
          <a:cs typeface="+mn-cs"/>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p:bodyStyle>
    <p:otherStyle>
      <a:defPPr>
        <a:defRPr lang="pt-BR"/>
      </a:defPPr>
      <a:lvl1pPr marL="0" algn="l" defTabSz="385767" rtl="0" eaLnBrk="1" latinLnBrk="0" hangingPunct="1">
        <a:defRPr sz="760" kern="1200">
          <a:solidFill>
            <a:schemeClr val="tx1"/>
          </a:solidFill>
          <a:latin typeface="+mn-lt"/>
          <a:ea typeface="+mn-ea"/>
          <a:cs typeface="+mn-cs"/>
        </a:defRPr>
      </a:lvl1pPr>
      <a:lvl2pPr marL="192884" algn="l" defTabSz="385767" rtl="0" eaLnBrk="1" latinLnBrk="0" hangingPunct="1">
        <a:defRPr sz="760" kern="1200">
          <a:solidFill>
            <a:schemeClr val="tx1"/>
          </a:solidFill>
          <a:latin typeface="+mn-lt"/>
          <a:ea typeface="+mn-ea"/>
          <a:cs typeface="+mn-cs"/>
        </a:defRPr>
      </a:lvl2pPr>
      <a:lvl3pPr marL="385767" algn="l" defTabSz="385767" rtl="0" eaLnBrk="1" latinLnBrk="0" hangingPunct="1">
        <a:defRPr sz="760" kern="1200">
          <a:solidFill>
            <a:schemeClr val="tx1"/>
          </a:solidFill>
          <a:latin typeface="+mn-lt"/>
          <a:ea typeface="+mn-ea"/>
          <a:cs typeface="+mn-cs"/>
        </a:defRPr>
      </a:lvl3pPr>
      <a:lvl4pPr marL="578651" algn="l" defTabSz="385767" rtl="0" eaLnBrk="1" latinLnBrk="0" hangingPunct="1">
        <a:defRPr sz="760" kern="1200">
          <a:solidFill>
            <a:schemeClr val="tx1"/>
          </a:solidFill>
          <a:latin typeface="+mn-lt"/>
          <a:ea typeface="+mn-ea"/>
          <a:cs typeface="+mn-cs"/>
        </a:defRPr>
      </a:lvl4pPr>
      <a:lvl5pPr marL="771535" algn="l" defTabSz="385767" rtl="0" eaLnBrk="1" latinLnBrk="0" hangingPunct="1">
        <a:defRPr sz="760" kern="1200">
          <a:solidFill>
            <a:schemeClr val="tx1"/>
          </a:solidFill>
          <a:latin typeface="+mn-lt"/>
          <a:ea typeface="+mn-ea"/>
          <a:cs typeface="+mn-cs"/>
        </a:defRPr>
      </a:lvl5pPr>
      <a:lvl6pPr marL="964419" algn="l" defTabSz="385767" rtl="0" eaLnBrk="1" latinLnBrk="0" hangingPunct="1">
        <a:defRPr sz="760" kern="1200">
          <a:solidFill>
            <a:schemeClr val="tx1"/>
          </a:solidFill>
          <a:latin typeface="+mn-lt"/>
          <a:ea typeface="+mn-ea"/>
          <a:cs typeface="+mn-cs"/>
        </a:defRPr>
      </a:lvl6pPr>
      <a:lvl7pPr marL="1157302" algn="l" defTabSz="385767" rtl="0" eaLnBrk="1" latinLnBrk="0" hangingPunct="1">
        <a:defRPr sz="760" kern="1200">
          <a:solidFill>
            <a:schemeClr val="tx1"/>
          </a:solidFill>
          <a:latin typeface="+mn-lt"/>
          <a:ea typeface="+mn-ea"/>
          <a:cs typeface="+mn-cs"/>
        </a:defRPr>
      </a:lvl7pPr>
      <a:lvl8pPr marL="1350186" algn="l" defTabSz="385767" rtl="0" eaLnBrk="1" latinLnBrk="0" hangingPunct="1">
        <a:defRPr sz="760" kern="1200">
          <a:solidFill>
            <a:schemeClr val="tx1"/>
          </a:solidFill>
          <a:latin typeface="+mn-lt"/>
          <a:ea typeface="+mn-ea"/>
          <a:cs typeface="+mn-cs"/>
        </a:defRPr>
      </a:lvl8pPr>
      <a:lvl9pPr marL="1543070" algn="l" defTabSz="385767" rtl="0" eaLnBrk="1" latinLnBrk="0" hangingPunct="1">
        <a:defRPr sz="76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120" userDrawn="1">
          <p15:clr>
            <a:srgbClr val="F26B43"/>
          </p15:clr>
        </p15:guide>
        <p15:guide id="2" pos="232" userDrawn="1">
          <p15:clr>
            <a:srgbClr val="F26B43"/>
          </p15:clr>
        </p15:guide>
        <p15:guide id="3" pos="4088" userDrawn="1">
          <p15:clr>
            <a:srgbClr val="F26B43"/>
          </p15:clr>
        </p15:guide>
        <p15:guide id="4" orient="horz" pos="262" userDrawn="1">
          <p15:clr>
            <a:srgbClr val="F26B43"/>
          </p15:clr>
        </p15:guide>
        <p15:guide id="5" orient="horz" pos="5955" userDrawn="1">
          <p15:clr>
            <a:srgbClr val="F26B43"/>
          </p15:clr>
        </p15:guide>
        <p15:guide id="6" pos="2160" userDrawn="1">
          <p15:clr>
            <a:srgbClr val="F26B43"/>
          </p15:clr>
        </p15:guide>
        <p15:guide id="7" orient="horz" pos="466" userDrawn="1">
          <p15:clr>
            <a:srgbClr val="F26B43"/>
          </p15:clr>
        </p15:guide>
        <p15:guide id="8" orient="horz" pos="943"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8" name="CaixaDeTexto 9">
            <a:extLst>
              <a:ext uri="{FF2B5EF4-FFF2-40B4-BE49-F238E27FC236}">
                <a16:creationId xmlns:a16="http://schemas.microsoft.com/office/drawing/2014/main" id="{18A5BD12-2FE7-4134-9F20-C06CEFC520B9}"/>
              </a:ext>
            </a:extLst>
          </p:cNvPr>
          <p:cNvSpPr txBox="1"/>
          <p:nvPr userDrawn="1"/>
        </p:nvSpPr>
        <p:spPr>
          <a:xfrm>
            <a:off x="6328029" y="9584374"/>
            <a:ext cx="148017" cy="127755"/>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tx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cxnSp>
        <p:nvCxnSpPr>
          <p:cNvPr id="29" name="Conector Reto 170">
            <a:extLst>
              <a:ext uri="{FF2B5EF4-FFF2-40B4-BE49-F238E27FC236}">
                <a16:creationId xmlns:a16="http://schemas.microsoft.com/office/drawing/2014/main" id="{13EB86D2-DA6B-4C90-A239-E798C20F79BB}"/>
              </a:ext>
            </a:extLst>
          </p:cNvPr>
          <p:cNvCxnSpPr>
            <a:cxnSpLocks/>
          </p:cNvCxnSpPr>
          <p:nvPr userDrawn="1"/>
        </p:nvCxnSpPr>
        <p:spPr>
          <a:xfrm flipV="1">
            <a:off x="969232" y="9547232"/>
            <a:ext cx="0" cy="202038"/>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BCC28C3B-7362-43B7-A421-CE293A4A6219}"/>
              </a:ext>
            </a:extLst>
          </p:cNvPr>
          <p:cNvGrpSpPr/>
          <p:nvPr userDrawn="1"/>
        </p:nvGrpSpPr>
        <p:grpSpPr>
          <a:xfrm>
            <a:off x="368299" y="9572683"/>
            <a:ext cx="548254" cy="151137"/>
            <a:chOff x="2700591" y="2522601"/>
            <a:chExt cx="6428993" cy="1772284"/>
          </a:xfrm>
          <a:solidFill>
            <a:schemeClr val="accent6"/>
          </a:solidFill>
        </p:grpSpPr>
        <p:sp>
          <p:nvSpPr>
            <p:cNvPr id="31" name="Freeform: Shape 30">
              <a:extLst>
                <a:ext uri="{FF2B5EF4-FFF2-40B4-BE49-F238E27FC236}">
                  <a16:creationId xmlns:a16="http://schemas.microsoft.com/office/drawing/2014/main" id="{389CC8BC-1F00-4BDC-A289-8142D2D94754}"/>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32" name="Graphic 20">
              <a:extLst>
                <a:ext uri="{FF2B5EF4-FFF2-40B4-BE49-F238E27FC236}">
                  <a16:creationId xmlns:a16="http://schemas.microsoft.com/office/drawing/2014/main" id="{508F0147-3843-468C-B598-6A74C455F73B}"/>
                </a:ext>
              </a:extLst>
            </p:cNvPr>
            <p:cNvGrpSpPr/>
            <p:nvPr/>
          </p:nvGrpSpPr>
          <p:grpSpPr>
            <a:xfrm>
              <a:off x="5034660" y="3339528"/>
              <a:ext cx="4094924" cy="747077"/>
              <a:chOff x="5034660" y="3339528"/>
              <a:chExt cx="4094924" cy="747077"/>
            </a:xfrm>
            <a:grpFill/>
          </p:grpSpPr>
          <p:sp>
            <p:nvSpPr>
              <p:cNvPr id="33" name="Freeform: Shape 32">
                <a:extLst>
                  <a:ext uri="{FF2B5EF4-FFF2-40B4-BE49-F238E27FC236}">
                    <a16:creationId xmlns:a16="http://schemas.microsoft.com/office/drawing/2014/main" id="{D59EF09C-1E4A-4CE4-8368-67623148D05D}"/>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36604BEF-52FB-4611-B5BC-2E4C7A1B4DCE}"/>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348F6015-ACDE-4252-9209-5B93E242751A}"/>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7BE555BE-D9A2-44BD-A617-B521D61BBAB6}"/>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14F2E831-B08D-4D1E-A156-528654CD99C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EF483E7C-8FFD-4291-ACD5-5C68DEB74825}"/>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4993F408-ED5F-4840-B119-130BB9018551}"/>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5511F965-E58A-4FB1-902B-6A64436A7F3D}"/>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
        <p:nvSpPr>
          <p:cNvPr id="2" name="Date Placeholder 1">
            <a:extLst>
              <a:ext uri="{FF2B5EF4-FFF2-40B4-BE49-F238E27FC236}">
                <a16:creationId xmlns:a16="http://schemas.microsoft.com/office/drawing/2014/main" id="{7161E563-1BF6-4EB7-B7A2-FD52458467FC}"/>
              </a:ext>
            </a:extLst>
          </p:cNvPr>
          <p:cNvSpPr>
            <a:spLocks noGrp="1"/>
          </p:cNvSpPr>
          <p:nvPr>
            <p:ph type="dt" sz="half" idx="2"/>
          </p:nvPr>
        </p:nvSpPr>
        <p:spPr>
          <a:xfrm>
            <a:off x="4946650" y="438763"/>
            <a:ext cx="1543050" cy="184666"/>
          </a:xfrm>
          <a:prstGeom prst="rect">
            <a:avLst/>
          </a:prstGeom>
        </p:spPr>
        <p:txBody>
          <a:bodyPr vert="horz"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6927C932-8497-451A-84A1-705AAF122D91}" type="datetime4">
              <a:rPr lang="en-US" smtClean="0"/>
              <a:t>September 28, 2026</a:t>
            </a:fld>
            <a:endParaRPr lang="en-US"/>
          </a:p>
        </p:txBody>
      </p:sp>
      <p:grpSp>
        <p:nvGrpSpPr>
          <p:cNvPr id="3" name="Group 2">
            <a:extLst>
              <a:ext uri="{FF2B5EF4-FFF2-40B4-BE49-F238E27FC236}">
                <a16:creationId xmlns:a16="http://schemas.microsoft.com/office/drawing/2014/main" id="{B20580D1-0CE3-4279-A937-2D00BB298C37}"/>
              </a:ext>
            </a:extLst>
          </p:cNvPr>
          <p:cNvGrpSpPr/>
          <p:nvPr userDrawn="1"/>
        </p:nvGrpSpPr>
        <p:grpSpPr>
          <a:xfrm>
            <a:off x="-954966" y="0"/>
            <a:ext cx="850185" cy="1861222"/>
            <a:chOff x="-954966" y="304355"/>
            <a:chExt cx="850185" cy="1861222"/>
          </a:xfrm>
        </p:grpSpPr>
        <p:sp>
          <p:nvSpPr>
            <p:cNvPr id="16" name="Retângulo 13">
              <a:extLst>
                <a:ext uri="{FF2B5EF4-FFF2-40B4-BE49-F238E27FC236}">
                  <a16:creationId xmlns:a16="http://schemas.microsoft.com/office/drawing/2014/main" id="{C692A16D-2AAD-47A9-B615-EDBFCACA6C08}"/>
                </a:ext>
              </a:extLst>
            </p:cNvPr>
            <p:cNvSpPr/>
            <p:nvPr userDrawn="1"/>
          </p:nvSpPr>
          <p:spPr>
            <a:xfrm>
              <a:off x="-954966" y="1885648"/>
              <a:ext cx="850185" cy="27992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0 0 0 </a:t>
              </a:r>
            </a:p>
          </p:txBody>
        </p:sp>
        <p:sp>
          <p:nvSpPr>
            <p:cNvPr id="17" name="Retângulo 14">
              <a:extLst>
                <a:ext uri="{FF2B5EF4-FFF2-40B4-BE49-F238E27FC236}">
                  <a16:creationId xmlns:a16="http://schemas.microsoft.com/office/drawing/2014/main" id="{49E9D0E6-FB77-489C-A3FC-111D665AA2C8}"/>
                </a:ext>
              </a:extLst>
            </p:cNvPr>
            <p:cNvSpPr/>
            <p:nvPr userDrawn="1"/>
          </p:nvSpPr>
          <p:spPr>
            <a:xfrm>
              <a:off x="-954966" y="936873"/>
              <a:ext cx="850185" cy="27992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142 179 223</a:t>
              </a:r>
            </a:p>
          </p:txBody>
        </p:sp>
        <p:sp>
          <p:nvSpPr>
            <p:cNvPr id="18" name="Retângulo 16">
              <a:extLst>
                <a:ext uri="{FF2B5EF4-FFF2-40B4-BE49-F238E27FC236}">
                  <a16:creationId xmlns:a16="http://schemas.microsoft.com/office/drawing/2014/main" id="{B7EB5F79-8CC5-4BFC-85F8-8563F8529CEA}"/>
                </a:ext>
              </a:extLst>
            </p:cNvPr>
            <p:cNvSpPr/>
            <p:nvPr userDrawn="1"/>
          </p:nvSpPr>
          <p:spPr>
            <a:xfrm>
              <a:off x="-954966" y="1253132"/>
              <a:ext cx="850185" cy="27992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112 121 113</a:t>
              </a:r>
            </a:p>
          </p:txBody>
        </p:sp>
        <p:sp>
          <p:nvSpPr>
            <p:cNvPr id="19" name="Retângulo 18">
              <a:extLst>
                <a:ext uri="{FF2B5EF4-FFF2-40B4-BE49-F238E27FC236}">
                  <a16:creationId xmlns:a16="http://schemas.microsoft.com/office/drawing/2014/main" id="{7F299EE3-683B-4854-B420-0E3181CD77C3}"/>
                </a:ext>
              </a:extLst>
            </p:cNvPr>
            <p:cNvSpPr/>
            <p:nvPr userDrawn="1"/>
          </p:nvSpPr>
          <p:spPr>
            <a:xfrm>
              <a:off x="-954966" y="304355"/>
              <a:ext cx="850185" cy="27992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31 47 68</a:t>
              </a:r>
            </a:p>
          </p:txBody>
        </p:sp>
        <p:sp>
          <p:nvSpPr>
            <p:cNvPr id="20" name="Retângulo 19">
              <a:extLst>
                <a:ext uri="{FF2B5EF4-FFF2-40B4-BE49-F238E27FC236}">
                  <a16:creationId xmlns:a16="http://schemas.microsoft.com/office/drawing/2014/main" id="{1CB3CBF4-519F-4A89-A6BC-0F096BF55948}"/>
                </a:ext>
              </a:extLst>
            </p:cNvPr>
            <p:cNvSpPr/>
            <p:nvPr userDrawn="1"/>
          </p:nvSpPr>
          <p:spPr>
            <a:xfrm>
              <a:off x="-954966" y="620614"/>
              <a:ext cx="850185" cy="2799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249 193 19</a:t>
              </a:r>
            </a:p>
          </p:txBody>
        </p:sp>
        <p:sp>
          <p:nvSpPr>
            <p:cNvPr id="21" name="Retângulo 25">
              <a:extLst>
                <a:ext uri="{FF2B5EF4-FFF2-40B4-BE49-F238E27FC236}">
                  <a16:creationId xmlns:a16="http://schemas.microsoft.com/office/drawing/2014/main" id="{AE442D1B-B28F-4A51-B152-6F302C379142}"/>
                </a:ext>
              </a:extLst>
            </p:cNvPr>
            <p:cNvSpPr/>
            <p:nvPr userDrawn="1"/>
          </p:nvSpPr>
          <p:spPr>
            <a:xfrm>
              <a:off x="-954966" y="1569391"/>
              <a:ext cx="850185" cy="27992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73 72 73</a:t>
              </a:r>
            </a:p>
          </p:txBody>
        </p:sp>
      </p:grpSp>
      <p:sp>
        <p:nvSpPr>
          <p:cNvPr id="23" name="Espaço Reservado para Texto 6">
            <a:extLst>
              <a:ext uri="{FF2B5EF4-FFF2-40B4-BE49-F238E27FC236}">
                <a16:creationId xmlns:a16="http://schemas.microsoft.com/office/drawing/2014/main" id="{6CF3791F-62F2-4029-A8F8-4CB526805BC9}"/>
              </a:ext>
            </a:extLst>
          </p:cNvPr>
          <p:cNvSpPr txBox="1">
            <a:spLocks/>
          </p:cNvSpPr>
          <p:nvPr userDrawn="1"/>
        </p:nvSpPr>
        <p:spPr>
          <a:xfrm>
            <a:off x="390154" y="438763"/>
            <a:ext cx="3146796" cy="215860"/>
          </a:xfrm>
          <a:prstGeom prst="rect">
            <a:avLst/>
          </a:prstGeom>
        </p:spPr>
        <p:txBody>
          <a:bodyPr vert="horz" lIns="0" tIns="0" rIns="0" bIns="0" rtlCol="0" anchor="t">
            <a:noAutofit/>
          </a:bodyPr>
          <a:lstStyle>
            <a:lvl1pPr marL="0" indent="0" algn="l" defTabSz="385767" rtl="0" eaLnBrk="1" latinLnBrk="0" hangingPunct="1">
              <a:lnSpc>
                <a:spcPct val="90000"/>
              </a:lnSpc>
              <a:spcBef>
                <a:spcPts val="422"/>
              </a:spcBef>
              <a:buFont typeface="Arial" panose="020B0604020202020204" pitchFamily="34" charset="0"/>
              <a:buNone/>
              <a:defRPr lang="pt-BR" sz="1200" b="0" kern="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a:t>Equity Research - Strategy</a:t>
            </a:r>
          </a:p>
        </p:txBody>
      </p:sp>
    </p:spTree>
    <p:extLst>
      <p:ext uri="{BB962C8B-B14F-4D97-AF65-F5344CB8AC3E}">
        <p14:creationId xmlns:p14="http://schemas.microsoft.com/office/powerpoint/2010/main" val="591216446"/>
      </p:ext>
    </p:extLst>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 id="2147483745" r:id="rId12"/>
    <p:sldLayoutId id="2147483746" r:id="rId13"/>
    <p:sldLayoutId id="2147483747" r:id="rId14"/>
    <p:sldLayoutId id="2147483748" r:id="rId15"/>
    <p:sldLayoutId id="2147483749" r:id="rId16"/>
    <p:sldLayoutId id="2147483750" r:id="rId17"/>
    <p:sldLayoutId id="2147483751" r:id="rId18"/>
    <p:sldLayoutId id="2147483752" r:id="rId19"/>
    <p:sldLayoutId id="2147483753" r:id="rId20"/>
  </p:sldLayoutIdLst>
  <p:hf sldNum="0" hdr="0" ftr="0"/>
  <p:txStyles>
    <p:titleStyle>
      <a:lvl1pPr algn="l" defTabSz="385767" rtl="0" eaLnBrk="1" latinLnBrk="0" hangingPunct="1">
        <a:lnSpc>
          <a:spcPct val="90000"/>
        </a:lnSpc>
        <a:spcBef>
          <a:spcPct val="0"/>
        </a:spcBef>
        <a:buNone/>
        <a:defRPr sz="1266" b="0" kern="1200">
          <a:solidFill>
            <a:schemeClr val="tx1"/>
          </a:solidFill>
          <a:latin typeface="+mj-lt"/>
          <a:ea typeface="+mj-ea"/>
          <a:cs typeface="+mj-cs"/>
        </a:defRPr>
      </a:lvl1pPr>
    </p:titleStyle>
    <p:bodyStyle>
      <a:lvl1pPr marL="0" indent="0" algn="l" defTabSz="385767" rtl="0" eaLnBrk="1" latinLnBrk="0" hangingPunct="1">
        <a:lnSpc>
          <a:spcPct val="90000"/>
        </a:lnSpc>
        <a:spcBef>
          <a:spcPts val="422"/>
        </a:spcBef>
        <a:buFont typeface="Arial" panose="020B0604020202020204" pitchFamily="34" charset="0"/>
        <a:buNone/>
        <a:defRPr sz="675" kern="1200">
          <a:solidFill>
            <a:schemeClr val="tx2"/>
          </a:solidFill>
          <a:latin typeface="+mn-lt"/>
          <a:ea typeface="+mn-ea"/>
          <a:cs typeface="+mn-cs"/>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p:bodyStyle>
    <p:otherStyle>
      <a:defPPr>
        <a:defRPr lang="pt-BR"/>
      </a:defPPr>
      <a:lvl1pPr marL="0" algn="l" defTabSz="385767" rtl="0" eaLnBrk="1" latinLnBrk="0" hangingPunct="1">
        <a:defRPr sz="760" kern="1200">
          <a:solidFill>
            <a:schemeClr val="tx1"/>
          </a:solidFill>
          <a:latin typeface="+mn-lt"/>
          <a:ea typeface="+mn-ea"/>
          <a:cs typeface="+mn-cs"/>
        </a:defRPr>
      </a:lvl1pPr>
      <a:lvl2pPr marL="192884" algn="l" defTabSz="385767" rtl="0" eaLnBrk="1" latinLnBrk="0" hangingPunct="1">
        <a:defRPr sz="760" kern="1200">
          <a:solidFill>
            <a:schemeClr val="tx1"/>
          </a:solidFill>
          <a:latin typeface="+mn-lt"/>
          <a:ea typeface="+mn-ea"/>
          <a:cs typeface="+mn-cs"/>
        </a:defRPr>
      </a:lvl2pPr>
      <a:lvl3pPr marL="385767" algn="l" defTabSz="385767" rtl="0" eaLnBrk="1" latinLnBrk="0" hangingPunct="1">
        <a:defRPr sz="760" kern="1200">
          <a:solidFill>
            <a:schemeClr val="tx1"/>
          </a:solidFill>
          <a:latin typeface="+mn-lt"/>
          <a:ea typeface="+mn-ea"/>
          <a:cs typeface="+mn-cs"/>
        </a:defRPr>
      </a:lvl3pPr>
      <a:lvl4pPr marL="578651" algn="l" defTabSz="385767" rtl="0" eaLnBrk="1" latinLnBrk="0" hangingPunct="1">
        <a:defRPr sz="760" kern="1200">
          <a:solidFill>
            <a:schemeClr val="tx1"/>
          </a:solidFill>
          <a:latin typeface="+mn-lt"/>
          <a:ea typeface="+mn-ea"/>
          <a:cs typeface="+mn-cs"/>
        </a:defRPr>
      </a:lvl4pPr>
      <a:lvl5pPr marL="771535" algn="l" defTabSz="385767" rtl="0" eaLnBrk="1" latinLnBrk="0" hangingPunct="1">
        <a:defRPr sz="760" kern="1200">
          <a:solidFill>
            <a:schemeClr val="tx1"/>
          </a:solidFill>
          <a:latin typeface="+mn-lt"/>
          <a:ea typeface="+mn-ea"/>
          <a:cs typeface="+mn-cs"/>
        </a:defRPr>
      </a:lvl5pPr>
      <a:lvl6pPr marL="964419" algn="l" defTabSz="385767" rtl="0" eaLnBrk="1" latinLnBrk="0" hangingPunct="1">
        <a:defRPr sz="760" kern="1200">
          <a:solidFill>
            <a:schemeClr val="tx1"/>
          </a:solidFill>
          <a:latin typeface="+mn-lt"/>
          <a:ea typeface="+mn-ea"/>
          <a:cs typeface="+mn-cs"/>
        </a:defRPr>
      </a:lvl6pPr>
      <a:lvl7pPr marL="1157302" algn="l" defTabSz="385767" rtl="0" eaLnBrk="1" latinLnBrk="0" hangingPunct="1">
        <a:defRPr sz="760" kern="1200">
          <a:solidFill>
            <a:schemeClr val="tx1"/>
          </a:solidFill>
          <a:latin typeface="+mn-lt"/>
          <a:ea typeface="+mn-ea"/>
          <a:cs typeface="+mn-cs"/>
        </a:defRPr>
      </a:lvl7pPr>
      <a:lvl8pPr marL="1350186" algn="l" defTabSz="385767" rtl="0" eaLnBrk="1" latinLnBrk="0" hangingPunct="1">
        <a:defRPr sz="760" kern="1200">
          <a:solidFill>
            <a:schemeClr val="tx1"/>
          </a:solidFill>
          <a:latin typeface="+mn-lt"/>
          <a:ea typeface="+mn-ea"/>
          <a:cs typeface="+mn-cs"/>
        </a:defRPr>
      </a:lvl8pPr>
      <a:lvl9pPr marL="1543070" algn="l" defTabSz="385767" rtl="0" eaLnBrk="1" latinLnBrk="0" hangingPunct="1">
        <a:defRPr sz="76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120">
          <p15:clr>
            <a:srgbClr val="F26B43"/>
          </p15:clr>
        </p15:guide>
        <p15:guide id="2" pos="232">
          <p15:clr>
            <a:srgbClr val="F26B43"/>
          </p15:clr>
        </p15:guide>
        <p15:guide id="3" pos="4088">
          <p15:clr>
            <a:srgbClr val="F26B43"/>
          </p15:clr>
        </p15:guide>
        <p15:guide id="4" orient="horz" pos="262">
          <p15:clr>
            <a:srgbClr val="F26B43"/>
          </p15:clr>
        </p15:guide>
        <p15:guide id="5" orient="horz" pos="5955">
          <p15:clr>
            <a:srgbClr val="F26B43"/>
          </p15:clr>
        </p15:guide>
        <p15:guide id="6" pos="2160">
          <p15:clr>
            <a:srgbClr val="F26B43"/>
          </p15:clr>
        </p15:guide>
        <p15:guide id="7" orient="horz" pos="466">
          <p15:clr>
            <a:srgbClr val="F26B43"/>
          </p15:clr>
        </p15:guide>
        <p15:guide id="8" orient="horz" pos="943">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8" name="CaixaDeTexto 9">
            <a:extLst>
              <a:ext uri="{FF2B5EF4-FFF2-40B4-BE49-F238E27FC236}">
                <a16:creationId xmlns:a16="http://schemas.microsoft.com/office/drawing/2014/main" id="{18A5BD12-2FE7-4134-9F20-C06CEFC520B9}"/>
              </a:ext>
            </a:extLst>
          </p:cNvPr>
          <p:cNvSpPr txBox="1"/>
          <p:nvPr userDrawn="1"/>
        </p:nvSpPr>
        <p:spPr>
          <a:xfrm>
            <a:off x="6328029" y="9584374"/>
            <a:ext cx="148017" cy="127755"/>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tx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cxnSp>
        <p:nvCxnSpPr>
          <p:cNvPr id="29" name="Conector Reto 170">
            <a:extLst>
              <a:ext uri="{FF2B5EF4-FFF2-40B4-BE49-F238E27FC236}">
                <a16:creationId xmlns:a16="http://schemas.microsoft.com/office/drawing/2014/main" id="{13EB86D2-DA6B-4C90-A239-E798C20F79BB}"/>
              </a:ext>
            </a:extLst>
          </p:cNvPr>
          <p:cNvCxnSpPr>
            <a:cxnSpLocks/>
          </p:cNvCxnSpPr>
          <p:nvPr userDrawn="1"/>
        </p:nvCxnSpPr>
        <p:spPr>
          <a:xfrm flipV="1">
            <a:off x="969232" y="9547232"/>
            <a:ext cx="0" cy="202038"/>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BCC28C3B-7362-43B7-A421-CE293A4A6219}"/>
              </a:ext>
            </a:extLst>
          </p:cNvPr>
          <p:cNvGrpSpPr/>
          <p:nvPr userDrawn="1"/>
        </p:nvGrpSpPr>
        <p:grpSpPr>
          <a:xfrm>
            <a:off x="368299" y="9572683"/>
            <a:ext cx="548254" cy="151137"/>
            <a:chOff x="2700591" y="2522601"/>
            <a:chExt cx="6428993" cy="1772284"/>
          </a:xfrm>
          <a:solidFill>
            <a:schemeClr val="accent6"/>
          </a:solidFill>
        </p:grpSpPr>
        <p:sp>
          <p:nvSpPr>
            <p:cNvPr id="31" name="Freeform: Shape 30">
              <a:extLst>
                <a:ext uri="{FF2B5EF4-FFF2-40B4-BE49-F238E27FC236}">
                  <a16:creationId xmlns:a16="http://schemas.microsoft.com/office/drawing/2014/main" id="{389CC8BC-1F00-4BDC-A289-8142D2D94754}"/>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32" name="Graphic 20">
              <a:extLst>
                <a:ext uri="{FF2B5EF4-FFF2-40B4-BE49-F238E27FC236}">
                  <a16:creationId xmlns:a16="http://schemas.microsoft.com/office/drawing/2014/main" id="{508F0147-3843-468C-B598-6A74C455F73B}"/>
                </a:ext>
              </a:extLst>
            </p:cNvPr>
            <p:cNvGrpSpPr/>
            <p:nvPr/>
          </p:nvGrpSpPr>
          <p:grpSpPr>
            <a:xfrm>
              <a:off x="5034660" y="3339528"/>
              <a:ext cx="4094924" cy="747077"/>
              <a:chOff x="5034660" y="3339528"/>
              <a:chExt cx="4094924" cy="747077"/>
            </a:xfrm>
            <a:grpFill/>
          </p:grpSpPr>
          <p:sp>
            <p:nvSpPr>
              <p:cNvPr id="33" name="Freeform: Shape 32">
                <a:extLst>
                  <a:ext uri="{FF2B5EF4-FFF2-40B4-BE49-F238E27FC236}">
                    <a16:creationId xmlns:a16="http://schemas.microsoft.com/office/drawing/2014/main" id="{D59EF09C-1E4A-4CE4-8368-67623148D05D}"/>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36604BEF-52FB-4611-B5BC-2E4C7A1B4DCE}"/>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348F6015-ACDE-4252-9209-5B93E242751A}"/>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7BE555BE-D9A2-44BD-A617-B521D61BBAB6}"/>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14F2E831-B08D-4D1E-A156-528654CD99C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EF483E7C-8FFD-4291-ACD5-5C68DEB74825}"/>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4993F408-ED5F-4840-B119-130BB9018551}"/>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5511F965-E58A-4FB1-902B-6A64436A7F3D}"/>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
        <p:nvSpPr>
          <p:cNvPr id="2" name="Date Placeholder 1">
            <a:extLst>
              <a:ext uri="{FF2B5EF4-FFF2-40B4-BE49-F238E27FC236}">
                <a16:creationId xmlns:a16="http://schemas.microsoft.com/office/drawing/2014/main" id="{7161E563-1BF6-4EB7-B7A2-FD52458467FC}"/>
              </a:ext>
            </a:extLst>
          </p:cNvPr>
          <p:cNvSpPr>
            <a:spLocks noGrp="1"/>
          </p:cNvSpPr>
          <p:nvPr>
            <p:ph type="dt" sz="half" idx="2"/>
          </p:nvPr>
        </p:nvSpPr>
        <p:spPr>
          <a:xfrm>
            <a:off x="4946650" y="438763"/>
            <a:ext cx="1543050" cy="184666"/>
          </a:xfrm>
          <a:prstGeom prst="rect">
            <a:avLst/>
          </a:prstGeom>
        </p:spPr>
        <p:txBody>
          <a:bodyPr vert="horz"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F50407D0-7CD3-45BA-9687-58C6D076356B}" type="datetime4">
              <a:rPr lang="en-US" smtClean="0"/>
              <a:t>September 28, 2026</a:t>
            </a:fld>
            <a:endParaRPr lang="en-US"/>
          </a:p>
        </p:txBody>
      </p:sp>
      <p:grpSp>
        <p:nvGrpSpPr>
          <p:cNvPr id="3" name="Group 2">
            <a:extLst>
              <a:ext uri="{FF2B5EF4-FFF2-40B4-BE49-F238E27FC236}">
                <a16:creationId xmlns:a16="http://schemas.microsoft.com/office/drawing/2014/main" id="{B20580D1-0CE3-4279-A937-2D00BB298C37}"/>
              </a:ext>
            </a:extLst>
          </p:cNvPr>
          <p:cNvGrpSpPr/>
          <p:nvPr userDrawn="1"/>
        </p:nvGrpSpPr>
        <p:grpSpPr>
          <a:xfrm>
            <a:off x="-954966" y="0"/>
            <a:ext cx="850185" cy="1861222"/>
            <a:chOff x="-954966" y="304355"/>
            <a:chExt cx="850185" cy="1861222"/>
          </a:xfrm>
        </p:grpSpPr>
        <p:sp>
          <p:nvSpPr>
            <p:cNvPr id="16" name="Retângulo 13">
              <a:extLst>
                <a:ext uri="{FF2B5EF4-FFF2-40B4-BE49-F238E27FC236}">
                  <a16:creationId xmlns:a16="http://schemas.microsoft.com/office/drawing/2014/main" id="{C692A16D-2AAD-47A9-B615-EDBFCACA6C08}"/>
                </a:ext>
              </a:extLst>
            </p:cNvPr>
            <p:cNvSpPr/>
            <p:nvPr userDrawn="1"/>
          </p:nvSpPr>
          <p:spPr>
            <a:xfrm>
              <a:off x="-954966" y="1885648"/>
              <a:ext cx="850185" cy="27992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0 0 0 </a:t>
              </a:r>
            </a:p>
          </p:txBody>
        </p:sp>
        <p:sp>
          <p:nvSpPr>
            <p:cNvPr id="17" name="Retângulo 14">
              <a:extLst>
                <a:ext uri="{FF2B5EF4-FFF2-40B4-BE49-F238E27FC236}">
                  <a16:creationId xmlns:a16="http://schemas.microsoft.com/office/drawing/2014/main" id="{49E9D0E6-FB77-489C-A3FC-111D665AA2C8}"/>
                </a:ext>
              </a:extLst>
            </p:cNvPr>
            <p:cNvSpPr/>
            <p:nvPr userDrawn="1"/>
          </p:nvSpPr>
          <p:spPr>
            <a:xfrm>
              <a:off x="-954966" y="936873"/>
              <a:ext cx="850185" cy="27992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142 179 223</a:t>
              </a:r>
            </a:p>
          </p:txBody>
        </p:sp>
        <p:sp>
          <p:nvSpPr>
            <p:cNvPr id="18" name="Retângulo 16">
              <a:extLst>
                <a:ext uri="{FF2B5EF4-FFF2-40B4-BE49-F238E27FC236}">
                  <a16:creationId xmlns:a16="http://schemas.microsoft.com/office/drawing/2014/main" id="{B7EB5F79-8CC5-4BFC-85F8-8563F8529CEA}"/>
                </a:ext>
              </a:extLst>
            </p:cNvPr>
            <p:cNvSpPr/>
            <p:nvPr userDrawn="1"/>
          </p:nvSpPr>
          <p:spPr>
            <a:xfrm>
              <a:off x="-954966" y="1253132"/>
              <a:ext cx="850185" cy="27992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112 121 113</a:t>
              </a:r>
            </a:p>
          </p:txBody>
        </p:sp>
        <p:sp>
          <p:nvSpPr>
            <p:cNvPr id="19" name="Retângulo 18">
              <a:extLst>
                <a:ext uri="{FF2B5EF4-FFF2-40B4-BE49-F238E27FC236}">
                  <a16:creationId xmlns:a16="http://schemas.microsoft.com/office/drawing/2014/main" id="{7F299EE3-683B-4854-B420-0E3181CD77C3}"/>
                </a:ext>
              </a:extLst>
            </p:cNvPr>
            <p:cNvSpPr/>
            <p:nvPr userDrawn="1"/>
          </p:nvSpPr>
          <p:spPr>
            <a:xfrm>
              <a:off x="-954966" y="304355"/>
              <a:ext cx="850185" cy="27992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31 47 68</a:t>
              </a:r>
            </a:p>
          </p:txBody>
        </p:sp>
        <p:sp>
          <p:nvSpPr>
            <p:cNvPr id="20" name="Retângulo 19">
              <a:extLst>
                <a:ext uri="{FF2B5EF4-FFF2-40B4-BE49-F238E27FC236}">
                  <a16:creationId xmlns:a16="http://schemas.microsoft.com/office/drawing/2014/main" id="{1CB3CBF4-519F-4A89-A6BC-0F096BF55948}"/>
                </a:ext>
              </a:extLst>
            </p:cNvPr>
            <p:cNvSpPr/>
            <p:nvPr userDrawn="1"/>
          </p:nvSpPr>
          <p:spPr>
            <a:xfrm>
              <a:off x="-954966" y="620614"/>
              <a:ext cx="850185" cy="2799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249 193 19</a:t>
              </a:r>
            </a:p>
          </p:txBody>
        </p:sp>
        <p:sp>
          <p:nvSpPr>
            <p:cNvPr id="21" name="Retângulo 25">
              <a:extLst>
                <a:ext uri="{FF2B5EF4-FFF2-40B4-BE49-F238E27FC236}">
                  <a16:creationId xmlns:a16="http://schemas.microsoft.com/office/drawing/2014/main" id="{AE442D1B-B28F-4A51-B152-6F302C379142}"/>
                </a:ext>
              </a:extLst>
            </p:cNvPr>
            <p:cNvSpPr/>
            <p:nvPr userDrawn="1"/>
          </p:nvSpPr>
          <p:spPr>
            <a:xfrm>
              <a:off x="-954966" y="1569391"/>
              <a:ext cx="850185" cy="27992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73 72 73</a:t>
              </a:r>
            </a:p>
          </p:txBody>
        </p:sp>
      </p:grpSp>
      <p:sp>
        <p:nvSpPr>
          <p:cNvPr id="23" name="Espaço Reservado para Texto 6">
            <a:extLst>
              <a:ext uri="{FF2B5EF4-FFF2-40B4-BE49-F238E27FC236}">
                <a16:creationId xmlns:a16="http://schemas.microsoft.com/office/drawing/2014/main" id="{6CF3791F-62F2-4029-A8F8-4CB526805BC9}"/>
              </a:ext>
            </a:extLst>
          </p:cNvPr>
          <p:cNvSpPr txBox="1">
            <a:spLocks/>
          </p:cNvSpPr>
          <p:nvPr userDrawn="1"/>
        </p:nvSpPr>
        <p:spPr>
          <a:xfrm>
            <a:off x="390154" y="438763"/>
            <a:ext cx="3146796" cy="215860"/>
          </a:xfrm>
          <a:prstGeom prst="rect">
            <a:avLst/>
          </a:prstGeom>
        </p:spPr>
        <p:txBody>
          <a:bodyPr vert="horz" lIns="0" tIns="0" rIns="0" bIns="0" rtlCol="0" anchor="t">
            <a:noAutofit/>
          </a:bodyPr>
          <a:lstStyle>
            <a:lvl1pPr marL="0" indent="0" algn="l" defTabSz="385767" rtl="0" eaLnBrk="1" latinLnBrk="0" hangingPunct="1">
              <a:lnSpc>
                <a:spcPct val="90000"/>
              </a:lnSpc>
              <a:spcBef>
                <a:spcPts val="422"/>
              </a:spcBef>
              <a:buFont typeface="Arial" panose="020B0604020202020204" pitchFamily="34" charset="0"/>
              <a:buNone/>
              <a:defRPr lang="pt-BR" sz="1200" b="0" kern="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a:t>Equity Research - Strategy</a:t>
            </a:r>
          </a:p>
          <a:p>
            <a:endParaRPr lang="en-US"/>
          </a:p>
        </p:txBody>
      </p:sp>
    </p:spTree>
    <p:extLst>
      <p:ext uri="{BB962C8B-B14F-4D97-AF65-F5344CB8AC3E}">
        <p14:creationId xmlns:p14="http://schemas.microsoft.com/office/powerpoint/2010/main" val="1092469116"/>
      </p:ext>
    </p:extLst>
  </p:cSld>
  <p:clrMap bg1="lt1" tx1="dk1" bg2="lt2" tx2="dk2" accent1="accent1" accent2="accent2" accent3="accent3" accent4="accent4" accent5="accent5" accent6="accent6" hlink="hlink" folHlink="folHlink"/>
  <p:sldLayoutIdLst>
    <p:sldLayoutId id="2147483776" r:id="rId1"/>
    <p:sldLayoutId id="2147483777" r:id="rId2"/>
    <p:sldLayoutId id="2147483778" r:id="rId3"/>
    <p:sldLayoutId id="2147483779" r:id="rId4"/>
    <p:sldLayoutId id="2147483780" r:id="rId5"/>
    <p:sldLayoutId id="2147483781" r:id="rId6"/>
    <p:sldLayoutId id="2147483782" r:id="rId7"/>
    <p:sldLayoutId id="2147483783" r:id="rId8"/>
    <p:sldLayoutId id="2147483784" r:id="rId9"/>
    <p:sldLayoutId id="2147483785" r:id="rId10"/>
    <p:sldLayoutId id="2147483786" r:id="rId11"/>
    <p:sldLayoutId id="2147483787" r:id="rId12"/>
    <p:sldLayoutId id="2147483788" r:id="rId13"/>
    <p:sldLayoutId id="2147483789" r:id="rId14"/>
    <p:sldLayoutId id="2147483790" r:id="rId15"/>
    <p:sldLayoutId id="2147483791" r:id="rId16"/>
    <p:sldLayoutId id="2147483792" r:id="rId17"/>
  </p:sldLayoutIdLst>
  <p:hf sldNum="0" hdr="0" ftr="0"/>
  <p:txStyles>
    <p:titleStyle>
      <a:lvl1pPr algn="l" defTabSz="385767" rtl="0" eaLnBrk="1" latinLnBrk="0" hangingPunct="1">
        <a:lnSpc>
          <a:spcPct val="90000"/>
        </a:lnSpc>
        <a:spcBef>
          <a:spcPct val="0"/>
        </a:spcBef>
        <a:buNone/>
        <a:defRPr sz="1266" b="0" kern="1200">
          <a:solidFill>
            <a:schemeClr val="tx1"/>
          </a:solidFill>
          <a:latin typeface="+mj-lt"/>
          <a:ea typeface="+mj-ea"/>
          <a:cs typeface="+mj-cs"/>
        </a:defRPr>
      </a:lvl1pPr>
    </p:titleStyle>
    <p:bodyStyle>
      <a:lvl1pPr marL="0" indent="0" algn="l" defTabSz="385767" rtl="0" eaLnBrk="1" latinLnBrk="0" hangingPunct="1">
        <a:lnSpc>
          <a:spcPct val="90000"/>
        </a:lnSpc>
        <a:spcBef>
          <a:spcPts val="422"/>
        </a:spcBef>
        <a:buFont typeface="Arial" panose="020B0604020202020204" pitchFamily="34" charset="0"/>
        <a:buNone/>
        <a:defRPr sz="675" kern="1200">
          <a:solidFill>
            <a:schemeClr val="tx2"/>
          </a:solidFill>
          <a:latin typeface="+mn-lt"/>
          <a:ea typeface="+mn-ea"/>
          <a:cs typeface="+mn-cs"/>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p:bodyStyle>
    <p:otherStyle>
      <a:defPPr>
        <a:defRPr lang="pt-BR"/>
      </a:defPPr>
      <a:lvl1pPr marL="0" algn="l" defTabSz="385767" rtl="0" eaLnBrk="1" latinLnBrk="0" hangingPunct="1">
        <a:defRPr sz="760" kern="1200">
          <a:solidFill>
            <a:schemeClr val="tx1"/>
          </a:solidFill>
          <a:latin typeface="+mn-lt"/>
          <a:ea typeface="+mn-ea"/>
          <a:cs typeface="+mn-cs"/>
        </a:defRPr>
      </a:lvl1pPr>
      <a:lvl2pPr marL="192884" algn="l" defTabSz="385767" rtl="0" eaLnBrk="1" latinLnBrk="0" hangingPunct="1">
        <a:defRPr sz="760" kern="1200">
          <a:solidFill>
            <a:schemeClr val="tx1"/>
          </a:solidFill>
          <a:latin typeface="+mn-lt"/>
          <a:ea typeface="+mn-ea"/>
          <a:cs typeface="+mn-cs"/>
        </a:defRPr>
      </a:lvl2pPr>
      <a:lvl3pPr marL="385767" algn="l" defTabSz="385767" rtl="0" eaLnBrk="1" latinLnBrk="0" hangingPunct="1">
        <a:defRPr sz="760" kern="1200">
          <a:solidFill>
            <a:schemeClr val="tx1"/>
          </a:solidFill>
          <a:latin typeface="+mn-lt"/>
          <a:ea typeface="+mn-ea"/>
          <a:cs typeface="+mn-cs"/>
        </a:defRPr>
      </a:lvl3pPr>
      <a:lvl4pPr marL="578651" algn="l" defTabSz="385767" rtl="0" eaLnBrk="1" latinLnBrk="0" hangingPunct="1">
        <a:defRPr sz="760" kern="1200">
          <a:solidFill>
            <a:schemeClr val="tx1"/>
          </a:solidFill>
          <a:latin typeface="+mn-lt"/>
          <a:ea typeface="+mn-ea"/>
          <a:cs typeface="+mn-cs"/>
        </a:defRPr>
      </a:lvl4pPr>
      <a:lvl5pPr marL="771535" algn="l" defTabSz="385767" rtl="0" eaLnBrk="1" latinLnBrk="0" hangingPunct="1">
        <a:defRPr sz="760" kern="1200">
          <a:solidFill>
            <a:schemeClr val="tx1"/>
          </a:solidFill>
          <a:latin typeface="+mn-lt"/>
          <a:ea typeface="+mn-ea"/>
          <a:cs typeface="+mn-cs"/>
        </a:defRPr>
      </a:lvl5pPr>
      <a:lvl6pPr marL="964419" algn="l" defTabSz="385767" rtl="0" eaLnBrk="1" latinLnBrk="0" hangingPunct="1">
        <a:defRPr sz="760" kern="1200">
          <a:solidFill>
            <a:schemeClr val="tx1"/>
          </a:solidFill>
          <a:latin typeface="+mn-lt"/>
          <a:ea typeface="+mn-ea"/>
          <a:cs typeface="+mn-cs"/>
        </a:defRPr>
      </a:lvl6pPr>
      <a:lvl7pPr marL="1157302" algn="l" defTabSz="385767" rtl="0" eaLnBrk="1" latinLnBrk="0" hangingPunct="1">
        <a:defRPr sz="760" kern="1200">
          <a:solidFill>
            <a:schemeClr val="tx1"/>
          </a:solidFill>
          <a:latin typeface="+mn-lt"/>
          <a:ea typeface="+mn-ea"/>
          <a:cs typeface="+mn-cs"/>
        </a:defRPr>
      </a:lvl7pPr>
      <a:lvl8pPr marL="1350186" algn="l" defTabSz="385767" rtl="0" eaLnBrk="1" latinLnBrk="0" hangingPunct="1">
        <a:defRPr sz="760" kern="1200">
          <a:solidFill>
            <a:schemeClr val="tx1"/>
          </a:solidFill>
          <a:latin typeface="+mn-lt"/>
          <a:ea typeface="+mn-ea"/>
          <a:cs typeface="+mn-cs"/>
        </a:defRPr>
      </a:lvl8pPr>
      <a:lvl9pPr marL="1543070" algn="l" defTabSz="385767" rtl="0" eaLnBrk="1" latinLnBrk="0" hangingPunct="1">
        <a:defRPr sz="76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120">
          <p15:clr>
            <a:srgbClr val="F26B43"/>
          </p15:clr>
        </p15:guide>
        <p15:guide id="2" pos="232">
          <p15:clr>
            <a:srgbClr val="F26B43"/>
          </p15:clr>
        </p15:guide>
        <p15:guide id="3" pos="4088">
          <p15:clr>
            <a:srgbClr val="F26B43"/>
          </p15:clr>
        </p15:guide>
        <p15:guide id="4" orient="horz" pos="262">
          <p15:clr>
            <a:srgbClr val="F26B43"/>
          </p15:clr>
        </p15:guide>
        <p15:guide id="5" orient="horz" pos="5955">
          <p15:clr>
            <a:srgbClr val="F26B43"/>
          </p15:clr>
        </p15:guide>
        <p15:guide id="6" pos="2160">
          <p15:clr>
            <a:srgbClr val="F26B43"/>
          </p15:clr>
        </p15:guide>
        <p15:guide id="7" orient="horz" pos="466">
          <p15:clr>
            <a:srgbClr val="F26B43"/>
          </p15:clr>
        </p15:guide>
        <p15:guide id="8" orient="horz" pos="943">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0.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593AA0E-F57B-05C8-7428-66E3B2E5E100}"/>
              </a:ext>
            </a:extLst>
          </p:cNvPr>
          <p:cNvSpPr>
            <a:spLocks noGrp="1"/>
          </p:cNvSpPr>
          <p:nvPr>
            <p:ph type="body" sz="quarter" idx="20"/>
          </p:nvPr>
        </p:nvSpPr>
        <p:spPr>
          <a:xfrm>
            <a:off x="382829" y="1497013"/>
            <a:ext cx="6119679" cy="4315859"/>
          </a:xfrm>
          <a:noFill/>
        </p:spPr>
        <p:txBody>
          <a:bodyPr wrap="square" lIns="72000" tIns="72000" rIns="72000" bIns="72000" rtlCol="0" anchor="t">
            <a:noAutofit/>
          </a:bodyPr>
          <a:lstStyle/>
          <a:p>
            <a:r>
              <a:rPr lang="en-US" dirty="0">
                <a:solidFill>
                  <a:schemeClr val="tx1"/>
                </a:solidFill>
              </a:rPr>
              <a:t>Looking at performance on a sector-by-sector basis, returns were positive across most Ibovespa sectors in September (14 of 17), with the index up 3.4%. Domestic sectors outperformed, helped by a sharp decline in local yields and the </a:t>
            </a:r>
            <a:r>
              <a:rPr lang="en-US" dirty="0" err="1">
                <a:solidFill>
                  <a:schemeClr val="tx1"/>
                </a:solidFill>
              </a:rPr>
              <a:t>Copom's</a:t>
            </a:r>
            <a:r>
              <a:rPr lang="en-US" dirty="0">
                <a:solidFill>
                  <a:schemeClr val="tx1"/>
                </a:solidFill>
              </a:rPr>
              <a:t> 25bps Selic cut, while commodity-related sectors lagged.</a:t>
            </a:r>
          </a:p>
          <a:p>
            <a:r>
              <a:rPr lang="en-US" dirty="0">
                <a:solidFill>
                  <a:schemeClr val="tx1"/>
                </a:solidFill>
              </a:rPr>
              <a:t>On the positive side, we highlight:</a:t>
            </a:r>
          </a:p>
          <a:p>
            <a:pPr marL="228600" indent="-228600">
              <a:buFont typeface="+mj-lt"/>
              <a:buAutoNum type="arabicPeriod"/>
            </a:pPr>
            <a:r>
              <a:rPr lang="en-US" b="1" dirty="0">
                <a:solidFill>
                  <a:schemeClr val="tx1"/>
                </a:solidFill>
              </a:rPr>
              <a:t>Income Properties (+10.2%)</a:t>
            </a:r>
            <a:r>
              <a:rPr lang="en-US" dirty="0">
                <a:solidFill>
                  <a:schemeClr val="tx1"/>
                </a:solidFill>
              </a:rPr>
              <a:t>, led by Multiplan (MULT3, +11.4%) and Allos (ALOS3, +</a:t>
            </a:r>
            <a:r>
              <a:rPr lang="en-US">
                <a:solidFill>
                  <a:schemeClr val="tx1"/>
                </a:solidFill>
              </a:rPr>
              <a:t>9.7%), as mall stocks rebounded from August lows on lower yields and resilient fundamentals.</a:t>
            </a:r>
            <a:endParaRPr lang="en-US" dirty="0">
              <a:solidFill>
                <a:schemeClr val="tx1"/>
              </a:solidFill>
            </a:endParaRPr>
          </a:p>
          <a:p>
            <a:pPr marL="228600" indent="-228600">
              <a:buFont typeface="+mj-lt"/>
              <a:buAutoNum type="arabicPeriod"/>
            </a:pPr>
            <a:r>
              <a:rPr lang="en-US" b="1" dirty="0">
                <a:solidFill>
                  <a:schemeClr val="tx1"/>
                </a:solidFill>
              </a:rPr>
              <a:t>Transportation (+10.0%)</a:t>
            </a:r>
            <a:r>
              <a:rPr lang="en-US" dirty="0">
                <a:solidFill>
                  <a:schemeClr val="tx1"/>
                </a:solidFill>
              </a:rPr>
              <a:t>, driven by Motiva (MOTV3, +12.5%) and </a:t>
            </a:r>
            <a:r>
              <a:rPr lang="en-US" dirty="0" err="1">
                <a:solidFill>
                  <a:schemeClr val="tx1"/>
                </a:solidFill>
              </a:rPr>
              <a:t>Localiza</a:t>
            </a:r>
            <a:r>
              <a:rPr lang="en-US" dirty="0">
                <a:solidFill>
                  <a:schemeClr val="tx1"/>
                </a:solidFill>
              </a:rPr>
              <a:t> (RENT3, +9.4%). Toll roads, as long-duration assets, and car rental, given its high leverage, benefited from lower local yields.</a:t>
            </a:r>
          </a:p>
          <a:p>
            <a:pPr marL="228600" indent="-228600">
              <a:buFont typeface="+mj-lt"/>
              <a:buAutoNum type="arabicPeriod"/>
            </a:pPr>
            <a:r>
              <a:rPr lang="en-US" b="1">
                <a:solidFill>
                  <a:schemeClr val="tx1"/>
                </a:solidFill>
              </a:rPr>
              <a:t>Financials (Non-Banks +7.3%; Banks +6.8%).</a:t>
            </a:r>
            <a:r>
              <a:rPr lang="en-US">
                <a:solidFill>
                  <a:schemeClr val="tx1"/>
                </a:solidFill>
              </a:rPr>
              <a:t> Capital markets names stood out, with BTG Pactual (BPAC11, +14.6%) and B3 (B3SA3, +12.1%) benefiting from election-related volatility and the prospect of a pickup in capital markets activity.</a:t>
            </a:r>
            <a:endParaRPr lang="en-US" dirty="0">
              <a:solidFill>
                <a:schemeClr val="tx1"/>
              </a:solidFill>
            </a:endParaRPr>
          </a:p>
          <a:p>
            <a:r>
              <a:rPr lang="en-US" dirty="0">
                <a:solidFill>
                  <a:schemeClr val="tx1"/>
                </a:solidFill>
              </a:rPr>
              <a:t>On the other hand, the main laggards were:</a:t>
            </a:r>
          </a:p>
          <a:p>
            <a:pPr marL="228600" indent="-228600">
              <a:buFont typeface="+mj-lt"/>
              <a:buAutoNum type="arabicPeriod"/>
            </a:pPr>
            <a:r>
              <a:rPr lang="en-US" b="1">
                <a:solidFill>
                  <a:schemeClr val="tx1"/>
                </a:solidFill>
              </a:rPr>
              <a:t>Metals &amp; Mining (-7.3%)</a:t>
            </a:r>
            <a:r>
              <a:rPr lang="en-US">
                <a:solidFill>
                  <a:schemeClr val="tx1"/>
                </a:solidFill>
              </a:rPr>
              <a:t>, driven by Vale (VALE3, -9.1%), pressured by fragile iron ore fundamentals, with weak steel demand and high inventories in China.</a:t>
            </a:r>
            <a:endParaRPr lang="en-US" dirty="0">
              <a:solidFill>
                <a:schemeClr val="tx1"/>
              </a:solidFill>
            </a:endParaRPr>
          </a:p>
          <a:p>
            <a:pPr marL="228600" indent="-228600">
              <a:buFont typeface="+mj-lt"/>
              <a:buAutoNum type="arabicPeriod"/>
            </a:pPr>
            <a:r>
              <a:rPr lang="en-US" b="1">
                <a:solidFill>
                  <a:schemeClr val="tx1"/>
                </a:solidFill>
              </a:rPr>
              <a:t>Homebuilders (-6.4%)</a:t>
            </a:r>
            <a:r>
              <a:rPr lang="en-US">
                <a:solidFill>
                  <a:schemeClr val="tx1"/>
                </a:solidFill>
              </a:rPr>
              <a:t>, dragged by low-income builders Cury (CURY3, -15.5%) and Direcional (DIRR3, -11.9%): tighter credit at Caixa, the main funder of the MCMV housing program, a nationwide strike of its employees since September 10, which may delay mortgage transfers, and housing policy uncertainty ahead of the elections weighed on the segment. We see these as temporary execution issues. Mid- and high-income names such as Cyrela (CYRE3, +11.2%) advanced.</a:t>
            </a:r>
            <a:endParaRPr lang="en-US" dirty="0">
              <a:solidFill>
                <a:schemeClr val="tx1"/>
              </a:solidFill>
            </a:endParaRPr>
          </a:p>
        </p:txBody>
      </p:sp>
      <p:sp>
        <p:nvSpPr>
          <p:cNvPr id="40" name="Content Placeholder 39">
            <a:extLst>
              <a:ext uri="{FF2B5EF4-FFF2-40B4-BE49-F238E27FC236}">
                <a16:creationId xmlns:a16="http://schemas.microsoft.com/office/drawing/2014/main" id="{F13D3806-F033-A6A3-81B6-9CA0C2C27E8F}"/>
              </a:ext>
            </a:extLst>
          </p:cNvPr>
          <p:cNvSpPr>
            <a:spLocks noGrp="1"/>
          </p:cNvSpPr>
          <p:nvPr>
            <p:ph sz="quarter" idx="27"/>
          </p:nvPr>
        </p:nvSpPr>
        <p:spPr>
          <a:xfrm>
            <a:off x="382829" y="5812873"/>
            <a:ext cx="6119679" cy="230832"/>
          </a:xfrm>
        </p:spPr>
        <p:txBody>
          <a:bodyPr/>
          <a:lstStyle/>
          <a:p>
            <a:r>
              <a:rPr lang="en-US" noProof="0" dirty="0"/>
              <a:t>Table 1: Ibovespa sectors performance*</a:t>
            </a:r>
          </a:p>
        </p:txBody>
      </p:sp>
      <p:sp>
        <p:nvSpPr>
          <p:cNvPr id="11" name="Text Placeholder 10">
            <a:extLst>
              <a:ext uri="{FF2B5EF4-FFF2-40B4-BE49-F238E27FC236}">
                <a16:creationId xmlns:a16="http://schemas.microsoft.com/office/drawing/2014/main" id="{C30E05E3-4DA2-D62E-1E78-215703528B3B}"/>
              </a:ext>
            </a:extLst>
          </p:cNvPr>
          <p:cNvSpPr>
            <a:spLocks noGrp="1"/>
          </p:cNvSpPr>
          <p:nvPr>
            <p:ph type="body" sz="quarter" idx="16"/>
          </p:nvPr>
        </p:nvSpPr>
        <p:spPr/>
        <p:txBody>
          <a:bodyPr/>
          <a:lstStyle/>
          <a:p>
            <a:r>
              <a:rPr lang="en-US" noProof="0" dirty="0"/>
              <a:t>XP Ray of Brazil</a:t>
            </a:r>
          </a:p>
        </p:txBody>
      </p:sp>
      <p:sp>
        <p:nvSpPr>
          <p:cNvPr id="12" name="Text Placeholder 11">
            <a:extLst>
              <a:ext uri="{FF2B5EF4-FFF2-40B4-BE49-F238E27FC236}">
                <a16:creationId xmlns:a16="http://schemas.microsoft.com/office/drawing/2014/main" id="{4987FF20-C4A6-3F35-7C00-51717F3EFA45}"/>
              </a:ext>
            </a:extLst>
          </p:cNvPr>
          <p:cNvSpPr>
            <a:spLocks noGrp="1"/>
          </p:cNvSpPr>
          <p:nvPr>
            <p:ph type="body" sz="quarter" idx="17"/>
          </p:nvPr>
        </p:nvSpPr>
        <p:spPr/>
        <p:txBody>
          <a:bodyPr/>
          <a:lstStyle/>
          <a:p>
            <a:r>
              <a:rPr lang="en-US" b="0" noProof="0" dirty="0">
                <a:solidFill>
                  <a:schemeClr val="tx1"/>
                </a:solidFill>
              </a:rPr>
              <a:t>Domestic sectors led September, while Metals &amp; Mining lagged</a:t>
            </a:r>
          </a:p>
        </p:txBody>
      </p:sp>
      <p:sp>
        <p:nvSpPr>
          <p:cNvPr id="13" name="Text Placeholder 12">
            <a:extLst>
              <a:ext uri="{FF2B5EF4-FFF2-40B4-BE49-F238E27FC236}">
                <a16:creationId xmlns:a16="http://schemas.microsoft.com/office/drawing/2014/main" id="{01907D8C-4E2D-B4FA-D610-0D6B8E5FF9AC}"/>
              </a:ext>
            </a:extLst>
          </p:cNvPr>
          <p:cNvSpPr>
            <a:spLocks noGrp="1"/>
          </p:cNvSpPr>
          <p:nvPr>
            <p:ph type="body" sz="quarter" idx="29"/>
          </p:nvPr>
        </p:nvSpPr>
        <p:spPr/>
        <p:txBody>
          <a:bodyPr/>
          <a:lstStyle/>
          <a:p>
            <a:r>
              <a:rPr lang="en-US" b="0" noProof="0" dirty="0">
                <a:latin typeface="Roboto"/>
                <a:ea typeface="Roboto"/>
                <a:cs typeface="Roboto"/>
              </a:rPr>
              <a:t>Source: Bloomberg, Economatica, XP Research. *Data as of 09/25/2026 due to data availability.</a:t>
            </a:r>
            <a:endParaRPr lang="en-US" noProof="0" dirty="0">
              <a:latin typeface="Roboto"/>
              <a:ea typeface="Roboto"/>
              <a:cs typeface="Roboto"/>
            </a:endParaRPr>
          </a:p>
        </p:txBody>
      </p:sp>
      <p:sp>
        <p:nvSpPr>
          <p:cNvPr id="14" name="Date Placeholder 13">
            <a:extLst>
              <a:ext uri="{FF2B5EF4-FFF2-40B4-BE49-F238E27FC236}">
                <a16:creationId xmlns:a16="http://schemas.microsoft.com/office/drawing/2014/main" id="{A9A69645-CE46-7F15-2C58-F48EA3B3AB09}"/>
              </a:ext>
            </a:extLst>
          </p:cNvPr>
          <p:cNvSpPr>
            <a:spLocks noGrp="1"/>
          </p:cNvSpPr>
          <p:nvPr>
            <p:ph type="dt" sz="half" idx="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F8FDB27-2793-4B20-B708-7BBAA783BACB}" type="datetime4">
              <a:rPr kumimoji="0" lang="en-US" sz="1200" b="0" i="0" u="none" strike="noStrike" kern="1200" cap="none" spc="0" normalizeH="0" baseline="0" noProof="0" smtClean="0">
                <a:ln>
                  <a:noFill/>
                </a:ln>
                <a:solidFill>
                  <a:srgbClr val="74797C"/>
                </a:solidFill>
                <a:effectLst/>
                <a:uLnTx/>
                <a:uFillTx/>
                <a:latin typeface="Roboto Light" panose="02000000000000000000" pitchFamily="2" charset="0"/>
                <a:ea typeface="Roboto Light" panose="02000000000000000000" pitchFamily="2" charset="0"/>
                <a:cs typeface="Roboto Light" panose="02000000000000000000" pitchFamily="2" charset="0"/>
              </a:rPr>
              <a:t>September 28, 2026</a:t>
            </a:fld>
            <a:endParaRPr kumimoji="0" lang="en-US" sz="1200" b="0" i="0" u="none" strike="noStrike" kern="1200" cap="none" spc="0" normalizeH="0" baseline="0" noProof="0">
              <a:ln>
                <a:noFill/>
              </a:ln>
              <a:solidFill>
                <a:srgbClr val="74797C"/>
              </a:solidFill>
              <a:effectLst/>
              <a:uLnTx/>
              <a:uFillTx/>
              <a:latin typeface="Roboto Light" panose="02000000000000000000" pitchFamily="2" charset="0"/>
              <a:ea typeface="Roboto Light" panose="02000000000000000000" pitchFamily="2" charset="0"/>
              <a:cs typeface="Roboto Light" panose="02000000000000000000" pitchFamily="2" charset="0"/>
            </a:endParaRPr>
          </a:p>
        </p:txBody>
      </p:sp>
      <p:graphicFrame>
        <p:nvGraphicFramePr>
          <p:cNvPr id="3" name="Table 2">
            <a:extLst>
              <a:ext uri="{FF2B5EF4-FFF2-40B4-BE49-F238E27FC236}">
                <a16:creationId xmlns:a16="http://schemas.microsoft.com/office/drawing/2014/main" id="{2A4A6289-67EB-34F0-9B5D-618989399BC6}"/>
              </a:ext>
            </a:extLst>
          </p:cNvPr>
          <p:cNvGraphicFramePr>
            <a:graphicFrameLocks noGrp="1"/>
          </p:cNvGraphicFramePr>
          <p:nvPr>
            <p:extLst>
              <p:ext uri="{D42A27DB-BD31-4B8C-83A1-F6EECF244321}">
                <p14:modId xmlns:p14="http://schemas.microsoft.com/office/powerpoint/2010/main" val="1322541338"/>
              </p:ext>
            </p:extLst>
          </p:nvPr>
        </p:nvGraphicFramePr>
        <p:xfrm>
          <a:off x="393031" y="6142292"/>
          <a:ext cx="6096669" cy="3022500"/>
        </p:xfrm>
        <a:graphic>
          <a:graphicData uri="http://schemas.openxmlformats.org/drawingml/2006/table">
            <a:tbl>
              <a:tblPr/>
              <a:tblGrid>
                <a:gridCol w="1793139">
                  <a:extLst>
                    <a:ext uri="{9D8B030D-6E8A-4147-A177-3AD203B41FA5}">
                      <a16:colId xmlns:a16="http://schemas.microsoft.com/office/drawing/2014/main" val="2425162416"/>
                    </a:ext>
                  </a:extLst>
                </a:gridCol>
                <a:gridCol w="635283">
                  <a:extLst>
                    <a:ext uri="{9D8B030D-6E8A-4147-A177-3AD203B41FA5}">
                      <a16:colId xmlns:a16="http://schemas.microsoft.com/office/drawing/2014/main" val="2352857939"/>
                    </a:ext>
                  </a:extLst>
                </a:gridCol>
                <a:gridCol w="635283">
                  <a:extLst>
                    <a:ext uri="{9D8B030D-6E8A-4147-A177-3AD203B41FA5}">
                      <a16:colId xmlns:a16="http://schemas.microsoft.com/office/drawing/2014/main" val="1383863379"/>
                    </a:ext>
                  </a:extLst>
                </a:gridCol>
                <a:gridCol w="635283">
                  <a:extLst>
                    <a:ext uri="{9D8B030D-6E8A-4147-A177-3AD203B41FA5}">
                      <a16:colId xmlns:a16="http://schemas.microsoft.com/office/drawing/2014/main" val="1301831816"/>
                    </a:ext>
                  </a:extLst>
                </a:gridCol>
                <a:gridCol w="491832">
                  <a:extLst>
                    <a:ext uri="{9D8B030D-6E8A-4147-A177-3AD203B41FA5}">
                      <a16:colId xmlns:a16="http://schemas.microsoft.com/office/drawing/2014/main" val="1560811332"/>
                    </a:ext>
                  </a:extLst>
                </a:gridCol>
                <a:gridCol w="635283">
                  <a:extLst>
                    <a:ext uri="{9D8B030D-6E8A-4147-A177-3AD203B41FA5}">
                      <a16:colId xmlns:a16="http://schemas.microsoft.com/office/drawing/2014/main" val="2712759832"/>
                    </a:ext>
                  </a:extLst>
                </a:gridCol>
                <a:gridCol w="635283">
                  <a:extLst>
                    <a:ext uri="{9D8B030D-6E8A-4147-A177-3AD203B41FA5}">
                      <a16:colId xmlns:a16="http://schemas.microsoft.com/office/drawing/2014/main" val="918286356"/>
                    </a:ext>
                  </a:extLst>
                </a:gridCol>
                <a:gridCol w="635283">
                  <a:extLst>
                    <a:ext uri="{9D8B030D-6E8A-4147-A177-3AD203B41FA5}">
                      <a16:colId xmlns:a16="http://schemas.microsoft.com/office/drawing/2014/main" val="379903063"/>
                    </a:ext>
                  </a:extLst>
                </a:gridCol>
              </a:tblGrid>
              <a:tr h="151125">
                <a:tc>
                  <a:txBody>
                    <a:bodyPr/>
                    <a:lstStyle/>
                    <a:p>
                      <a:pPr algn="ctr" fontAlgn="b">
                        <a:buNone/>
                      </a:pPr>
                      <a:r>
                        <a:rPr lang="pt-BR" sz="900" b="1" i="0" u="none" strike="noStrike" dirty="0">
                          <a:solidFill>
                            <a:srgbClr val="FFFFFF"/>
                          </a:solidFill>
                          <a:effectLst/>
                          <a:latin typeface="Roboto Light" panose="02000000000000000000" pitchFamily="2" charset="0"/>
                        </a:rPr>
                        <a:t> </a:t>
                      </a:r>
                    </a:p>
                  </a:txBody>
                  <a:tcPr marL="5151" marR="5151" marT="5151"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F2F44"/>
                    </a:solidFill>
                  </a:tcPr>
                </a:tc>
                <a:tc>
                  <a:txBody>
                    <a:bodyPr/>
                    <a:lstStyle/>
                    <a:p>
                      <a:pPr algn="ctr" fontAlgn="b">
                        <a:buNone/>
                      </a:pPr>
                      <a:r>
                        <a:rPr lang="pt-BR" sz="900" b="1" i="0" u="none" strike="noStrike">
                          <a:solidFill>
                            <a:srgbClr val="FFFFFF"/>
                          </a:solidFill>
                          <a:effectLst/>
                          <a:latin typeface="Roboto Light" panose="02000000000000000000" pitchFamily="2" charset="0"/>
                        </a:rPr>
                        <a:t>10Y</a:t>
                      </a:r>
                    </a:p>
                  </a:txBody>
                  <a:tcPr marL="5151" marR="5151" marT="5151"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F2F44"/>
                    </a:solidFill>
                  </a:tcPr>
                </a:tc>
                <a:tc>
                  <a:txBody>
                    <a:bodyPr/>
                    <a:lstStyle/>
                    <a:p>
                      <a:pPr algn="ctr" fontAlgn="b">
                        <a:buNone/>
                      </a:pPr>
                      <a:r>
                        <a:rPr lang="pt-BR" sz="900" b="1" i="0" u="none" strike="noStrike">
                          <a:solidFill>
                            <a:srgbClr val="FFFFFF"/>
                          </a:solidFill>
                          <a:effectLst/>
                          <a:latin typeface="Roboto Light" panose="02000000000000000000" pitchFamily="2" charset="0"/>
                        </a:rPr>
                        <a:t>5Y</a:t>
                      </a:r>
                    </a:p>
                  </a:txBody>
                  <a:tcPr marL="5151" marR="5151" marT="5151"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F2F44"/>
                    </a:solidFill>
                  </a:tcPr>
                </a:tc>
                <a:tc>
                  <a:txBody>
                    <a:bodyPr/>
                    <a:lstStyle/>
                    <a:p>
                      <a:pPr algn="ctr" fontAlgn="b">
                        <a:buNone/>
                      </a:pPr>
                      <a:r>
                        <a:rPr lang="pt-BR" sz="900" b="1" i="0" u="none" strike="noStrike">
                          <a:solidFill>
                            <a:srgbClr val="FFFFFF"/>
                          </a:solidFill>
                          <a:effectLst/>
                          <a:latin typeface="Roboto Light" panose="02000000000000000000" pitchFamily="2" charset="0"/>
                        </a:rPr>
                        <a:t>3Y</a:t>
                      </a:r>
                    </a:p>
                  </a:txBody>
                  <a:tcPr marL="5151" marR="5151" marT="5151"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F2F44"/>
                    </a:solidFill>
                  </a:tcPr>
                </a:tc>
                <a:tc>
                  <a:txBody>
                    <a:bodyPr/>
                    <a:lstStyle/>
                    <a:p>
                      <a:pPr algn="ctr" fontAlgn="b">
                        <a:buNone/>
                      </a:pPr>
                      <a:r>
                        <a:rPr lang="pt-BR" sz="900" b="1" i="0" u="none" strike="noStrike">
                          <a:solidFill>
                            <a:srgbClr val="FFFFFF"/>
                          </a:solidFill>
                          <a:effectLst/>
                          <a:latin typeface="Roboto Light" panose="02000000000000000000" pitchFamily="2" charset="0"/>
                        </a:rPr>
                        <a:t>1Y</a:t>
                      </a:r>
                    </a:p>
                  </a:txBody>
                  <a:tcPr marL="5151" marR="5151" marT="5151" marB="0" anchor="b">
                    <a:lnL>
                      <a:noFill/>
                    </a:lnL>
                    <a:lnR w="12700" cap="flat" cmpd="sng" algn="ctr">
                      <a:solidFill>
                        <a:srgbClr val="000000"/>
                      </a:solidFill>
                      <a:prstDash val="dash"/>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F2F44"/>
                    </a:solidFill>
                  </a:tcPr>
                </a:tc>
                <a:tc>
                  <a:txBody>
                    <a:bodyPr/>
                    <a:lstStyle/>
                    <a:p>
                      <a:pPr algn="ctr" fontAlgn="b">
                        <a:buNone/>
                      </a:pPr>
                      <a:r>
                        <a:rPr lang="pt-BR" sz="900" b="1" i="0" u="none" strike="noStrike">
                          <a:solidFill>
                            <a:srgbClr val="FFFFFF"/>
                          </a:solidFill>
                          <a:effectLst/>
                          <a:latin typeface="Roboto Light" panose="02000000000000000000" pitchFamily="2" charset="0"/>
                        </a:rPr>
                        <a:t>2026</a:t>
                      </a:r>
                    </a:p>
                  </a:txBody>
                  <a:tcPr marL="5151" marR="5151" marT="5151" marB="0" anchor="b">
                    <a:lnL w="12700" cap="flat" cmpd="sng" algn="ctr">
                      <a:solidFill>
                        <a:srgbClr val="000000"/>
                      </a:solidFill>
                      <a:prstDash val="dash"/>
                      <a:round/>
                      <a:headEnd type="none" w="med" len="med"/>
                      <a:tailEnd type="none" w="med" len="med"/>
                    </a:lnL>
                    <a:lnR>
                      <a:noFill/>
                    </a:lnR>
                    <a:lnT w="12700" cap="flat" cmpd="sng" algn="ctr">
                      <a:solidFill>
                        <a:srgbClr val="000000"/>
                      </a:solidFill>
                      <a:prstDash val="dash"/>
                      <a:round/>
                      <a:headEnd type="none" w="med" len="med"/>
                      <a:tailEnd type="none" w="med" len="med"/>
                    </a:lnT>
                    <a:lnB w="12700" cap="flat" cmpd="sng" algn="ctr">
                      <a:solidFill>
                        <a:srgbClr val="000000"/>
                      </a:solidFill>
                      <a:prstDash val="solid"/>
                      <a:round/>
                      <a:headEnd type="none" w="med" len="med"/>
                      <a:tailEnd type="none" w="med" len="med"/>
                    </a:lnB>
                    <a:solidFill>
                      <a:srgbClr val="1F2F44"/>
                    </a:solidFill>
                  </a:tcPr>
                </a:tc>
                <a:tc>
                  <a:txBody>
                    <a:bodyPr/>
                    <a:lstStyle/>
                    <a:p>
                      <a:pPr algn="ctr" fontAlgn="b">
                        <a:buNone/>
                      </a:pPr>
                      <a:r>
                        <a:rPr lang="pt-BR" sz="900" b="1" i="0" u="none" strike="noStrike">
                          <a:solidFill>
                            <a:srgbClr val="FFFFFF"/>
                          </a:solidFill>
                          <a:effectLst/>
                          <a:latin typeface="Roboto Light" panose="02000000000000000000" pitchFamily="2" charset="0"/>
                        </a:rPr>
                        <a:t> Aug</a:t>
                      </a:r>
                    </a:p>
                  </a:txBody>
                  <a:tcPr marL="5151" marR="5151" marT="5151" marB="0" anchor="b">
                    <a:lnL>
                      <a:noFill/>
                    </a:lnL>
                    <a:lnR>
                      <a:noFill/>
                    </a:lnR>
                    <a:lnT w="12700" cap="flat" cmpd="sng" algn="ctr">
                      <a:solidFill>
                        <a:srgbClr val="000000"/>
                      </a:solidFill>
                      <a:prstDash val="dash"/>
                      <a:round/>
                      <a:headEnd type="none" w="med" len="med"/>
                      <a:tailEnd type="none" w="med" len="med"/>
                    </a:lnT>
                    <a:lnB w="12700" cap="flat" cmpd="sng" algn="ctr">
                      <a:solidFill>
                        <a:srgbClr val="000000"/>
                      </a:solidFill>
                      <a:prstDash val="solid"/>
                      <a:round/>
                      <a:headEnd type="none" w="med" len="med"/>
                      <a:tailEnd type="none" w="med" len="med"/>
                    </a:lnB>
                    <a:solidFill>
                      <a:srgbClr val="1F2F44"/>
                    </a:solidFill>
                  </a:tcPr>
                </a:tc>
                <a:tc>
                  <a:txBody>
                    <a:bodyPr/>
                    <a:lstStyle/>
                    <a:p>
                      <a:pPr algn="ctr" fontAlgn="b">
                        <a:buNone/>
                      </a:pPr>
                      <a:r>
                        <a:rPr lang="pt-BR" sz="900" b="1" i="0" u="none" strike="noStrike">
                          <a:solidFill>
                            <a:srgbClr val="FFFFFF"/>
                          </a:solidFill>
                          <a:effectLst/>
                          <a:latin typeface="Roboto Light" panose="02000000000000000000" pitchFamily="2" charset="0"/>
                        </a:rPr>
                        <a:t> Sep</a:t>
                      </a:r>
                    </a:p>
                  </a:txBody>
                  <a:tcPr marL="5151" marR="5151" marT="5151" marB="0" anchor="b">
                    <a:lnL>
                      <a:noFill/>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solid"/>
                      <a:round/>
                      <a:headEnd type="none" w="med" len="med"/>
                      <a:tailEnd type="none" w="med" len="med"/>
                    </a:lnB>
                    <a:solidFill>
                      <a:srgbClr val="1F2F44"/>
                    </a:solidFill>
                  </a:tcPr>
                </a:tc>
                <a:extLst>
                  <a:ext uri="{0D108BD9-81ED-4DB2-BD59-A6C34878D82A}">
                    <a16:rowId xmlns:a16="http://schemas.microsoft.com/office/drawing/2014/main" val="121192233"/>
                  </a:ext>
                </a:extLst>
              </a:tr>
              <a:tr h="151125">
                <a:tc>
                  <a:txBody>
                    <a:bodyPr/>
                    <a:lstStyle/>
                    <a:p>
                      <a:pPr algn="l" fontAlgn="b">
                        <a:buNone/>
                      </a:pPr>
                      <a:r>
                        <a:rPr lang="pt-BR" sz="900" b="0" i="0" u="none" strike="noStrike">
                          <a:solidFill>
                            <a:srgbClr val="000000"/>
                          </a:solidFill>
                          <a:effectLst/>
                          <a:latin typeface="Roboto Light" panose="02000000000000000000" pitchFamily="2" charset="0"/>
                        </a:rPr>
                        <a:t>Agribusiness</a:t>
                      </a:r>
                    </a:p>
                  </a:txBody>
                  <a:tcPr marL="5151" marR="5151" marT="5151" marB="0" anchor="b">
                    <a:lnL>
                      <a:noFill/>
                    </a:lnL>
                    <a:lnR>
                      <a:noFill/>
                    </a:lnR>
                    <a:lnT w="1270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b">
                        <a:buNone/>
                      </a:pPr>
                      <a:r>
                        <a:rPr lang="pt-BR" sz="900" b="0" i="0" u="none" strike="noStrike">
                          <a:solidFill>
                            <a:srgbClr val="000000"/>
                          </a:solidFill>
                          <a:effectLst/>
                          <a:latin typeface="Roboto Light" panose="02000000000000000000" pitchFamily="2" charset="0"/>
                        </a:rPr>
                        <a:t>-6.3%</a:t>
                      </a:r>
                    </a:p>
                  </a:txBody>
                  <a:tcPr marL="5151" marR="5151" marT="5151" marB="0" anchor="b">
                    <a:lnL>
                      <a:noFill/>
                    </a:lnL>
                    <a:lnR>
                      <a:noFill/>
                    </a:lnR>
                    <a:lnT w="12700" cap="flat" cmpd="sng" algn="ctr">
                      <a:solidFill>
                        <a:srgbClr val="000000"/>
                      </a:solidFill>
                      <a:prstDash val="solid"/>
                      <a:round/>
                      <a:headEnd type="none" w="med" len="med"/>
                      <a:tailEnd type="none" w="med" len="med"/>
                    </a:lnT>
                    <a:lnB>
                      <a:noFill/>
                    </a:lnB>
                    <a:solidFill>
                      <a:srgbClr val="FCC0C1"/>
                    </a:solidFill>
                  </a:tcPr>
                </a:tc>
                <a:tc>
                  <a:txBody>
                    <a:bodyPr/>
                    <a:lstStyle/>
                    <a:p>
                      <a:pPr algn="ctr" fontAlgn="b">
                        <a:buNone/>
                      </a:pPr>
                      <a:r>
                        <a:rPr lang="pt-BR" sz="900" b="0" i="0" u="none" strike="noStrike">
                          <a:solidFill>
                            <a:srgbClr val="000000"/>
                          </a:solidFill>
                          <a:effectLst/>
                          <a:latin typeface="Roboto Light" panose="02000000000000000000" pitchFamily="2" charset="0"/>
                        </a:rPr>
                        <a:t>-12.2%</a:t>
                      </a:r>
                    </a:p>
                  </a:txBody>
                  <a:tcPr marL="5151" marR="5151" marT="5151" marB="0" anchor="b">
                    <a:lnL>
                      <a:noFill/>
                    </a:lnL>
                    <a:lnR>
                      <a:noFill/>
                    </a:lnR>
                    <a:lnT w="12700" cap="flat" cmpd="sng" algn="ctr">
                      <a:solidFill>
                        <a:srgbClr val="000000"/>
                      </a:solidFill>
                      <a:prstDash val="solid"/>
                      <a:round/>
                      <a:headEnd type="none" w="med" len="med"/>
                      <a:tailEnd type="none" w="med" len="med"/>
                    </a:lnT>
                    <a:lnB>
                      <a:noFill/>
                    </a:lnB>
                    <a:solidFill>
                      <a:srgbClr val="F98586"/>
                    </a:solidFill>
                  </a:tcPr>
                </a:tc>
                <a:tc>
                  <a:txBody>
                    <a:bodyPr/>
                    <a:lstStyle/>
                    <a:p>
                      <a:pPr algn="ctr" fontAlgn="b">
                        <a:buNone/>
                      </a:pPr>
                      <a:r>
                        <a:rPr lang="pt-BR" sz="900" b="0" i="0" u="none" strike="noStrike">
                          <a:solidFill>
                            <a:srgbClr val="000000"/>
                          </a:solidFill>
                          <a:effectLst/>
                          <a:latin typeface="Roboto Light" panose="02000000000000000000" pitchFamily="2" charset="0"/>
                        </a:rPr>
                        <a:t>-20.1%</a:t>
                      </a:r>
                    </a:p>
                  </a:txBody>
                  <a:tcPr marL="5151" marR="5151" marT="5151" marB="0" anchor="b">
                    <a:lnL>
                      <a:noFill/>
                    </a:lnL>
                    <a:lnR>
                      <a:noFill/>
                    </a:lnR>
                    <a:lnT w="12700" cap="flat" cmpd="sng" algn="ctr">
                      <a:solidFill>
                        <a:srgbClr val="000000"/>
                      </a:solidFill>
                      <a:prstDash val="solid"/>
                      <a:round/>
                      <a:headEnd type="none" w="med" len="med"/>
                      <a:tailEnd type="none" w="med" len="med"/>
                    </a:lnT>
                    <a:lnB>
                      <a:noFill/>
                    </a:lnB>
                    <a:solidFill>
                      <a:srgbClr val="F8696B"/>
                    </a:solidFill>
                  </a:tcPr>
                </a:tc>
                <a:tc>
                  <a:txBody>
                    <a:bodyPr/>
                    <a:lstStyle/>
                    <a:p>
                      <a:pPr algn="ctr" fontAlgn="b">
                        <a:buNone/>
                      </a:pPr>
                      <a:r>
                        <a:rPr lang="pt-BR" sz="900" b="0" i="0" u="none" strike="noStrike">
                          <a:solidFill>
                            <a:srgbClr val="000000"/>
                          </a:solidFill>
                          <a:effectLst/>
                          <a:latin typeface="Roboto Light" panose="02000000000000000000" pitchFamily="2" charset="0"/>
                        </a:rPr>
                        <a:t>-3.5%</a:t>
                      </a:r>
                    </a:p>
                  </a:txBody>
                  <a:tcPr marL="5151" marR="5151" marT="5151" marB="0" anchor="b">
                    <a:lnL>
                      <a:noFill/>
                    </a:lnL>
                    <a:lnR w="12700" cap="flat" cmpd="sng" algn="ctr">
                      <a:solidFill>
                        <a:srgbClr val="000000"/>
                      </a:solidFill>
                      <a:prstDash val="dash"/>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DDCDC"/>
                    </a:solidFill>
                  </a:tcPr>
                </a:tc>
                <a:tc>
                  <a:txBody>
                    <a:bodyPr/>
                    <a:lstStyle/>
                    <a:p>
                      <a:pPr algn="ctr" fontAlgn="b">
                        <a:buNone/>
                      </a:pPr>
                      <a:r>
                        <a:rPr lang="pt-BR" sz="900" b="0" i="0" u="none" strike="noStrike">
                          <a:solidFill>
                            <a:srgbClr val="000000"/>
                          </a:solidFill>
                          <a:effectLst/>
                          <a:latin typeface="Roboto Light" panose="02000000000000000000" pitchFamily="2" charset="0"/>
                        </a:rPr>
                        <a:t>0.0%</a:t>
                      </a:r>
                    </a:p>
                  </a:txBody>
                  <a:tcPr marL="5151" marR="5151" marT="5151" marB="0" anchor="b">
                    <a:lnL w="12700" cap="flat" cmpd="sng" algn="ctr">
                      <a:solidFill>
                        <a:srgbClr val="000000"/>
                      </a:solidFill>
                      <a:prstDash val="dash"/>
                      <a:round/>
                      <a:headEnd type="none" w="med" len="med"/>
                      <a:tailEnd type="none" w="med" len="med"/>
                    </a:lnL>
                    <a:lnR>
                      <a:noFill/>
                    </a:lnR>
                    <a:lnT w="1270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b">
                        <a:buNone/>
                      </a:pPr>
                      <a:r>
                        <a:rPr lang="pt-BR" sz="900" b="0" i="0" u="none" strike="noStrike">
                          <a:solidFill>
                            <a:srgbClr val="000000"/>
                          </a:solidFill>
                          <a:effectLst/>
                          <a:latin typeface="Roboto Light" panose="02000000000000000000" pitchFamily="2" charset="0"/>
                        </a:rPr>
                        <a:t>20.1%</a:t>
                      </a:r>
                    </a:p>
                  </a:txBody>
                  <a:tcPr marL="5151" marR="5151" marT="5151" marB="0" anchor="b">
                    <a:lnL>
                      <a:noFill/>
                    </a:lnL>
                    <a:lnR>
                      <a:noFill/>
                    </a:lnR>
                    <a:lnT w="12700" cap="flat" cmpd="sng" algn="ctr">
                      <a:solidFill>
                        <a:srgbClr val="000000"/>
                      </a:solidFill>
                      <a:prstDash val="solid"/>
                      <a:round/>
                      <a:headEnd type="none" w="med" len="med"/>
                      <a:tailEnd type="none" w="med" len="med"/>
                    </a:lnT>
                    <a:lnB>
                      <a:noFill/>
                    </a:lnB>
                    <a:solidFill>
                      <a:srgbClr val="63BE7B"/>
                    </a:solidFill>
                  </a:tcPr>
                </a:tc>
                <a:tc>
                  <a:txBody>
                    <a:bodyPr/>
                    <a:lstStyle/>
                    <a:p>
                      <a:pPr algn="ctr" fontAlgn="b">
                        <a:buNone/>
                      </a:pPr>
                      <a:r>
                        <a:rPr lang="pt-BR" sz="900" b="0" i="0" u="none" strike="noStrike">
                          <a:solidFill>
                            <a:srgbClr val="000000"/>
                          </a:solidFill>
                          <a:effectLst/>
                          <a:latin typeface="Roboto Light" panose="02000000000000000000" pitchFamily="2" charset="0"/>
                        </a:rPr>
                        <a:t>2.1%</a:t>
                      </a:r>
                    </a:p>
                  </a:txBody>
                  <a:tcPr marL="5151" marR="5151" marT="5151" marB="0" anchor="b">
                    <a:lnL>
                      <a:noFill/>
                    </a:lnL>
                    <a:lnR w="12700" cap="flat" cmpd="sng" algn="ctr">
                      <a:solidFill>
                        <a:srgbClr val="000000"/>
                      </a:solidFill>
                      <a:prstDash val="dash"/>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E9F6EC"/>
                    </a:solidFill>
                  </a:tcPr>
                </a:tc>
                <a:extLst>
                  <a:ext uri="{0D108BD9-81ED-4DB2-BD59-A6C34878D82A}">
                    <a16:rowId xmlns:a16="http://schemas.microsoft.com/office/drawing/2014/main" val="2456385592"/>
                  </a:ext>
                </a:extLst>
              </a:tr>
              <a:tr h="151125">
                <a:tc>
                  <a:txBody>
                    <a:bodyPr/>
                    <a:lstStyle/>
                    <a:p>
                      <a:pPr algn="l" fontAlgn="b">
                        <a:buNone/>
                      </a:pPr>
                      <a:r>
                        <a:rPr lang="pt-BR" sz="900" b="0" i="0" u="none" strike="noStrike">
                          <a:solidFill>
                            <a:srgbClr val="000000"/>
                          </a:solidFill>
                          <a:effectLst/>
                          <a:latin typeface="Roboto Light" panose="02000000000000000000" pitchFamily="2" charset="0"/>
                        </a:rPr>
                        <a:t>Banks</a:t>
                      </a:r>
                    </a:p>
                  </a:txBody>
                  <a:tcPr marL="5151" marR="5151" marT="5151" marB="0" anchor="b">
                    <a:lnL>
                      <a:noFill/>
                    </a:lnL>
                    <a:lnR>
                      <a:noFill/>
                    </a:lnR>
                    <a:lnT>
                      <a:noFill/>
                    </a:lnT>
                    <a:lnB>
                      <a:noFill/>
                    </a:lnB>
                    <a:solidFill>
                      <a:srgbClr val="FFFFFF"/>
                    </a:solidFill>
                  </a:tcPr>
                </a:tc>
                <a:tc>
                  <a:txBody>
                    <a:bodyPr/>
                    <a:lstStyle/>
                    <a:p>
                      <a:pPr algn="ctr" fontAlgn="b">
                        <a:buNone/>
                      </a:pPr>
                      <a:r>
                        <a:rPr lang="pt-BR" sz="900" b="0" i="0" u="none" strike="noStrike">
                          <a:solidFill>
                            <a:srgbClr val="000000"/>
                          </a:solidFill>
                          <a:effectLst/>
                          <a:latin typeface="Roboto Light" panose="02000000000000000000" pitchFamily="2" charset="0"/>
                        </a:rPr>
                        <a:t>12.6%</a:t>
                      </a:r>
                    </a:p>
                  </a:txBody>
                  <a:tcPr marL="5151" marR="5151" marT="5151" marB="0" anchor="b">
                    <a:lnL>
                      <a:noFill/>
                    </a:lnL>
                    <a:lnR>
                      <a:noFill/>
                    </a:lnR>
                    <a:lnT>
                      <a:noFill/>
                    </a:lnT>
                    <a:lnB>
                      <a:noFill/>
                    </a:lnB>
                    <a:solidFill>
                      <a:srgbClr val="7CC990"/>
                    </a:solidFill>
                  </a:tcPr>
                </a:tc>
                <a:tc>
                  <a:txBody>
                    <a:bodyPr/>
                    <a:lstStyle/>
                    <a:p>
                      <a:pPr algn="ctr" fontAlgn="b">
                        <a:buNone/>
                      </a:pPr>
                      <a:r>
                        <a:rPr lang="pt-BR" sz="900" b="0" i="0" u="none" strike="noStrike">
                          <a:solidFill>
                            <a:srgbClr val="000000"/>
                          </a:solidFill>
                          <a:effectLst/>
                          <a:latin typeface="Roboto Light" panose="02000000000000000000" pitchFamily="2" charset="0"/>
                        </a:rPr>
                        <a:t>14.5%</a:t>
                      </a:r>
                    </a:p>
                  </a:txBody>
                  <a:tcPr marL="5151" marR="5151" marT="5151" marB="0" anchor="b">
                    <a:lnL>
                      <a:noFill/>
                    </a:lnL>
                    <a:lnR>
                      <a:noFill/>
                    </a:lnR>
                    <a:lnT>
                      <a:noFill/>
                    </a:lnT>
                    <a:lnB>
                      <a:noFill/>
                    </a:lnB>
                    <a:solidFill>
                      <a:srgbClr val="68C07F"/>
                    </a:solidFill>
                  </a:tcPr>
                </a:tc>
                <a:tc>
                  <a:txBody>
                    <a:bodyPr/>
                    <a:lstStyle/>
                    <a:p>
                      <a:pPr algn="ctr" fontAlgn="b">
                        <a:buNone/>
                      </a:pPr>
                      <a:r>
                        <a:rPr lang="pt-BR" sz="900" b="0" i="0" u="none" strike="noStrike">
                          <a:solidFill>
                            <a:srgbClr val="000000"/>
                          </a:solidFill>
                          <a:effectLst/>
                          <a:latin typeface="Roboto Light" panose="02000000000000000000" pitchFamily="2" charset="0"/>
                        </a:rPr>
                        <a:t>22.5%</a:t>
                      </a:r>
                    </a:p>
                  </a:txBody>
                  <a:tcPr marL="5151" marR="5151" marT="5151" marB="0" anchor="b">
                    <a:lnL>
                      <a:noFill/>
                    </a:lnL>
                    <a:lnR>
                      <a:noFill/>
                    </a:lnR>
                    <a:lnT>
                      <a:noFill/>
                    </a:lnT>
                    <a:lnB>
                      <a:noFill/>
                    </a:lnB>
                    <a:solidFill>
                      <a:srgbClr val="63BE7B"/>
                    </a:solidFill>
                  </a:tcPr>
                </a:tc>
                <a:tc>
                  <a:txBody>
                    <a:bodyPr/>
                    <a:lstStyle/>
                    <a:p>
                      <a:pPr algn="ctr" fontAlgn="b">
                        <a:buNone/>
                      </a:pPr>
                      <a:r>
                        <a:rPr lang="pt-BR" sz="900" b="0" i="0" u="none" strike="noStrike">
                          <a:solidFill>
                            <a:srgbClr val="000000"/>
                          </a:solidFill>
                          <a:effectLst/>
                          <a:latin typeface="Roboto Light" panose="02000000000000000000" pitchFamily="2" charset="0"/>
                        </a:rPr>
                        <a:t>18.2%</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63BE7B"/>
                    </a:solidFill>
                  </a:tcPr>
                </a:tc>
                <a:tc>
                  <a:txBody>
                    <a:bodyPr/>
                    <a:lstStyle/>
                    <a:p>
                      <a:pPr algn="ctr" fontAlgn="b">
                        <a:buNone/>
                      </a:pPr>
                      <a:r>
                        <a:rPr lang="pt-BR" sz="900" b="0" i="0" u="none" strike="noStrike">
                          <a:solidFill>
                            <a:srgbClr val="000000"/>
                          </a:solidFill>
                          <a:effectLst/>
                          <a:latin typeface="Roboto Light" panose="02000000000000000000" pitchFamily="2" charset="0"/>
                        </a:rPr>
                        <a:t>8.1%</a:t>
                      </a:r>
                    </a:p>
                  </a:txBody>
                  <a:tcPr marL="5151" marR="5151" marT="5151" marB="0" anchor="b">
                    <a:lnL w="12700" cap="flat" cmpd="sng" algn="ctr">
                      <a:solidFill>
                        <a:srgbClr val="000000"/>
                      </a:solidFill>
                      <a:prstDash val="dash"/>
                      <a:round/>
                      <a:headEnd type="none" w="med" len="med"/>
                      <a:tailEnd type="none" w="med" len="med"/>
                    </a:lnL>
                    <a:lnR>
                      <a:noFill/>
                    </a:lnR>
                    <a:lnT>
                      <a:noFill/>
                    </a:lnT>
                    <a:lnB>
                      <a:noFill/>
                    </a:lnB>
                    <a:solidFill>
                      <a:srgbClr val="AADCB7"/>
                    </a:solidFill>
                  </a:tcPr>
                </a:tc>
                <a:tc>
                  <a:txBody>
                    <a:bodyPr/>
                    <a:lstStyle/>
                    <a:p>
                      <a:pPr algn="ctr" fontAlgn="b">
                        <a:buNone/>
                      </a:pPr>
                      <a:r>
                        <a:rPr lang="pt-BR" sz="900" b="0" i="0" u="none" strike="noStrike">
                          <a:solidFill>
                            <a:srgbClr val="000000"/>
                          </a:solidFill>
                          <a:effectLst/>
                          <a:latin typeface="Roboto Light" panose="02000000000000000000" pitchFamily="2" charset="0"/>
                        </a:rPr>
                        <a:t>-5.7%</a:t>
                      </a:r>
                    </a:p>
                  </a:txBody>
                  <a:tcPr marL="5151" marR="5151" marT="5151" marB="0" anchor="b">
                    <a:lnL>
                      <a:noFill/>
                    </a:lnL>
                    <a:lnR>
                      <a:noFill/>
                    </a:lnR>
                    <a:lnT>
                      <a:noFill/>
                    </a:lnT>
                    <a:lnB>
                      <a:noFill/>
                    </a:lnB>
                    <a:solidFill>
                      <a:srgbClr val="FCC6C6"/>
                    </a:solidFill>
                  </a:tcPr>
                </a:tc>
                <a:tc>
                  <a:txBody>
                    <a:bodyPr/>
                    <a:lstStyle/>
                    <a:p>
                      <a:pPr algn="ctr" fontAlgn="b">
                        <a:buNone/>
                      </a:pPr>
                      <a:r>
                        <a:rPr lang="pt-BR" sz="900" b="0" i="0" u="none" strike="noStrike">
                          <a:solidFill>
                            <a:srgbClr val="000000"/>
                          </a:solidFill>
                          <a:effectLst/>
                          <a:latin typeface="Roboto Light" panose="02000000000000000000" pitchFamily="2" charset="0"/>
                        </a:rPr>
                        <a:t>6.8%</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B8E2C3"/>
                    </a:solidFill>
                  </a:tcPr>
                </a:tc>
                <a:extLst>
                  <a:ext uri="{0D108BD9-81ED-4DB2-BD59-A6C34878D82A}">
                    <a16:rowId xmlns:a16="http://schemas.microsoft.com/office/drawing/2014/main" val="1351695457"/>
                  </a:ext>
                </a:extLst>
              </a:tr>
              <a:tr h="151125">
                <a:tc>
                  <a:txBody>
                    <a:bodyPr/>
                    <a:lstStyle/>
                    <a:p>
                      <a:pPr algn="l" fontAlgn="b">
                        <a:buNone/>
                      </a:pPr>
                      <a:r>
                        <a:rPr lang="pt-BR" sz="900" b="0" i="0" u="none" strike="noStrike">
                          <a:solidFill>
                            <a:srgbClr val="000000"/>
                          </a:solidFill>
                          <a:effectLst/>
                          <a:latin typeface="Roboto Light" panose="02000000000000000000" pitchFamily="2" charset="0"/>
                        </a:rPr>
                        <a:t>Capital Goods</a:t>
                      </a:r>
                    </a:p>
                  </a:txBody>
                  <a:tcPr marL="5151" marR="5151" marT="5151" marB="0" anchor="b">
                    <a:lnL>
                      <a:noFill/>
                    </a:lnL>
                    <a:lnR>
                      <a:noFill/>
                    </a:lnR>
                    <a:lnT>
                      <a:noFill/>
                    </a:lnT>
                    <a:lnB>
                      <a:noFill/>
                    </a:lnB>
                    <a:solidFill>
                      <a:srgbClr val="FFFFFF"/>
                    </a:solidFill>
                  </a:tcPr>
                </a:tc>
                <a:tc>
                  <a:txBody>
                    <a:bodyPr/>
                    <a:lstStyle/>
                    <a:p>
                      <a:pPr algn="ctr" fontAlgn="b">
                        <a:buNone/>
                      </a:pPr>
                      <a:r>
                        <a:rPr lang="pt-BR" sz="900" b="0" i="0" u="none" strike="noStrike">
                          <a:solidFill>
                            <a:srgbClr val="000000"/>
                          </a:solidFill>
                          <a:effectLst/>
                          <a:latin typeface="Roboto Light" panose="02000000000000000000" pitchFamily="2" charset="0"/>
                        </a:rPr>
                        <a:t>23.5%</a:t>
                      </a:r>
                    </a:p>
                  </a:txBody>
                  <a:tcPr marL="5151" marR="5151" marT="5151" marB="0" anchor="b">
                    <a:lnL>
                      <a:noFill/>
                    </a:lnL>
                    <a:lnR>
                      <a:noFill/>
                    </a:lnR>
                    <a:lnT>
                      <a:noFill/>
                    </a:lnT>
                    <a:lnB>
                      <a:noFill/>
                    </a:lnB>
                    <a:solidFill>
                      <a:srgbClr val="63BE7B"/>
                    </a:solidFill>
                  </a:tcPr>
                </a:tc>
                <a:tc>
                  <a:txBody>
                    <a:bodyPr/>
                    <a:lstStyle/>
                    <a:p>
                      <a:pPr algn="ctr" fontAlgn="b">
                        <a:buNone/>
                      </a:pPr>
                      <a:r>
                        <a:rPr lang="pt-BR" sz="900" b="0" i="0" u="none" strike="noStrike">
                          <a:solidFill>
                            <a:srgbClr val="000000"/>
                          </a:solidFill>
                          <a:effectLst/>
                          <a:latin typeface="Roboto Light" panose="02000000000000000000" pitchFamily="2" charset="0"/>
                        </a:rPr>
                        <a:t>16.1%</a:t>
                      </a:r>
                    </a:p>
                  </a:txBody>
                  <a:tcPr marL="5151" marR="5151" marT="5151" marB="0" anchor="b">
                    <a:lnL>
                      <a:noFill/>
                    </a:lnL>
                    <a:lnR>
                      <a:noFill/>
                    </a:lnR>
                    <a:lnT>
                      <a:noFill/>
                    </a:lnT>
                    <a:lnB>
                      <a:noFill/>
                    </a:lnB>
                    <a:solidFill>
                      <a:srgbClr val="63BE7B"/>
                    </a:solidFill>
                  </a:tcPr>
                </a:tc>
                <a:tc>
                  <a:txBody>
                    <a:bodyPr/>
                    <a:lstStyle/>
                    <a:p>
                      <a:pPr algn="ctr" fontAlgn="b">
                        <a:buNone/>
                      </a:pPr>
                      <a:r>
                        <a:rPr lang="pt-BR" sz="900" b="0" i="0" u="none" strike="noStrike">
                          <a:solidFill>
                            <a:srgbClr val="000000"/>
                          </a:solidFill>
                          <a:effectLst/>
                          <a:latin typeface="Roboto Light" panose="02000000000000000000" pitchFamily="2" charset="0"/>
                        </a:rPr>
                        <a:t>34.4%</a:t>
                      </a:r>
                    </a:p>
                  </a:txBody>
                  <a:tcPr marL="5151" marR="5151" marT="5151" marB="0" anchor="b">
                    <a:lnL>
                      <a:noFill/>
                    </a:lnL>
                    <a:lnR>
                      <a:noFill/>
                    </a:lnR>
                    <a:lnT>
                      <a:noFill/>
                    </a:lnT>
                    <a:lnB>
                      <a:noFill/>
                    </a:lnB>
                    <a:solidFill>
                      <a:srgbClr val="63BE7B"/>
                    </a:solidFill>
                  </a:tcPr>
                </a:tc>
                <a:tc>
                  <a:txBody>
                    <a:bodyPr/>
                    <a:lstStyle/>
                    <a:p>
                      <a:pPr algn="ctr" fontAlgn="b">
                        <a:buNone/>
                      </a:pPr>
                      <a:r>
                        <a:rPr lang="pt-BR" sz="900" b="0" i="0" u="none" strike="noStrike">
                          <a:solidFill>
                            <a:srgbClr val="000000"/>
                          </a:solidFill>
                          <a:effectLst/>
                          <a:latin typeface="Roboto Light" panose="02000000000000000000" pitchFamily="2" charset="0"/>
                        </a:rPr>
                        <a:t>34.0%</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63BE7B"/>
                    </a:solidFill>
                  </a:tcPr>
                </a:tc>
                <a:tc>
                  <a:txBody>
                    <a:bodyPr/>
                    <a:lstStyle/>
                    <a:p>
                      <a:pPr algn="ctr" fontAlgn="b">
                        <a:buNone/>
                      </a:pPr>
                      <a:r>
                        <a:rPr lang="pt-BR" sz="900" b="0" i="0" u="none" strike="noStrike">
                          <a:solidFill>
                            <a:srgbClr val="000000"/>
                          </a:solidFill>
                          <a:effectLst/>
                          <a:latin typeface="Roboto Light" panose="02000000000000000000" pitchFamily="2" charset="0"/>
                        </a:rPr>
                        <a:t>9.4%</a:t>
                      </a:r>
                    </a:p>
                  </a:txBody>
                  <a:tcPr marL="5151" marR="5151" marT="5151" marB="0" anchor="b">
                    <a:lnL w="12700" cap="flat" cmpd="sng" algn="ctr">
                      <a:solidFill>
                        <a:srgbClr val="000000"/>
                      </a:solidFill>
                      <a:prstDash val="dash"/>
                      <a:round/>
                      <a:headEnd type="none" w="med" len="med"/>
                      <a:tailEnd type="none" w="med" len="med"/>
                    </a:lnL>
                    <a:lnR>
                      <a:noFill/>
                    </a:lnR>
                    <a:lnT>
                      <a:noFill/>
                    </a:lnT>
                    <a:lnB>
                      <a:noFill/>
                    </a:lnB>
                    <a:solidFill>
                      <a:srgbClr val="9DD6AC"/>
                    </a:solidFill>
                  </a:tcPr>
                </a:tc>
                <a:tc>
                  <a:txBody>
                    <a:bodyPr/>
                    <a:lstStyle/>
                    <a:p>
                      <a:pPr algn="ctr" fontAlgn="b">
                        <a:buNone/>
                      </a:pPr>
                      <a:r>
                        <a:rPr lang="pt-BR" sz="900" b="0" i="0" u="none" strike="noStrike">
                          <a:solidFill>
                            <a:srgbClr val="000000"/>
                          </a:solidFill>
                          <a:effectLst/>
                          <a:latin typeface="Roboto Light" panose="02000000000000000000" pitchFamily="2" charset="0"/>
                        </a:rPr>
                        <a:t>6.2%</a:t>
                      </a:r>
                    </a:p>
                  </a:txBody>
                  <a:tcPr marL="5151" marR="5151" marT="5151" marB="0" anchor="b">
                    <a:lnL>
                      <a:noFill/>
                    </a:lnL>
                    <a:lnR>
                      <a:noFill/>
                    </a:lnR>
                    <a:lnT>
                      <a:noFill/>
                    </a:lnT>
                    <a:lnB>
                      <a:noFill/>
                    </a:lnB>
                    <a:solidFill>
                      <a:srgbClr val="BEE4C8"/>
                    </a:solidFill>
                  </a:tcPr>
                </a:tc>
                <a:tc>
                  <a:txBody>
                    <a:bodyPr/>
                    <a:lstStyle/>
                    <a:p>
                      <a:pPr algn="ctr" fontAlgn="b">
                        <a:buNone/>
                      </a:pPr>
                      <a:r>
                        <a:rPr lang="pt-BR" sz="900" b="0" i="0" u="none" strike="noStrike">
                          <a:solidFill>
                            <a:srgbClr val="000000"/>
                          </a:solidFill>
                          <a:effectLst/>
                          <a:latin typeface="Roboto Light" panose="02000000000000000000" pitchFamily="2" charset="0"/>
                        </a:rPr>
                        <a:t>5.0%</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CBE9D3"/>
                    </a:solidFill>
                  </a:tcPr>
                </a:tc>
                <a:extLst>
                  <a:ext uri="{0D108BD9-81ED-4DB2-BD59-A6C34878D82A}">
                    <a16:rowId xmlns:a16="http://schemas.microsoft.com/office/drawing/2014/main" val="3382386016"/>
                  </a:ext>
                </a:extLst>
              </a:tr>
              <a:tr h="151125">
                <a:tc>
                  <a:txBody>
                    <a:bodyPr/>
                    <a:lstStyle/>
                    <a:p>
                      <a:pPr algn="l" fontAlgn="b">
                        <a:buNone/>
                      </a:pPr>
                      <a:r>
                        <a:rPr lang="pt-BR" sz="900" b="0" i="0" u="none" strike="noStrike">
                          <a:solidFill>
                            <a:srgbClr val="000000"/>
                          </a:solidFill>
                          <a:effectLst/>
                          <a:latin typeface="Roboto Light" panose="02000000000000000000" pitchFamily="2" charset="0"/>
                        </a:rPr>
                        <a:t>Education</a:t>
                      </a:r>
                    </a:p>
                  </a:txBody>
                  <a:tcPr marL="5151" marR="5151" marT="5151" marB="0" anchor="b">
                    <a:lnL>
                      <a:noFill/>
                    </a:lnL>
                    <a:lnR>
                      <a:noFill/>
                    </a:lnR>
                    <a:lnT>
                      <a:noFill/>
                    </a:lnT>
                    <a:lnB>
                      <a:noFill/>
                    </a:lnB>
                    <a:solidFill>
                      <a:srgbClr val="FFFFFF"/>
                    </a:solidFill>
                  </a:tcPr>
                </a:tc>
                <a:tc>
                  <a:txBody>
                    <a:bodyPr/>
                    <a:lstStyle/>
                    <a:p>
                      <a:pPr algn="ctr" fontAlgn="b">
                        <a:buNone/>
                      </a:pPr>
                      <a:r>
                        <a:rPr lang="pt-BR" sz="900" b="0" i="0" u="none" strike="noStrike">
                          <a:solidFill>
                            <a:srgbClr val="000000"/>
                          </a:solidFill>
                          <a:effectLst/>
                          <a:latin typeface="Roboto Light" panose="02000000000000000000" pitchFamily="2" charset="0"/>
                        </a:rPr>
                        <a:t>-10.8%</a:t>
                      </a:r>
                    </a:p>
                  </a:txBody>
                  <a:tcPr marL="5151" marR="5151" marT="5151" marB="0" anchor="b">
                    <a:lnL>
                      <a:noFill/>
                    </a:lnL>
                    <a:lnR>
                      <a:noFill/>
                    </a:lnR>
                    <a:lnT>
                      <a:noFill/>
                    </a:lnT>
                    <a:lnB>
                      <a:noFill/>
                    </a:lnB>
                    <a:solidFill>
                      <a:srgbClr val="FA9394"/>
                    </a:solidFill>
                  </a:tcPr>
                </a:tc>
                <a:tc>
                  <a:txBody>
                    <a:bodyPr/>
                    <a:lstStyle/>
                    <a:p>
                      <a:pPr algn="ctr" fontAlgn="b">
                        <a:buNone/>
                      </a:pPr>
                      <a:r>
                        <a:rPr lang="pt-BR" sz="900" b="0" i="0" u="none" strike="noStrike">
                          <a:solidFill>
                            <a:srgbClr val="000000"/>
                          </a:solidFill>
                          <a:effectLst/>
                          <a:latin typeface="Roboto Light" panose="02000000000000000000" pitchFamily="2" charset="0"/>
                        </a:rPr>
                        <a:t>-7.8%</a:t>
                      </a:r>
                    </a:p>
                  </a:txBody>
                  <a:tcPr marL="5151" marR="5151" marT="5151" marB="0" anchor="b">
                    <a:lnL>
                      <a:noFill/>
                    </a:lnL>
                    <a:lnR>
                      <a:noFill/>
                    </a:lnR>
                    <a:lnT>
                      <a:noFill/>
                    </a:lnT>
                    <a:lnB>
                      <a:noFill/>
                    </a:lnB>
                    <a:solidFill>
                      <a:srgbClr val="FBB1B2"/>
                    </a:solidFill>
                  </a:tcPr>
                </a:tc>
                <a:tc>
                  <a:txBody>
                    <a:bodyPr/>
                    <a:lstStyle/>
                    <a:p>
                      <a:pPr algn="ctr" fontAlgn="b">
                        <a:buNone/>
                      </a:pPr>
                      <a:r>
                        <a:rPr lang="pt-BR" sz="900" b="0" i="0" u="none" strike="noStrike">
                          <a:solidFill>
                            <a:srgbClr val="000000"/>
                          </a:solidFill>
                          <a:effectLst/>
                          <a:latin typeface="Roboto Light" panose="02000000000000000000" pitchFamily="2" charset="0"/>
                        </a:rPr>
                        <a:t>-7.1%</a:t>
                      </a:r>
                    </a:p>
                  </a:txBody>
                  <a:tcPr marL="5151" marR="5151" marT="5151" marB="0" anchor="b">
                    <a:lnL>
                      <a:noFill/>
                    </a:lnL>
                    <a:lnR>
                      <a:noFill/>
                    </a:lnR>
                    <a:lnT>
                      <a:noFill/>
                    </a:lnT>
                    <a:lnB>
                      <a:noFill/>
                    </a:lnB>
                    <a:solidFill>
                      <a:srgbClr val="FCB8B9"/>
                    </a:solidFill>
                  </a:tcPr>
                </a:tc>
                <a:tc>
                  <a:txBody>
                    <a:bodyPr/>
                    <a:lstStyle/>
                    <a:p>
                      <a:pPr algn="ctr" fontAlgn="b">
                        <a:buNone/>
                      </a:pPr>
                      <a:r>
                        <a:rPr lang="pt-BR" sz="900" b="0" i="0" u="none" strike="noStrike">
                          <a:solidFill>
                            <a:srgbClr val="000000"/>
                          </a:solidFill>
                          <a:effectLst/>
                          <a:latin typeface="Roboto Light" panose="02000000000000000000" pitchFamily="2" charset="0"/>
                        </a:rPr>
                        <a:t>-18.0%</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F8696B"/>
                    </a:solidFill>
                  </a:tcPr>
                </a:tc>
                <a:tc>
                  <a:txBody>
                    <a:bodyPr/>
                    <a:lstStyle/>
                    <a:p>
                      <a:pPr algn="ctr" fontAlgn="b">
                        <a:buNone/>
                      </a:pPr>
                      <a:r>
                        <a:rPr lang="pt-BR" sz="900" b="0" i="0" u="none" strike="noStrike">
                          <a:solidFill>
                            <a:srgbClr val="000000"/>
                          </a:solidFill>
                          <a:effectLst/>
                          <a:latin typeface="Roboto Light" panose="02000000000000000000" pitchFamily="2" charset="0"/>
                        </a:rPr>
                        <a:t>-24.7%</a:t>
                      </a:r>
                    </a:p>
                  </a:txBody>
                  <a:tcPr marL="5151" marR="5151" marT="5151" marB="0" anchor="b">
                    <a:lnL w="12700" cap="flat" cmpd="sng" algn="ctr">
                      <a:solidFill>
                        <a:srgbClr val="000000"/>
                      </a:solidFill>
                      <a:prstDash val="dash"/>
                      <a:round/>
                      <a:headEnd type="none" w="med" len="med"/>
                      <a:tailEnd type="none" w="med" len="med"/>
                    </a:lnL>
                    <a:lnR>
                      <a:noFill/>
                    </a:lnR>
                    <a:lnT>
                      <a:noFill/>
                    </a:lnT>
                    <a:lnB>
                      <a:noFill/>
                    </a:lnB>
                    <a:solidFill>
                      <a:srgbClr val="F8696B"/>
                    </a:solidFill>
                  </a:tcPr>
                </a:tc>
                <a:tc>
                  <a:txBody>
                    <a:bodyPr/>
                    <a:lstStyle/>
                    <a:p>
                      <a:pPr algn="ctr" fontAlgn="b">
                        <a:buNone/>
                      </a:pPr>
                      <a:r>
                        <a:rPr lang="pt-BR" sz="900" b="0" i="0" u="none" strike="noStrike">
                          <a:solidFill>
                            <a:srgbClr val="000000"/>
                          </a:solidFill>
                          <a:effectLst/>
                          <a:latin typeface="Roboto Light" panose="02000000000000000000" pitchFamily="2" charset="0"/>
                        </a:rPr>
                        <a:t>2.5%</a:t>
                      </a:r>
                    </a:p>
                  </a:txBody>
                  <a:tcPr marL="5151" marR="5151" marT="5151" marB="0" anchor="b">
                    <a:lnL>
                      <a:noFill/>
                    </a:lnL>
                    <a:lnR>
                      <a:noFill/>
                    </a:lnR>
                    <a:lnT>
                      <a:noFill/>
                    </a:lnT>
                    <a:lnB>
                      <a:noFill/>
                    </a:lnB>
                    <a:solidFill>
                      <a:srgbClr val="E5F4E9"/>
                    </a:solidFill>
                  </a:tcPr>
                </a:tc>
                <a:tc>
                  <a:txBody>
                    <a:bodyPr/>
                    <a:lstStyle/>
                    <a:p>
                      <a:pPr algn="ctr" fontAlgn="b">
                        <a:buNone/>
                      </a:pPr>
                      <a:r>
                        <a:rPr lang="pt-BR" sz="900" b="0" i="0" u="none" strike="noStrike">
                          <a:solidFill>
                            <a:srgbClr val="000000"/>
                          </a:solidFill>
                          <a:effectLst/>
                          <a:latin typeface="Roboto Light" panose="02000000000000000000" pitchFamily="2" charset="0"/>
                        </a:rPr>
                        <a:t>3.6%</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D9EFDF"/>
                    </a:solidFill>
                  </a:tcPr>
                </a:tc>
                <a:extLst>
                  <a:ext uri="{0D108BD9-81ED-4DB2-BD59-A6C34878D82A}">
                    <a16:rowId xmlns:a16="http://schemas.microsoft.com/office/drawing/2014/main" val="3690591884"/>
                  </a:ext>
                </a:extLst>
              </a:tr>
              <a:tr h="151125">
                <a:tc>
                  <a:txBody>
                    <a:bodyPr/>
                    <a:lstStyle/>
                    <a:p>
                      <a:pPr algn="l" fontAlgn="b">
                        <a:buNone/>
                      </a:pPr>
                      <a:r>
                        <a:rPr lang="pt-BR" sz="900" b="0" i="0" u="none" strike="noStrike">
                          <a:solidFill>
                            <a:srgbClr val="000000"/>
                          </a:solidFill>
                          <a:effectLst/>
                          <a:latin typeface="Roboto Light" panose="02000000000000000000" pitchFamily="2" charset="0"/>
                        </a:rPr>
                        <a:t>Financials Non-Banks</a:t>
                      </a:r>
                    </a:p>
                  </a:txBody>
                  <a:tcPr marL="5151" marR="5151" marT="5151" marB="0" anchor="b">
                    <a:lnL>
                      <a:noFill/>
                    </a:lnL>
                    <a:lnR>
                      <a:noFill/>
                    </a:lnR>
                    <a:lnT>
                      <a:noFill/>
                    </a:lnT>
                    <a:lnB>
                      <a:noFill/>
                    </a:lnB>
                    <a:solidFill>
                      <a:srgbClr val="FFFFFF"/>
                    </a:solidFill>
                  </a:tcPr>
                </a:tc>
                <a:tc>
                  <a:txBody>
                    <a:bodyPr/>
                    <a:lstStyle/>
                    <a:p>
                      <a:pPr algn="ctr" fontAlgn="b">
                        <a:buNone/>
                      </a:pPr>
                      <a:r>
                        <a:rPr lang="pt-BR" sz="900" b="0" i="0" u="none" strike="noStrike">
                          <a:solidFill>
                            <a:srgbClr val="000000"/>
                          </a:solidFill>
                          <a:effectLst/>
                          <a:latin typeface="Roboto Light" panose="02000000000000000000" pitchFamily="2" charset="0"/>
                        </a:rPr>
                        <a:t>10.6%</a:t>
                      </a:r>
                    </a:p>
                  </a:txBody>
                  <a:tcPr marL="5151" marR="5151" marT="5151" marB="0" anchor="b">
                    <a:lnL>
                      <a:noFill/>
                    </a:lnL>
                    <a:lnR>
                      <a:noFill/>
                    </a:lnR>
                    <a:lnT>
                      <a:noFill/>
                    </a:lnT>
                    <a:lnB>
                      <a:noFill/>
                    </a:lnB>
                    <a:solidFill>
                      <a:srgbClr val="91D1A2"/>
                    </a:solidFill>
                  </a:tcPr>
                </a:tc>
                <a:tc>
                  <a:txBody>
                    <a:bodyPr/>
                    <a:lstStyle/>
                    <a:p>
                      <a:pPr algn="ctr" fontAlgn="b">
                        <a:buNone/>
                      </a:pPr>
                      <a:r>
                        <a:rPr lang="pt-BR" sz="900" b="0" i="0" u="none" strike="noStrike">
                          <a:solidFill>
                            <a:srgbClr val="000000"/>
                          </a:solidFill>
                          <a:effectLst/>
                          <a:latin typeface="Roboto Light" panose="02000000000000000000" pitchFamily="2" charset="0"/>
                        </a:rPr>
                        <a:t>14.2%</a:t>
                      </a:r>
                    </a:p>
                  </a:txBody>
                  <a:tcPr marL="5151" marR="5151" marT="5151" marB="0" anchor="b">
                    <a:lnL>
                      <a:noFill/>
                    </a:lnL>
                    <a:lnR>
                      <a:noFill/>
                    </a:lnR>
                    <a:lnT>
                      <a:noFill/>
                    </a:lnT>
                    <a:lnB>
                      <a:noFill/>
                    </a:lnB>
                    <a:solidFill>
                      <a:srgbClr val="6CC282"/>
                    </a:solidFill>
                  </a:tcPr>
                </a:tc>
                <a:tc>
                  <a:txBody>
                    <a:bodyPr/>
                    <a:lstStyle/>
                    <a:p>
                      <a:pPr algn="ctr" fontAlgn="b">
                        <a:buNone/>
                      </a:pPr>
                      <a:r>
                        <a:rPr lang="pt-BR" sz="900" b="0" i="0" u="none" strike="noStrike">
                          <a:solidFill>
                            <a:srgbClr val="000000"/>
                          </a:solidFill>
                          <a:effectLst/>
                          <a:latin typeface="Roboto Light" panose="02000000000000000000" pitchFamily="2" charset="0"/>
                        </a:rPr>
                        <a:t>22.8%</a:t>
                      </a:r>
                    </a:p>
                  </a:txBody>
                  <a:tcPr marL="5151" marR="5151" marT="5151" marB="0" anchor="b">
                    <a:lnL>
                      <a:noFill/>
                    </a:lnL>
                    <a:lnR>
                      <a:noFill/>
                    </a:lnR>
                    <a:lnT>
                      <a:noFill/>
                    </a:lnT>
                    <a:lnB>
                      <a:noFill/>
                    </a:lnB>
                    <a:solidFill>
                      <a:srgbClr val="63BE7B"/>
                    </a:solidFill>
                  </a:tcPr>
                </a:tc>
                <a:tc>
                  <a:txBody>
                    <a:bodyPr/>
                    <a:lstStyle/>
                    <a:p>
                      <a:pPr algn="ctr" fontAlgn="b">
                        <a:buNone/>
                      </a:pPr>
                      <a:r>
                        <a:rPr lang="pt-BR" sz="900" b="0" i="0" u="none" strike="noStrike">
                          <a:solidFill>
                            <a:srgbClr val="000000"/>
                          </a:solidFill>
                          <a:effectLst/>
                          <a:latin typeface="Roboto Light" panose="02000000000000000000" pitchFamily="2" charset="0"/>
                        </a:rPr>
                        <a:t>40.0%</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63BE7B"/>
                    </a:solidFill>
                  </a:tcPr>
                </a:tc>
                <a:tc>
                  <a:txBody>
                    <a:bodyPr/>
                    <a:lstStyle/>
                    <a:p>
                      <a:pPr algn="ctr" fontAlgn="b">
                        <a:buNone/>
                      </a:pPr>
                      <a:r>
                        <a:rPr lang="pt-BR" sz="900" b="0" i="0" u="none" strike="noStrike">
                          <a:solidFill>
                            <a:srgbClr val="000000"/>
                          </a:solidFill>
                          <a:effectLst/>
                          <a:latin typeface="Roboto Light" panose="02000000000000000000" pitchFamily="2" charset="0"/>
                        </a:rPr>
                        <a:t>27.2%</a:t>
                      </a:r>
                    </a:p>
                  </a:txBody>
                  <a:tcPr marL="5151" marR="5151" marT="5151" marB="0" anchor="b">
                    <a:lnL w="12700" cap="flat" cmpd="sng" algn="ctr">
                      <a:solidFill>
                        <a:srgbClr val="000000"/>
                      </a:solidFill>
                      <a:prstDash val="dash"/>
                      <a:round/>
                      <a:headEnd type="none" w="med" len="med"/>
                      <a:tailEnd type="none" w="med" len="med"/>
                    </a:lnL>
                    <a:lnR>
                      <a:noFill/>
                    </a:lnR>
                    <a:lnT>
                      <a:noFill/>
                    </a:lnT>
                    <a:lnB>
                      <a:noFill/>
                    </a:lnB>
                    <a:solidFill>
                      <a:srgbClr val="63BE7B"/>
                    </a:solidFill>
                  </a:tcPr>
                </a:tc>
                <a:tc>
                  <a:txBody>
                    <a:bodyPr/>
                    <a:lstStyle/>
                    <a:p>
                      <a:pPr algn="ctr" fontAlgn="b">
                        <a:buNone/>
                      </a:pPr>
                      <a:r>
                        <a:rPr lang="pt-BR" sz="900" b="0" i="0" u="none" strike="noStrike">
                          <a:solidFill>
                            <a:srgbClr val="000000"/>
                          </a:solidFill>
                          <a:effectLst/>
                          <a:latin typeface="Roboto Light" panose="02000000000000000000" pitchFamily="2" charset="0"/>
                        </a:rPr>
                        <a:t>-1.2%</a:t>
                      </a:r>
                    </a:p>
                  </a:txBody>
                  <a:tcPr marL="5151" marR="5151" marT="5151" marB="0" anchor="b">
                    <a:lnL>
                      <a:noFill/>
                    </a:lnL>
                    <a:lnR>
                      <a:noFill/>
                    </a:lnR>
                    <a:lnT>
                      <a:noFill/>
                    </a:lnT>
                    <a:lnB>
                      <a:noFill/>
                    </a:lnB>
                    <a:solidFill>
                      <a:srgbClr val="FEF3F3"/>
                    </a:solidFill>
                  </a:tcPr>
                </a:tc>
                <a:tc>
                  <a:txBody>
                    <a:bodyPr/>
                    <a:lstStyle/>
                    <a:p>
                      <a:pPr algn="ctr" fontAlgn="b">
                        <a:buNone/>
                      </a:pPr>
                      <a:r>
                        <a:rPr lang="pt-BR" sz="900" b="0" i="0" u="none" strike="noStrike">
                          <a:solidFill>
                            <a:srgbClr val="000000"/>
                          </a:solidFill>
                          <a:effectLst/>
                          <a:latin typeface="Roboto Light" panose="02000000000000000000" pitchFamily="2" charset="0"/>
                        </a:rPr>
                        <a:t>7.3%</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B3DFBF"/>
                    </a:solidFill>
                  </a:tcPr>
                </a:tc>
                <a:extLst>
                  <a:ext uri="{0D108BD9-81ED-4DB2-BD59-A6C34878D82A}">
                    <a16:rowId xmlns:a16="http://schemas.microsoft.com/office/drawing/2014/main" val="2616653795"/>
                  </a:ext>
                </a:extLst>
              </a:tr>
              <a:tr h="151125">
                <a:tc>
                  <a:txBody>
                    <a:bodyPr/>
                    <a:lstStyle/>
                    <a:p>
                      <a:pPr algn="l" fontAlgn="b">
                        <a:buNone/>
                      </a:pPr>
                      <a:r>
                        <a:rPr lang="pt-BR" sz="900" b="0" i="0" u="none" strike="noStrike">
                          <a:solidFill>
                            <a:srgbClr val="000000"/>
                          </a:solidFill>
                          <a:effectLst/>
                          <a:latin typeface="Roboto Light" panose="02000000000000000000" pitchFamily="2" charset="0"/>
                        </a:rPr>
                        <a:t>Food &amp; Beverages</a:t>
                      </a:r>
                    </a:p>
                  </a:txBody>
                  <a:tcPr marL="5151" marR="5151" marT="5151" marB="0" anchor="b">
                    <a:lnL>
                      <a:noFill/>
                    </a:lnL>
                    <a:lnR>
                      <a:noFill/>
                    </a:lnR>
                    <a:lnT>
                      <a:noFill/>
                    </a:lnT>
                    <a:lnB>
                      <a:noFill/>
                    </a:lnB>
                    <a:solidFill>
                      <a:srgbClr val="FFFFFF"/>
                    </a:solidFill>
                  </a:tcPr>
                </a:tc>
                <a:tc>
                  <a:txBody>
                    <a:bodyPr/>
                    <a:lstStyle/>
                    <a:p>
                      <a:pPr algn="ctr" fontAlgn="b">
                        <a:buNone/>
                      </a:pPr>
                      <a:r>
                        <a:rPr lang="pt-BR" sz="900" b="0" i="0" u="none" strike="noStrike">
                          <a:solidFill>
                            <a:srgbClr val="000000"/>
                          </a:solidFill>
                          <a:effectLst/>
                          <a:latin typeface="Roboto Light" panose="02000000000000000000" pitchFamily="2" charset="0"/>
                        </a:rPr>
                        <a:t>4.2%</a:t>
                      </a:r>
                    </a:p>
                  </a:txBody>
                  <a:tcPr marL="5151" marR="5151" marT="5151" marB="0" anchor="b">
                    <a:lnL>
                      <a:noFill/>
                    </a:lnL>
                    <a:lnR>
                      <a:noFill/>
                    </a:lnR>
                    <a:lnT>
                      <a:noFill/>
                    </a:lnT>
                    <a:lnB>
                      <a:noFill/>
                    </a:lnB>
                    <a:solidFill>
                      <a:srgbClr val="D3EDDA"/>
                    </a:solidFill>
                  </a:tcPr>
                </a:tc>
                <a:tc>
                  <a:txBody>
                    <a:bodyPr/>
                    <a:lstStyle/>
                    <a:p>
                      <a:pPr algn="ctr" fontAlgn="b">
                        <a:buNone/>
                      </a:pPr>
                      <a:r>
                        <a:rPr lang="pt-BR" sz="900" b="0" i="0" u="none" strike="noStrike">
                          <a:solidFill>
                            <a:srgbClr val="000000"/>
                          </a:solidFill>
                          <a:effectLst/>
                          <a:latin typeface="Roboto Light" panose="02000000000000000000" pitchFamily="2" charset="0"/>
                        </a:rPr>
                        <a:t>6.0%</a:t>
                      </a:r>
                    </a:p>
                  </a:txBody>
                  <a:tcPr marL="5151" marR="5151" marT="5151" marB="0" anchor="b">
                    <a:lnL>
                      <a:noFill/>
                    </a:lnL>
                    <a:lnR>
                      <a:noFill/>
                    </a:lnR>
                    <a:lnT>
                      <a:noFill/>
                    </a:lnT>
                    <a:lnB>
                      <a:noFill/>
                    </a:lnB>
                    <a:solidFill>
                      <a:srgbClr val="C1E5CA"/>
                    </a:solidFill>
                  </a:tcPr>
                </a:tc>
                <a:tc>
                  <a:txBody>
                    <a:bodyPr/>
                    <a:lstStyle/>
                    <a:p>
                      <a:pPr algn="ctr" fontAlgn="b">
                        <a:buNone/>
                      </a:pPr>
                      <a:r>
                        <a:rPr lang="pt-BR" sz="900" b="0" i="0" u="none" strike="noStrike">
                          <a:solidFill>
                            <a:srgbClr val="000000"/>
                          </a:solidFill>
                          <a:effectLst/>
                          <a:latin typeface="Roboto Light" panose="02000000000000000000" pitchFamily="2" charset="0"/>
                        </a:rPr>
                        <a:t>23.0%</a:t>
                      </a:r>
                    </a:p>
                  </a:txBody>
                  <a:tcPr marL="5151" marR="5151" marT="5151" marB="0" anchor="b">
                    <a:lnL>
                      <a:noFill/>
                    </a:lnL>
                    <a:lnR>
                      <a:noFill/>
                    </a:lnR>
                    <a:lnT>
                      <a:noFill/>
                    </a:lnT>
                    <a:lnB>
                      <a:noFill/>
                    </a:lnB>
                    <a:solidFill>
                      <a:srgbClr val="63BE7B"/>
                    </a:solidFill>
                  </a:tcPr>
                </a:tc>
                <a:tc>
                  <a:txBody>
                    <a:bodyPr/>
                    <a:lstStyle/>
                    <a:p>
                      <a:pPr algn="ctr" fontAlgn="b">
                        <a:buNone/>
                      </a:pPr>
                      <a:r>
                        <a:rPr lang="pt-BR" sz="900" b="0" i="0" u="none" strike="noStrike">
                          <a:solidFill>
                            <a:srgbClr val="000000"/>
                          </a:solidFill>
                          <a:effectLst/>
                          <a:latin typeface="Roboto Light" panose="02000000000000000000" pitchFamily="2" charset="0"/>
                        </a:rPr>
                        <a:t>18.1%</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63BE7B"/>
                    </a:solidFill>
                  </a:tcPr>
                </a:tc>
                <a:tc>
                  <a:txBody>
                    <a:bodyPr/>
                    <a:lstStyle/>
                    <a:p>
                      <a:pPr algn="ctr" fontAlgn="b">
                        <a:buNone/>
                      </a:pPr>
                      <a:r>
                        <a:rPr lang="pt-BR" sz="900" b="0" i="0" u="none" strike="noStrike">
                          <a:solidFill>
                            <a:srgbClr val="000000"/>
                          </a:solidFill>
                          <a:effectLst/>
                          <a:latin typeface="Roboto Light" panose="02000000000000000000" pitchFamily="2" charset="0"/>
                        </a:rPr>
                        <a:t>4.7%</a:t>
                      </a:r>
                    </a:p>
                  </a:txBody>
                  <a:tcPr marL="5151" marR="5151" marT="5151" marB="0" anchor="b">
                    <a:lnL w="12700" cap="flat" cmpd="sng" algn="ctr">
                      <a:solidFill>
                        <a:srgbClr val="000000"/>
                      </a:solidFill>
                      <a:prstDash val="dash"/>
                      <a:round/>
                      <a:headEnd type="none" w="med" len="med"/>
                      <a:tailEnd type="none" w="med" len="med"/>
                    </a:lnL>
                    <a:lnR>
                      <a:noFill/>
                    </a:lnR>
                    <a:lnT>
                      <a:noFill/>
                    </a:lnT>
                    <a:lnB>
                      <a:noFill/>
                    </a:lnB>
                    <a:solidFill>
                      <a:srgbClr val="CEEBD6"/>
                    </a:solidFill>
                  </a:tcPr>
                </a:tc>
                <a:tc>
                  <a:txBody>
                    <a:bodyPr/>
                    <a:lstStyle/>
                    <a:p>
                      <a:pPr algn="ctr" fontAlgn="b">
                        <a:buNone/>
                      </a:pPr>
                      <a:r>
                        <a:rPr lang="pt-BR" sz="900" b="0" i="0" u="none" strike="noStrike">
                          <a:solidFill>
                            <a:srgbClr val="000000"/>
                          </a:solidFill>
                          <a:effectLst/>
                          <a:latin typeface="Roboto Light" panose="02000000000000000000" pitchFamily="2" charset="0"/>
                        </a:rPr>
                        <a:t>-4.2%</a:t>
                      </a:r>
                    </a:p>
                  </a:txBody>
                  <a:tcPr marL="5151" marR="5151" marT="5151" marB="0" anchor="b">
                    <a:lnL>
                      <a:noFill/>
                    </a:lnL>
                    <a:lnR>
                      <a:noFill/>
                    </a:lnR>
                    <a:lnT>
                      <a:noFill/>
                    </a:lnT>
                    <a:lnB>
                      <a:noFill/>
                    </a:lnB>
                    <a:solidFill>
                      <a:srgbClr val="FDD5D6"/>
                    </a:solidFill>
                  </a:tcPr>
                </a:tc>
                <a:tc>
                  <a:txBody>
                    <a:bodyPr/>
                    <a:lstStyle/>
                    <a:p>
                      <a:pPr algn="ctr" fontAlgn="b">
                        <a:buNone/>
                      </a:pPr>
                      <a:r>
                        <a:rPr lang="pt-BR" sz="900" b="0" i="0" u="none" strike="noStrike">
                          <a:solidFill>
                            <a:srgbClr val="000000"/>
                          </a:solidFill>
                          <a:effectLst/>
                          <a:latin typeface="Roboto Light" panose="02000000000000000000" pitchFamily="2" charset="0"/>
                        </a:rPr>
                        <a:t>0.7%</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F7FCF9"/>
                    </a:solidFill>
                  </a:tcPr>
                </a:tc>
                <a:extLst>
                  <a:ext uri="{0D108BD9-81ED-4DB2-BD59-A6C34878D82A}">
                    <a16:rowId xmlns:a16="http://schemas.microsoft.com/office/drawing/2014/main" val="2132130532"/>
                  </a:ext>
                </a:extLst>
              </a:tr>
              <a:tr h="151125">
                <a:tc>
                  <a:txBody>
                    <a:bodyPr/>
                    <a:lstStyle/>
                    <a:p>
                      <a:pPr algn="l" fontAlgn="b">
                        <a:buNone/>
                      </a:pPr>
                      <a:r>
                        <a:rPr lang="pt-BR" sz="900" b="0" i="0" u="none" strike="noStrike" dirty="0">
                          <a:solidFill>
                            <a:srgbClr val="000000"/>
                          </a:solidFill>
                          <a:effectLst/>
                          <a:latin typeface="Roboto Light" panose="02000000000000000000" pitchFamily="2" charset="0"/>
                        </a:rPr>
                        <a:t>Health </a:t>
                      </a:r>
                      <a:r>
                        <a:rPr lang="pt-BR" sz="900" b="0" i="0" u="none" strike="noStrike" dirty="0" err="1">
                          <a:solidFill>
                            <a:srgbClr val="000000"/>
                          </a:solidFill>
                          <a:effectLst/>
                          <a:latin typeface="Roboto Light" panose="02000000000000000000" pitchFamily="2" charset="0"/>
                        </a:rPr>
                        <a:t>Care</a:t>
                      </a:r>
                      <a:endParaRPr lang="pt-BR" sz="900" b="0" i="0" u="none" strike="noStrike" dirty="0">
                        <a:solidFill>
                          <a:srgbClr val="000000"/>
                        </a:solidFill>
                        <a:effectLst/>
                        <a:latin typeface="Roboto Light" panose="02000000000000000000" pitchFamily="2" charset="0"/>
                      </a:endParaRPr>
                    </a:p>
                  </a:txBody>
                  <a:tcPr marL="5151" marR="5151" marT="5151" marB="0" anchor="b">
                    <a:lnL>
                      <a:noFill/>
                    </a:lnL>
                    <a:lnR>
                      <a:noFill/>
                    </a:lnR>
                    <a:lnT>
                      <a:noFill/>
                    </a:lnT>
                    <a:lnB>
                      <a:noFill/>
                    </a:lnB>
                    <a:solidFill>
                      <a:srgbClr val="FFFFFF"/>
                    </a:solidFill>
                  </a:tcPr>
                </a:tc>
                <a:tc>
                  <a:txBody>
                    <a:bodyPr/>
                    <a:lstStyle/>
                    <a:p>
                      <a:pPr algn="ctr" fontAlgn="b">
                        <a:buNone/>
                      </a:pPr>
                      <a:r>
                        <a:rPr lang="pt-BR" sz="900" b="0" i="0" u="none" strike="noStrike">
                          <a:solidFill>
                            <a:srgbClr val="000000"/>
                          </a:solidFill>
                          <a:effectLst/>
                          <a:latin typeface="Roboto Light" panose="02000000000000000000" pitchFamily="2" charset="0"/>
                        </a:rPr>
                        <a:t>-2.3%</a:t>
                      </a:r>
                    </a:p>
                  </a:txBody>
                  <a:tcPr marL="5151" marR="5151" marT="5151" marB="0" anchor="b">
                    <a:lnL>
                      <a:noFill/>
                    </a:lnL>
                    <a:lnR>
                      <a:noFill/>
                    </a:lnR>
                    <a:lnT>
                      <a:noFill/>
                    </a:lnT>
                    <a:lnB>
                      <a:noFill/>
                    </a:lnB>
                    <a:solidFill>
                      <a:srgbClr val="FEE8E9"/>
                    </a:solidFill>
                  </a:tcPr>
                </a:tc>
                <a:tc>
                  <a:txBody>
                    <a:bodyPr/>
                    <a:lstStyle/>
                    <a:p>
                      <a:pPr algn="ctr" fontAlgn="b">
                        <a:buNone/>
                      </a:pPr>
                      <a:r>
                        <a:rPr lang="pt-BR" sz="900" b="0" i="0" u="none" strike="noStrike">
                          <a:solidFill>
                            <a:srgbClr val="000000"/>
                          </a:solidFill>
                          <a:effectLst/>
                          <a:latin typeface="Roboto Light" panose="02000000000000000000" pitchFamily="2" charset="0"/>
                        </a:rPr>
                        <a:t>-13.5%</a:t>
                      </a:r>
                    </a:p>
                  </a:txBody>
                  <a:tcPr marL="5151" marR="5151" marT="5151" marB="0" anchor="b">
                    <a:lnL>
                      <a:noFill/>
                    </a:lnL>
                    <a:lnR>
                      <a:noFill/>
                    </a:lnR>
                    <a:lnT>
                      <a:noFill/>
                    </a:lnT>
                    <a:lnB>
                      <a:noFill/>
                    </a:lnB>
                    <a:solidFill>
                      <a:srgbClr val="F9787A"/>
                    </a:solidFill>
                  </a:tcPr>
                </a:tc>
                <a:tc>
                  <a:txBody>
                    <a:bodyPr/>
                    <a:lstStyle/>
                    <a:p>
                      <a:pPr algn="ctr" fontAlgn="b">
                        <a:buNone/>
                      </a:pPr>
                      <a:r>
                        <a:rPr lang="pt-BR" sz="900" b="0" i="0" u="none" strike="noStrike">
                          <a:solidFill>
                            <a:srgbClr val="000000"/>
                          </a:solidFill>
                          <a:effectLst/>
                          <a:latin typeface="Roboto Light" panose="02000000000000000000" pitchFamily="2" charset="0"/>
                        </a:rPr>
                        <a:t>1.0%</a:t>
                      </a:r>
                    </a:p>
                  </a:txBody>
                  <a:tcPr marL="5151" marR="5151" marT="5151" marB="0" anchor="b">
                    <a:lnL>
                      <a:noFill/>
                    </a:lnL>
                    <a:lnR>
                      <a:noFill/>
                    </a:lnR>
                    <a:lnT>
                      <a:noFill/>
                    </a:lnT>
                    <a:lnB>
                      <a:noFill/>
                    </a:lnB>
                    <a:solidFill>
                      <a:srgbClr val="F5FBF6"/>
                    </a:solidFill>
                  </a:tcPr>
                </a:tc>
                <a:tc>
                  <a:txBody>
                    <a:bodyPr/>
                    <a:lstStyle/>
                    <a:p>
                      <a:pPr algn="ctr" fontAlgn="b">
                        <a:buNone/>
                      </a:pPr>
                      <a:r>
                        <a:rPr lang="pt-BR" sz="900" b="0" i="0" u="none" strike="noStrike">
                          <a:solidFill>
                            <a:srgbClr val="000000"/>
                          </a:solidFill>
                          <a:effectLst/>
                          <a:latin typeface="Roboto Light" panose="02000000000000000000" pitchFamily="2" charset="0"/>
                        </a:rPr>
                        <a:t>-6.3%</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FCC0C1"/>
                    </a:solidFill>
                  </a:tcPr>
                </a:tc>
                <a:tc>
                  <a:txBody>
                    <a:bodyPr/>
                    <a:lstStyle/>
                    <a:p>
                      <a:pPr algn="ctr" fontAlgn="b">
                        <a:buNone/>
                      </a:pPr>
                      <a:r>
                        <a:rPr lang="pt-BR" sz="900" b="0" i="0" u="none" strike="noStrike">
                          <a:solidFill>
                            <a:srgbClr val="000000"/>
                          </a:solidFill>
                          <a:effectLst/>
                          <a:latin typeface="Roboto Light" panose="02000000000000000000" pitchFamily="2" charset="0"/>
                        </a:rPr>
                        <a:t>-2.0%</a:t>
                      </a:r>
                    </a:p>
                  </a:txBody>
                  <a:tcPr marL="5151" marR="5151" marT="5151" marB="0" anchor="b">
                    <a:lnL w="12700" cap="flat" cmpd="sng" algn="ctr">
                      <a:solidFill>
                        <a:srgbClr val="000000"/>
                      </a:solidFill>
                      <a:prstDash val="dash"/>
                      <a:round/>
                      <a:headEnd type="none" w="med" len="med"/>
                      <a:tailEnd type="none" w="med" len="med"/>
                    </a:lnL>
                    <a:lnR>
                      <a:noFill/>
                    </a:lnR>
                    <a:lnT>
                      <a:noFill/>
                    </a:lnT>
                    <a:lnB>
                      <a:noFill/>
                    </a:lnB>
                    <a:solidFill>
                      <a:srgbClr val="FEEBEC"/>
                    </a:solidFill>
                  </a:tcPr>
                </a:tc>
                <a:tc>
                  <a:txBody>
                    <a:bodyPr/>
                    <a:lstStyle/>
                    <a:p>
                      <a:pPr algn="ctr" fontAlgn="b">
                        <a:buNone/>
                      </a:pPr>
                      <a:r>
                        <a:rPr lang="pt-BR" sz="900" b="0" i="0" u="none" strike="noStrike">
                          <a:solidFill>
                            <a:srgbClr val="000000"/>
                          </a:solidFill>
                          <a:effectLst/>
                          <a:latin typeface="Roboto Light" panose="02000000000000000000" pitchFamily="2" charset="0"/>
                        </a:rPr>
                        <a:t>1.6%</a:t>
                      </a:r>
                    </a:p>
                  </a:txBody>
                  <a:tcPr marL="5151" marR="5151" marT="5151" marB="0" anchor="b">
                    <a:lnL>
                      <a:noFill/>
                    </a:lnL>
                    <a:lnR>
                      <a:noFill/>
                    </a:lnR>
                    <a:lnT>
                      <a:noFill/>
                    </a:lnT>
                    <a:lnB>
                      <a:noFill/>
                    </a:lnB>
                    <a:solidFill>
                      <a:srgbClr val="EEF8F1"/>
                    </a:solidFill>
                  </a:tcPr>
                </a:tc>
                <a:tc>
                  <a:txBody>
                    <a:bodyPr/>
                    <a:lstStyle/>
                    <a:p>
                      <a:pPr algn="ctr" fontAlgn="b">
                        <a:buNone/>
                      </a:pPr>
                      <a:r>
                        <a:rPr lang="pt-BR" sz="900" b="0" i="0" u="none" strike="noStrike">
                          <a:solidFill>
                            <a:srgbClr val="000000"/>
                          </a:solidFill>
                          <a:effectLst/>
                          <a:latin typeface="Roboto Light" panose="02000000000000000000" pitchFamily="2" charset="0"/>
                        </a:rPr>
                        <a:t>7.8%</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AEDDBB"/>
                    </a:solidFill>
                  </a:tcPr>
                </a:tc>
                <a:extLst>
                  <a:ext uri="{0D108BD9-81ED-4DB2-BD59-A6C34878D82A}">
                    <a16:rowId xmlns:a16="http://schemas.microsoft.com/office/drawing/2014/main" val="566906762"/>
                  </a:ext>
                </a:extLst>
              </a:tr>
              <a:tr h="151125">
                <a:tc>
                  <a:txBody>
                    <a:bodyPr/>
                    <a:lstStyle/>
                    <a:p>
                      <a:pPr algn="l" fontAlgn="b">
                        <a:buNone/>
                      </a:pPr>
                      <a:r>
                        <a:rPr lang="pt-BR" sz="900" b="0" i="0" u="none" strike="noStrike">
                          <a:solidFill>
                            <a:srgbClr val="000000"/>
                          </a:solidFill>
                          <a:effectLst/>
                          <a:latin typeface="Roboto Light" panose="02000000000000000000" pitchFamily="2" charset="0"/>
                        </a:rPr>
                        <a:t>Homebuilders</a:t>
                      </a:r>
                    </a:p>
                  </a:txBody>
                  <a:tcPr marL="5151" marR="5151" marT="5151" marB="0" anchor="b">
                    <a:lnL>
                      <a:noFill/>
                    </a:lnL>
                    <a:lnR>
                      <a:noFill/>
                    </a:lnR>
                    <a:lnT>
                      <a:noFill/>
                    </a:lnT>
                    <a:lnB>
                      <a:noFill/>
                    </a:lnB>
                    <a:solidFill>
                      <a:srgbClr val="FFFFFF"/>
                    </a:solidFill>
                  </a:tcPr>
                </a:tc>
                <a:tc>
                  <a:txBody>
                    <a:bodyPr/>
                    <a:lstStyle/>
                    <a:p>
                      <a:pPr algn="ctr" fontAlgn="b">
                        <a:buNone/>
                      </a:pPr>
                      <a:r>
                        <a:rPr lang="pt-BR" sz="900" b="0" i="0" u="none" strike="noStrike">
                          <a:solidFill>
                            <a:srgbClr val="000000"/>
                          </a:solidFill>
                          <a:effectLst/>
                          <a:latin typeface="Roboto Light" panose="02000000000000000000" pitchFamily="2" charset="0"/>
                        </a:rPr>
                        <a:t>7.3%</a:t>
                      </a:r>
                    </a:p>
                  </a:txBody>
                  <a:tcPr marL="5151" marR="5151" marT="5151" marB="0" anchor="b">
                    <a:lnL>
                      <a:noFill/>
                    </a:lnL>
                    <a:lnR>
                      <a:noFill/>
                    </a:lnR>
                    <a:lnT>
                      <a:noFill/>
                    </a:lnT>
                    <a:lnB>
                      <a:noFill/>
                    </a:lnB>
                    <a:solidFill>
                      <a:srgbClr val="B3DFBE"/>
                    </a:solidFill>
                  </a:tcPr>
                </a:tc>
                <a:tc>
                  <a:txBody>
                    <a:bodyPr/>
                    <a:lstStyle/>
                    <a:p>
                      <a:pPr algn="ctr" fontAlgn="b">
                        <a:buNone/>
                      </a:pPr>
                      <a:r>
                        <a:rPr lang="pt-BR" sz="900" b="0" i="0" u="none" strike="noStrike">
                          <a:solidFill>
                            <a:srgbClr val="000000"/>
                          </a:solidFill>
                          <a:effectLst/>
                          <a:latin typeface="Roboto Light" panose="02000000000000000000" pitchFamily="2" charset="0"/>
                        </a:rPr>
                        <a:t>0.5%</a:t>
                      </a:r>
                    </a:p>
                  </a:txBody>
                  <a:tcPr marL="5151" marR="5151" marT="5151" marB="0" anchor="b">
                    <a:lnL>
                      <a:noFill/>
                    </a:lnL>
                    <a:lnR>
                      <a:noFill/>
                    </a:lnR>
                    <a:lnT>
                      <a:noFill/>
                    </a:lnT>
                    <a:lnB>
                      <a:noFill/>
                    </a:lnB>
                    <a:solidFill>
                      <a:srgbClr val="FAFDFA"/>
                    </a:solidFill>
                  </a:tcPr>
                </a:tc>
                <a:tc>
                  <a:txBody>
                    <a:bodyPr/>
                    <a:lstStyle/>
                    <a:p>
                      <a:pPr algn="ctr" fontAlgn="b">
                        <a:buNone/>
                      </a:pPr>
                      <a:r>
                        <a:rPr lang="pt-BR" sz="900" b="0" i="0" u="none" strike="noStrike">
                          <a:solidFill>
                            <a:srgbClr val="000000"/>
                          </a:solidFill>
                          <a:effectLst/>
                          <a:latin typeface="Roboto Light" panose="02000000000000000000" pitchFamily="2" charset="0"/>
                        </a:rPr>
                        <a:t>2.5%</a:t>
                      </a:r>
                    </a:p>
                  </a:txBody>
                  <a:tcPr marL="5151" marR="5151" marT="5151" marB="0" anchor="b">
                    <a:lnL>
                      <a:noFill/>
                    </a:lnL>
                    <a:lnR>
                      <a:noFill/>
                    </a:lnR>
                    <a:lnT>
                      <a:noFill/>
                    </a:lnT>
                    <a:lnB>
                      <a:noFill/>
                    </a:lnB>
                    <a:solidFill>
                      <a:srgbClr val="E5F4E9"/>
                    </a:solidFill>
                  </a:tcPr>
                </a:tc>
                <a:tc>
                  <a:txBody>
                    <a:bodyPr/>
                    <a:lstStyle/>
                    <a:p>
                      <a:pPr algn="ctr" fontAlgn="b">
                        <a:buNone/>
                      </a:pPr>
                      <a:r>
                        <a:rPr lang="pt-BR" sz="900" b="0" i="0" u="none" strike="noStrike">
                          <a:solidFill>
                            <a:srgbClr val="000000"/>
                          </a:solidFill>
                          <a:effectLst/>
                          <a:latin typeface="Roboto Light" panose="02000000000000000000" pitchFamily="2" charset="0"/>
                        </a:rPr>
                        <a:t>-9.8%</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FA9D9E"/>
                    </a:solidFill>
                  </a:tcPr>
                </a:tc>
                <a:tc>
                  <a:txBody>
                    <a:bodyPr/>
                    <a:lstStyle/>
                    <a:p>
                      <a:pPr algn="ctr" fontAlgn="b">
                        <a:buNone/>
                      </a:pPr>
                      <a:r>
                        <a:rPr lang="pt-BR" sz="900" b="0" i="0" u="none" strike="noStrike">
                          <a:solidFill>
                            <a:srgbClr val="000000"/>
                          </a:solidFill>
                          <a:effectLst/>
                          <a:latin typeface="Roboto Light" panose="02000000000000000000" pitchFamily="2" charset="0"/>
                        </a:rPr>
                        <a:t>-14.4%</a:t>
                      </a:r>
                    </a:p>
                  </a:txBody>
                  <a:tcPr marL="5151" marR="5151" marT="5151" marB="0" anchor="b">
                    <a:lnL w="12700" cap="flat" cmpd="sng" algn="ctr">
                      <a:solidFill>
                        <a:srgbClr val="000000"/>
                      </a:solidFill>
                      <a:prstDash val="dash"/>
                      <a:round/>
                      <a:headEnd type="none" w="med" len="med"/>
                      <a:tailEnd type="none" w="med" len="med"/>
                    </a:lnL>
                    <a:lnR>
                      <a:noFill/>
                    </a:lnR>
                    <a:lnT>
                      <a:noFill/>
                    </a:lnT>
                    <a:lnB>
                      <a:noFill/>
                    </a:lnB>
                    <a:solidFill>
                      <a:srgbClr val="F86F71"/>
                    </a:solidFill>
                  </a:tcPr>
                </a:tc>
                <a:tc>
                  <a:txBody>
                    <a:bodyPr/>
                    <a:lstStyle/>
                    <a:p>
                      <a:pPr algn="ctr" fontAlgn="b">
                        <a:buNone/>
                      </a:pPr>
                      <a:r>
                        <a:rPr lang="pt-BR" sz="900" b="0" i="0" u="none" strike="noStrike">
                          <a:solidFill>
                            <a:srgbClr val="000000"/>
                          </a:solidFill>
                          <a:effectLst/>
                          <a:latin typeface="Roboto Light" panose="02000000000000000000" pitchFamily="2" charset="0"/>
                        </a:rPr>
                        <a:t>9.4%</a:t>
                      </a:r>
                    </a:p>
                  </a:txBody>
                  <a:tcPr marL="5151" marR="5151" marT="5151" marB="0" anchor="b">
                    <a:lnL>
                      <a:noFill/>
                    </a:lnL>
                    <a:lnR>
                      <a:noFill/>
                    </a:lnR>
                    <a:lnT>
                      <a:noFill/>
                    </a:lnT>
                    <a:lnB>
                      <a:noFill/>
                    </a:lnB>
                    <a:solidFill>
                      <a:srgbClr val="9DD6AC"/>
                    </a:solidFill>
                  </a:tcPr>
                </a:tc>
                <a:tc>
                  <a:txBody>
                    <a:bodyPr/>
                    <a:lstStyle/>
                    <a:p>
                      <a:pPr algn="ctr" fontAlgn="b">
                        <a:buNone/>
                      </a:pPr>
                      <a:r>
                        <a:rPr lang="pt-BR" sz="900" b="0" i="0" u="none" strike="noStrike">
                          <a:solidFill>
                            <a:srgbClr val="000000"/>
                          </a:solidFill>
                          <a:effectLst/>
                          <a:latin typeface="Roboto Light" panose="02000000000000000000" pitchFamily="2" charset="0"/>
                        </a:rPr>
                        <a:t>-6.4%</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FCBFC0"/>
                    </a:solidFill>
                  </a:tcPr>
                </a:tc>
                <a:extLst>
                  <a:ext uri="{0D108BD9-81ED-4DB2-BD59-A6C34878D82A}">
                    <a16:rowId xmlns:a16="http://schemas.microsoft.com/office/drawing/2014/main" val="19595387"/>
                  </a:ext>
                </a:extLst>
              </a:tr>
              <a:tr h="151125">
                <a:tc>
                  <a:txBody>
                    <a:bodyPr/>
                    <a:lstStyle/>
                    <a:p>
                      <a:pPr algn="l" fontAlgn="b">
                        <a:buNone/>
                      </a:pPr>
                      <a:r>
                        <a:rPr lang="pt-BR" sz="900" b="0" i="0" u="none" strike="noStrike">
                          <a:solidFill>
                            <a:srgbClr val="000000"/>
                          </a:solidFill>
                          <a:effectLst/>
                          <a:latin typeface="Roboto Light" panose="02000000000000000000" pitchFamily="2" charset="0"/>
                        </a:rPr>
                        <a:t>Income Properties</a:t>
                      </a:r>
                    </a:p>
                  </a:txBody>
                  <a:tcPr marL="5151" marR="5151" marT="5151" marB="0" anchor="b">
                    <a:lnL>
                      <a:noFill/>
                    </a:lnL>
                    <a:lnR>
                      <a:noFill/>
                    </a:lnR>
                    <a:lnT>
                      <a:noFill/>
                    </a:lnT>
                    <a:lnB>
                      <a:noFill/>
                    </a:lnB>
                    <a:solidFill>
                      <a:srgbClr val="FFFFFF"/>
                    </a:solidFill>
                  </a:tcPr>
                </a:tc>
                <a:tc>
                  <a:txBody>
                    <a:bodyPr/>
                    <a:lstStyle/>
                    <a:p>
                      <a:pPr algn="ctr" fontAlgn="b">
                        <a:buNone/>
                      </a:pPr>
                      <a:r>
                        <a:rPr lang="pt-BR" sz="900" b="0" i="0" u="none" strike="noStrike">
                          <a:solidFill>
                            <a:srgbClr val="000000"/>
                          </a:solidFill>
                          <a:effectLst/>
                          <a:latin typeface="Roboto Light" panose="02000000000000000000" pitchFamily="2" charset="0"/>
                        </a:rPr>
                        <a:t>6.3%</a:t>
                      </a:r>
                    </a:p>
                  </a:txBody>
                  <a:tcPr marL="5151" marR="5151" marT="5151" marB="0" anchor="b">
                    <a:lnL>
                      <a:noFill/>
                    </a:lnL>
                    <a:lnR>
                      <a:noFill/>
                    </a:lnR>
                    <a:lnT>
                      <a:noFill/>
                    </a:lnT>
                    <a:lnB>
                      <a:noFill/>
                    </a:lnB>
                    <a:solidFill>
                      <a:srgbClr val="BEE4C8"/>
                    </a:solidFill>
                  </a:tcPr>
                </a:tc>
                <a:tc>
                  <a:txBody>
                    <a:bodyPr/>
                    <a:lstStyle/>
                    <a:p>
                      <a:pPr algn="ctr" fontAlgn="b">
                        <a:buNone/>
                      </a:pPr>
                      <a:r>
                        <a:rPr lang="pt-BR" sz="900" b="0" i="0" u="none" strike="noStrike">
                          <a:solidFill>
                            <a:srgbClr val="000000"/>
                          </a:solidFill>
                          <a:effectLst/>
                          <a:latin typeface="Roboto Light" panose="02000000000000000000" pitchFamily="2" charset="0"/>
                        </a:rPr>
                        <a:t>14.2%</a:t>
                      </a:r>
                    </a:p>
                  </a:txBody>
                  <a:tcPr marL="5151" marR="5151" marT="5151" marB="0" anchor="b">
                    <a:lnL>
                      <a:noFill/>
                    </a:lnL>
                    <a:lnR>
                      <a:noFill/>
                    </a:lnR>
                    <a:lnT>
                      <a:noFill/>
                    </a:lnT>
                    <a:lnB>
                      <a:noFill/>
                    </a:lnB>
                    <a:solidFill>
                      <a:srgbClr val="6BC182"/>
                    </a:solidFill>
                  </a:tcPr>
                </a:tc>
                <a:tc>
                  <a:txBody>
                    <a:bodyPr/>
                    <a:lstStyle/>
                    <a:p>
                      <a:pPr algn="ctr" fontAlgn="b">
                        <a:buNone/>
                      </a:pPr>
                      <a:r>
                        <a:rPr lang="pt-BR" sz="900" b="0" i="0" u="none" strike="noStrike">
                          <a:solidFill>
                            <a:srgbClr val="000000"/>
                          </a:solidFill>
                          <a:effectLst/>
                          <a:latin typeface="Roboto Light" panose="02000000000000000000" pitchFamily="2" charset="0"/>
                        </a:rPr>
                        <a:t>14.6%</a:t>
                      </a:r>
                    </a:p>
                  </a:txBody>
                  <a:tcPr marL="5151" marR="5151" marT="5151" marB="0" anchor="b">
                    <a:lnL>
                      <a:noFill/>
                    </a:lnL>
                    <a:lnR>
                      <a:noFill/>
                    </a:lnR>
                    <a:lnT>
                      <a:noFill/>
                    </a:lnT>
                    <a:lnB>
                      <a:noFill/>
                    </a:lnB>
                    <a:solidFill>
                      <a:srgbClr val="67C07E"/>
                    </a:solidFill>
                  </a:tcPr>
                </a:tc>
                <a:tc>
                  <a:txBody>
                    <a:bodyPr/>
                    <a:lstStyle/>
                    <a:p>
                      <a:pPr algn="ctr" fontAlgn="b">
                        <a:buNone/>
                      </a:pPr>
                      <a:r>
                        <a:rPr lang="pt-BR" sz="900" b="0" i="0" u="none" strike="noStrike">
                          <a:solidFill>
                            <a:srgbClr val="000000"/>
                          </a:solidFill>
                          <a:effectLst/>
                          <a:latin typeface="Roboto Light" panose="02000000000000000000" pitchFamily="2" charset="0"/>
                        </a:rPr>
                        <a:t>19.8%</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63BE7B"/>
                    </a:solidFill>
                  </a:tcPr>
                </a:tc>
                <a:tc>
                  <a:txBody>
                    <a:bodyPr/>
                    <a:lstStyle/>
                    <a:p>
                      <a:pPr algn="ctr" fontAlgn="b">
                        <a:buNone/>
                      </a:pPr>
                      <a:r>
                        <a:rPr lang="pt-BR" sz="900" b="0" i="0" u="none" strike="noStrike">
                          <a:solidFill>
                            <a:srgbClr val="000000"/>
                          </a:solidFill>
                          <a:effectLst/>
                          <a:latin typeface="Roboto Light" panose="02000000000000000000" pitchFamily="2" charset="0"/>
                        </a:rPr>
                        <a:t>12.4%</a:t>
                      </a:r>
                    </a:p>
                  </a:txBody>
                  <a:tcPr marL="5151" marR="5151" marT="5151" marB="0" anchor="b">
                    <a:lnL w="12700" cap="flat" cmpd="sng" algn="ctr">
                      <a:solidFill>
                        <a:srgbClr val="000000"/>
                      </a:solidFill>
                      <a:prstDash val="dash"/>
                      <a:round/>
                      <a:headEnd type="none" w="med" len="med"/>
                      <a:tailEnd type="none" w="med" len="med"/>
                    </a:lnL>
                    <a:lnR>
                      <a:noFill/>
                    </a:lnR>
                    <a:lnT>
                      <a:noFill/>
                    </a:lnT>
                    <a:lnB>
                      <a:noFill/>
                    </a:lnB>
                    <a:solidFill>
                      <a:srgbClr val="7EC992"/>
                    </a:solidFill>
                  </a:tcPr>
                </a:tc>
                <a:tc>
                  <a:txBody>
                    <a:bodyPr/>
                    <a:lstStyle/>
                    <a:p>
                      <a:pPr algn="ctr" fontAlgn="b">
                        <a:buNone/>
                      </a:pPr>
                      <a:r>
                        <a:rPr lang="pt-BR" sz="900" b="0" i="0" u="none" strike="noStrike">
                          <a:solidFill>
                            <a:srgbClr val="000000"/>
                          </a:solidFill>
                          <a:effectLst/>
                          <a:latin typeface="Roboto Light" panose="02000000000000000000" pitchFamily="2" charset="0"/>
                        </a:rPr>
                        <a:t>-0.6%</a:t>
                      </a:r>
                    </a:p>
                  </a:txBody>
                  <a:tcPr marL="5151" marR="5151" marT="5151" marB="0" anchor="b">
                    <a:lnL>
                      <a:noFill/>
                    </a:lnL>
                    <a:lnR>
                      <a:noFill/>
                    </a:lnR>
                    <a:lnT>
                      <a:noFill/>
                    </a:lnT>
                    <a:lnB>
                      <a:noFill/>
                    </a:lnB>
                    <a:solidFill>
                      <a:srgbClr val="FFF9F9"/>
                    </a:solidFill>
                  </a:tcPr>
                </a:tc>
                <a:tc>
                  <a:txBody>
                    <a:bodyPr/>
                    <a:lstStyle/>
                    <a:p>
                      <a:pPr algn="ctr" fontAlgn="b">
                        <a:buNone/>
                      </a:pPr>
                      <a:r>
                        <a:rPr lang="pt-BR" sz="900" b="0" i="0" u="none" strike="noStrike">
                          <a:solidFill>
                            <a:srgbClr val="000000"/>
                          </a:solidFill>
                          <a:effectLst/>
                          <a:latin typeface="Roboto Light" panose="02000000000000000000" pitchFamily="2" charset="0"/>
                        </a:rPr>
                        <a:t>10.2%</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95D3A5"/>
                    </a:solidFill>
                  </a:tcPr>
                </a:tc>
                <a:extLst>
                  <a:ext uri="{0D108BD9-81ED-4DB2-BD59-A6C34878D82A}">
                    <a16:rowId xmlns:a16="http://schemas.microsoft.com/office/drawing/2014/main" val="2183594861"/>
                  </a:ext>
                </a:extLst>
              </a:tr>
              <a:tr h="151125">
                <a:tc>
                  <a:txBody>
                    <a:bodyPr/>
                    <a:lstStyle/>
                    <a:p>
                      <a:pPr algn="l" fontAlgn="b">
                        <a:buNone/>
                      </a:pPr>
                      <a:r>
                        <a:rPr lang="pt-BR" sz="900" b="0" i="0" u="none" strike="noStrike">
                          <a:solidFill>
                            <a:srgbClr val="000000"/>
                          </a:solidFill>
                          <a:effectLst/>
                          <a:latin typeface="Roboto Light" panose="02000000000000000000" pitchFamily="2" charset="0"/>
                        </a:rPr>
                        <a:t>Metals &amp; Mining</a:t>
                      </a:r>
                    </a:p>
                  </a:txBody>
                  <a:tcPr marL="5151" marR="5151" marT="5151" marB="0" anchor="b">
                    <a:lnL>
                      <a:noFill/>
                    </a:lnL>
                    <a:lnR>
                      <a:noFill/>
                    </a:lnR>
                    <a:lnT>
                      <a:noFill/>
                    </a:lnT>
                    <a:lnB>
                      <a:noFill/>
                    </a:lnB>
                    <a:solidFill>
                      <a:srgbClr val="FFFFFF"/>
                    </a:solidFill>
                  </a:tcPr>
                </a:tc>
                <a:tc>
                  <a:txBody>
                    <a:bodyPr/>
                    <a:lstStyle/>
                    <a:p>
                      <a:pPr algn="ctr" fontAlgn="b">
                        <a:buNone/>
                      </a:pPr>
                      <a:r>
                        <a:rPr lang="pt-BR" sz="900" b="0" i="0" u="none" strike="noStrike">
                          <a:solidFill>
                            <a:srgbClr val="000000"/>
                          </a:solidFill>
                          <a:effectLst/>
                          <a:latin typeface="Roboto Light" panose="02000000000000000000" pitchFamily="2" charset="0"/>
                        </a:rPr>
                        <a:t>22.7%</a:t>
                      </a:r>
                    </a:p>
                  </a:txBody>
                  <a:tcPr marL="5151" marR="5151" marT="5151" marB="0" anchor="b">
                    <a:lnL>
                      <a:noFill/>
                    </a:lnL>
                    <a:lnR>
                      <a:noFill/>
                    </a:lnR>
                    <a:lnT>
                      <a:noFill/>
                    </a:lnT>
                    <a:lnB>
                      <a:noFill/>
                    </a:lnB>
                    <a:solidFill>
                      <a:srgbClr val="63BE7B"/>
                    </a:solidFill>
                  </a:tcPr>
                </a:tc>
                <a:tc>
                  <a:txBody>
                    <a:bodyPr/>
                    <a:lstStyle/>
                    <a:p>
                      <a:pPr algn="ctr" fontAlgn="b">
                        <a:buNone/>
                      </a:pPr>
                      <a:r>
                        <a:rPr lang="pt-BR" sz="900" b="0" i="0" u="none" strike="noStrike">
                          <a:solidFill>
                            <a:srgbClr val="000000"/>
                          </a:solidFill>
                          <a:effectLst/>
                          <a:latin typeface="Roboto Light" panose="02000000000000000000" pitchFamily="2" charset="0"/>
                        </a:rPr>
                        <a:t>6.2%</a:t>
                      </a:r>
                    </a:p>
                  </a:txBody>
                  <a:tcPr marL="5151" marR="5151" marT="5151" marB="0" anchor="b">
                    <a:lnL>
                      <a:noFill/>
                    </a:lnL>
                    <a:lnR>
                      <a:noFill/>
                    </a:lnR>
                    <a:lnT>
                      <a:noFill/>
                    </a:lnT>
                    <a:lnB>
                      <a:noFill/>
                    </a:lnB>
                    <a:solidFill>
                      <a:srgbClr val="BFE4C9"/>
                    </a:solidFill>
                  </a:tcPr>
                </a:tc>
                <a:tc>
                  <a:txBody>
                    <a:bodyPr/>
                    <a:lstStyle/>
                    <a:p>
                      <a:pPr algn="ctr" fontAlgn="b">
                        <a:buNone/>
                      </a:pPr>
                      <a:r>
                        <a:rPr lang="pt-BR" sz="900" b="0" i="0" u="none" strike="noStrike">
                          <a:solidFill>
                            <a:srgbClr val="000000"/>
                          </a:solidFill>
                          <a:effectLst/>
                          <a:latin typeface="Roboto Light" panose="02000000000000000000" pitchFamily="2" charset="0"/>
                        </a:rPr>
                        <a:t>11.0%</a:t>
                      </a:r>
                    </a:p>
                  </a:txBody>
                  <a:tcPr marL="5151" marR="5151" marT="5151" marB="0" anchor="b">
                    <a:lnL>
                      <a:noFill/>
                    </a:lnL>
                    <a:lnR>
                      <a:noFill/>
                    </a:lnR>
                    <a:lnT>
                      <a:noFill/>
                    </a:lnT>
                    <a:lnB>
                      <a:noFill/>
                    </a:lnB>
                    <a:solidFill>
                      <a:srgbClr val="8CCF9E"/>
                    </a:solidFill>
                  </a:tcPr>
                </a:tc>
                <a:tc>
                  <a:txBody>
                    <a:bodyPr/>
                    <a:lstStyle/>
                    <a:p>
                      <a:pPr algn="ctr" fontAlgn="b">
                        <a:buNone/>
                      </a:pPr>
                      <a:r>
                        <a:rPr lang="pt-BR" sz="900" b="0" i="0" u="none" strike="noStrike">
                          <a:solidFill>
                            <a:srgbClr val="000000"/>
                          </a:solidFill>
                          <a:effectLst/>
                          <a:latin typeface="Roboto Light" panose="02000000000000000000" pitchFamily="2" charset="0"/>
                        </a:rPr>
                        <a:t>32.1%</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63BE7B"/>
                    </a:solidFill>
                  </a:tcPr>
                </a:tc>
                <a:tc>
                  <a:txBody>
                    <a:bodyPr/>
                    <a:lstStyle/>
                    <a:p>
                      <a:pPr algn="ctr" fontAlgn="b">
                        <a:buNone/>
                      </a:pPr>
                      <a:r>
                        <a:rPr lang="pt-BR" sz="900" b="0" i="0" u="none" strike="noStrike">
                          <a:solidFill>
                            <a:srgbClr val="000000"/>
                          </a:solidFill>
                          <a:effectLst/>
                          <a:latin typeface="Roboto Light" panose="02000000000000000000" pitchFamily="2" charset="0"/>
                        </a:rPr>
                        <a:t>2.8%</a:t>
                      </a:r>
                    </a:p>
                  </a:txBody>
                  <a:tcPr marL="5151" marR="5151" marT="5151" marB="0" anchor="b">
                    <a:lnL w="12700" cap="flat" cmpd="sng" algn="ctr">
                      <a:solidFill>
                        <a:srgbClr val="000000"/>
                      </a:solidFill>
                      <a:prstDash val="dash"/>
                      <a:round/>
                      <a:headEnd type="none" w="med" len="med"/>
                      <a:tailEnd type="none" w="med" len="med"/>
                    </a:lnL>
                    <a:lnR>
                      <a:noFill/>
                    </a:lnR>
                    <a:lnT>
                      <a:noFill/>
                    </a:lnT>
                    <a:lnB>
                      <a:noFill/>
                    </a:lnB>
                    <a:solidFill>
                      <a:srgbClr val="E2F3E7"/>
                    </a:solidFill>
                  </a:tcPr>
                </a:tc>
                <a:tc>
                  <a:txBody>
                    <a:bodyPr/>
                    <a:lstStyle/>
                    <a:p>
                      <a:pPr algn="ctr" fontAlgn="b">
                        <a:buNone/>
                      </a:pPr>
                      <a:r>
                        <a:rPr lang="pt-BR" sz="900" b="0" i="0" u="none" strike="noStrike">
                          <a:solidFill>
                            <a:srgbClr val="000000"/>
                          </a:solidFill>
                          <a:effectLst/>
                          <a:latin typeface="Roboto Light" panose="02000000000000000000" pitchFamily="2" charset="0"/>
                        </a:rPr>
                        <a:t>3.7%</a:t>
                      </a:r>
                    </a:p>
                  </a:txBody>
                  <a:tcPr marL="5151" marR="5151" marT="5151" marB="0" anchor="b">
                    <a:lnL>
                      <a:noFill/>
                    </a:lnL>
                    <a:lnR>
                      <a:noFill/>
                    </a:lnR>
                    <a:lnT>
                      <a:noFill/>
                    </a:lnT>
                    <a:lnB>
                      <a:noFill/>
                    </a:lnB>
                    <a:solidFill>
                      <a:srgbClr val="D9EFDF"/>
                    </a:solidFill>
                  </a:tcPr>
                </a:tc>
                <a:tc>
                  <a:txBody>
                    <a:bodyPr/>
                    <a:lstStyle/>
                    <a:p>
                      <a:pPr algn="ctr" fontAlgn="b">
                        <a:buNone/>
                      </a:pPr>
                      <a:r>
                        <a:rPr lang="pt-BR" sz="900" b="0" i="0" u="none" strike="noStrike">
                          <a:solidFill>
                            <a:srgbClr val="000000"/>
                          </a:solidFill>
                          <a:effectLst/>
                          <a:latin typeface="Roboto Light" panose="02000000000000000000" pitchFamily="2" charset="0"/>
                        </a:rPr>
                        <a:t>-7.3%</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FCB6B7"/>
                    </a:solidFill>
                  </a:tcPr>
                </a:tc>
                <a:extLst>
                  <a:ext uri="{0D108BD9-81ED-4DB2-BD59-A6C34878D82A}">
                    <a16:rowId xmlns:a16="http://schemas.microsoft.com/office/drawing/2014/main" val="2354860287"/>
                  </a:ext>
                </a:extLst>
              </a:tr>
              <a:tr h="151125">
                <a:tc>
                  <a:txBody>
                    <a:bodyPr/>
                    <a:lstStyle/>
                    <a:p>
                      <a:pPr algn="l" fontAlgn="b">
                        <a:buNone/>
                      </a:pPr>
                      <a:r>
                        <a:rPr lang="pt-BR" sz="900" b="0" i="0" u="none" strike="noStrike">
                          <a:solidFill>
                            <a:srgbClr val="000000"/>
                          </a:solidFill>
                          <a:effectLst/>
                          <a:latin typeface="Roboto Light" panose="02000000000000000000" pitchFamily="2" charset="0"/>
                        </a:rPr>
                        <a:t>Oil, Gas &amp; Petrochemicals</a:t>
                      </a:r>
                    </a:p>
                  </a:txBody>
                  <a:tcPr marL="5151" marR="5151" marT="5151" marB="0" anchor="b">
                    <a:lnL>
                      <a:noFill/>
                    </a:lnL>
                    <a:lnR>
                      <a:noFill/>
                    </a:lnR>
                    <a:lnT>
                      <a:noFill/>
                    </a:lnT>
                    <a:lnB>
                      <a:noFill/>
                    </a:lnB>
                    <a:solidFill>
                      <a:srgbClr val="FFFFFF"/>
                    </a:solidFill>
                  </a:tcPr>
                </a:tc>
                <a:tc>
                  <a:txBody>
                    <a:bodyPr/>
                    <a:lstStyle/>
                    <a:p>
                      <a:pPr algn="ctr" fontAlgn="b">
                        <a:buNone/>
                      </a:pPr>
                      <a:r>
                        <a:rPr lang="pt-BR" sz="900" b="0" i="0" u="none" strike="noStrike">
                          <a:solidFill>
                            <a:srgbClr val="000000"/>
                          </a:solidFill>
                          <a:effectLst/>
                          <a:latin typeface="Roboto Light" panose="02000000000000000000" pitchFamily="2" charset="0"/>
                        </a:rPr>
                        <a:t>22.6%</a:t>
                      </a:r>
                    </a:p>
                  </a:txBody>
                  <a:tcPr marL="5151" marR="5151" marT="5151" marB="0" anchor="b">
                    <a:lnL>
                      <a:noFill/>
                    </a:lnL>
                    <a:lnR>
                      <a:noFill/>
                    </a:lnR>
                    <a:lnT>
                      <a:noFill/>
                    </a:lnT>
                    <a:lnB>
                      <a:noFill/>
                    </a:lnB>
                    <a:solidFill>
                      <a:srgbClr val="63BE7B"/>
                    </a:solidFill>
                  </a:tcPr>
                </a:tc>
                <a:tc>
                  <a:txBody>
                    <a:bodyPr/>
                    <a:lstStyle/>
                    <a:p>
                      <a:pPr algn="ctr" fontAlgn="b">
                        <a:buNone/>
                      </a:pPr>
                      <a:r>
                        <a:rPr lang="pt-BR" sz="900" b="0" i="0" u="none" strike="noStrike">
                          <a:solidFill>
                            <a:srgbClr val="000000"/>
                          </a:solidFill>
                          <a:effectLst/>
                          <a:latin typeface="Roboto Light" panose="02000000000000000000" pitchFamily="2" charset="0"/>
                        </a:rPr>
                        <a:t>31.8%</a:t>
                      </a:r>
                    </a:p>
                  </a:txBody>
                  <a:tcPr marL="5151" marR="5151" marT="5151" marB="0" anchor="b">
                    <a:lnL>
                      <a:noFill/>
                    </a:lnL>
                    <a:lnR>
                      <a:noFill/>
                    </a:lnR>
                    <a:lnT>
                      <a:noFill/>
                    </a:lnT>
                    <a:lnB>
                      <a:noFill/>
                    </a:lnB>
                    <a:solidFill>
                      <a:srgbClr val="63BE7B"/>
                    </a:solidFill>
                  </a:tcPr>
                </a:tc>
                <a:tc>
                  <a:txBody>
                    <a:bodyPr/>
                    <a:lstStyle/>
                    <a:p>
                      <a:pPr algn="ctr" fontAlgn="b">
                        <a:buNone/>
                      </a:pPr>
                      <a:r>
                        <a:rPr lang="pt-BR" sz="900" b="0" i="0" u="none" strike="noStrike">
                          <a:solidFill>
                            <a:srgbClr val="000000"/>
                          </a:solidFill>
                          <a:effectLst/>
                          <a:latin typeface="Roboto Light" panose="02000000000000000000" pitchFamily="2" charset="0"/>
                        </a:rPr>
                        <a:t>22.0%</a:t>
                      </a:r>
                    </a:p>
                  </a:txBody>
                  <a:tcPr marL="5151" marR="5151" marT="5151" marB="0" anchor="b">
                    <a:lnL>
                      <a:noFill/>
                    </a:lnL>
                    <a:lnR>
                      <a:noFill/>
                    </a:lnR>
                    <a:lnT>
                      <a:noFill/>
                    </a:lnT>
                    <a:lnB>
                      <a:noFill/>
                    </a:lnB>
                    <a:solidFill>
                      <a:srgbClr val="63BE7B"/>
                    </a:solidFill>
                  </a:tcPr>
                </a:tc>
                <a:tc>
                  <a:txBody>
                    <a:bodyPr/>
                    <a:lstStyle/>
                    <a:p>
                      <a:pPr algn="ctr" fontAlgn="b">
                        <a:buNone/>
                      </a:pPr>
                      <a:r>
                        <a:rPr lang="pt-BR" sz="900" b="0" i="0" u="none" strike="noStrike">
                          <a:solidFill>
                            <a:srgbClr val="000000"/>
                          </a:solidFill>
                          <a:effectLst/>
                          <a:latin typeface="Roboto Light" panose="02000000000000000000" pitchFamily="2" charset="0"/>
                        </a:rPr>
                        <a:t>58.3%</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63BE7B"/>
                    </a:solidFill>
                  </a:tcPr>
                </a:tc>
                <a:tc>
                  <a:txBody>
                    <a:bodyPr/>
                    <a:lstStyle/>
                    <a:p>
                      <a:pPr algn="ctr" fontAlgn="b">
                        <a:buNone/>
                      </a:pPr>
                      <a:r>
                        <a:rPr lang="pt-BR" sz="900" b="0" i="0" u="none" strike="noStrike">
                          <a:solidFill>
                            <a:srgbClr val="000000"/>
                          </a:solidFill>
                          <a:effectLst/>
                          <a:latin typeface="Roboto Light" panose="02000000000000000000" pitchFamily="2" charset="0"/>
                        </a:rPr>
                        <a:t>60.0%</a:t>
                      </a:r>
                    </a:p>
                  </a:txBody>
                  <a:tcPr marL="5151" marR="5151" marT="5151" marB="0" anchor="b">
                    <a:lnL w="12700" cap="flat" cmpd="sng" algn="ctr">
                      <a:solidFill>
                        <a:srgbClr val="000000"/>
                      </a:solidFill>
                      <a:prstDash val="dash"/>
                      <a:round/>
                      <a:headEnd type="none" w="med" len="med"/>
                      <a:tailEnd type="none" w="med" len="med"/>
                    </a:lnL>
                    <a:lnR>
                      <a:noFill/>
                    </a:lnR>
                    <a:lnT>
                      <a:noFill/>
                    </a:lnT>
                    <a:lnB>
                      <a:noFill/>
                    </a:lnB>
                    <a:solidFill>
                      <a:srgbClr val="63BE7B"/>
                    </a:solidFill>
                  </a:tcPr>
                </a:tc>
                <a:tc>
                  <a:txBody>
                    <a:bodyPr/>
                    <a:lstStyle/>
                    <a:p>
                      <a:pPr algn="ctr" fontAlgn="b">
                        <a:buNone/>
                      </a:pPr>
                      <a:r>
                        <a:rPr lang="pt-BR" sz="900" b="0" i="0" u="none" strike="noStrike">
                          <a:solidFill>
                            <a:srgbClr val="000000"/>
                          </a:solidFill>
                          <a:effectLst/>
                          <a:latin typeface="Roboto Light" panose="02000000000000000000" pitchFamily="2" charset="0"/>
                        </a:rPr>
                        <a:t>4.5%</a:t>
                      </a:r>
                    </a:p>
                  </a:txBody>
                  <a:tcPr marL="5151" marR="5151" marT="5151" marB="0" anchor="b">
                    <a:lnL>
                      <a:noFill/>
                    </a:lnL>
                    <a:lnR>
                      <a:noFill/>
                    </a:lnR>
                    <a:lnT>
                      <a:noFill/>
                    </a:lnT>
                    <a:lnB>
                      <a:noFill/>
                    </a:lnB>
                    <a:solidFill>
                      <a:srgbClr val="D0EBD7"/>
                    </a:solidFill>
                  </a:tcPr>
                </a:tc>
                <a:tc>
                  <a:txBody>
                    <a:bodyPr/>
                    <a:lstStyle/>
                    <a:p>
                      <a:pPr algn="ctr" fontAlgn="b">
                        <a:buNone/>
                      </a:pPr>
                      <a:r>
                        <a:rPr lang="pt-BR" sz="900" b="0" i="0" u="none" strike="noStrike">
                          <a:solidFill>
                            <a:srgbClr val="000000"/>
                          </a:solidFill>
                          <a:effectLst/>
                          <a:latin typeface="Roboto Light" panose="02000000000000000000" pitchFamily="2" charset="0"/>
                        </a:rPr>
                        <a:t>4.9%</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CCEAD4"/>
                    </a:solidFill>
                  </a:tcPr>
                </a:tc>
                <a:extLst>
                  <a:ext uri="{0D108BD9-81ED-4DB2-BD59-A6C34878D82A}">
                    <a16:rowId xmlns:a16="http://schemas.microsoft.com/office/drawing/2014/main" val="2397461680"/>
                  </a:ext>
                </a:extLst>
              </a:tr>
              <a:tr h="151125">
                <a:tc>
                  <a:txBody>
                    <a:bodyPr/>
                    <a:lstStyle/>
                    <a:p>
                      <a:pPr algn="l" fontAlgn="b">
                        <a:buNone/>
                      </a:pPr>
                      <a:r>
                        <a:rPr lang="pt-BR" sz="900" b="0" i="0" u="none" strike="noStrike" dirty="0">
                          <a:solidFill>
                            <a:srgbClr val="000000"/>
                          </a:solidFill>
                          <a:effectLst/>
                          <a:latin typeface="Roboto Light" panose="02000000000000000000" pitchFamily="2" charset="0"/>
                        </a:rPr>
                        <a:t>Pulp &amp; </a:t>
                      </a:r>
                      <a:r>
                        <a:rPr lang="pt-BR" sz="900" b="0" i="0" u="none" strike="noStrike" dirty="0" err="1">
                          <a:solidFill>
                            <a:srgbClr val="000000"/>
                          </a:solidFill>
                          <a:effectLst/>
                          <a:latin typeface="Roboto Light" panose="02000000000000000000" pitchFamily="2" charset="0"/>
                        </a:rPr>
                        <a:t>Paper</a:t>
                      </a:r>
                      <a:endParaRPr lang="pt-BR" sz="900" b="0" i="0" u="none" strike="noStrike" dirty="0">
                        <a:solidFill>
                          <a:srgbClr val="000000"/>
                        </a:solidFill>
                        <a:effectLst/>
                        <a:latin typeface="Roboto Light" panose="02000000000000000000" pitchFamily="2" charset="0"/>
                      </a:endParaRPr>
                    </a:p>
                  </a:txBody>
                  <a:tcPr marL="5151" marR="5151" marT="5151" marB="0" anchor="b">
                    <a:lnL>
                      <a:noFill/>
                    </a:lnL>
                    <a:lnR>
                      <a:noFill/>
                    </a:lnR>
                    <a:lnT>
                      <a:noFill/>
                    </a:lnT>
                    <a:lnB>
                      <a:noFill/>
                    </a:lnB>
                    <a:solidFill>
                      <a:srgbClr val="FFFFFF"/>
                    </a:solidFill>
                  </a:tcPr>
                </a:tc>
                <a:tc>
                  <a:txBody>
                    <a:bodyPr/>
                    <a:lstStyle/>
                    <a:p>
                      <a:pPr algn="ctr" fontAlgn="b">
                        <a:buNone/>
                      </a:pPr>
                      <a:r>
                        <a:rPr lang="pt-BR" sz="900" b="0" i="0" u="none" strike="noStrike">
                          <a:solidFill>
                            <a:srgbClr val="000000"/>
                          </a:solidFill>
                          <a:effectLst/>
                          <a:latin typeface="Roboto Light" panose="02000000000000000000" pitchFamily="2" charset="0"/>
                        </a:rPr>
                        <a:t>13.6%</a:t>
                      </a:r>
                    </a:p>
                  </a:txBody>
                  <a:tcPr marL="5151" marR="5151" marT="5151" marB="0" anchor="b">
                    <a:lnL>
                      <a:noFill/>
                    </a:lnL>
                    <a:lnR>
                      <a:noFill/>
                    </a:lnR>
                    <a:lnT>
                      <a:noFill/>
                    </a:lnT>
                    <a:lnB>
                      <a:noFill/>
                    </a:lnB>
                    <a:solidFill>
                      <a:srgbClr val="72C488"/>
                    </a:solidFill>
                  </a:tcPr>
                </a:tc>
                <a:tc>
                  <a:txBody>
                    <a:bodyPr/>
                    <a:lstStyle/>
                    <a:p>
                      <a:pPr algn="ctr" fontAlgn="b">
                        <a:buNone/>
                      </a:pPr>
                      <a:r>
                        <a:rPr lang="pt-BR" sz="900" b="0" i="0" u="none" strike="noStrike">
                          <a:solidFill>
                            <a:srgbClr val="000000"/>
                          </a:solidFill>
                          <a:effectLst/>
                          <a:latin typeface="Roboto Light" panose="02000000000000000000" pitchFamily="2" charset="0"/>
                        </a:rPr>
                        <a:t>-0.7%</a:t>
                      </a:r>
                    </a:p>
                  </a:txBody>
                  <a:tcPr marL="5151" marR="5151" marT="5151" marB="0" anchor="b">
                    <a:lnL>
                      <a:noFill/>
                    </a:lnL>
                    <a:lnR>
                      <a:noFill/>
                    </a:lnR>
                    <a:lnT>
                      <a:noFill/>
                    </a:lnT>
                    <a:lnB>
                      <a:noFill/>
                    </a:lnB>
                    <a:solidFill>
                      <a:srgbClr val="FFF8F8"/>
                    </a:solidFill>
                  </a:tcPr>
                </a:tc>
                <a:tc>
                  <a:txBody>
                    <a:bodyPr/>
                    <a:lstStyle/>
                    <a:p>
                      <a:pPr algn="ctr" fontAlgn="b">
                        <a:buNone/>
                      </a:pPr>
                      <a:r>
                        <a:rPr lang="pt-BR" sz="900" b="0" i="0" u="none" strike="noStrike">
                          <a:solidFill>
                            <a:srgbClr val="000000"/>
                          </a:solidFill>
                          <a:effectLst/>
                          <a:latin typeface="Roboto Light" panose="02000000000000000000" pitchFamily="2" charset="0"/>
                        </a:rPr>
                        <a:t>-2.7%</a:t>
                      </a:r>
                    </a:p>
                  </a:txBody>
                  <a:tcPr marL="5151" marR="5151" marT="5151" marB="0" anchor="b">
                    <a:lnL>
                      <a:noFill/>
                    </a:lnL>
                    <a:lnR>
                      <a:noFill/>
                    </a:lnR>
                    <a:lnT>
                      <a:noFill/>
                    </a:lnT>
                    <a:lnB>
                      <a:noFill/>
                    </a:lnB>
                    <a:solidFill>
                      <a:srgbClr val="FEE4E4"/>
                    </a:solidFill>
                  </a:tcPr>
                </a:tc>
                <a:tc>
                  <a:txBody>
                    <a:bodyPr/>
                    <a:lstStyle/>
                    <a:p>
                      <a:pPr algn="ctr" fontAlgn="b">
                        <a:buNone/>
                      </a:pPr>
                      <a:r>
                        <a:rPr lang="pt-BR" sz="900" b="0" i="0" u="none" strike="noStrike">
                          <a:solidFill>
                            <a:srgbClr val="000000"/>
                          </a:solidFill>
                          <a:effectLst/>
                          <a:latin typeface="Roboto Light" panose="02000000000000000000" pitchFamily="2" charset="0"/>
                        </a:rPr>
                        <a:t>-3.6%</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FDDBDB"/>
                    </a:solidFill>
                  </a:tcPr>
                </a:tc>
                <a:tc>
                  <a:txBody>
                    <a:bodyPr/>
                    <a:lstStyle/>
                    <a:p>
                      <a:pPr algn="ctr" fontAlgn="b">
                        <a:buNone/>
                      </a:pPr>
                      <a:r>
                        <a:rPr lang="pt-BR" sz="900" b="0" i="0" u="none" strike="noStrike">
                          <a:solidFill>
                            <a:srgbClr val="000000"/>
                          </a:solidFill>
                          <a:effectLst/>
                          <a:latin typeface="Roboto Light" panose="02000000000000000000" pitchFamily="2" charset="0"/>
                        </a:rPr>
                        <a:t>-9.6%</a:t>
                      </a:r>
                    </a:p>
                  </a:txBody>
                  <a:tcPr marL="5151" marR="5151" marT="5151" marB="0" anchor="b">
                    <a:lnL w="12700" cap="flat" cmpd="sng" algn="ctr">
                      <a:solidFill>
                        <a:srgbClr val="000000"/>
                      </a:solidFill>
                      <a:prstDash val="dash"/>
                      <a:round/>
                      <a:headEnd type="none" w="med" len="med"/>
                      <a:tailEnd type="none" w="med" len="med"/>
                    </a:lnL>
                    <a:lnR>
                      <a:noFill/>
                    </a:lnR>
                    <a:lnT>
                      <a:noFill/>
                    </a:lnT>
                    <a:lnB>
                      <a:noFill/>
                    </a:lnB>
                    <a:solidFill>
                      <a:srgbClr val="FB9FA1"/>
                    </a:solidFill>
                  </a:tcPr>
                </a:tc>
                <a:tc>
                  <a:txBody>
                    <a:bodyPr/>
                    <a:lstStyle/>
                    <a:p>
                      <a:pPr algn="ctr" fontAlgn="b">
                        <a:buNone/>
                      </a:pPr>
                      <a:r>
                        <a:rPr lang="pt-BR" sz="900" b="0" i="0" u="none" strike="noStrike">
                          <a:solidFill>
                            <a:srgbClr val="000000"/>
                          </a:solidFill>
                          <a:effectLst/>
                          <a:latin typeface="Roboto Light" panose="02000000000000000000" pitchFamily="2" charset="0"/>
                        </a:rPr>
                        <a:t>4.2%</a:t>
                      </a:r>
                    </a:p>
                  </a:txBody>
                  <a:tcPr marL="5151" marR="5151" marT="5151" marB="0" anchor="b">
                    <a:lnL>
                      <a:noFill/>
                    </a:lnL>
                    <a:lnR>
                      <a:noFill/>
                    </a:lnR>
                    <a:lnT>
                      <a:noFill/>
                    </a:lnT>
                    <a:lnB>
                      <a:noFill/>
                    </a:lnB>
                    <a:solidFill>
                      <a:srgbClr val="D3EDDA"/>
                    </a:solidFill>
                  </a:tcPr>
                </a:tc>
                <a:tc>
                  <a:txBody>
                    <a:bodyPr/>
                    <a:lstStyle/>
                    <a:p>
                      <a:pPr algn="ctr" fontAlgn="b">
                        <a:buNone/>
                      </a:pPr>
                      <a:r>
                        <a:rPr lang="pt-BR" sz="900" b="0" i="0" u="none" strike="noStrike">
                          <a:solidFill>
                            <a:srgbClr val="000000"/>
                          </a:solidFill>
                          <a:effectLst/>
                          <a:latin typeface="Roboto Light" panose="02000000000000000000" pitchFamily="2" charset="0"/>
                        </a:rPr>
                        <a:t>-1.8%</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FEEDED"/>
                    </a:solidFill>
                  </a:tcPr>
                </a:tc>
                <a:extLst>
                  <a:ext uri="{0D108BD9-81ED-4DB2-BD59-A6C34878D82A}">
                    <a16:rowId xmlns:a16="http://schemas.microsoft.com/office/drawing/2014/main" val="4277827430"/>
                  </a:ext>
                </a:extLst>
              </a:tr>
              <a:tr h="151125">
                <a:tc>
                  <a:txBody>
                    <a:bodyPr/>
                    <a:lstStyle/>
                    <a:p>
                      <a:pPr algn="l" fontAlgn="b">
                        <a:buNone/>
                      </a:pPr>
                      <a:r>
                        <a:rPr lang="pt-BR" sz="900" b="0" i="0" u="none" strike="noStrike">
                          <a:solidFill>
                            <a:srgbClr val="000000"/>
                          </a:solidFill>
                          <a:effectLst/>
                          <a:latin typeface="Roboto Light" panose="02000000000000000000" pitchFamily="2" charset="0"/>
                        </a:rPr>
                        <a:t>Retail</a:t>
                      </a:r>
                    </a:p>
                  </a:txBody>
                  <a:tcPr marL="5151" marR="5151" marT="5151" marB="0" anchor="b">
                    <a:lnL>
                      <a:noFill/>
                    </a:lnL>
                    <a:lnR>
                      <a:noFill/>
                    </a:lnR>
                    <a:lnT>
                      <a:noFill/>
                    </a:lnT>
                    <a:lnB>
                      <a:noFill/>
                    </a:lnB>
                    <a:solidFill>
                      <a:srgbClr val="FFFFFF"/>
                    </a:solidFill>
                  </a:tcPr>
                </a:tc>
                <a:tc>
                  <a:txBody>
                    <a:bodyPr/>
                    <a:lstStyle/>
                    <a:p>
                      <a:pPr algn="ctr" fontAlgn="b">
                        <a:buNone/>
                      </a:pPr>
                      <a:r>
                        <a:rPr lang="pt-BR" sz="900" b="0" i="0" u="none" strike="noStrike">
                          <a:solidFill>
                            <a:srgbClr val="000000"/>
                          </a:solidFill>
                          <a:effectLst/>
                          <a:latin typeface="Roboto Light" panose="02000000000000000000" pitchFamily="2" charset="0"/>
                        </a:rPr>
                        <a:t>-6.7%</a:t>
                      </a:r>
                    </a:p>
                  </a:txBody>
                  <a:tcPr marL="5151" marR="5151" marT="5151" marB="0" anchor="b">
                    <a:lnL>
                      <a:noFill/>
                    </a:lnL>
                    <a:lnR>
                      <a:noFill/>
                    </a:lnR>
                    <a:lnT>
                      <a:noFill/>
                    </a:lnT>
                    <a:lnB>
                      <a:noFill/>
                    </a:lnB>
                    <a:solidFill>
                      <a:srgbClr val="FCBCBD"/>
                    </a:solidFill>
                  </a:tcPr>
                </a:tc>
                <a:tc>
                  <a:txBody>
                    <a:bodyPr/>
                    <a:lstStyle/>
                    <a:p>
                      <a:pPr algn="ctr" fontAlgn="b">
                        <a:buNone/>
                      </a:pPr>
                      <a:r>
                        <a:rPr lang="pt-BR" sz="900" b="0" i="0" u="none" strike="noStrike">
                          <a:solidFill>
                            <a:srgbClr val="000000"/>
                          </a:solidFill>
                          <a:effectLst/>
                          <a:latin typeface="Roboto Light" panose="02000000000000000000" pitchFamily="2" charset="0"/>
                        </a:rPr>
                        <a:t>-23.7%</a:t>
                      </a:r>
                    </a:p>
                  </a:txBody>
                  <a:tcPr marL="5151" marR="5151" marT="5151" marB="0" anchor="b">
                    <a:lnL>
                      <a:noFill/>
                    </a:lnL>
                    <a:lnR>
                      <a:noFill/>
                    </a:lnR>
                    <a:lnT>
                      <a:noFill/>
                    </a:lnT>
                    <a:lnB>
                      <a:noFill/>
                    </a:lnB>
                    <a:solidFill>
                      <a:srgbClr val="F8696B"/>
                    </a:solidFill>
                  </a:tcPr>
                </a:tc>
                <a:tc>
                  <a:txBody>
                    <a:bodyPr/>
                    <a:lstStyle/>
                    <a:p>
                      <a:pPr algn="ctr" fontAlgn="b">
                        <a:buNone/>
                      </a:pPr>
                      <a:r>
                        <a:rPr lang="pt-BR" sz="900" b="0" i="0" u="none" strike="noStrike">
                          <a:solidFill>
                            <a:srgbClr val="000000"/>
                          </a:solidFill>
                          <a:effectLst/>
                          <a:latin typeface="Roboto Light" panose="02000000000000000000" pitchFamily="2" charset="0"/>
                        </a:rPr>
                        <a:t>-11.3%</a:t>
                      </a:r>
                    </a:p>
                  </a:txBody>
                  <a:tcPr marL="5151" marR="5151" marT="5151" marB="0" anchor="b">
                    <a:lnL>
                      <a:noFill/>
                    </a:lnL>
                    <a:lnR>
                      <a:noFill/>
                    </a:lnR>
                    <a:lnT>
                      <a:noFill/>
                    </a:lnT>
                    <a:lnB>
                      <a:noFill/>
                    </a:lnB>
                    <a:solidFill>
                      <a:srgbClr val="FA8E8F"/>
                    </a:solidFill>
                  </a:tcPr>
                </a:tc>
                <a:tc>
                  <a:txBody>
                    <a:bodyPr/>
                    <a:lstStyle/>
                    <a:p>
                      <a:pPr algn="ctr" fontAlgn="b">
                        <a:buNone/>
                      </a:pPr>
                      <a:r>
                        <a:rPr lang="pt-BR" sz="900" b="0" i="0" u="none" strike="noStrike">
                          <a:solidFill>
                            <a:srgbClr val="000000"/>
                          </a:solidFill>
                          <a:effectLst/>
                          <a:latin typeface="Roboto Light" panose="02000000000000000000" pitchFamily="2" charset="0"/>
                        </a:rPr>
                        <a:t>-12.8%</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F97F81"/>
                    </a:solidFill>
                  </a:tcPr>
                </a:tc>
                <a:tc>
                  <a:txBody>
                    <a:bodyPr/>
                    <a:lstStyle/>
                    <a:p>
                      <a:pPr algn="ctr" fontAlgn="b">
                        <a:buNone/>
                      </a:pPr>
                      <a:r>
                        <a:rPr lang="pt-BR" sz="900" b="0" i="0" u="none" strike="noStrike">
                          <a:solidFill>
                            <a:srgbClr val="000000"/>
                          </a:solidFill>
                          <a:effectLst/>
                          <a:latin typeface="Roboto Light" panose="02000000000000000000" pitchFamily="2" charset="0"/>
                        </a:rPr>
                        <a:t>-13.5%</a:t>
                      </a:r>
                    </a:p>
                  </a:txBody>
                  <a:tcPr marL="5151" marR="5151" marT="5151" marB="0" anchor="b">
                    <a:lnL w="12700" cap="flat" cmpd="sng" algn="ctr">
                      <a:solidFill>
                        <a:srgbClr val="000000"/>
                      </a:solidFill>
                      <a:prstDash val="dash"/>
                      <a:round/>
                      <a:headEnd type="none" w="med" len="med"/>
                      <a:tailEnd type="none" w="med" len="med"/>
                    </a:lnL>
                    <a:lnR>
                      <a:noFill/>
                    </a:lnR>
                    <a:lnT>
                      <a:noFill/>
                    </a:lnT>
                    <a:lnB>
                      <a:noFill/>
                    </a:lnB>
                    <a:solidFill>
                      <a:srgbClr val="F97879"/>
                    </a:solidFill>
                  </a:tcPr>
                </a:tc>
                <a:tc>
                  <a:txBody>
                    <a:bodyPr/>
                    <a:lstStyle/>
                    <a:p>
                      <a:pPr algn="ctr" fontAlgn="b">
                        <a:buNone/>
                      </a:pPr>
                      <a:r>
                        <a:rPr lang="pt-BR" sz="900" b="0" i="0" u="none" strike="noStrike">
                          <a:solidFill>
                            <a:srgbClr val="000000"/>
                          </a:solidFill>
                          <a:effectLst/>
                          <a:latin typeface="Roboto Light" panose="02000000000000000000" pitchFamily="2" charset="0"/>
                        </a:rPr>
                        <a:t>-4.1%</a:t>
                      </a:r>
                    </a:p>
                  </a:txBody>
                  <a:tcPr marL="5151" marR="5151" marT="5151" marB="0" anchor="b">
                    <a:lnL>
                      <a:noFill/>
                    </a:lnL>
                    <a:lnR>
                      <a:noFill/>
                    </a:lnR>
                    <a:lnT>
                      <a:noFill/>
                    </a:lnT>
                    <a:lnB>
                      <a:noFill/>
                    </a:lnB>
                    <a:solidFill>
                      <a:srgbClr val="FDD6D7"/>
                    </a:solidFill>
                  </a:tcPr>
                </a:tc>
                <a:tc>
                  <a:txBody>
                    <a:bodyPr/>
                    <a:lstStyle/>
                    <a:p>
                      <a:pPr algn="ctr" fontAlgn="b">
                        <a:buNone/>
                      </a:pPr>
                      <a:r>
                        <a:rPr lang="pt-BR" sz="900" b="0" i="0" u="none" strike="noStrike">
                          <a:solidFill>
                            <a:srgbClr val="000000"/>
                          </a:solidFill>
                          <a:effectLst/>
                          <a:latin typeface="Roboto Light" panose="02000000000000000000" pitchFamily="2" charset="0"/>
                        </a:rPr>
                        <a:t>1.8%</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ECF7EF"/>
                    </a:solidFill>
                  </a:tcPr>
                </a:tc>
                <a:extLst>
                  <a:ext uri="{0D108BD9-81ED-4DB2-BD59-A6C34878D82A}">
                    <a16:rowId xmlns:a16="http://schemas.microsoft.com/office/drawing/2014/main" val="3541219862"/>
                  </a:ext>
                </a:extLst>
              </a:tr>
              <a:tr h="151125">
                <a:tc>
                  <a:txBody>
                    <a:bodyPr/>
                    <a:lstStyle/>
                    <a:p>
                      <a:pPr algn="l" fontAlgn="b">
                        <a:buNone/>
                      </a:pPr>
                      <a:r>
                        <a:rPr lang="pt-BR" sz="900" b="0" i="0" u="none" strike="noStrike">
                          <a:solidFill>
                            <a:srgbClr val="000000"/>
                          </a:solidFill>
                          <a:effectLst/>
                          <a:latin typeface="Roboto Light" panose="02000000000000000000" pitchFamily="2" charset="0"/>
                        </a:rPr>
                        <a:t>Sanitation</a:t>
                      </a:r>
                    </a:p>
                  </a:txBody>
                  <a:tcPr marL="5151" marR="5151" marT="5151" marB="0" anchor="b">
                    <a:lnL>
                      <a:noFill/>
                    </a:lnL>
                    <a:lnR>
                      <a:noFill/>
                    </a:lnR>
                    <a:lnT>
                      <a:noFill/>
                    </a:lnT>
                    <a:lnB>
                      <a:noFill/>
                    </a:lnB>
                    <a:solidFill>
                      <a:srgbClr val="FFFFFF"/>
                    </a:solidFill>
                  </a:tcPr>
                </a:tc>
                <a:tc>
                  <a:txBody>
                    <a:bodyPr/>
                    <a:lstStyle/>
                    <a:p>
                      <a:pPr algn="ctr" fontAlgn="b">
                        <a:buNone/>
                      </a:pPr>
                      <a:r>
                        <a:rPr lang="pt-BR" sz="900" b="0" i="0" u="none" strike="noStrike">
                          <a:solidFill>
                            <a:srgbClr val="000000"/>
                          </a:solidFill>
                          <a:effectLst/>
                          <a:latin typeface="Roboto Light" panose="02000000000000000000" pitchFamily="2" charset="0"/>
                        </a:rPr>
                        <a:t>20.0%</a:t>
                      </a:r>
                    </a:p>
                  </a:txBody>
                  <a:tcPr marL="5151" marR="5151" marT="5151" marB="0" anchor="b">
                    <a:lnL>
                      <a:noFill/>
                    </a:lnL>
                    <a:lnR>
                      <a:noFill/>
                    </a:lnR>
                    <a:lnT>
                      <a:noFill/>
                    </a:lnT>
                    <a:lnB>
                      <a:noFill/>
                    </a:lnB>
                    <a:solidFill>
                      <a:srgbClr val="63BE7B"/>
                    </a:solidFill>
                  </a:tcPr>
                </a:tc>
                <a:tc>
                  <a:txBody>
                    <a:bodyPr/>
                    <a:lstStyle/>
                    <a:p>
                      <a:pPr algn="ctr" fontAlgn="b">
                        <a:buNone/>
                      </a:pPr>
                      <a:r>
                        <a:rPr lang="pt-BR" sz="900" b="0" i="0" u="none" strike="noStrike">
                          <a:solidFill>
                            <a:srgbClr val="000000"/>
                          </a:solidFill>
                          <a:effectLst/>
                          <a:latin typeface="Roboto Light" panose="02000000000000000000" pitchFamily="2" charset="0"/>
                        </a:rPr>
                        <a:t>33.9%</a:t>
                      </a:r>
                    </a:p>
                  </a:txBody>
                  <a:tcPr marL="5151" marR="5151" marT="5151" marB="0" anchor="b">
                    <a:lnL>
                      <a:noFill/>
                    </a:lnL>
                    <a:lnR>
                      <a:noFill/>
                    </a:lnR>
                    <a:lnT>
                      <a:noFill/>
                    </a:lnT>
                    <a:lnB>
                      <a:noFill/>
                    </a:lnB>
                    <a:solidFill>
                      <a:srgbClr val="63BE7B"/>
                    </a:solidFill>
                  </a:tcPr>
                </a:tc>
                <a:tc>
                  <a:txBody>
                    <a:bodyPr/>
                    <a:lstStyle/>
                    <a:p>
                      <a:pPr algn="ctr" fontAlgn="b">
                        <a:buNone/>
                      </a:pPr>
                      <a:r>
                        <a:rPr lang="pt-BR" sz="900" b="0" i="0" u="none" strike="noStrike">
                          <a:solidFill>
                            <a:srgbClr val="000000"/>
                          </a:solidFill>
                          <a:effectLst/>
                          <a:latin typeface="Roboto Light" panose="02000000000000000000" pitchFamily="2" charset="0"/>
                        </a:rPr>
                        <a:t>36.3%</a:t>
                      </a:r>
                    </a:p>
                  </a:txBody>
                  <a:tcPr marL="5151" marR="5151" marT="5151" marB="0" anchor="b">
                    <a:lnL>
                      <a:noFill/>
                    </a:lnL>
                    <a:lnR>
                      <a:noFill/>
                    </a:lnR>
                    <a:lnT>
                      <a:noFill/>
                    </a:lnT>
                    <a:lnB>
                      <a:noFill/>
                    </a:lnB>
                    <a:solidFill>
                      <a:srgbClr val="63BE7B"/>
                    </a:solidFill>
                  </a:tcPr>
                </a:tc>
                <a:tc>
                  <a:txBody>
                    <a:bodyPr/>
                    <a:lstStyle/>
                    <a:p>
                      <a:pPr algn="ctr" fontAlgn="b">
                        <a:buNone/>
                      </a:pPr>
                      <a:r>
                        <a:rPr lang="pt-BR" sz="900" b="0" i="0" u="none" strike="noStrike">
                          <a:solidFill>
                            <a:srgbClr val="000000"/>
                          </a:solidFill>
                          <a:effectLst/>
                          <a:latin typeface="Roboto Light" panose="02000000000000000000" pitchFamily="2" charset="0"/>
                        </a:rPr>
                        <a:t>14.1%</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6CC283"/>
                    </a:solidFill>
                  </a:tcPr>
                </a:tc>
                <a:tc>
                  <a:txBody>
                    <a:bodyPr/>
                    <a:lstStyle/>
                    <a:p>
                      <a:pPr algn="ctr" fontAlgn="b">
                        <a:buNone/>
                      </a:pPr>
                      <a:r>
                        <a:rPr lang="pt-BR" sz="900" b="0" i="0" u="none" strike="noStrike">
                          <a:solidFill>
                            <a:srgbClr val="000000"/>
                          </a:solidFill>
                          <a:effectLst/>
                          <a:latin typeface="Roboto Light" panose="02000000000000000000" pitchFamily="2" charset="0"/>
                        </a:rPr>
                        <a:t>5.4%</a:t>
                      </a:r>
                    </a:p>
                  </a:txBody>
                  <a:tcPr marL="5151" marR="5151" marT="5151" marB="0" anchor="b">
                    <a:lnL w="12700" cap="flat" cmpd="sng" algn="ctr">
                      <a:solidFill>
                        <a:srgbClr val="000000"/>
                      </a:solidFill>
                      <a:prstDash val="dash"/>
                      <a:round/>
                      <a:headEnd type="none" w="med" len="med"/>
                      <a:tailEnd type="none" w="med" len="med"/>
                    </a:lnL>
                    <a:lnR>
                      <a:noFill/>
                    </a:lnR>
                    <a:lnT>
                      <a:noFill/>
                    </a:lnT>
                    <a:lnB>
                      <a:noFill/>
                    </a:lnB>
                    <a:solidFill>
                      <a:srgbClr val="C7E8CF"/>
                    </a:solidFill>
                  </a:tcPr>
                </a:tc>
                <a:tc>
                  <a:txBody>
                    <a:bodyPr/>
                    <a:lstStyle/>
                    <a:p>
                      <a:pPr algn="ctr" fontAlgn="b">
                        <a:buNone/>
                      </a:pPr>
                      <a:r>
                        <a:rPr lang="pt-BR" sz="900" b="0" i="0" u="none" strike="noStrike">
                          <a:solidFill>
                            <a:srgbClr val="000000"/>
                          </a:solidFill>
                          <a:effectLst/>
                          <a:latin typeface="Roboto Light" panose="02000000000000000000" pitchFamily="2" charset="0"/>
                        </a:rPr>
                        <a:t>-9.9%</a:t>
                      </a:r>
                    </a:p>
                  </a:txBody>
                  <a:tcPr marL="5151" marR="5151" marT="5151" marB="0" anchor="b">
                    <a:lnL>
                      <a:noFill/>
                    </a:lnL>
                    <a:lnR>
                      <a:noFill/>
                    </a:lnR>
                    <a:lnT>
                      <a:noFill/>
                    </a:lnT>
                    <a:lnB>
                      <a:noFill/>
                    </a:lnB>
                    <a:solidFill>
                      <a:srgbClr val="FA9C9D"/>
                    </a:solidFill>
                  </a:tcPr>
                </a:tc>
                <a:tc>
                  <a:txBody>
                    <a:bodyPr/>
                    <a:lstStyle/>
                    <a:p>
                      <a:pPr algn="ctr" fontAlgn="b">
                        <a:buNone/>
                      </a:pPr>
                      <a:r>
                        <a:rPr lang="pt-BR" sz="900" b="0" i="0" u="none" strike="noStrike">
                          <a:solidFill>
                            <a:srgbClr val="000000"/>
                          </a:solidFill>
                          <a:effectLst/>
                          <a:latin typeface="Roboto Light" panose="02000000000000000000" pitchFamily="2" charset="0"/>
                        </a:rPr>
                        <a:t>6.2%</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BFE4C9"/>
                    </a:solidFill>
                  </a:tcPr>
                </a:tc>
                <a:extLst>
                  <a:ext uri="{0D108BD9-81ED-4DB2-BD59-A6C34878D82A}">
                    <a16:rowId xmlns:a16="http://schemas.microsoft.com/office/drawing/2014/main" val="3942888629"/>
                  </a:ext>
                </a:extLst>
              </a:tr>
              <a:tr h="151125">
                <a:tc>
                  <a:txBody>
                    <a:bodyPr/>
                    <a:lstStyle/>
                    <a:p>
                      <a:pPr algn="l" fontAlgn="b">
                        <a:buNone/>
                      </a:pPr>
                      <a:r>
                        <a:rPr lang="pt-BR" sz="900" b="0" i="0" u="none" strike="noStrike">
                          <a:solidFill>
                            <a:srgbClr val="000000"/>
                          </a:solidFill>
                          <a:effectLst/>
                          <a:latin typeface="Roboto Light" panose="02000000000000000000" pitchFamily="2" charset="0"/>
                        </a:rPr>
                        <a:t>TMT</a:t>
                      </a:r>
                    </a:p>
                  </a:txBody>
                  <a:tcPr marL="5151" marR="5151" marT="5151" marB="0" anchor="b">
                    <a:lnL>
                      <a:noFill/>
                    </a:lnL>
                    <a:lnR>
                      <a:noFill/>
                    </a:lnR>
                    <a:lnT>
                      <a:noFill/>
                    </a:lnT>
                    <a:lnB>
                      <a:noFill/>
                    </a:lnB>
                    <a:solidFill>
                      <a:srgbClr val="FFFFFF"/>
                    </a:solidFill>
                  </a:tcPr>
                </a:tc>
                <a:tc>
                  <a:txBody>
                    <a:bodyPr/>
                    <a:lstStyle/>
                    <a:p>
                      <a:pPr algn="ctr" fontAlgn="b">
                        <a:buNone/>
                      </a:pPr>
                      <a:r>
                        <a:rPr lang="pt-BR" sz="900" b="0" i="0" u="none" strike="noStrike">
                          <a:solidFill>
                            <a:srgbClr val="000000"/>
                          </a:solidFill>
                          <a:effectLst/>
                          <a:latin typeface="Roboto Light" panose="02000000000000000000" pitchFamily="2" charset="0"/>
                        </a:rPr>
                        <a:t>7.3%</a:t>
                      </a:r>
                    </a:p>
                  </a:txBody>
                  <a:tcPr marL="5151" marR="5151" marT="5151" marB="0" anchor="b">
                    <a:lnL>
                      <a:noFill/>
                    </a:lnL>
                    <a:lnR>
                      <a:noFill/>
                    </a:lnR>
                    <a:lnT>
                      <a:noFill/>
                    </a:lnT>
                    <a:lnB>
                      <a:noFill/>
                    </a:lnB>
                    <a:solidFill>
                      <a:srgbClr val="B3DFBE"/>
                    </a:solidFill>
                  </a:tcPr>
                </a:tc>
                <a:tc>
                  <a:txBody>
                    <a:bodyPr/>
                    <a:lstStyle/>
                    <a:p>
                      <a:pPr algn="ctr" fontAlgn="b">
                        <a:buNone/>
                      </a:pPr>
                      <a:r>
                        <a:rPr lang="pt-BR" sz="900" b="0" i="0" u="none" strike="noStrike">
                          <a:solidFill>
                            <a:srgbClr val="000000"/>
                          </a:solidFill>
                          <a:effectLst/>
                          <a:latin typeface="Roboto Light" panose="02000000000000000000" pitchFamily="2" charset="0"/>
                        </a:rPr>
                        <a:t>5.8%</a:t>
                      </a:r>
                    </a:p>
                  </a:txBody>
                  <a:tcPr marL="5151" marR="5151" marT="5151" marB="0" anchor="b">
                    <a:lnL>
                      <a:noFill/>
                    </a:lnL>
                    <a:lnR>
                      <a:noFill/>
                    </a:lnR>
                    <a:lnT>
                      <a:noFill/>
                    </a:lnT>
                    <a:lnB>
                      <a:noFill/>
                    </a:lnB>
                    <a:solidFill>
                      <a:srgbClr val="C2E6CC"/>
                    </a:solidFill>
                  </a:tcPr>
                </a:tc>
                <a:tc>
                  <a:txBody>
                    <a:bodyPr/>
                    <a:lstStyle/>
                    <a:p>
                      <a:pPr algn="ctr" fontAlgn="b">
                        <a:buNone/>
                      </a:pPr>
                      <a:r>
                        <a:rPr lang="pt-BR" sz="900" b="0" i="0" u="none" strike="noStrike">
                          <a:solidFill>
                            <a:srgbClr val="000000"/>
                          </a:solidFill>
                          <a:effectLst/>
                          <a:latin typeface="Roboto Light" panose="02000000000000000000" pitchFamily="2" charset="0"/>
                        </a:rPr>
                        <a:t>13.8%</a:t>
                      </a:r>
                    </a:p>
                  </a:txBody>
                  <a:tcPr marL="5151" marR="5151" marT="5151" marB="0" anchor="b">
                    <a:lnL>
                      <a:noFill/>
                    </a:lnL>
                    <a:lnR>
                      <a:noFill/>
                    </a:lnR>
                    <a:lnT>
                      <a:noFill/>
                    </a:lnT>
                    <a:lnB>
                      <a:noFill/>
                    </a:lnB>
                    <a:solidFill>
                      <a:srgbClr val="70C386"/>
                    </a:solidFill>
                  </a:tcPr>
                </a:tc>
                <a:tc>
                  <a:txBody>
                    <a:bodyPr/>
                    <a:lstStyle/>
                    <a:p>
                      <a:pPr algn="ctr" fontAlgn="b">
                        <a:buNone/>
                      </a:pPr>
                      <a:r>
                        <a:rPr lang="pt-BR" sz="900" b="0" i="0" u="none" strike="noStrike">
                          <a:solidFill>
                            <a:srgbClr val="000000"/>
                          </a:solidFill>
                          <a:effectLst/>
                          <a:latin typeface="Roboto Light" panose="02000000000000000000" pitchFamily="2" charset="0"/>
                        </a:rPr>
                        <a:t>-12.2%</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F98587"/>
                    </a:solidFill>
                  </a:tcPr>
                </a:tc>
                <a:tc>
                  <a:txBody>
                    <a:bodyPr/>
                    <a:lstStyle/>
                    <a:p>
                      <a:pPr algn="ctr" fontAlgn="b">
                        <a:buNone/>
                      </a:pPr>
                      <a:r>
                        <a:rPr lang="pt-BR" sz="900" b="0" i="0" u="none" strike="noStrike">
                          <a:solidFill>
                            <a:srgbClr val="000000"/>
                          </a:solidFill>
                          <a:effectLst/>
                          <a:latin typeface="Roboto Light" panose="02000000000000000000" pitchFamily="2" charset="0"/>
                        </a:rPr>
                        <a:t>-9.8%</a:t>
                      </a:r>
                    </a:p>
                  </a:txBody>
                  <a:tcPr marL="5151" marR="5151" marT="5151" marB="0" anchor="b">
                    <a:lnL w="12700" cap="flat" cmpd="sng" algn="ctr">
                      <a:solidFill>
                        <a:srgbClr val="000000"/>
                      </a:solidFill>
                      <a:prstDash val="dash"/>
                      <a:round/>
                      <a:headEnd type="none" w="med" len="med"/>
                      <a:tailEnd type="none" w="med" len="med"/>
                    </a:lnL>
                    <a:lnR>
                      <a:noFill/>
                    </a:lnR>
                    <a:lnT>
                      <a:noFill/>
                    </a:lnT>
                    <a:lnB>
                      <a:noFill/>
                    </a:lnB>
                    <a:solidFill>
                      <a:srgbClr val="FA9D9E"/>
                    </a:solidFill>
                  </a:tcPr>
                </a:tc>
                <a:tc>
                  <a:txBody>
                    <a:bodyPr/>
                    <a:lstStyle/>
                    <a:p>
                      <a:pPr algn="ctr" fontAlgn="b">
                        <a:buNone/>
                      </a:pPr>
                      <a:r>
                        <a:rPr lang="pt-BR" sz="900" b="0" i="0" u="none" strike="noStrike">
                          <a:solidFill>
                            <a:srgbClr val="000000"/>
                          </a:solidFill>
                          <a:effectLst/>
                          <a:latin typeface="Roboto Light" panose="02000000000000000000" pitchFamily="2" charset="0"/>
                        </a:rPr>
                        <a:t>-0.3%</a:t>
                      </a:r>
                    </a:p>
                  </a:txBody>
                  <a:tcPr marL="5151" marR="5151" marT="5151" marB="0" anchor="b">
                    <a:lnL>
                      <a:noFill/>
                    </a:lnL>
                    <a:lnR>
                      <a:noFill/>
                    </a:lnR>
                    <a:lnT>
                      <a:noFill/>
                    </a:lnT>
                    <a:lnB>
                      <a:noFill/>
                    </a:lnB>
                    <a:solidFill>
                      <a:srgbClr val="FFFCFC"/>
                    </a:solidFill>
                  </a:tcPr>
                </a:tc>
                <a:tc>
                  <a:txBody>
                    <a:bodyPr/>
                    <a:lstStyle/>
                    <a:p>
                      <a:pPr algn="ctr" fontAlgn="b">
                        <a:buNone/>
                      </a:pPr>
                      <a:r>
                        <a:rPr lang="pt-BR" sz="900" b="0" i="0" u="none" strike="noStrike">
                          <a:solidFill>
                            <a:srgbClr val="000000"/>
                          </a:solidFill>
                          <a:effectLst/>
                          <a:latin typeface="Roboto Light" panose="02000000000000000000" pitchFamily="2" charset="0"/>
                        </a:rPr>
                        <a:t>0.2%</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FDFEFD"/>
                    </a:solidFill>
                  </a:tcPr>
                </a:tc>
                <a:extLst>
                  <a:ext uri="{0D108BD9-81ED-4DB2-BD59-A6C34878D82A}">
                    <a16:rowId xmlns:a16="http://schemas.microsoft.com/office/drawing/2014/main" val="252590126"/>
                  </a:ext>
                </a:extLst>
              </a:tr>
              <a:tr h="151125">
                <a:tc>
                  <a:txBody>
                    <a:bodyPr/>
                    <a:lstStyle/>
                    <a:p>
                      <a:pPr algn="l" fontAlgn="b">
                        <a:buNone/>
                      </a:pPr>
                      <a:r>
                        <a:rPr lang="pt-BR" sz="900" b="0" i="0" u="none" strike="noStrike">
                          <a:solidFill>
                            <a:srgbClr val="000000"/>
                          </a:solidFill>
                          <a:effectLst/>
                          <a:latin typeface="Roboto Light" panose="02000000000000000000" pitchFamily="2" charset="0"/>
                        </a:rPr>
                        <a:t>Transportation</a:t>
                      </a:r>
                    </a:p>
                  </a:txBody>
                  <a:tcPr marL="5151" marR="5151" marT="5151" marB="0" anchor="b">
                    <a:lnL>
                      <a:noFill/>
                    </a:lnL>
                    <a:lnR>
                      <a:noFill/>
                    </a:lnR>
                    <a:lnT>
                      <a:noFill/>
                    </a:lnT>
                    <a:lnB>
                      <a:noFill/>
                    </a:lnB>
                    <a:solidFill>
                      <a:srgbClr val="FFFFFF"/>
                    </a:solidFill>
                  </a:tcPr>
                </a:tc>
                <a:tc>
                  <a:txBody>
                    <a:bodyPr/>
                    <a:lstStyle/>
                    <a:p>
                      <a:pPr algn="ctr" fontAlgn="b">
                        <a:buNone/>
                      </a:pPr>
                      <a:r>
                        <a:rPr lang="pt-BR" sz="900" b="0" i="0" u="none" strike="noStrike">
                          <a:solidFill>
                            <a:srgbClr val="000000"/>
                          </a:solidFill>
                          <a:effectLst/>
                          <a:latin typeface="Roboto Light" panose="02000000000000000000" pitchFamily="2" charset="0"/>
                        </a:rPr>
                        <a:t>4.9%</a:t>
                      </a:r>
                    </a:p>
                  </a:txBody>
                  <a:tcPr marL="5151" marR="5151" marT="5151" marB="0" anchor="b">
                    <a:lnL>
                      <a:noFill/>
                    </a:lnL>
                    <a:lnR>
                      <a:noFill/>
                    </a:lnR>
                    <a:lnT>
                      <a:noFill/>
                    </a:lnT>
                    <a:lnB>
                      <a:noFill/>
                    </a:lnB>
                    <a:solidFill>
                      <a:srgbClr val="CCEAD4"/>
                    </a:solidFill>
                  </a:tcPr>
                </a:tc>
                <a:tc>
                  <a:txBody>
                    <a:bodyPr/>
                    <a:lstStyle/>
                    <a:p>
                      <a:pPr algn="ctr" fontAlgn="b">
                        <a:buNone/>
                      </a:pPr>
                      <a:r>
                        <a:rPr lang="pt-BR" sz="900" b="0" i="0" u="none" strike="noStrike">
                          <a:solidFill>
                            <a:srgbClr val="000000"/>
                          </a:solidFill>
                          <a:effectLst/>
                          <a:latin typeface="Roboto Light" panose="02000000000000000000" pitchFamily="2" charset="0"/>
                        </a:rPr>
                        <a:t>-3.8%</a:t>
                      </a:r>
                    </a:p>
                  </a:txBody>
                  <a:tcPr marL="5151" marR="5151" marT="5151" marB="0" anchor="b">
                    <a:lnL>
                      <a:noFill/>
                    </a:lnL>
                    <a:lnR>
                      <a:noFill/>
                    </a:lnR>
                    <a:lnT>
                      <a:noFill/>
                    </a:lnT>
                    <a:lnB>
                      <a:noFill/>
                    </a:lnB>
                    <a:solidFill>
                      <a:srgbClr val="FDD9D9"/>
                    </a:solidFill>
                  </a:tcPr>
                </a:tc>
                <a:tc>
                  <a:txBody>
                    <a:bodyPr/>
                    <a:lstStyle/>
                    <a:p>
                      <a:pPr algn="ctr" fontAlgn="b">
                        <a:buNone/>
                      </a:pPr>
                      <a:r>
                        <a:rPr lang="pt-BR" sz="900" b="0" i="0" u="none" strike="noStrike" dirty="0">
                          <a:solidFill>
                            <a:srgbClr val="000000"/>
                          </a:solidFill>
                          <a:effectLst/>
                          <a:latin typeface="Roboto Light" panose="02000000000000000000" pitchFamily="2" charset="0"/>
                        </a:rPr>
                        <a:t>-5.8%</a:t>
                      </a:r>
                    </a:p>
                  </a:txBody>
                  <a:tcPr marL="5151" marR="5151" marT="5151" marB="0" anchor="b">
                    <a:lnL>
                      <a:noFill/>
                    </a:lnL>
                    <a:lnR>
                      <a:noFill/>
                    </a:lnR>
                    <a:lnT>
                      <a:noFill/>
                    </a:lnT>
                    <a:lnB>
                      <a:noFill/>
                    </a:lnB>
                    <a:solidFill>
                      <a:srgbClr val="FCC5C6"/>
                    </a:solidFill>
                  </a:tcPr>
                </a:tc>
                <a:tc>
                  <a:txBody>
                    <a:bodyPr/>
                    <a:lstStyle/>
                    <a:p>
                      <a:pPr algn="ctr" fontAlgn="b">
                        <a:buNone/>
                      </a:pPr>
                      <a:r>
                        <a:rPr lang="pt-BR" sz="900" b="0" i="0" u="none" strike="noStrike">
                          <a:solidFill>
                            <a:srgbClr val="000000"/>
                          </a:solidFill>
                          <a:effectLst/>
                          <a:latin typeface="Roboto Light" panose="02000000000000000000" pitchFamily="2" charset="0"/>
                        </a:rPr>
                        <a:t>8.8%</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A3D9B1"/>
                    </a:solidFill>
                  </a:tcPr>
                </a:tc>
                <a:tc>
                  <a:txBody>
                    <a:bodyPr/>
                    <a:lstStyle/>
                    <a:p>
                      <a:pPr algn="ctr" fontAlgn="b">
                        <a:buNone/>
                      </a:pPr>
                      <a:r>
                        <a:rPr lang="pt-BR" sz="900" b="0" i="0" u="none" strike="noStrike">
                          <a:solidFill>
                            <a:srgbClr val="000000"/>
                          </a:solidFill>
                          <a:effectLst/>
                          <a:latin typeface="Roboto Light" panose="02000000000000000000" pitchFamily="2" charset="0"/>
                        </a:rPr>
                        <a:t>0.7%</a:t>
                      </a:r>
                    </a:p>
                  </a:txBody>
                  <a:tcPr marL="5151" marR="5151" marT="5151" marB="0" anchor="b">
                    <a:lnL w="12700" cap="flat" cmpd="sng" algn="ctr">
                      <a:solidFill>
                        <a:srgbClr val="000000"/>
                      </a:solidFill>
                      <a:prstDash val="dash"/>
                      <a:round/>
                      <a:headEnd type="none" w="med" len="med"/>
                      <a:tailEnd type="none" w="med" len="med"/>
                    </a:lnL>
                    <a:lnR>
                      <a:noFill/>
                    </a:lnR>
                    <a:lnT>
                      <a:noFill/>
                    </a:lnT>
                    <a:lnB>
                      <a:noFill/>
                    </a:lnB>
                    <a:solidFill>
                      <a:srgbClr val="F8FCF9"/>
                    </a:solidFill>
                  </a:tcPr>
                </a:tc>
                <a:tc>
                  <a:txBody>
                    <a:bodyPr/>
                    <a:lstStyle/>
                    <a:p>
                      <a:pPr algn="ctr" fontAlgn="b">
                        <a:buNone/>
                      </a:pPr>
                      <a:r>
                        <a:rPr lang="pt-BR" sz="900" b="0" i="0" u="none" strike="noStrike">
                          <a:solidFill>
                            <a:srgbClr val="000000"/>
                          </a:solidFill>
                          <a:effectLst/>
                          <a:latin typeface="Roboto Light" panose="02000000000000000000" pitchFamily="2" charset="0"/>
                        </a:rPr>
                        <a:t>-1.7%</a:t>
                      </a:r>
                    </a:p>
                  </a:txBody>
                  <a:tcPr marL="5151" marR="5151" marT="5151" marB="0" anchor="b">
                    <a:lnL>
                      <a:noFill/>
                    </a:lnL>
                    <a:lnR>
                      <a:noFill/>
                    </a:lnR>
                    <a:lnT>
                      <a:noFill/>
                    </a:lnT>
                    <a:lnB>
                      <a:noFill/>
                    </a:lnB>
                    <a:solidFill>
                      <a:srgbClr val="FEEEEE"/>
                    </a:solidFill>
                  </a:tcPr>
                </a:tc>
                <a:tc>
                  <a:txBody>
                    <a:bodyPr/>
                    <a:lstStyle/>
                    <a:p>
                      <a:pPr algn="ctr" fontAlgn="b">
                        <a:buNone/>
                      </a:pPr>
                      <a:r>
                        <a:rPr lang="pt-BR" sz="900" b="0" i="0" u="none" strike="noStrike">
                          <a:solidFill>
                            <a:srgbClr val="000000"/>
                          </a:solidFill>
                          <a:effectLst/>
                          <a:latin typeface="Roboto Light" panose="02000000000000000000" pitchFamily="2" charset="0"/>
                        </a:rPr>
                        <a:t>10.0%</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97D4A7"/>
                    </a:solidFill>
                  </a:tcPr>
                </a:tc>
                <a:extLst>
                  <a:ext uri="{0D108BD9-81ED-4DB2-BD59-A6C34878D82A}">
                    <a16:rowId xmlns:a16="http://schemas.microsoft.com/office/drawing/2014/main" val="319017801"/>
                  </a:ext>
                </a:extLst>
              </a:tr>
              <a:tr h="151125">
                <a:tc>
                  <a:txBody>
                    <a:bodyPr/>
                    <a:lstStyle/>
                    <a:p>
                      <a:pPr algn="l" fontAlgn="b">
                        <a:buNone/>
                      </a:pPr>
                      <a:r>
                        <a:rPr lang="pt-BR" sz="900" b="0" i="0" u="none" strike="noStrike">
                          <a:solidFill>
                            <a:srgbClr val="000000"/>
                          </a:solidFill>
                          <a:effectLst/>
                          <a:latin typeface="Roboto Light" panose="02000000000000000000" pitchFamily="2" charset="0"/>
                        </a:rPr>
                        <a:t>Utilities &amp; Energy</a:t>
                      </a:r>
                    </a:p>
                  </a:txBody>
                  <a:tcPr marL="5151" marR="5151" marT="5151" marB="0" anchor="b">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pt-BR" sz="900" b="0" i="0" u="none" strike="noStrike">
                          <a:solidFill>
                            <a:srgbClr val="000000"/>
                          </a:solidFill>
                          <a:effectLst/>
                          <a:latin typeface="Roboto Light" panose="02000000000000000000" pitchFamily="2" charset="0"/>
                        </a:rPr>
                        <a:t>14.5%</a:t>
                      </a:r>
                    </a:p>
                  </a:txBody>
                  <a:tcPr marL="5151" marR="5151" marT="5151" marB="0" anchor="b">
                    <a:lnL>
                      <a:noFill/>
                    </a:lnL>
                    <a:lnR>
                      <a:noFill/>
                    </a:lnR>
                    <a:lnT>
                      <a:noFill/>
                    </a:lnT>
                    <a:lnB w="6350" cap="flat" cmpd="sng" algn="ctr">
                      <a:solidFill>
                        <a:srgbClr val="000000"/>
                      </a:solidFill>
                      <a:prstDash val="solid"/>
                      <a:round/>
                      <a:headEnd type="none" w="med" len="med"/>
                      <a:tailEnd type="none" w="med" len="med"/>
                    </a:lnB>
                    <a:solidFill>
                      <a:srgbClr val="68C07F"/>
                    </a:solidFill>
                  </a:tcPr>
                </a:tc>
                <a:tc>
                  <a:txBody>
                    <a:bodyPr/>
                    <a:lstStyle/>
                    <a:p>
                      <a:pPr algn="ctr" fontAlgn="b">
                        <a:buNone/>
                      </a:pPr>
                      <a:r>
                        <a:rPr lang="pt-BR" sz="900" b="0" i="0" u="none" strike="noStrike">
                          <a:solidFill>
                            <a:srgbClr val="000000"/>
                          </a:solidFill>
                          <a:effectLst/>
                          <a:latin typeface="Roboto Light" panose="02000000000000000000" pitchFamily="2" charset="0"/>
                        </a:rPr>
                        <a:t>14.7%</a:t>
                      </a:r>
                    </a:p>
                  </a:txBody>
                  <a:tcPr marL="5151" marR="5151" marT="5151" marB="0" anchor="b">
                    <a:lnL>
                      <a:noFill/>
                    </a:lnL>
                    <a:lnR>
                      <a:noFill/>
                    </a:lnR>
                    <a:lnT>
                      <a:noFill/>
                    </a:lnT>
                    <a:lnB w="6350" cap="flat" cmpd="sng" algn="ctr">
                      <a:solidFill>
                        <a:srgbClr val="000000"/>
                      </a:solidFill>
                      <a:prstDash val="solid"/>
                      <a:round/>
                      <a:headEnd type="none" w="med" len="med"/>
                      <a:tailEnd type="none" w="med" len="med"/>
                    </a:lnB>
                    <a:solidFill>
                      <a:srgbClr val="66BF7E"/>
                    </a:solidFill>
                  </a:tcPr>
                </a:tc>
                <a:tc>
                  <a:txBody>
                    <a:bodyPr/>
                    <a:lstStyle/>
                    <a:p>
                      <a:pPr algn="ctr" fontAlgn="b">
                        <a:buNone/>
                      </a:pPr>
                      <a:r>
                        <a:rPr lang="pt-BR" sz="900" b="0" i="0" u="none" strike="noStrike">
                          <a:solidFill>
                            <a:srgbClr val="000000"/>
                          </a:solidFill>
                          <a:effectLst/>
                          <a:latin typeface="Roboto Light" panose="02000000000000000000" pitchFamily="2" charset="0"/>
                        </a:rPr>
                        <a:t>22.3%</a:t>
                      </a:r>
                    </a:p>
                  </a:txBody>
                  <a:tcPr marL="5151" marR="5151" marT="5151" marB="0" anchor="b">
                    <a:lnL>
                      <a:noFill/>
                    </a:lnL>
                    <a:lnR>
                      <a:noFill/>
                    </a:lnR>
                    <a:lnT>
                      <a:noFill/>
                    </a:lnT>
                    <a:lnB w="6350" cap="flat" cmpd="sng" algn="ctr">
                      <a:solidFill>
                        <a:srgbClr val="000000"/>
                      </a:solidFill>
                      <a:prstDash val="solid"/>
                      <a:round/>
                      <a:headEnd type="none" w="med" len="med"/>
                      <a:tailEnd type="none" w="med" len="med"/>
                    </a:lnB>
                    <a:solidFill>
                      <a:srgbClr val="63BE7B"/>
                    </a:solidFill>
                  </a:tcPr>
                </a:tc>
                <a:tc>
                  <a:txBody>
                    <a:bodyPr/>
                    <a:lstStyle/>
                    <a:p>
                      <a:pPr algn="ctr" fontAlgn="b">
                        <a:buNone/>
                      </a:pPr>
                      <a:r>
                        <a:rPr lang="pt-BR" sz="900" b="0" i="0" u="none" strike="noStrike">
                          <a:solidFill>
                            <a:srgbClr val="000000"/>
                          </a:solidFill>
                          <a:effectLst/>
                          <a:latin typeface="Roboto Light" panose="02000000000000000000" pitchFamily="2" charset="0"/>
                        </a:rPr>
                        <a:t>33.2%</a:t>
                      </a:r>
                    </a:p>
                  </a:txBody>
                  <a:tcPr marL="5151" marR="5151" marT="5151" marB="0" anchor="b">
                    <a:lnL>
                      <a:noFill/>
                    </a:lnL>
                    <a:lnR w="12700" cap="flat" cmpd="sng" algn="ctr">
                      <a:solidFill>
                        <a:srgbClr val="000000"/>
                      </a:solidFill>
                      <a:prstDash val="dash"/>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63BE7B"/>
                    </a:solidFill>
                  </a:tcPr>
                </a:tc>
                <a:tc>
                  <a:txBody>
                    <a:bodyPr/>
                    <a:lstStyle/>
                    <a:p>
                      <a:pPr algn="ctr" fontAlgn="b">
                        <a:buNone/>
                      </a:pPr>
                      <a:r>
                        <a:rPr lang="pt-BR" sz="900" b="0" i="0" u="none" strike="noStrike">
                          <a:solidFill>
                            <a:srgbClr val="000000"/>
                          </a:solidFill>
                          <a:effectLst/>
                          <a:latin typeface="Roboto Light" panose="02000000000000000000" pitchFamily="2" charset="0"/>
                        </a:rPr>
                        <a:t>11.6%</a:t>
                      </a:r>
                    </a:p>
                  </a:txBody>
                  <a:tcPr marL="5151" marR="5151" marT="5151" marB="0" anchor="b">
                    <a:lnL w="12700" cap="flat" cmpd="sng" algn="ctr">
                      <a:solidFill>
                        <a:srgbClr val="000000"/>
                      </a:solidFill>
                      <a:prstDash val="dash"/>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86CD99"/>
                    </a:solidFill>
                  </a:tcPr>
                </a:tc>
                <a:tc>
                  <a:txBody>
                    <a:bodyPr/>
                    <a:lstStyle/>
                    <a:p>
                      <a:pPr algn="ctr" fontAlgn="b">
                        <a:buNone/>
                      </a:pPr>
                      <a:r>
                        <a:rPr lang="pt-BR" sz="900" b="0" i="0" u="none" strike="noStrike">
                          <a:solidFill>
                            <a:srgbClr val="000000"/>
                          </a:solidFill>
                          <a:effectLst/>
                          <a:latin typeface="Roboto Light" panose="02000000000000000000" pitchFamily="2" charset="0"/>
                        </a:rPr>
                        <a:t>-1.0%</a:t>
                      </a:r>
                    </a:p>
                  </a:txBody>
                  <a:tcPr marL="5151" marR="5151" marT="5151" marB="0" anchor="b">
                    <a:lnL>
                      <a:noFill/>
                    </a:lnL>
                    <a:lnR>
                      <a:noFill/>
                    </a:lnR>
                    <a:lnT>
                      <a:noFill/>
                    </a:lnT>
                    <a:lnB w="6350" cap="flat" cmpd="sng" algn="ctr">
                      <a:solidFill>
                        <a:srgbClr val="000000"/>
                      </a:solidFill>
                      <a:prstDash val="solid"/>
                      <a:round/>
                      <a:headEnd type="none" w="med" len="med"/>
                      <a:tailEnd type="none" w="med" len="med"/>
                    </a:lnB>
                    <a:solidFill>
                      <a:srgbClr val="FFF5F5"/>
                    </a:solidFill>
                  </a:tcPr>
                </a:tc>
                <a:tc>
                  <a:txBody>
                    <a:bodyPr/>
                    <a:lstStyle/>
                    <a:p>
                      <a:pPr algn="ctr" fontAlgn="b">
                        <a:buNone/>
                      </a:pPr>
                      <a:r>
                        <a:rPr lang="pt-BR" sz="900" b="0" i="0" u="none" strike="noStrike">
                          <a:solidFill>
                            <a:srgbClr val="000000"/>
                          </a:solidFill>
                          <a:effectLst/>
                          <a:latin typeface="Roboto Light" panose="02000000000000000000" pitchFamily="2" charset="0"/>
                        </a:rPr>
                        <a:t>4.3%</a:t>
                      </a:r>
                    </a:p>
                  </a:txBody>
                  <a:tcPr marL="5151" marR="5151" marT="5151" marB="0" anchor="b">
                    <a:lnL>
                      <a:noFill/>
                    </a:lnL>
                    <a:lnR w="12700" cap="flat" cmpd="sng" algn="ctr">
                      <a:solidFill>
                        <a:srgbClr val="000000"/>
                      </a:solidFill>
                      <a:prstDash val="dash"/>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D3EDDA"/>
                    </a:solidFill>
                  </a:tcPr>
                </a:tc>
                <a:extLst>
                  <a:ext uri="{0D108BD9-81ED-4DB2-BD59-A6C34878D82A}">
                    <a16:rowId xmlns:a16="http://schemas.microsoft.com/office/drawing/2014/main" val="1785880453"/>
                  </a:ext>
                </a:extLst>
              </a:tr>
              <a:tr h="151125">
                <a:tc>
                  <a:txBody>
                    <a:bodyPr/>
                    <a:lstStyle/>
                    <a:p>
                      <a:pPr algn="l" fontAlgn="b">
                        <a:buNone/>
                      </a:pPr>
                      <a:r>
                        <a:rPr lang="pt-BR" sz="900" b="1" i="0" u="none" strike="noStrike">
                          <a:solidFill>
                            <a:srgbClr val="000000"/>
                          </a:solidFill>
                          <a:effectLst/>
                          <a:latin typeface="Roboto Light" panose="02000000000000000000" pitchFamily="2" charset="0"/>
                        </a:rPr>
                        <a:t>Ibovespa</a:t>
                      </a:r>
                    </a:p>
                  </a:txBody>
                  <a:tcPr marL="5151" marR="5151" marT="5151" marB="0" anchor="b">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b">
                        <a:buNone/>
                      </a:pPr>
                      <a:r>
                        <a:rPr lang="pt-BR" sz="900" b="1" i="0" u="none" strike="noStrike">
                          <a:solidFill>
                            <a:srgbClr val="000000"/>
                          </a:solidFill>
                          <a:effectLst/>
                          <a:latin typeface="Roboto Light" panose="02000000000000000000" pitchFamily="2" charset="0"/>
                        </a:rPr>
                        <a:t>12.1%</a:t>
                      </a:r>
                    </a:p>
                  </a:txBody>
                  <a:tcPr marL="5151" marR="5151" marT="5151" marB="0" anchor="b">
                    <a:lnL>
                      <a:noFill/>
                    </a:lnL>
                    <a:lnR>
                      <a:noFill/>
                    </a:lnR>
                    <a:lnT w="6350" cap="flat" cmpd="sng" algn="ctr">
                      <a:solidFill>
                        <a:srgbClr val="000000"/>
                      </a:solidFill>
                      <a:prstDash val="solid"/>
                      <a:round/>
                      <a:headEnd type="none" w="med" len="med"/>
                      <a:tailEnd type="none" w="med" len="med"/>
                    </a:lnT>
                    <a:lnB>
                      <a:noFill/>
                    </a:lnB>
                    <a:solidFill>
                      <a:srgbClr val="81CB95"/>
                    </a:solidFill>
                  </a:tcPr>
                </a:tc>
                <a:tc>
                  <a:txBody>
                    <a:bodyPr/>
                    <a:lstStyle/>
                    <a:p>
                      <a:pPr algn="ctr" fontAlgn="b">
                        <a:buNone/>
                      </a:pPr>
                      <a:r>
                        <a:rPr lang="pt-BR" sz="900" b="1" i="0" u="none" strike="noStrike">
                          <a:solidFill>
                            <a:srgbClr val="000000"/>
                          </a:solidFill>
                          <a:effectLst/>
                          <a:latin typeface="Roboto Light" panose="02000000000000000000" pitchFamily="2" charset="0"/>
                        </a:rPr>
                        <a:t>10.1%</a:t>
                      </a:r>
                    </a:p>
                  </a:txBody>
                  <a:tcPr marL="5151" marR="5151" marT="5151" marB="0" anchor="b">
                    <a:lnL>
                      <a:noFill/>
                    </a:lnL>
                    <a:lnR>
                      <a:noFill/>
                    </a:lnR>
                    <a:lnT w="6350" cap="flat" cmpd="sng" algn="ctr">
                      <a:solidFill>
                        <a:srgbClr val="000000"/>
                      </a:solidFill>
                      <a:prstDash val="solid"/>
                      <a:round/>
                      <a:headEnd type="none" w="med" len="med"/>
                      <a:tailEnd type="none" w="med" len="med"/>
                    </a:lnT>
                    <a:lnB>
                      <a:noFill/>
                    </a:lnB>
                    <a:solidFill>
                      <a:srgbClr val="96D3A6"/>
                    </a:solidFill>
                  </a:tcPr>
                </a:tc>
                <a:tc>
                  <a:txBody>
                    <a:bodyPr/>
                    <a:lstStyle/>
                    <a:p>
                      <a:pPr algn="ctr" fontAlgn="b">
                        <a:buNone/>
                      </a:pPr>
                      <a:r>
                        <a:rPr lang="pt-BR" sz="900" b="1" i="0" u="none" strike="noStrike">
                          <a:solidFill>
                            <a:srgbClr val="000000"/>
                          </a:solidFill>
                          <a:effectLst/>
                          <a:latin typeface="Roboto Light" panose="02000000000000000000" pitchFamily="2" charset="0"/>
                        </a:rPr>
                        <a:t>16.5%</a:t>
                      </a:r>
                    </a:p>
                  </a:txBody>
                  <a:tcPr marL="5151" marR="5151" marT="5151" marB="0" anchor="b">
                    <a:lnL>
                      <a:noFill/>
                    </a:lnL>
                    <a:lnR>
                      <a:noFill/>
                    </a:lnR>
                    <a:lnT w="6350" cap="flat" cmpd="sng" algn="ctr">
                      <a:solidFill>
                        <a:srgbClr val="000000"/>
                      </a:solidFill>
                      <a:prstDash val="solid"/>
                      <a:round/>
                      <a:headEnd type="none" w="med" len="med"/>
                      <a:tailEnd type="none" w="med" len="med"/>
                    </a:lnT>
                    <a:lnB>
                      <a:noFill/>
                    </a:lnB>
                    <a:solidFill>
                      <a:srgbClr val="63BE7B"/>
                    </a:solidFill>
                  </a:tcPr>
                </a:tc>
                <a:tc>
                  <a:txBody>
                    <a:bodyPr/>
                    <a:lstStyle/>
                    <a:p>
                      <a:pPr algn="ctr" fontAlgn="b">
                        <a:buNone/>
                      </a:pPr>
                      <a:r>
                        <a:rPr lang="pt-BR" sz="900" b="1" i="0" u="none" strike="noStrike">
                          <a:solidFill>
                            <a:srgbClr val="000000"/>
                          </a:solidFill>
                          <a:effectLst/>
                          <a:latin typeface="Roboto Light" panose="02000000000000000000" pitchFamily="2" charset="0"/>
                        </a:rPr>
                        <a:t>26.3%</a:t>
                      </a:r>
                    </a:p>
                  </a:txBody>
                  <a:tcPr marL="5151" marR="5151" marT="5151" marB="0" anchor="b">
                    <a:lnL>
                      <a:noFill/>
                    </a:lnL>
                    <a:lnR w="12700" cap="flat" cmpd="sng" algn="ctr">
                      <a:solidFill>
                        <a:srgbClr val="000000"/>
                      </a:solidFill>
                      <a:prstDash val="dash"/>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63BE7B"/>
                    </a:solidFill>
                  </a:tcPr>
                </a:tc>
                <a:tc>
                  <a:txBody>
                    <a:bodyPr/>
                    <a:lstStyle/>
                    <a:p>
                      <a:pPr algn="ctr" fontAlgn="b">
                        <a:buNone/>
                      </a:pPr>
                      <a:r>
                        <a:rPr lang="pt-BR" sz="900" b="1" i="0" u="none" strike="noStrike">
                          <a:solidFill>
                            <a:srgbClr val="000000"/>
                          </a:solidFill>
                          <a:effectLst/>
                          <a:latin typeface="Roboto Light" panose="02000000000000000000" pitchFamily="2" charset="0"/>
                        </a:rPr>
                        <a:t>13.9%</a:t>
                      </a:r>
                    </a:p>
                  </a:txBody>
                  <a:tcPr marL="5151" marR="5151" marT="5151" marB="0" anchor="b">
                    <a:lnL w="12700" cap="flat" cmpd="sng" algn="ctr">
                      <a:solidFill>
                        <a:srgbClr val="000000"/>
                      </a:solidFill>
                      <a:prstDash val="dash"/>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6FC385"/>
                    </a:solidFill>
                  </a:tcPr>
                </a:tc>
                <a:tc>
                  <a:txBody>
                    <a:bodyPr/>
                    <a:lstStyle/>
                    <a:p>
                      <a:pPr algn="ctr" fontAlgn="b">
                        <a:buNone/>
                      </a:pPr>
                      <a:r>
                        <a:rPr lang="pt-BR" sz="900" b="1" i="0" u="none" strike="noStrike">
                          <a:solidFill>
                            <a:srgbClr val="000000"/>
                          </a:solidFill>
                          <a:effectLst/>
                          <a:latin typeface="Roboto Light" panose="02000000000000000000" pitchFamily="2" charset="0"/>
                        </a:rPr>
                        <a:t>-0.3%</a:t>
                      </a:r>
                    </a:p>
                  </a:txBody>
                  <a:tcPr marL="5151" marR="5151" marT="5151" marB="0" anchor="b">
                    <a:lnL>
                      <a:noFill/>
                    </a:lnL>
                    <a:lnR>
                      <a:noFill/>
                    </a:lnR>
                    <a:lnT w="6350" cap="flat" cmpd="sng" algn="ctr">
                      <a:solidFill>
                        <a:srgbClr val="000000"/>
                      </a:solidFill>
                      <a:prstDash val="solid"/>
                      <a:round/>
                      <a:headEnd type="none" w="med" len="med"/>
                      <a:tailEnd type="none" w="med" len="med"/>
                    </a:lnT>
                    <a:lnB>
                      <a:noFill/>
                    </a:lnB>
                    <a:solidFill>
                      <a:srgbClr val="FFFCFC"/>
                    </a:solidFill>
                  </a:tcPr>
                </a:tc>
                <a:tc>
                  <a:txBody>
                    <a:bodyPr/>
                    <a:lstStyle/>
                    <a:p>
                      <a:pPr algn="ctr" fontAlgn="b">
                        <a:buNone/>
                      </a:pPr>
                      <a:r>
                        <a:rPr lang="pt-BR" sz="900" b="1" i="0" u="none" strike="noStrike" dirty="0">
                          <a:solidFill>
                            <a:srgbClr val="000000"/>
                          </a:solidFill>
                          <a:effectLst/>
                          <a:latin typeface="Roboto Light" panose="02000000000000000000" pitchFamily="2" charset="0"/>
                        </a:rPr>
                        <a:t>3.4%</a:t>
                      </a:r>
                    </a:p>
                  </a:txBody>
                  <a:tcPr marL="5151" marR="5151" marT="5151" marB="0" anchor="b">
                    <a:lnL>
                      <a:noFill/>
                    </a:lnL>
                    <a:lnR w="12700" cap="flat" cmpd="sng" algn="ctr">
                      <a:solidFill>
                        <a:srgbClr val="000000"/>
                      </a:solidFill>
                      <a:prstDash val="dash"/>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DBF0E1"/>
                    </a:solidFill>
                  </a:tcPr>
                </a:tc>
                <a:extLst>
                  <a:ext uri="{0D108BD9-81ED-4DB2-BD59-A6C34878D82A}">
                    <a16:rowId xmlns:a16="http://schemas.microsoft.com/office/drawing/2014/main" val="2492075765"/>
                  </a:ext>
                </a:extLst>
              </a:tr>
              <a:tr h="151125">
                <a:tc>
                  <a:txBody>
                    <a:bodyPr/>
                    <a:lstStyle/>
                    <a:p>
                      <a:pPr algn="l" fontAlgn="b">
                        <a:buNone/>
                      </a:pPr>
                      <a:r>
                        <a:rPr lang="pt-BR" sz="900" b="1" i="0" u="none" strike="noStrike">
                          <a:solidFill>
                            <a:srgbClr val="000000"/>
                          </a:solidFill>
                          <a:effectLst/>
                          <a:latin typeface="Roboto Light" panose="02000000000000000000" pitchFamily="2" charset="0"/>
                        </a:rPr>
                        <a:t>SMLL</a:t>
                      </a:r>
                    </a:p>
                  </a:txBody>
                  <a:tcPr marL="5151" marR="5151" marT="5151" marB="0" anchor="b">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pt-BR" sz="900" b="1" i="0" u="none" strike="noStrike">
                          <a:solidFill>
                            <a:srgbClr val="000000"/>
                          </a:solidFill>
                          <a:effectLst/>
                          <a:latin typeface="Roboto Light" panose="02000000000000000000" pitchFamily="2" charset="0"/>
                        </a:rPr>
                        <a:t>6.8%</a:t>
                      </a:r>
                    </a:p>
                  </a:txBody>
                  <a:tcPr marL="5151" marR="5151" marT="5151" marB="0" anchor="b">
                    <a:lnL>
                      <a:noFill/>
                    </a:lnL>
                    <a:lnR>
                      <a:noFill/>
                    </a:lnR>
                    <a:lnT>
                      <a:noFill/>
                    </a:lnT>
                    <a:lnB w="12700" cap="flat" cmpd="sng" algn="ctr">
                      <a:solidFill>
                        <a:srgbClr val="000000"/>
                      </a:solidFill>
                      <a:prstDash val="solid"/>
                      <a:round/>
                      <a:headEnd type="none" w="med" len="med"/>
                      <a:tailEnd type="none" w="med" len="med"/>
                    </a:lnB>
                    <a:solidFill>
                      <a:srgbClr val="B8E1C3"/>
                    </a:solidFill>
                  </a:tcPr>
                </a:tc>
                <a:tc>
                  <a:txBody>
                    <a:bodyPr/>
                    <a:lstStyle/>
                    <a:p>
                      <a:pPr algn="ctr" fontAlgn="b">
                        <a:buNone/>
                      </a:pPr>
                      <a:r>
                        <a:rPr lang="pt-BR" sz="900" b="1" i="0" u="none" strike="noStrike">
                          <a:solidFill>
                            <a:srgbClr val="000000"/>
                          </a:solidFill>
                          <a:effectLst/>
                          <a:latin typeface="Roboto Light" panose="02000000000000000000" pitchFamily="2" charset="0"/>
                        </a:rPr>
                        <a:t>-4.2%</a:t>
                      </a:r>
                    </a:p>
                  </a:txBody>
                  <a:tcPr marL="5151" marR="5151" marT="5151" marB="0" anchor="b">
                    <a:lnL>
                      <a:noFill/>
                    </a:lnL>
                    <a:lnR>
                      <a:noFill/>
                    </a:lnR>
                    <a:lnT>
                      <a:noFill/>
                    </a:lnT>
                    <a:lnB w="12700" cap="flat" cmpd="sng" algn="ctr">
                      <a:solidFill>
                        <a:srgbClr val="000000"/>
                      </a:solidFill>
                      <a:prstDash val="solid"/>
                      <a:round/>
                      <a:headEnd type="none" w="med" len="med"/>
                      <a:tailEnd type="none" w="med" len="med"/>
                    </a:lnB>
                    <a:solidFill>
                      <a:srgbClr val="FDD5D5"/>
                    </a:solidFill>
                  </a:tcPr>
                </a:tc>
                <a:tc>
                  <a:txBody>
                    <a:bodyPr/>
                    <a:lstStyle/>
                    <a:p>
                      <a:pPr algn="ctr" fontAlgn="b">
                        <a:buNone/>
                      </a:pPr>
                      <a:r>
                        <a:rPr lang="pt-BR" sz="900" b="1" i="0" u="none" strike="noStrike">
                          <a:solidFill>
                            <a:srgbClr val="000000"/>
                          </a:solidFill>
                          <a:effectLst/>
                          <a:latin typeface="Roboto Light" panose="02000000000000000000" pitchFamily="2" charset="0"/>
                        </a:rPr>
                        <a:t>2.2%</a:t>
                      </a:r>
                    </a:p>
                  </a:txBody>
                  <a:tcPr marL="5151" marR="5151" marT="5151" marB="0" anchor="b">
                    <a:lnL>
                      <a:noFill/>
                    </a:lnL>
                    <a:lnR>
                      <a:noFill/>
                    </a:lnR>
                    <a:lnT>
                      <a:noFill/>
                    </a:lnT>
                    <a:lnB w="12700" cap="flat" cmpd="sng" algn="ctr">
                      <a:solidFill>
                        <a:srgbClr val="000000"/>
                      </a:solidFill>
                      <a:prstDash val="solid"/>
                      <a:round/>
                      <a:headEnd type="none" w="med" len="med"/>
                      <a:tailEnd type="none" w="med" len="med"/>
                    </a:lnB>
                    <a:solidFill>
                      <a:srgbClr val="E8F5EB"/>
                    </a:solidFill>
                  </a:tcPr>
                </a:tc>
                <a:tc>
                  <a:txBody>
                    <a:bodyPr/>
                    <a:lstStyle/>
                    <a:p>
                      <a:pPr algn="ctr" fontAlgn="b">
                        <a:buNone/>
                      </a:pPr>
                      <a:r>
                        <a:rPr lang="pt-BR" sz="900" b="1" i="0" u="none" strike="noStrike">
                          <a:solidFill>
                            <a:srgbClr val="000000"/>
                          </a:solidFill>
                          <a:effectLst/>
                          <a:latin typeface="Roboto Light" panose="02000000000000000000" pitchFamily="2" charset="0"/>
                        </a:rPr>
                        <a:t>0.1%</a:t>
                      </a:r>
                    </a:p>
                  </a:txBody>
                  <a:tcPr marL="5151" marR="5151" marT="5151" marB="0" anchor="b">
                    <a:lnL>
                      <a:noFill/>
                    </a:lnL>
                    <a:lnR w="12700" cap="flat" cmpd="sng" algn="ctr">
                      <a:solidFill>
                        <a:srgbClr val="000000"/>
                      </a:solidFill>
                      <a:prstDash val="dash"/>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EFFFE"/>
                    </a:solidFill>
                  </a:tcPr>
                </a:tc>
                <a:tc>
                  <a:txBody>
                    <a:bodyPr/>
                    <a:lstStyle/>
                    <a:p>
                      <a:pPr algn="ctr" fontAlgn="b">
                        <a:buNone/>
                      </a:pPr>
                      <a:r>
                        <a:rPr lang="pt-BR" sz="900" b="1" i="0" u="none" strike="noStrike">
                          <a:solidFill>
                            <a:srgbClr val="000000"/>
                          </a:solidFill>
                          <a:effectLst/>
                          <a:latin typeface="Roboto Light" panose="02000000000000000000" pitchFamily="2" charset="0"/>
                        </a:rPr>
                        <a:t>-3.0%</a:t>
                      </a:r>
                    </a:p>
                  </a:txBody>
                  <a:tcPr marL="5151" marR="5151" marT="5151" marB="0" anchor="b">
                    <a:lnL w="12700" cap="flat" cmpd="sng" algn="ctr">
                      <a:solidFill>
                        <a:srgbClr val="000000"/>
                      </a:solidFill>
                      <a:prstDash val="dash"/>
                      <a:round/>
                      <a:headEnd type="none" w="med" len="med"/>
                      <a:tailEnd type="none" w="med" len="med"/>
                    </a:lnL>
                    <a:lnR>
                      <a:noFill/>
                    </a:lnR>
                    <a:lnT>
                      <a:noFill/>
                    </a:lnT>
                    <a:lnB w="12700" cap="flat" cmpd="sng" algn="ctr">
                      <a:solidFill>
                        <a:srgbClr val="000000"/>
                      </a:solidFill>
                      <a:prstDash val="dash"/>
                      <a:round/>
                      <a:headEnd type="none" w="med" len="med"/>
                      <a:tailEnd type="none" w="med" len="med"/>
                    </a:lnB>
                    <a:solidFill>
                      <a:srgbClr val="FEE1E1"/>
                    </a:solidFill>
                  </a:tcPr>
                </a:tc>
                <a:tc>
                  <a:txBody>
                    <a:bodyPr/>
                    <a:lstStyle/>
                    <a:p>
                      <a:pPr algn="ctr" fontAlgn="b">
                        <a:buNone/>
                      </a:pPr>
                      <a:r>
                        <a:rPr lang="pt-BR" sz="900" b="1" i="0" u="none" strike="noStrike">
                          <a:solidFill>
                            <a:srgbClr val="000000"/>
                          </a:solidFill>
                          <a:effectLst/>
                          <a:latin typeface="Roboto Light" panose="02000000000000000000" pitchFamily="2" charset="0"/>
                        </a:rPr>
                        <a:t>-1.3%</a:t>
                      </a:r>
                    </a:p>
                  </a:txBody>
                  <a:tcPr marL="5151" marR="5151" marT="5151" marB="0" anchor="b">
                    <a:lnL>
                      <a:noFill/>
                    </a:lnL>
                    <a:lnR>
                      <a:noFill/>
                    </a:lnR>
                    <a:lnT>
                      <a:noFill/>
                    </a:lnT>
                    <a:lnB w="12700" cap="flat" cmpd="sng" algn="ctr">
                      <a:solidFill>
                        <a:srgbClr val="000000"/>
                      </a:solidFill>
                      <a:prstDash val="dash"/>
                      <a:round/>
                      <a:headEnd type="none" w="med" len="med"/>
                      <a:tailEnd type="none" w="med" len="med"/>
                    </a:lnB>
                    <a:solidFill>
                      <a:srgbClr val="FEF2F3"/>
                    </a:solidFill>
                  </a:tcPr>
                </a:tc>
                <a:tc>
                  <a:txBody>
                    <a:bodyPr/>
                    <a:lstStyle/>
                    <a:p>
                      <a:pPr algn="ctr" fontAlgn="b">
                        <a:buNone/>
                      </a:pPr>
                      <a:r>
                        <a:rPr lang="pt-BR" sz="900" b="1" i="0" u="none" strike="noStrike" dirty="0">
                          <a:solidFill>
                            <a:srgbClr val="000000"/>
                          </a:solidFill>
                          <a:effectLst/>
                          <a:latin typeface="Roboto Light" panose="02000000000000000000" pitchFamily="2" charset="0"/>
                        </a:rPr>
                        <a:t>3.7%</a:t>
                      </a:r>
                    </a:p>
                  </a:txBody>
                  <a:tcPr marL="5151" marR="5151" marT="5151" marB="0" anchor="b">
                    <a:lnL>
                      <a:noFill/>
                    </a:lnL>
                    <a:lnR w="12700" cap="flat" cmpd="sng" algn="ctr">
                      <a:solidFill>
                        <a:srgbClr val="000000"/>
                      </a:solidFill>
                      <a:prstDash val="dash"/>
                      <a:round/>
                      <a:headEnd type="none" w="med" len="med"/>
                      <a:tailEnd type="none" w="med" len="med"/>
                    </a:lnR>
                    <a:lnT>
                      <a:noFill/>
                    </a:lnT>
                    <a:lnB w="12700" cap="flat" cmpd="sng" algn="ctr">
                      <a:solidFill>
                        <a:srgbClr val="000000"/>
                      </a:solidFill>
                      <a:prstDash val="dash"/>
                      <a:round/>
                      <a:headEnd type="none" w="med" len="med"/>
                      <a:tailEnd type="none" w="med" len="med"/>
                    </a:lnB>
                    <a:solidFill>
                      <a:srgbClr val="D8EFDE"/>
                    </a:solidFill>
                  </a:tcPr>
                </a:tc>
                <a:extLst>
                  <a:ext uri="{0D108BD9-81ED-4DB2-BD59-A6C34878D82A}">
                    <a16:rowId xmlns:a16="http://schemas.microsoft.com/office/drawing/2014/main" val="4219507970"/>
                  </a:ext>
                </a:extLst>
              </a:tr>
            </a:tbl>
          </a:graphicData>
        </a:graphic>
      </p:graphicFrame>
    </p:spTree>
    <p:extLst>
      <p:ext uri="{BB962C8B-B14F-4D97-AF65-F5344CB8AC3E}">
        <p14:creationId xmlns:p14="http://schemas.microsoft.com/office/powerpoint/2010/main" val="4780285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B9ACD-1A78-C7B1-F642-1B0CF806220F}"/>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93DEFA00-3DCF-15E7-C031-F3EA0238FFF7}"/>
              </a:ext>
            </a:extLst>
          </p:cNvPr>
          <p:cNvSpPr>
            <a:spLocks noGrp="1"/>
          </p:cNvSpPr>
          <p:nvPr>
            <p:ph type="body" sz="quarter" idx="20"/>
          </p:nvPr>
        </p:nvSpPr>
        <p:spPr>
          <a:xfrm>
            <a:off x="382829" y="1497013"/>
            <a:ext cx="2923563" cy="4097134"/>
          </a:xfrm>
          <a:noFill/>
        </p:spPr>
        <p:txBody>
          <a:bodyPr/>
          <a:lstStyle/>
          <a:p>
            <a:pPr fontAlgn="t">
              <a:lnSpc>
                <a:spcPct val="122000"/>
              </a:lnSpc>
            </a:pPr>
            <a:r>
              <a:rPr lang="en-US" b="0" dirty="0">
                <a:solidFill>
                  <a:schemeClr val="tx1"/>
                </a:solidFill>
              </a:rPr>
              <a:t>Looking at factor performance in September, we highlight:</a:t>
            </a:r>
          </a:p>
          <a:p>
            <a:pPr marL="228600" indent="-228600" fontAlgn="t">
              <a:lnSpc>
                <a:spcPct val="122000"/>
              </a:lnSpc>
              <a:buFont typeface="+mj-lt"/>
              <a:buAutoNum type="arabicPeriod"/>
            </a:pPr>
            <a:r>
              <a:rPr lang="en-US" b="1" dirty="0">
                <a:solidFill>
                  <a:schemeClr val="tx1"/>
                </a:solidFill>
              </a:rPr>
              <a:t>Value (+4.2%).</a:t>
            </a:r>
            <a:r>
              <a:rPr lang="en-US" b="0" dirty="0">
                <a:solidFill>
                  <a:schemeClr val="tx1"/>
                </a:solidFill>
              </a:rPr>
              <a:t> Low-valuation stocks outperformed high-valuation names (+5.3% vs. +1.1% for our Low and High Valuation baskets).</a:t>
            </a:r>
          </a:p>
          <a:p>
            <a:pPr marL="228600" indent="-228600" fontAlgn="t">
              <a:lnSpc>
                <a:spcPct val="122000"/>
              </a:lnSpc>
              <a:buFont typeface="+mj-lt"/>
              <a:buAutoNum type="arabicPeriod"/>
            </a:pPr>
            <a:r>
              <a:rPr lang="en-US" b="1" dirty="0">
                <a:solidFill>
                  <a:schemeClr val="tx1"/>
                </a:solidFill>
              </a:rPr>
              <a:t>Momentum (-4.9%).</a:t>
            </a:r>
            <a:r>
              <a:rPr lang="en-US" b="0" dirty="0">
                <a:solidFill>
                  <a:schemeClr val="tx1"/>
                </a:solidFill>
              </a:rPr>
              <a:t> The worst factor in September, as past losers rebounded (Low Momentum basket +6.3% vs. +1.4% for High Momentum). Low Risk (-3.4%) also retreated, but remains the best-performing factor year-to-date (+39.1%).</a:t>
            </a:r>
          </a:p>
          <a:p>
            <a:pPr fontAlgn="t">
              <a:lnSpc>
                <a:spcPct val="122000"/>
              </a:lnSpc>
            </a:pPr>
            <a:r>
              <a:rPr lang="en-US" b="0" dirty="0">
                <a:solidFill>
                  <a:schemeClr val="tx1"/>
                </a:solidFill>
              </a:rPr>
              <a:t>Turning to our proprietary baskets, </a:t>
            </a:r>
            <a:r>
              <a:rPr lang="en-US" b="1" dirty="0">
                <a:solidFill>
                  <a:schemeClr val="tx1"/>
                </a:solidFill>
              </a:rPr>
              <a:t>Upside Sell-Side Revisions</a:t>
            </a:r>
            <a:r>
              <a:rPr lang="en-US" b="0" dirty="0">
                <a:solidFill>
                  <a:schemeClr val="tx1"/>
                </a:solidFill>
              </a:rPr>
              <a:t>, </a:t>
            </a:r>
            <a:r>
              <a:rPr lang="en-US" b="1" dirty="0">
                <a:solidFill>
                  <a:schemeClr val="tx1"/>
                </a:solidFill>
              </a:rPr>
              <a:t>Low USD Exposure </a:t>
            </a:r>
            <a:r>
              <a:rPr lang="en-US" b="0" dirty="0">
                <a:solidFill>
                  <a:schemeClr val="tx1"/>
                </a:solidFill>
              </a:rPr>
              <a:t>and </a:t>
            </a:r>
            <a:r>
              <a:rPr lang="en-US" b="1" dirty="0">
                <a:solidFill>
                  <a:schemeClr val="tx1"/>
                </a:solidFill>
              </a:rPr>
              <a:t>High Leverage </a:t>
            </a:r>
            <a:r>
              <a:rPr lang="en-US" b="0" dirty="0">
                <a:solidFill>
                  <a:schemeClr val="tx1"/>
                </a:solidFill>
              </a:rPr>
              <a:t>led in September, while </a:t>
            </a:r>
            <a:r>
              <a:rPr lang="en-US" b="1" dirty="0">
                <a:solidFill>
                  <a:schemeClr val="tx1"/>
                </a:solidFill>
              </a:rPr>
              <a:t>High USD Exposure </a:t>
            </a:r>
            <a:r>
              <a:rPr lang="en-US" b="0" dirty="0">
                <a:solidFill>
                  <a:schemeClr val="tx1"/>
                </a:solidFill>
              </a:rPr>
              <a:t>was the only basket to decline. Year-to-date, </a:t>
            </a:r>
            <a:r>
              <a:rPr lang="en-US" b="1" dirty="0">
                <a:solidFill>
                  <a:schemeClr val="tx1"/>
                </a:solidFill>
              </a:rPr>
              <a:t>Fiscal Deterioration</a:t>
            </a:r>
            <a:r>
              <a:rPr lang="en-US" b="0" dirty="0">
                <a:solidFill>
                  <a:schemeClr val="tx1"/>
                </a:solidFill>
              </a:rPr>
              <a:t> remains the top performer (+32.0%) and </a:t>
            </a:r>
            <a:r>
              <a:rPr lang="en-US" b="1" dirty="0">
                <a:solidFill>
                  <a:schemeClr val="tx1"/>
                </a:solidFill>
              </a:rPr>
              <a:t>High Risk </a:t>
            </a:r>
            <a:r>
              <a:rPr lang="en-US" b="0" dirty="0">
                <a:solidFill>
                  <a:schemeClr val="tx1"/>
                </a:solidFill>
              </a:rPr>
              <a:t>the weakest (-26.3%).</a:t>
            </a:r>
            <a:endParaRPr lang="pt-BR" dirty="0">
              <a:solidFill>
                <a:schemeClr val="tx1"/>
              </a:solidFill>
            </a:endParaRPr>
          </a:p>
        </p:txBody>
      </p:sp>
      <p:sp>
        <p:nvSpPr>
          <p:cNvPr id="40" name="Content Placeholder 39">
            <a:extLst>
              <a:ext uri="{FF2B5EF4-FFF2-40B4-BE49-F238E27FC236}">
                <a16:creationId xmlns:a16="http://schemas.microsoft.com/office/drawing/2014/main" id="{AE402E89-6940-775B-69D7-D024545C18D7}"/>
              </a:ext>
            </a:extLst>
          </p:cNvPr>
          <p:cNvSpPr>
            <a:spLocks noGrp="1"/>
          </p:cNvSpPr>
          <p:nvPr>
            <p:ph sz="quarter" idx="27"/>
          </p:nvPr>
        </p:nvSpPr>
        <p:spPr>
          <a:xfrm>
            <a:off x="382829" y="5675724"/>
            <a:ext cx="6119679" cy="230832"/>
          </a:xfrm>
        </p:spPr>
        <p:txBody>
          <a:bodyPr/>
          <a:lstStyle/>
          <a:p>
            <a:r>
              <a:rPr lang="en-US" noProof="0" dirty="0"/>
              <a:t>Table 2: XP proprietary baskets performance </a:t>
            </a:r>
          </a:p>
        </p:txBody>
      </p:sp>
      <p:sp>
        <p:nvSpPr>
          <p:cNvPr id="11" name="Text Placeholder 10">
            <a:extLst>
              <a:ext uri="{FF2B5EF4-FFF2-40B4-BE49-F238E27FC236}">
                <a16:creationId xmlns:a16="http://schemas.microsoft.com/office/drawing/2014/main" id="{AA48B78A-98D7-1EFA-9887-104565924EF0}"/>
              </a:ext>
            </a:extLst>
          </p:cNvPr>
          <p:cNvSpPr>
            <a:spLocks noGrp="1"/>
          </p:cNvSpPr>
          <p:nvPr>
            <p:ph type="body" sz="quarter" idx="16"/>
          </p:nvPr>
        </p:nvSpPr>
        <p:spPr/>
        <p:txBody>
          <a:bodyPr/>
          <a:lstStyle/>
          <a:p>
            <a:r>
              <a:rPr lang="en-US" noProof="0" dirty="0"/>
              <a:t>XP Ray of Brazil</a:t>
            </a:r>
          </a:p>
        </p:txBody>
      </p:sp>
      <p:sp>
        <p:nvSpPr>
          <p:cNvPr id="12" name="Text Placeholder 11">
            <a:extLst>
              <a:ext uri="{FF2B5EF4-FFF2-40B4-BE49-F238E27FC236}">
                <a16:creationId xmlns:a16="http://schemas.microsoft.com/office/drawing/2014/main" id="{E56CC114-2D34-34ED-229E-6DBDE10E6FF7}"/>
              </a:ext>
            </a:extLst>
          </p:cNvPr>
          <p:cNvSpPr>
            <a:spLocks noGrp="1"/>
          </p:cNvSpPr>
          <p:nvPr>
            <p:ph type="body" sz="quarter" idx="17"/>
          </p:nvPr>
        </p:nvSpPr>
        <p:spPr/>
        <p:txBody>
          <a:bodyPr/>
          <a:lstStyle/>
          <a:p>
            <a:r>
              <a:rPr lang="en-US" dirty="0">
                <a:solidFill>
                  <a:schemeClr val="tx1"/>
                </a:solidFill>
              </a:rPr>
              <a:t>Factor and Baskets Performance</a:t>
            </a:r>
            <a:endParaRPr lang="en-US" noProof="0" dirty="0">
              <a:solidFill>
                <a:schemeClr val="tx1"/>
              </a:solidFill>
            </a:endParaRPr>
          </a:p>
        </p:txBody>
      </p:sp>
      <p:sp>
        <p:nvSpPr>
          <p:cNvPr id="13" name="Text Placeholder 12">
            <a:extLst>
              <a:ext uri="{FF2B5EF4-FFF2-40B4-BE49-F238E27FC236}">
                <a16:creationId xmlns:a16="http://schemas.microsoft.com/office/drawing/2014/main" id="{7A15FC29-3C7B-A795-0FA3-C517455DD736}"/>
              </a:ext>
            </a:extLst>
          </p:cNvPr>
          <p:cNvSpPr>
            <a:spLocks noGrp="1"/>
          </p:cNvSpPr>
          <p:nvPr>
            <p:ph type="body" sz="quarter" idx="29"/>
          </p:nvPr>
        </p:nvSpPr>
        <p:spPr/>
        <p:txBody>
          <a:bodyPr/>
          <a:lstStyle/>
          <a:p>
            <a:r>
              <a:rPr lang="en-US" b="0" noProof="0" dirty="0">
                <a:latin typeface="Roboto"/>
                <a:ea typeface="Roboto"/>
                <a:cs typeface="Roboto"/>
              </a:rPr>
              <a:t>Source: Economatica, XP Research. Data as of 09/25/2026.</a:t>
            </a:r>
          </a:p>
        </p:txBody>
      </p:sp>
      <p:sp>
        <p:nvSpPr>
          <p:cNvPr id="14" name="Date Placeholder 13">
            <a:extLst>
              <a:ext uri="{FF2B5EF4-FFF2-40B4-BE49-F238E27FC236}">
                <a16:creationId xmlns:a16="http://schemas.microsoft.com/office/drawing/2014/main" id="{6093F851-6884-BE5E-4E02-1D3A4FB2A02A}"/>
              </a:ext>
            </a:extLst>
          </p:cNvPr>
          <p:cNvSpPr>
            <a:spLocks noGrp="1"/>
          </p:cNvSpPr>
          <p:nvPr>
            <p:ph type="dt" sz="half" idx="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F8FDB27-2793-4B20-B708-7BBAA783BACB}" type="datetime4">
              <a:rPr kumimoji="0" lang="en-US" sz="1200" b="0" i="0" u="none" strike="noStrike" kern="1200" cap="none" spc="0" normalizeH="0" baseline="0" noProof="0" smtClean="0">
                <a:ln>
                  <a:noFill/>
                </a:ln>
                <a:solidFill>
                  <a:srgbClr val="74797C"/>
                </a:solidFill>
                <a:effectLst/>
                <a:uLnTx/>
                <a:uFillTx/>
                <a:latin typeface="Roboto Light" panose="02000000000000000000" pitchFamily="2" charset="0"/>
                <a:ea typeface="Roboto Light" panose="02000000000000000000" pitchFamily="2" charset="0"/>
                <a:cs typeface="Roboto Light" panose="02000000000000000000" pitchFamily="2" charset="0"/>
              </a:rPr>
              <a:t>September 28, 2026</a:t>
            </a:fld>
            <a:endParaRPr kumimoji="0" lang="en-US" sz="1200" b="0" i="0" u="none" strike="noStrike" kern="1200" cap="none" spc="0" normalizeH="0" baseline="0" noProof="0">
              <a:ln>
                <a:noFill/>
              </a:ln>
              <a:solidFill>
                <a:srgbClr val="74797C"/>
              </a:solidFill>
              <a:effectLst/>
              <a:uLnTx/>
              <a:uFillTx/>
              <a:latin typeface="Roboto Light" panose="02000000000000000000" pitchFamily="2" charset="0"/>
              <a:ea typeface="Roboto Light" panose="02000000000000000000" pitchFamily="2" charset="0"/>
              <a:cs typeface="Roboto Light" panose="02000000000000000000" pitchFamily="2" charset="0"/>
            </a:endParaRPr>
          </a:p>
        </p:txBody>
      </p:sp>
      <p:sp>
        <p:nvSpPr>
          <p:cNvPr id="6" name="Content Placeholder 3">
            <a:extLst>
              <a:ext uri="{FF2B5EF4-FFF2-40B4-BE49-F238E27FC236}">
                <a16:creationId xmlns:a16="http://schemas.microsoft.com/office/drawing/2014/main" id="{939B4CCF-D972-DF2E-2880-5050D2ACF067}"/>
              </a:ext>
            </a:extLst>
          </p:cNvPr>
          <p:cNvSpPr txBox="1">
            <a:spLocks/>
          </p:cNvSpPr>
          <p:nvPr/>
        </p:nvSpPr>
        <p:spPr>
          <a:xfrm>
            <a:off x="3560074" y="1560731"/>
            <a:ext cx="2949758" cy="23083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marL="0" indent="0" algn="l" defTabSz="385767" rtl="0" eaLnBrk="1" latinLnBrk="0" hangingPunct="1">
              <a:lnSpc>
                <a:spcPct val="90000"/>
              </a:lnSpc>
              <a:spcBef>
                <a:spcPts val="422"/>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dirty="0"/>
              <a:t>Chart 4: Long/Short factor performance </a:t>
            </a:r>
          </a:p>
        </p:txBody>
      </p:sp>
      <p:graphicFrame>
        <p:nvGraphicFramePr>
          <p:cNvPr id="3" name="Chart 2">
            <a:extLst>
              <a:ext uri="{FF2B5EF4-FFF2-40B4-BE49-F238E27FC236}">
                <a16:creationId xmlns:a16="http://schemas.microsoft.com/office/drawing/2014/main" id="{1040DD03-F7C9-D778-7BDB-4D2AA2E9AB27}"/>
              </a:ext>
            </a:extLst>
          </p:cNvPr>
          <p:cNvGraphicFramePr>
            <a:graphicFrameLocks/>
          </p:cNvGraphicFramePr>
          <p:nvPr>
            <p:extLst>
              <p:ext uri="{D42A27DB-BD31-4B8C-83A1-F6EECF244321}">
                <p14:modId xmlns:p14="http://schemas.microsoft.com/office/powerpoint/2010/main" val="2073329440"/>
              </p:ext>
            </p:extLst>
          </p:nvPr>
        </p:nvGraphicFramePr>
        <p:xfrm>
          <a:off x="3551610" y="1853515"/>
          <a:ext cx="2938088" cy="353716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Table 3">
            <a:extLst>
              <a:ext uri="{FF2B5EF4-FFF2-40B4-BE49-F238E27FC236}">
                <a16:creationId xmlns:a16="http://schemas.microsoft.com/office/drawing/2014/main" id="{3AED8CB2-5E53-58A6-D00F-EBE771ACD30B}"/>
              </a:ext>
            </a:extLst>
          </p:cNvPr>
          <p:cNvGraphicFramePr>
            <a:graphicFrameLocks noGrp="1"/>
          </p:cNvGraphicFramePr>
          <p:nvPr>
            <p:extLst>
              <p:ext uri="{D42A27DB-BD31-4B8C-83A1-F6EECF244321}">
                <p14:modId xmlns:p14="http://schemas.microsoft.com/office/powerpoint/2010/main" val="2216836678"/>
              </p:ext>
            </p:extLst>
          </p:nvPr>
        </p:nvGraphicFramePr>
        <p:xfrm>
          <a:off x="382828" y="5954546"/>
          <a:ext cx="6106868" cy="3520440"/>
        </p:xfrm>
        <a:graphic>
          <a:graphicData uri="http://schemas.openxmlformats.org/drawingml/2006/table">
            <a:tbl>
              <a:tblPr/>
              <a:tblGrid>
                <a:gridCol w="2109144">
                  <a:extLst>
                    <a:ext uri="{9D8B030D-6E8A-4147-A177-3AD203B41FA5}">
                      <a16:colId xmlns:a16="http://schemas.microsoft.com/office/drawing/2014/main" val="3210477919"/>
                    </a:ext>
                  </a:extLst>
                </a:gridCol>
                <a:gridCol w="1998862">
                  <a:extLst>
                    <a:ext uri="{9D8B030D-6E8A-4147-A177-3AD203B41FA5}">
                      <a16:colId xmlns:a16="http://schemas.microsoft.com/office/drawing/2014/main" val="1621263411"/>
                    </a:ext>
                  </a:extLst>
                </a:gridCol>
                <a:gridCol w="1998862">
                  <a:extLst>
                    <a:ext uri="{9D8B030D-6E8A-4147-A177-3AD203B41FA5}">
                      <a16:colId xmlns:a16="http://schemas.microsoft.com/office/drawing/2014/main" val="2373513029"/>
                    </a:ext>
                  </a:extLst>
                </a:gridCol>
              </a:tblGrid>
              <a:tr h="150923">
                <a:tc>
                  <a:txBody>
                    <a:bodyPr/>
                    <a:lstStyle/>
                    <a:p>
                      <a:pPr algn="ctr" fontAlgn="ctr">
                        <a:buNone/>
                      </a:pPr>
                      <a:r>
                        <a:rPr lang="pt-BR" sz="1000" b="1" i="0" u="none" strike="noStrike" dirty="0" err="1">
                          <a:solidFill>
                            <a:srgbClr val="FFFFFF"/>
                          </a:solidFill>
                          <a:effectLst/>
                          <a:latin typeface="Roboto Light" panose="02000000000000000000" pitchFamily="2" charset="0"/>
                        </a:rPr>
                        <a:t>Basket</a:t>
                      </a:r>
                      <a:endParaRPr lang="pt-BR" sz="1000" b="1" i="0" u="none" strike="noStrike" dirty="0">
                        <a:solidFill>
                          <a:srgbClr val="FFFFFF"/>
                        </a:solidFill>
                        <a:effectLst/>
                        <a:latin typeface="Roboto Light" panose="02000000000000000000" pitchFamily="2" charset="0"/>
                      </a:endParaRPr>
                    </a:p>
                  </a:txBody>
                  <a:tcPr marL="7620" marR="7620" marT="7620" marB="0" anchor="ctr">
                    <a:lnL>
                      <a:noFill/>
                    </a:lnL>
                    <a:lnR>
                      <a:noFill/>
                    </a:lnR>
                    <a:lnT>
                      <a:noFill/>
                    </a:lnT>
                    <a:lnB>
                      <a:noFill/>
                    </a:lnB>
                    <a:solidFill>
                      <a:srgbClr val="1F2F44"/>
                    </a:solidFill>
                  </a:tcPr>
                </a:tc>
                <a:tc>
                  <a:txBody>
                    <a:bodyPr/>
                    <a:lstStyle/>
                    <a:p>
                      <a:pPr algn="ctr" fontAlgn="ctr">
                        <a:buNone/>
                      </a:pPr>
                      <a:r>
                        <a:rPr lang="pt-BR" sz="1000" b="1" i="0" u="none" strike="noStrike">
                          <a:solidFill>
                            <a:srgbClr val="FFFFFF"/>
                          </a:solidFill>
                          <a:effectLst/>
                          <a:latin typeface="Roboto Light" panose="02000000000000000000" pitchFamily="2" charset="0"/>
                        </a:rPr>
                        <a:t>MTD Performance </a:t>
                      </a:r>
                    </a:p>
                  </a:txBody>
                  <a:tcPr marL="7620" marR="7620" marT="7620" marB="0" anchor="ctr">
                    <a:lnL>
                      <a:noFill/>
                    </a:lnL>
                    <a:lnR>
                      <a:noFill/>
                    </a:lnR>
                    <a:lnT>
                      <a:noFill/>
                    </a:lnT>
                    <a:lnB>
                      <a:noFill/>
                    </a:lnB>
                    <a:solidFill>
                      <a:srgbClr val="1F2F44"/>
                    </a:solidFill>
                  </a:tcPr>
                </a:tc>
                <a:tc>
                  <a:txBody>
                    <a:bodyPr/>
                    <a:lstStyle/>
                    <a:p>
                      <a:pPr algn="ctr" fontAlgn="ctr">
                        <a:buNone/>
                      </a:pPr>
                      <a:r>
                        <a:rPr lang="pt-BR" sz="1000" b="1" i="0" u="none" strike="noStrike">
                          <a:solidFill>
                            <a:srgbClr val="FFFFFF"/>
                          </a:solidFill>
                          <a:effectLst/>
                          <a:latin typeface="Roboto Light" panose="02000000000000000000" pitchFamily="2" charset="0"/>
                        </a:rPr>
                        <a:t>YTD Performance</a:t>
                      </a:r>
                    </a:p>
                  </a:txBody>
                  <a:tcPr marL="7620" marR="7620" marT="7620" marB="0" anchor="ctr">
                    <a:lnL>
                      <a:noFill/>
                    </a:lnL>
                    <a:lnR>
                      <a:noFill/>
                    </a:lnR>
                    <a:lnT>
                      <a:noFill/>
                    </a:lnT>
                    <a:lnB>
                      <a:noFill/>
                    </a:lnB>
                    <a:solidFill>
                      <a:srgbClr val="1F2F44"/>
                    </a:solidFill>
                  </a:tcPr>
                </a:tc>
                <a:extLst>
                  <a:ext uri="{0D108BD9-81ED-4DB2-BD59-A6C34878D82A}">
                    <a16:rowId xmlns:a16="http://schemas.microsoft.com/office/drawing/2014/main" val="1777222750"/>
                  </a:ext>
                </a:extLst>
              </a:tr>
              <a:tr h="150923">
                <a:tc>
                  <a:txBody>
                    <a:bodyPr/>
                    <a:lstStyle/>
                    <a:p>
                      <a:pPr algn="ctr" rtl="0" fontAlgn="ctr">
                        <a:buNone/>
                      </a:pPr>
                      <a:r>
                        <a:rPr lang="pt-BR" sz="1000" b="0" i="0" u="none" strike="noStrike">
                          <a:solidFill>
                            <a:srgbClr val="000000"/>
                          </a:solidFill>
                          <a:effectLst/>
                          <a:latin typeface="Roboto Light" panose="02000000000000000000" pitchFamily="2" charset="0"/>
                        </a:rPr>
                        <a:t>Upside Sell-Side Revisions</a:t>
                      </a:r>
                    </a:p>
                  </a:txBody>
                  <a:tcPr marL="7620" marR="7620" marT="7620" marB="0" anchor="ctr">
                    <a:lnL>
                      <a:noFill/>
                    </a:lnL>
                    <a:lnR>
                      <a:noFill/>
                    </a:lnR>
                    <a:lnT>
                      <a:noFill/>
                    </a:lnT>
                    <a:lnB>
                      <a:noFill/>
                    </a:lnB>
                    <a:solidFill>
                      <a:srgbClr val="F2F2F2"/>
                    </a:solidFill>
                  </a:tcPr>
                </a:tc>
                <a:tc>
                  <a:txBody>
                    <a:bodyPr/>
                    <a:lstStyle/>
                    <a:p>
                      <a:pPr algn="ctr" fontAlgn="ctr">
                        <a:buNone/>
                      </a:pPr>
                      <a:r>
                        <a:rPr lang="pt-BR" sz="1000" b="0" i="0" u="none" strike="noStrike">
                          <a:solidFill>
                            <a:srgbClr val="000000"/>
                          </a:solidFill>
                          <a:effectLst/>
                          <a:latin typeface="Roboto Light" panose="02000000000000000000" pitchFamily="2" charset="0"/>
                        </a:rPr>
                        <a:t>8.7%</a:t>
                      </a:r>
                    </a:p>
                  </a:txBody>
                  <a:tcPr marL="7620" marR="7620" marT="7620" marB="0" anchor="ctr">
                    <a:lnL>
                      <a:noFill/>
                    </a:lnL>
                    <a:lnR>
                      <a:noFill/>
                    </a:lnR>
                    <a:lnT>
                      <a:noFill/>
                    </a:lnT>
                    <a:lnB>
                      <a:noFill/>
                    </a:lnB>
                    <a:solidFill>
                      <a:srgbClr val="F2F2F2"/>
                    </a:solidFill>
                  </a:tcPr>
                </a:tc>
                <a:tc>
                  <a:txBody>
                    <a:bodyPr/>
                    <a:lstStyle/>
                    <a:p>
                      <a:pPr algn="ctr" fontAlgn="ctr">
                        <a:buNone/>
                      </a:pPr>
                      <a:r>
                        <a:rPr lang="pt-BR" sz="1000" b="0" i="0" u="none" strike="noStrike">
                          <a:solidFill>
                            <a:srgbClr val="000000"/>
                          </a:solidFill>
                          <a:effectLst/>
                          <a:latin typeface="Roboto Light" panose="02000000000000000000" pitchFamily="2" charset="0"/>
                        </a:rPr>
                        <a:t>0.9%</a:t>
                      </a:r>
                    </a:p>
                  </a:txBody>
                  <a:tcPr marL="7620" marR="7620" marT="7620" marB="0" anchor="ctr">
                    <a:lnL>
                      <a:noFill/>
                    </a:lnL>
                    <a:lnR>
                      <a:noFill/>
                    </a:lnR>
                    <a:lnT>
                      <a:noFill/>
                    </a:lnT>
                    <a:lnB>
                      <a:noFill/>
                    </a:lnB>
                    <a:solidFill>
                      <a:srgbClr val="F2F2F2"/>
                    </a:solidFill>
                  </a:tcPr>
                </a:tc>
                <a:extLst>
                  <a:ext uri="{0D108BD9-81ED-4DB2-BD59-A6C34878D82A}">
                    <a16:rowId xmlns:a16="http://schemas.microsoft.com/office/drawing/2014/main" val="1203897567"/>
                  </a:ext>
                </a:extLst>
              </a:tr>
              <a:tr h="150923">
                <a:tc>
                  <a:txBody>
                    <a:bodyPr/>
                    <a:lstStyle/>
                    <a:p>
                      <a:pPr algn="ctr" rtl="0" fontAlgn="ctr">
                        <a:buNone/>
                      </a:pPr>
                      <a:r>
                        <a:rPr lang="pt-BR" sz="1000" b="0" i="0" u="none" strike="noStrike">
                          <a:solidFill>
                            <a:srgbClr val="000000"/>
                          </a:solidFill>
                          <a:effectLst/>
                          <a:latin typeface="Roboto Light" panose="02000000000000000000" pitchFamily="2" charset="0"/>
                        </a:rPr>
                        <a:t>Low USD Exposure</a:t>
                      </a:r>
                    </a:p>
                  </a:txBody>
                  <a:tcPr marL="7620" marR="7620" marT="7620" marB="0" anchor="ctr">
                    <a:lnL>
                      <a:noFill/>
                    </a:lnL>
                    <a:lnR>
                      <a:noFill/>
                    </a:lnR>
                    <a:lnT>
                      <a:noFill/>
                    </a:lnT>
                    <a:lnB>
                      <a:noFill/>
                    </a:lnB>
                    <a:noFill/>
                  </a:tcPr>
                </a:tc>
                <a:tc>
                  <a:txBody>
                    <a:bodyPr/>
                    <a:lstStyle/>
                    <a:p>
                      <a:pPr algn="ctr" fontAlgn="ctr">
                        <a:buNone/>
                      </a:pPr>
                      <a:r>
                        <a:rPr lang="pt-BR" sz="1000" b="0" i="0" u="none" strike="noStrike">
                          <a:solidFill>
                            <a:srgbClr val="000000"/>
                          </a:solidFill>
                          <a:effectLst/>
                          <a:latin typeface="Roboto Light" panose="02000000000000000000" pitchFamily="2" charset="0"/>
                        </a:rPr>
                        <a:t>8.4%</a:t>
                      </a:r>
                    </a:p>
                  </a:txBody>
                  <a:tcPr marL="7620" marR="7620" marT="7620" marB="0" anchor="ctr">
                    <a:lnL>
                      <a:noFill/>
                    </a:lnL>
                    <a:lnR>
                      <a:noFill/>
                    </a:lnR>
                    <a:lnT>
                      <a:noFill/>
                    </a:lnT>
                    <a:lnB>
                      <a:noFill/>
                    </a:lnB>
                    <a:noFill/>
                  </a:tcPr>
                </a:tc>
                <a:tc>
                  <a:txBody>
                    <a:bodyPr/>
                    <a:lstStyle/>
                    <a:p>
                      <a:pPr algn="ctr" fontAlgn="ctr">
                        <a:buNone/>
                      </a:pPr>
                      <a:r>
                        <a:rPr lang="pt-BR" sz="1000" b="0" i="0" u="none" strike="noStrike">
                          <a:solidFill>
                            <a:srgbClr val="000000"/>
                          </a:solidFill>
                          <a:effectLst/>
                          <a:latin typeface="Roboto Light" panose="02000000000000000000" pitchFamily="2" charset="0"/>
                        </a:rPr>
                        <a:t>7.1%</a:t>
                      </a:r>
                    </a:p>
                  </a:txBody>
                  <a:tcPr marL="7620" marR="7620" marT="7620" marB="0" anchor="ctr">
                    <a:lnL>
                      <a:noFill/>
                    </a:lnL>
                    <a:lnR>
                      <a:noFill/>
                    </a:lnR>
                    <a:lnT>
                      <a:noFill/>
                    </a:lnT>
                    <a:lnB>
                      <a:noFill/>
                    </a:lnB>
                    <a:noFill/>
                  </a:tcPr>
                </a:tc>
                <a:extLst>
                  <a:ext uri="{0D108BD9-81ED-4DB2-BD59-A6C34878D82A}">
                    <a16:rowId xmlns:a16="http://schemas.microsoft.com/office/drawing/2014/main" val="523745240"/>
                  </a:ext>
                </a:extLst>
              </a:tr>
              <a:tr h="150923">
                <a:tc>
                  <a:txBody>
                    <a:bodyPr/>
                    <a:lstStyle/>
                    <a:p>
                      <a:pPr algn="ctr" rtl="0" fontAlgn="ctr">
                        <a:buNone/>
                      </a:pPr>
                      <a:r>
                        <a:rPr lang="pt-BR" sz="1000" b="0" i="0" u="none" strike="noStrike">
                          <a:solidFill>
                            <a:srgbClr val="000000"/>
                          </a:solidFill>
                          <a:effectLst/>
                          <a:latin typeface="Roboto Light" panose="02000000000000000000" pitchFamily="2" charset="0"/>
                        </a:rPr>
                        <a:t>High Leverage</a:t>
                      </a:r>
                    </a:p>
                  </a:txBody>
                  <a:tcPr marL="7620" marR="7620" marT="7620" marB="0" anchor="ctr">
                    <a:lnL>
                      <a:noFill/>
                    </a:lnL>
                    <a:lnR>
                      <a:noFill/>
                    </a:lnR>
                    <a:lnT>
                      <a:noFill/>
                    </a:lnT>
                    <a:lnB>
                      <a:noFill/>
                    </a:lnB>
                    <a:solidFill>
                      <a:srgbClr val="F2F2F2"/>
                    </a:solidFill>
                  </a:tcPr>
                </a:tc>
                <a:tc>
                  <a:txBody>
                    <a:bodyPr/>
                    <a:lstStyle/>
                    <a:p>
                      <a:pPr algn="ctr" fontAlgn="ctr">
                        <a:buNone/>
                      </a:pPr>
                      <a:r>
                        <a:rPr lang="pt-BR" sz="1000" b="0" i="0" u="none" strike="noStrike">
                          <a:solidFill>
                            <a:srgbClr val="000000"/>
                          </a:solidFill>
                          <a:effectLst/>
                          <a:latin typeface="Roboto Light" panose="02000000000000000000" pitchFamily="2" charset="0"/>
                        </a:rPr>
                        <a:t>8.3%</a:t>
                      </a:r>
                    </a:p>
                  </a:txBody>
                  <a:tcPr marL="7620" marR="7620" marT="7620" marB="0" anchor="ctr">
                    <a:lnL>
                      <a:noFill/>
                    </a:lnL>
                    <a:lnR>
                      <a:noFill/>
                    </a:lnR>
                    <a:lnT>
                      <a:noFill/>
                    </a:lnT>
                    <a:lnB>
                      <a:noFill/>
                    </a:lnB>
                    <a:solidFill>
                      <a:srgbClr val="F2F2F2"/>
                    </a:solidFill>
                  </a:tcPr>
                </a:tc>
                <a:tc>
                  <a:txBody>
                    <a:bodyPr/>
                    <a:lstStyle/>
                    <a:p>
                      <a:pPr algn="ctr" fontAlgn="ctr">
                        <a:buNone/>
                      </a:pPr>
                      <a:r>
                        <a:rPr lang="pt-BR" sz="1000" b="0" i="0" u="none" strike="noStrike">
                          <a:solidFill>
                            <a:srgbClr val="000000"/>
                          </a:solidFill>
                          <a:effectLst/>
                          <a:latin typeface="Roboto Light" panose="02000000000000000000" pitchFamily="2" charset="0"/>
                        </a:rPr>
                        <a:t>-14.4%</a:t>
                      </a:r>
                    </a:p>
                  </a:txBody>
                  <a:tcPr marL="7620" marR="7620" marT="7620" marB="0" anchor="ctr">
                    <a:lnL>
                      <a:noFill/>
                    </a:lnL>
                    <a:lnR>
                      <a:noFill/>
                    </a:lnR>
                    <a:lnT>
                      <a:noFill/>
                    </a:lnT>
                    <a:lnB>
                      <a:noFill/>
                    </a:lnB>
                    <a:solidFill>
                      <a:srgbClr val="F2F2F2"/>
                    </a:solidFill>
                  </a:tcPr>
                </a:tc>
                <a:extLst>
                  <a:ext uri="{0D108BD9-81ED-4DB2-BD59-A6C34878D82A}">
                    <a16:rowId xmlns:a16="http://schemas.microsoft.com/office/drawing/2014/main" val="1766441045"/>
                  </a:ext>
                </a:extLst>
              </a:tr>
              <a:tr h="150923">
                <a:tc>
                  <a:txBody>
                    <a:bodyPr/>
                    <a:lstStyle/>
                    <a:p>
                      <a:pPr algn="ctr" rtl="0" fontAlgn="ctr">
                        <a:buNone/>
                      </a:pPr>
                      <a:r>
                        <a:rPr lang="pt-BR" sz="1000" b="0" i="0" u="none" strike="noStrike">
                          <a:solidFill>
                            <a:srgbClr val="000000"/>
                          </a:solidFill>
                          <a:effectLst/>
                          <a:latin typeface="Roboto Light" panose="02000000000000000000" pitchFamily="2" charset="0"/>
                        </a:rPr>
                        <a:t>Alternative Policy</a:t>
                      </a:r>
                    </a:p>
                  </a:txBody>
                  <a:tcPr marL="7620" marR="7620" marT="7620" marB="0" anchor="ctr">
                    <a:lnL>
                      <a:noFill/>
                    </a:lnL>
                    <a:lnR>
                      <a:noFill/>
                    </a:lnR>
                    <a:lnT>
                      <a:noFill/>
                    </a:lnT>
                    <a:lnB>
                      <a:noFill/>
                    </a:lnB>
                    <a:noFill/>
                  </a:tcPr>
                </a:tc>
                <a:tc>
                  <a:txBody>
                    <a:bodyPr/>
                    <a:lstStyle/>
                    <a:p>
                      <a:pPr algn="ctr" fontAlgn="ctr">
                        <a:buNone/>
                      </a:pPr>
                      <a:r>
                        <a:rPr lang="pt-BR" sz="1000" b="0" i="0" u="none" strike="noStrike">
                          <a:solidFill>
                            <a:srgbClr val="000000"/>
                          </a:solidFill>
                          <a:effectLst/>
                          <a:latin typeface="Roboto Light" panose="02000000000000000000" pitchFamily="2" charset="0"/>
                        </a:rPr>
                        <a:t>8.0%</a:t>
                      </a:r>
                    </a:p>
                  </a:txBody>
                  <a:tcPr marL="7620" marR="7620" marT="7620" marB="0" anchor="ctr">
                    <a:lnL>
                      <a:noFill/>
                    </a:lnL>
                    <a:lnR>
                      <a:noFill/>
                    </a:lnR>
                    <a:lnT>
                      <a:noFill/>
                    </a:lnT>
                    <a:lnB>
                      <a:noFill/>
                    </a:lnB>
                    <a:noFill/>
                  </a:tcPr>
                </a:tc>
                <a:tc>
                  <a:txBody>
                    <a:bodyPr/>
                    <a:lstStyle/>
                    <a:p>
                      <a:pPr algn="ctr" fontAlgn="ctr">
                        <a:buNone/>
                      </a:pPr>
                      <a:r>
                        <a:rPr lang="pt-BR" sz="1000" b="0" i="0" u="none" strike="noStrike">
                          <a:solidFill>
                            <a:srgbClr val="000000"/>
                          </a:solidFill>
                          <a:effectLst/>
                          <a:latin typeface="Roboto Light" panose="02000000000000000000" pitchFamily="2" charset="0"/>
                        </a:rPr>
                        <a:t>18.4%</a:t>
                      </a:r>
                    </a:p>
                  </a:txBody>
                  <a:tcPr marL="7620" marR="7620" marT="7620" marB="0" anchor="ctr">
                    <a:lnL>
                      <a:noFill/>
                    </a:lnL>
                    <a:lnR>
                      <a:noFill/>
                    </a:lnR>
                    <a:lnT>
                      <a:noFill/>
                    </a:lnT>
                    <a:lnB>
                      <a:noFill/>
                    </a:lnB>
                    <a:noFill/>
                  </a:tcPr>
                </a:tc>
                <a:extLst>
                  <a:ext uri="{0D108BD9-81ED-4DB2-BD59-A6C34878D82A}">
                    <a16:rowId xmlns:a16="http://schemas.microsoft.com/office/drawing/2014/main" val="1496348474"/>
                  </a:ext>
                </a:extLst>
              </a:tr>
              <a:tr h="150923">
                <a:tc>
                  <a:txBody>
                    <a:bodyPr/>
                    <a:lstStyle/>
                    <a:p>
                      <a:pPr algn="ctr" rtl="0" fontAlgn="ctr">
                        <a:buNone/>
                      </a:pPr>
                      <a:r>
                        <a:rPr lang="pt-BR" sz="1000" b="0" i="0" u="none" strike="noStrike">
                          <a:solidFill>
                            <a:srgbClr val="000000"/>
                          </a:solidFill>
                          <a:effectLst/>
                          <a:latin typeface="Roboto Light" panose="02000000000000000000" pitchFamily="2" charset="0"/>
                        </a:rPr>
                        <a:t>High Risk</a:t>
                      </a:r>
                    </a:p>
                  </a:txBody>
                  <a:tcPr marL="7620" marR="7620" marT="7620" marB="0" anchor="ctr">
                    <a:lnL>
                      <a:noFill/>
                    </a:lnL>
                    <a:lnR>
                      <a:noFill/>
                    </a:lnR>
                    <a:lnT>
                      <a:noFill/>
                    </a:lnT>
                    <a:lnB>
                      <a:noFill/>
                    </a:lnB>
                    <a:solidFill>
                      <a:srgbClr val="F2F2F2"/>
                    </a:solidFill>
                  </a:tcPr>
                </a:tc>
                <a:tc>
                  <a:txBody>
                    <a:bodyPr/>
                    <a:lstStyle/>
                    <a:p>
                      <a:pPr algn="ctr" fontAlgn="ctr">
                        <a:buNone/>
                      </a:pPr>
                      <a:r>
                        <a:rPr lang="pt-BR" sz="1000" b="0" i="0" u="none" strike="noStrike">
                          <a:solidFill>
                            <a:srgbClr val="000000"/>
                          </a:solidFill>
                          <a:effectLst/>
                          <a:latin typeface="Roboto Light" panose="02000000000000000000" pitchFamily="2" charset="0"/>
                        </a:rPr>
                        <a:t>6.3%</a:t>
                      </a:r>
                    </a:p>
                  </a:txBody>
                  <a:tcPr marL="7620" marR="7620" marT="7620" marB="0" anchor="ctr">
                    <a:lnL>
                      <a:noFill/>
                    </a:lnL>
                    <a:lnR>
                      <a:noFill/>
                    </a:lnR>
                    <a:lnT>
                      <a:noFill/>
                    </a:lnT>
                    <a:lnB>
                      <a:noFill/>
                    </a:lnB>
                    <a:solidFill>
                      <a:srgbClr val="F2F2F2"/>
                    </a:solidFill>
                  </a:tcPr>
                </a:tc>
                <a:tc>
                  <a:txBody>
                    <a:bodyPr/>
                    <a:lstStyle/>
                    <a:p>
                      <a:pPr algn="ctr" fontAlgn="ctr">
                        <a:buNone/>
                      </a:pPr>
                      <a:r>
                        <a:rPr lang="pt-BR" sz="1000" b="0" i="0" u="none" strike="noStrike">
                          <a:solidFill>
                            <a:srgbClr val="000000"/>
                          </a:solidFill>
                          <a:effectLst/>
                          <a:latin typeface="Roboto Light" panose="02000000000000000000" pitchFamily="2" charset="0"/>
                        </a:rPr>
                        <a:t>-26.3%</a:t>
                      </a:r>
                    </a:p>
                  </a:txBody>
                  <a:tcPr marL="7620" marR="7620" marT="7620" marB="0" anchor="ctr">
                    <a:lnL>
                      <a:noFill/>
                    </a:lnL>
                    <a:lnR>
                      <a:noFill/>
                    </a:lnR>
                    <a:lnT>
                      <a:noFill/>
                    </a:lnT>
                    <a:lnB>
                      <a:noFill/>
                    </a:lnB>
                    <a:solidFill>
                      <a:srgbClr val="F2F2F2"/>
                    </a:solidFill>
                  </a:tcPr>
                </a:tc>
                <a:extLst>
                  <a:ext uri="{0D108BD9-81ED-4DB2-BD59-A6C34878D82A}">
                    <a16:rowId xmlns:a16="http://schemas.microsoft.com/office/drawing/2014/main" val="2853611388"/>
                  </a:ext>
                </a:extLst>
              </a:tr>
              <a:tr h="150923">
                <a:tc>
                  <a:txBody>
                    <a:bodyPr/>
                    <a:lstStyle/>
                    <a:p>
                      <a:pPr algn="ctr" rtl="0" fontAlgn="ctr">
                        <a:buNone/>
                      </a:pPr>
                      <a:r>
                        <a:rPr lang="pt-BR" sz="1000" b="0" i="0" u="none" strike="noStrike">
                          <a:solidFill>
                            <a:srgbClr val="000000"/>
                          </a:solidFill>
                          <a:effectLst/>
                          <a:latin typeface="Roboto Light" panose="02000000000000000000" pitchFamily="2" charset="0"/>
                        </a:rPr>
                        <a:t>Low Momentum</a:t>
                      </a:r>
                    </a:p>
                  </a:txBody>
                  <a:tcPr marL="7620" marR="7620" marT="7620" marB="0" anchor="ctr">
                    <a:lnL>
                      <a:noFill/>
                    </a:lnL>
                    <a:lnR>
                      <a:noFill/>
                    </a:lnR>
                    <a:lnT>
                      <a:noFill/>
                    </a:lnT>
                    <a:lnB>
                      <a:noFill/>
                    </a:lnB>
                    <a:noFill/>
                  </a:tcPr>
                </a:tc>
                <a:tc>
                  <a:txBody>
                    <a:bodyPr/>
                    <a:lstStyle/>
                    <a:p>
                      <a:pPr algn="ctr" fontAlgn="ctr">
                        <a:buNone/>
                      </a:pPr>
                      <a:r>
                        <a:rPr lang="pt-BR" sz="1000" b="0" i="0" u="none" strike="noStrike">
                          <a:solidFill>
                            <a:srgbClr val="000000"/>
                          </a:solidFill>
                          <a:effectLst/>
                          <a:latin typeface="Roboto Light" panose="02000000000000000000" pitchFamily="2" charset="0"/>
                        </a:rPr>
                        <a:t>6.3%</a:t>
                      </a:r>
                    </a:p>
                  </a:txBody>
                  <a:tcPr marL="7620" marR="7620" marT="7620" marB="0" anchor="ctr">
                    <a:lnL>
                      <a:noFill/>
                    </a:lnL>
                    <a:lnR>
                      <a:noFill/>
                    </a:lnR>
                    <a:lnT>
                      <a:noFill/>
                    </a:lnT>
                    <a:lnB>
                      <a:noFill/>
                    </a:lnB>
                    <a:noFill/>
                  </a:tcPr>
                </a:tc>
                <a:tc>
                  <a:txBody>
                    <a:bodyPr/>
                    <a:lstStyle/>
                    <a:p>
                      <a:pPr algn="ctr" fontAlgn="ctr">
                        <a:buNone/>
                      </a:pPr>
                      <a:r>
                        <a:rPr lang="pt-BR" sz="1000" b="0" i="0" u="none" strike="noStrike">
                          <a:solidFill>
                            <a:srgbClr val="000000"/>
                          </a:solidFill>
                          <a:effectLst/>
                          <a:latin typeface="Roboto Light" panose="02000000000000000000" pitchFamily="2" charset="0"/>
                        </a:rPr>
                        <a:t>-11.8%</a:t>
                      </a:r>
                    </a:p>
                  </a:txBody>
                  <a:tcPr marL="7620" marR="7620" marT="7620" marB="0" anchor="ctr">
                    <a:lnL>
                      <a:noFill/>
                    </a:lnL>
                    <a:lnR>
                      <a:noFill/>
                    </a:lnR>
                    <a:lnT>
                      <a:noFill/>
                    </a:lnT>
                    <a:lnB>
                      <a:noFill/>
                    </a:lnB>
                    <a:noFill/>
                  </a:tcPr>
                </a:tc>
                <a:extLst>
                  <a:ext uri="{0D108BD9-81ED-4DB2-BD59-A6C34878D82A}">
                    <a16:rowId xmlns:a16="http://schemas.microsoft.com/office/drawing/2014/main" val="1634072671"/>
                  </a:ext>
                </a:extLst>
              </a:tr>
              <a:tr h="150923">
                <a:tc>
                  <a:txBody>
                    <a:bodyPr/>
                    <a:lstStyle/>
                    <a:p>
                      <a:pPr algn="ctr" rtl="0" fontAlgn="ctr">
                        <a:buNone/>
                      </a:pPr>
                      <a:r>
                        <a:rPr lang="pt-BR" sz="1000" b="0" i="0" u="none" strike="noStrike">
                          <a:solidFill>
                            <a:srgbClr val="000000"/>
                          </a:solidFill>
                          <a:effectLst/>
                          <a:latin typeface="Roboto Light" panose="02000000000000000000" pitchFamily="2" charset="0"/>
                        </a:rPr>
                        <a:t>High Short Interest</a:t>
                      </a:r>
                    </a:p>
                  </a:txBody>
                  <a:tcPr marL="7620" marR="7620" marT="7620" marB="0" anchor="ctr">
                    <a:lnL>
                      <a:noFill/>
                    </a:lnL>
                    <a:lnR>
                      <a:noFill/>
                    </a:lnR>
                    <a:lnT>
                      <a:noFill/>
                    </a:lnT>
                    <a:lnB>
                      <a:noFill/>
                    </a:lnB>
                    <a:solidFill>
                      <a:srgbClr val="F2F2F2"/>
                    </a:solidFill>
                  </a:tcPr>
                </a:tc>
                <a:tc>
                  <a:txBody>
                    <a:bodyPr/>
                    <a:lstStyle/>
                    <a:p>
                      <a:pPr algn="ctr" fontAlgn="ctr">
                        <a:buNone/>
                      </a:pPr>
                      <a:r>
                        <a:rPr lang="pt-BR" sz="1000" b="0" i="0" u="none" strike="noStrike">
                          <a:solidFill>
                            <a:srgbClr val="000000"/>
                          </a:solidFill>
                          <a:effectLst/>
                          <a:latin typeface="Roboto Light" panose="02000000000000000000" pitchFamily="2" charset="0"/>
                        </a:rPr>
                        <a:t>5.3%</a:t>
                      </a:r>
                    </a:p>
                  </a:txBody>
                  <a:tcPr marL="7620" marR="7620" marT="7620" marB="0" anchor="ctr">
                    <a:lnL>
                      <a:noFill/>
                    </a:lnL>
                    <a:lnR>
                      <a:noFill/>
                    </a:lnR>
                    <a:lnT>
                      <a:noFill/>
                    </a:lnT>
                    <a:lnB>
                      <a:noFill/>
                    </a:lnB>
                    <a:solidFill>
                      <a:srgbClr val="F2F2F2"/>
                    </a:solidFill>
                  </a:tcPr>
                </a:tc>
                <a:tc>
                  <a:txBody>
                    <a:bodyPr/>
                    <a:lstStyle/>
                    <a:p>
                      <a:pPr algn="ctr" fontAlgn="ctr">
                        <a:buNone/>
                      </a:pPr>
                      <a:r>
                        <a:rPr lang="pt-BR" sz="1000" b="0" i="0" u="none" strike="noStrike">
                          <a:solidFill>
                            <a:srgbClr val="000000"/>
                          </a:solidFill>
                          <a:effectLst/>
                          <a:latin typeface="Roboto Light" panose="02000000000000000000" pitchFamily="2" charset="0"/>
                        </a:rPr>
                        <a:t>-0.3%</a:t>
                      </a:r>
                    </a:p>
                  </a:txBody>
                  <a:tcPr marL="7620" marR="7620" marT="7620" marB="0" anchor="ctr">
                    <a:lnL>
                      <a:noFill/>
                    </a:lnL>
                    <a:lnR>
                      <a:noFill/>
                    </a:lnR>
                    <a:lnT>
                      <a:noFill/>
                    </a:lnT>
                    <a:lnB>
                      <a:noFill/>
                    </a:lnB>
                    <a:solidFill>
                      <a:srgbClr val="F2F2F2"/>
                    </a:solidFill>
                  </a:tcPr>
                </a:tc>
                <a:extLst>
                  <a:ext uri="{0D108BD9-81ED-4DB2-BD59-A6C34878D82A}">
                    <a16:rowId xmlns:a16="http://schemas.microsoft.com/office/drawing/2014/main" val="2150365658"/>
                  </a:ext>
                </a:extLst>
              </a:tr>
              <a:tr h="150923">
                <a:tc>
                  <a:txBody>
                    <a:bodyPr/>
                    <a:lstStyle/>
                    <a:p>
                      <a:pPr algn="ctr" rtl="0" fontAlgn="ctr">
                        <a:buNone/>
                      </a:pPr>
                      <a:r>
                        <a:rPr lang="pt-BR" sz="1000" b="0" i="0" u="none" strike="noStrike">
                          <a:solidFill>
                            <a:srgbClr val="000000"/>
                          </a:solidFill>
                          <a:effectLst/>
                          <a:latin typeface="Roboto Light" panose="02000000000000000000" pitchFamily="2" charset="0"/>
                        </a:rPr>
                        <a:t>Low Valuation</a:t>
                      </a:r>
                    </a:p>
                  </a:txBody>
                  <a:tcPr marL="7620" marR="7620" marT="7620" marB="0" anchor="ctr">
                    <a:lnL>
                      <a:noFill/>
                    </a:lnL>
                    <a:lnR>
                      <a:noFill/>
                    </a:lnR>
                    <a:lnT>
                      <a:noFill/>
                    </a:lnT>
                    <a:lnB>
                      <a:noFill/>
                    </a:lnB>
                    <a:noFill/>
                  </a:tcPr>
                </a:tc>
                <a:tc>
                  <a:txBody>
                    <a:bodyPr/>
                    <a:lstStyle/>
                    <a:p>
                      <a:pPr algn="ctr" fontAlgn="ctr">
                        <a:buNone/>
                      </a:pPr>
                      <a:r>
                        <a:rPr lang="pt-BR" sz="1000" b="0" i="0" u="none" strike="noStrike">
                          <a:solidFill>
                            <a:srgbClr val="000000"/>
                          </a:solidFill>
                          <a:effectLst/>
                          <a:latin typeface="Roboto Light" panose="02000000000000000000" pitchFamily="2" charset="0"/>
                        </a:rPr>
                        <a:t>5.3%</a:t>
                      </a:r>
                    </a:p>
                  </a:txBody>
                  <a:tcPr marL="7620" marR="7620" marT="7620" marB="0" anchor="ctr">
                    <a:lnL>
                      <a:noFill/>
                    </a:lnL>
                    <a:lnR>
                      <a:noFill/>
                    </a:lnR>
                    <a:lnT>
                      <a:noFill/>
                    </a:lnT>
                    <a:lnB>
                      <a:noFill/>
                    </a:lnB>
                    <a:noFill/>
                  </a:tcPr>
                </a:tc>
                <a:tc>
                  <a:txBody>
                    <a:bodyPr/>
                    <a:lstStyle/>
                    <a:p>
                      <a:pPr algn="ctr" fontAlgn="ctr">
                        <a:buNone/>
                      </a:pPr>
                      <a:r>
                        <a:rPr lang="pt-BR" sz="1000" b="0" i="0" u="none" strike="noStrike">
                          <a:solidFill>
                            <a:srgbClr val="000000"/>
                          </a:solidFill>
                          <a:effectLst/>
                          <a:latin typeface="Roboto Light" panose="02000000000000000000" pitchFamily="2" charset="0"/>
                        </a:rPr>
                        <a:t>2.0%</a:t>
                      </a:r>
                    </a:p>
                  </a:txBody>
                  <a:tcPr marL="7620" marR="7620" marT="7620" marB="0" anchor="ctr">
                    <a:lnL>
                      <a:noFill/>
                    </a:lnL>
                    <a:lnR>
                      <a:noFill/>
                    </a:lnR>
                    <a:lnT>
                      <a:noFill/>
                    </a:lnT>
                    <a:lnB>
                      <a:noFill/>
                    </a:lnB>
                    <a:noFill/>
                  </a:tcPr>
                </a:tc>
                <a:extLst>
                  <a:ext uri="{0D108BD9-81ED-4DB2-BD59-A6C34878D82A}">
                    <a16:rowId xmlns:a16="http://schemas.microsoft.com/office/drawing/2014/main" val="2388874720"/>
                  </a:ext>
                </a:extLst>
              </a:tr>
              <a:tr h="150923">
                <a:tc>
                  <a:txBody>
                    <a:bodyPr/>
                    <a:lstStyle/>
                    <a:p>
                      <a:pPr algn="ctr" rtl="0" fontAlgn="ctr">
                        <a:buNone/>
                      </a:pPr>
                      <a:r>
                        <a:rPr lang="pt-BR" sz="1000" b="0" i="0" u="none" strike="noStrike">
                          <a:solidFill>
                            <a:srgbClr val="000000"/>
                          </a:solidFill>
                          <a:effectLst/>
                          <a:latin typeface="Roboto Light" panose="02000000000000000000" pitchFamily="2" charset="0"/>
                        </a:rPr>
                        <a:t>Low Quality</a:t>
                      </a:r>
                    </a:p>
                  </a:txBody>
                  <a:tcPr marL="7620" marR="7620" marT="7620" marB="0" anchor="ctr">
                    <a:lnL>
                      <a:noFill/>
                    </a:lnL>
                    <a:lnR>
                      <a:noFill/>
                    </a:lnR>
                    <a:lnT>
                      <a:noFill/>
                    </a:lnT>
                    <a:lnB>
                      <a:noFill/>
                    </a:lnB>
                    <a:solidFill>
                      <a:srgbClr val="F2F2F2"/>
                    </a:solidFill>
                  </a:tcPr>
                </a:tc>
                <a:tc>
                  <a:txBody>
                    <a:bodyPr/>
                    <a:lstStyle/>
                    <a:p>
                      <a:pPr algn="ctr" fontAlgn="ctr">
                        <a:buNone/>
                      </a:pPr>
                      <a:r>
                        <a:rPr lang="pt-BR" sz="1000" b="0" i="0" u="none" strike="noStrike">
                          <a:solidFill>
                            <a:srgbClr val="000000"/>
                          </a:solidFill>
                          <a:effectLst/>
                          <a:latin typeface="Roboto Light" panose="02000000000000000000" pitchFamily="2" charset="0"/>
                        </a:rPr>
                        <a:t>5.2%</a:t>
                      </a:r>
                    </a:p>
                  </a:txBody>
                  <a:tcPr marL="7620" marR="7620" marT="7620" marB="0" anchor="ctr">
                    <a:lnL>
                      <a:noFill/>
                    </a:lnL>
                    <a:lnR>
                      <a:noFill/>
                    </a:lnR>
                    <a:lnT>
                      <a:noFill/>
                    </a:lnT>
                    <a:lnB>
                      <a:noFill/>
                    </a:lnB>
                    <a:solidFill>
                      <a:srgbClr val="F2F2F2"/>
                    </a:solidFill>
                  </a:tcPr>
                </a:tc>
                <a:tc>
                  <a:txBody>
                    <a:bodyPr/>
                    <a:lstStyle/>
                    <a:p>
                      <a:pPr algn="ctr" fontAlgn="ctr">
                        <a:buNone/>
                      </a:pPr>
                      <a:r>
                        <a:rPr lang="pt-BR" sz="1000" b="0" i="0" u="none" strike="noStrike">
                          <a:solidFill>
                            <a:srgbClr val="000000"/>
                          </a:solidFill>
                          <a:effectLst/>
                          <a:latin typeface="Roboto Light" panose="02000000000000000000" pitchFamily="2" charset="0"/>
                        </a:rPr>
                        <a:t>-18.9%</a:t>
                      </a:r>
                    </a:p>
                  </a:txBody>
                  <a:tcPr marL="7620" marR="7620" marT="7620" marB="0" anchor="ctr">
                    <a:lnL>
                      <a:noFill/>
                    </a:lnL>
                    <a:lnR>
                      <a:noFill/>
                    </a:lnR>
                    <a:lnT>
                      <a:noFill/>
                    </a:lnT>
                    <a:lnB>
                      <a:noFill/>
                    </a:lnB>
                    <a:solidFill>
                      <a:srgbClr val="F2F2F2"/>
                    </a:solidFill>
                  </a:tcPr>
                </a:tc>
                <a:extLst>
                  <a:ext uri="{0D108BD9-81ED-4DB2-BD59-A6C34878D82A}">
                    <a16:rowId xmlns:a16="http://schemas.microsoft.com/office/drawing/2014/main" val="3538877061"/>
                  </a:ext>
                </a:extLst>
              </a:tr>
              <a:tr h="150923">
                <a:tc>
                  <a:txBody>
                    <a:bodyPr/>
                    <a:lstStyle/>
                    <a:p>
                      <a:pPr algn="ctr" rtl="0" fontAlgn="ctr">
                        <a:buNone/>
                      </a:pPr>
                      <a:r>
                        <a:rPr lang="pt-BR" sz="1000" b="0" i="0" u="none" strike="noStrike">
                          <a:solidFill>
                            <a:srgbClr val="000000"/>
                          </a:solidFill>
                          <a:effectLst/>
                          <a:latin typeface="Roboto Light" panose="02000000000000000000" pitchFamily="2" charset="0"/>
                        </a:rPr>
                        <a:t>Small Caps</a:t>
                      </a:r>
                    </a:p>
                  </a:txBody>
                  <a:tcPr marL="7620" marR="7620" marT="7620" marB="0" anchor="ctr">
                    <a:lnL>
                      <a:noFill/>
                    </a:lnL>
                    <a:lnR>
                      <a:noFill/>
                    </a:lnR>
                    <a:lnT>
                      <a:noFill/>
                    </a:lnT>
                    <a:lnB>
                      <a:noFill/>
                    </a:lnB>
                    <a:noFill/>
                  </a:tcPr>
                </a:tc>
                <a:tc>
                  <a:txBody>
                    <a:bodyPr/>
                    <a:lstStyle/>
                    <a:p>
                      <a:pPr algn="ctr" fontAlgn="ctr">
                        <a:buNone/>
                      </a:pPr>
                      <a:r>
                        <a:rPr lang="pt-BR" sz="1000" b="0" i="0" u="none" strike="noStrike">
                          <a:solidFill>
                            <a:srgbClr val="000000"/>
                          </a:solidFill>
                          <a:effectLst/>
                          <a:latin typeface="Roboto Light" panose="02000000000000000000" pitchFamily="2" charset="0"/>
                        </a:rPr>
                        <a:t>3.9%</a:t>
                      </a:r>
                    </a:p>
                  </a:txBody>
                  <a:tcPr marL="7620" marR="7620" marT="7620" marB="0" anchor="ctr">
                    <a:lnL>
                      <a:noFill/>
                    </a:lnL>
                    <a:lnR>
                      <a:noFill/>
                    </a:lnR>
                    <a:lnT>
                      <a:noFill/>
                    </a:lnT>
                    <a:lnB>
                      <a:noFill/>
                    </a:lnB>
                    <a:noFill/>
                  </a:tcPr>
                </a:tc>
                <a:tc>
                  <a:txBody>
                    <a:bodyPr/>
                    <a:lstStyle/>
                    <a:p>
                      <a:pPr algn="ctr" fontAlgn="ctr">
                        <a:buNone/>
                      </a:pPr>
                      <a:r>
                        <a:rPr lang="pt-BR" sz="1000" b="0" i="0" u="none" strike="noStrike">
                          <a:solidFill>
                            <a:srgbClr val="000000"/>
                          </a:solidFill>
                          <a:effectLst/>
                          <a:latin typeface="Roboto Light" panose="02000000000000000000" pitchFamily="2" charset="0"/>
                        </a:rPr>
                        <a:t>-19.9%</a:t>
                      </a:r>
                    </a:p>
                  </a:txBody>
                  <a:tcPr marL="7620" marR="7620" marT="7620" marB="0" anchor="ctr">
                    <a:lnL>
                      <a:noFill/>
                    </a:lnL>
                    <a:lnR>
                      <a:noFill/>
                    </a:lnR>
                    <a:lnT>
                      <a:noFill/>
                    </a:lnT>
                    <a:lnB>
                      <a:noFill/>
                    </a:lnB>
                    <a:noFill/>
                  </a:tcPr>
                </a:tc>
                <a:extLst>
                  <a:ext uri="{0D108BD9-81ED-4DB2-BD59-A6C34878D82A}">
                    <a16:rowId xmlns:a16="http://schemas.microsoft.com/office/drawing/2014/main" val="3825842698"/>
                  </a:ext>
                </a:extLst>
              </a:tr>
              <a:tr h="150923">
                <a:tc>
                  <a:txBody>
                    <a:bodyPr/>
                    <a:lstStyle/>
                    <a:p>
                      <a:pPr algn="ctr" rtl="0" fontAlgn="ctr">
                        <a:buNone/>
                      </a:pPr>
                      <a:r>
                        <a:rPr lang="pt-BR" sz="1000" b="0" i="0" u="none" strike="noStrike">
                          <a:solidFill>
                            <a:srgbClr val="000000"/>
                          </a:solidFill>
                          <a:effectLst/>
                          <a:latin typeface="Roboto Light" panose="02000000000000000000" pitchFamily="2" charset="0"/>
                        </a:rPr>
                        <a:t>Low Leverage</a:t>
                      </a:r>
                    </a:p>
                  </a:txBody>
                  <a:tcPr marL="7620" marR="7620" marT="7620" marB="0" anchor="ctr">
                    <a:lnL>
                      <a:noFill/>
                    </a:lnL>
                    <a:lnR>
                      <a:noFill/>
                    </a:lnR>
                    <a:lnT>
                      <a:noFill/>
                    </a:lnT>
                    <a:lnB>
                      <a:noFill/>
                    </a:lnB>
                    <a:solidFill>
                      <a:srgbClr val="F2F2F2"/>
                    </a:solidFill>
                  </a:tcPr>
                </a:tc>
                <a:tc>
                  <a:txBody>
                    <a:bodyPr/>
                    <a:lstStyle/>
                    <a:p>
                      <a:pPr algn="ctr" fontAlgn="ctr">
                        <a:buNone/>
                      </a:pPr>
                      <a:r>
                        <a:rPr lang="pt-BR" sz="1000" b="0" i="0" u="none" strike="noStrike">
                          <a:solidFill>
                            <a:srgbClr val="000000"/>
                          </a:solidFill>
                          <a:effectLst/>
                          <a:latin typeface="Roboto Light" panose="02000000000000000000" pitchFamily="2" charset="0"/>
                        </a:rPr>
                        <a:t>3.6%</a:t>
                      </a:r>
                    </a:p>
                  </a:txBody>
                  <a:tcPr marL="7620" marR="7620" marT="7620" marB="0" anchor="ctr">
                    <a:lnL>
                      <a:noFill/>
                    </a:lnL>
                    <a:lnR>
                      <a:noFill/>
                    </a:lnR>
                    <a:lnT>
                      <a:noFill/>
                    </a:lnT>
                    <a:lnB>
                      <a:noFill/>
                    </a:lnB>
                    <a:solidFill>
                      <a:srgbClr val="F2F2F2"/>
                    </a:solidFill>
                  </a:tcPr>
                </a:tc>
                <a:tc>
                  <a:txBody>
                    <a:bodyPr/>
                    <a:lstStyle/>
                    <a:p>
                      <a:pPr algn="ctr" fontAlgn="ctr">
                        <a:buNone/>
                      </a:pPr>
                      <a:r>
                        <a:rPr lang="pt-BR" sz="1000" b="0" i="0" u="none" strike="noStrike">
                          <a:solidFill>
                            <a:srgbClr val="000000"/>
                          </a:solidFill>
                          <a:effectLst/>
                          <a:latin typeface="Roboto Light" panose="02000000000000000000" pitchFamily="2" charset="0"/>
                        </a:rPr>
                        <a:t>1.5%</a:t>
                      </a:r>
                    </a:p>
                  </a:txBody>
                  <a:tcPr marL="7620" marR="7620" marT="7620" marB="0" anchor="ctr">
                    <a:lnL>
                      <a:noFill/>
                    </a:lnL>
                    <a:lnR>
                      <a:noFill/>
                    </a:lnR>
                    <a:lnT>
                      <a:noFill/>
                    </a:lnT>
                    <a:lnB>
                      <a:noFill/>
                    </a:lnB>
                    <a:solidFill>
                      <a:srgbClr val="F2F2F2"/>
                    </a:solidFill>
                  </a:tcPr>
                </a:tc>
                <a:extLst>
                  <a:ext uri="{0D108BD9-81ED-4DB2-BD59-A6C34878D82A}">
                    <a16:rowId xmlns:a16="http://schemas.microsoft.com/office/drawing/2014/main" val="3208683330"/>
                  </a:ext>
                </a:extLst>
              </a:tr>
              <a:tr h="150923">
                <a:tc>
                  <a:txBody>
                    <a:bodyPr/>
                    <a:lstStyle/>
                    <a:p>
                      <a:pPr algn="ctr" rtl="0" fontAlgn="ctr">
                        <a:buNone/>
                      </a:pPr>
                      <a:r>
                        <a:rPr lang="pt-BR" sz="1000" b="0" i="0" u="none" strike="noStrike">
                          <a:solidFill>
                            <a:srgbClr val="000000"/>
                          </a:solidFill>
                          <a:effectLst/>
                          <a:latin typeface="Roboto Light" panose="02000000000000000000" pitchFamily="2" charset="0"/>
                        </a:rPr>
                        <a:t>Large Caps</a:t>
                      </a:r>
                    </a:p>
                  </a:txBody>
                  <a:tcPr marL="7620" marR="7620" marT="7620" marB="0" anchor="ctr">
                    <a:lnL>
                      <a:noFill/>
                    </a:lnL>
                    <a:lnR>
                      <a:noFill/>
                    </a:lnR>
                    <a:lnT>
                      <a:noFill/>
                    </a:lnT>
                    <a:lnB>
                      <a:noFill/>
                    </a:lnB>
                    <a:noFill/>
                  </a:tcPr>
                </a:tc>
                <a:tc>
                  <a:txBody>
                    <a:bodyPr/>
                    <a:lstStyle/>
                    <a:p>
                      <a:pPr algn="ctr" fontAlgn="ctr">
                        <a:buNone/>
                      </a:pPr>
                      <a:r>
                        <a:rPr lang="pt-BR" sz="1000" b="0" i="0" u="none" strike="noStrike">
                          <a:solidFill>
                            <a:srgbClr val="000000"/>
                          </a:solidFill>
                          <a:effectLst/>
                          <a:latin typeface="Roboto Light" panose="02000000000000000000" pitchFamily="2" charset="0"/>
                        </a:rPr>
                        <a:t>3.2%</a:t>
                      </a:r>
                    </a:p>
                  </a:txBody>
                  <a:tcPr marL="7620" marR="7620" marT="7620" marB="0" anchor="ctr">
                    <a:lnL>
                      <a:noFill/>
                    </a:lnL>
                    <a:lnR>
                      <a:noFill/>
                    </a:lnR>
                    <a:lnT>
                      <a:noFill/>
                    </a:lnT>
                    <a:lnB>
                      <a:noFill/>
                    </a:lnB>
                    <a:noFill/>
                  </a:tcPr>
                </a:tc>
                <a:tc>
                  <a:txBody>
                    <a:bodyPr/>
                    <a:lstStyle/>
                    <a:p>
                      <a:pPr algn="ctr" fontAlgn="ctr">
                        <a:buNone/>
                      </a:pPr>
                      <a:r>
                        <a:rPr lang="pt-BR" sz="1000" b="0" i="0" u="none" strike="noStrike">
                          <a:solidFill>
                            <a:srgbClr val="000000"/>
                          </a:solidFill>
                          <a:effectLst/>
                          <a:latin typeface="Roboto Light" panose="02000000000000000000" pitchFamily="2" charset="0"/>
                        </a:rPr>
                        <a:t>4.8%</a:t>
                      </a:r>
                    </a:p>
                  </a:txBody>
                  <a:tcPr marL="7620" marR="7620" marT="7620" marB="0" anchor="ctr">
                    <a:lnL>
                      <a:noFill/>
                    </a:lnL>
                    <a:lnR>
                      <a:noFill/>
                    </a:lnR>
                    <a:lnT>
                      <a:noFill/>
                    </a:lnT>
                    <a:lnB>
                      <a:noFill/>
                    </a:lnB>
                    <a:noFill/>
                  </a:tcPr>
                </a:tc>
                <a:extLst>
                  <a:ext uri="{0D108BD9-81ED-4DB2-BD59-A6C34878D82A}">
                    <a16:rowId xmlns:a16="http://schemas.microsoft.com/office/drawing/2014/main" val="934123130"/>
                  </a:ext>
                </a:extLst>
              </a:tr>
              <a:tr h="150923">
                <a:tc>
                  <a:txBody>
                    <a:bodyPr/>
                    <a:lstStyle/>
                    <a:p>
                      <a:pPr algn="ctr" rtl="0" fontAlgn="ctr">
                        <a:buNone/>
                      </a:pPr>
                      <a:r>
                        <a:rPr lang="pt-BR" sz="1000" b="0" i="0" u="none" strike="noStrike">
                          <a:solidFill>
                            <a:srgbClr val="000000"/>
                          </a:solidFill>
                          <a:effectLst/>
                          <a:latin typeface="Roboto Light" panose="02000000000000000000" pitchFamily="2" charset="0"/>
                        </a:rPr>
                        <a:t>Fiscal deterioration</a:t>
                      </a:r>
                    </a:p>
                  </a:txBody>
                  <a:tcPr marL="7620" marR="7620" marT="7620" marB="0" anchor="ctr">
                    <a:lnL>
                      <a:noFill/>
                    </a:lnL>
                    <a:lnR>
                      <a:noFill/>
                    </a:lnR>
                    <a:lnT>
                      <a:noFill/>
                    </a:lnT>
                    <a:lnB>
                      <a:noFill/>
                    </a:lnB>
                    <a:solidFill>
                      <a:srgbClr val="F2F2F2"/>
                    </a:solidFill>
                  </a:tcPr>
                </a:tc>
                <a:tc>
                  <a:txBody>
                    <a:bodyPr/>
                    <a:lstStyle/>
                    <a:p>
                      <a:pPr algn="ctr" fontAlgn="ctr">
                        <a:buNone/>
                      </a:pPr>
                      <a:r>
                        <a:rPr lang="pt-BR" sz="1000" b="0" i="0" u="none" strike="noStrike">
                          <a:solidFill>
                            <a:srgbClr val="000000"/>
                          </a:solidFill>
                          <a:effectLst/>
                          <a:latin typeface="Roboto Light" panose="02000000000000000000" pitchFamily="2" charset="0"/>
                        </a:rPr>
                        <a:t>3.2%</a:t>
                      </a:r>
                    </a:p>
                  </a:txBody>
                  <a:tcPr marL="7620" marR="7620" marT="7620" marB="0" anchor="ctr">
                    <a:lnL>
                      <a:noFill/>
                    </a:lnL>
                    <a:lnR>
                      <a:noFill/>
                    </a:lnR>
                    <a:lnT>
                      <a:noFill/>
                    </a:lnT>
                    <a:lnB>
                      <a:noFill/>
                    </a:lnB>
                    <a:solidFill>
                      <a:srgbClr val="F2F2F2"/>
                    </a:solidFill>
                  </a:tcPr>
                </a:tc>
                <a:tc>
                  <a:txBody>
                    <a:bodyPr/>
                    <a:lstStyle/>
                    <a:p>
                      <a:pPr algn="ctr" fontAlgn="ctr">
                        <a:buNone/>
                      </a:pPr>
                      <a:r>
                        <a:rPr lang="pt-BR" sz="1000" b="0" i="0" u="none" strike="noStrike">
                          <a:solidFill>
                            <a:srgbClr val="000000"/>
                          </a:solidFill>
                          <a:effectLst/>
                          <a:latin typeface="Roboto Light" panose="02000000000000000000" pitchFamily="2" charset="0"/>
                        </a:rPr>
                        <a:t>32.0%</a:t>
                      </a:r>
                    </a:p>
                  </a:txBody>
                  <a:tcPr marL="7620" marR="7620" marT="7620" marB="0" anchor="ctr">
                    <a:lnL>
                      <a:noFill/>
                    </a:lnL>
                    <a:lnR>
                      <a:noFill/>
                    </a:lnR>
                    <a:lnT>
                      <a:noFill/>
                    </a:lnT>
                    <a:lnB>
                      <a:noFill/>
                    </a:lnB>
                    <a:solidFill>
                      <a:srgbClr val="F2F2F2"/>
                    </a:solidFill>
                  </a:tcPr>
                </a:tc>
                <a:extLst>
                  <a:ext uri="{0D108BD9-81ED-4DB2-BD59-A6C34878D82A}">
                    <a16:rowId xmlns:a16="http://schemas.microsoft.com/office/drawing/2014/main" val="3433802098"/>
                  </a:ext>
                </a:extLst>
              </a:tr>
              <a:tr h="150923">
                <a:tc>
                  <a:txBody>
                    <a:bodyPr/>
                    <a:lstStyle/>
                    <a:p>
                      <a:pPr algn="ctr" rtl="0" fontAlgn="ctr">
                        <a:buNone/>
                      </a:pPr>
                      <a:r>
                        <a:rPr lang="pt-BR" sz="1000" b="0" i="0" u="none" strike="noStrike">
                          <a:solidFill>
                            <a:srgbClr val="000000"/>
                          </a:solidFill>
                          <a:effectLst/>
                          <a:latin typeface="Roboto Light" panose="02000000000000000000" pitchFamily="2" charset="0"/>
                        </a:rPr>
                        <a:t>Low Risk</a:t>
                      </a:r>
                    </a:p>
                  </a:txBody>
                  <a:tcPr marL="7620" marR="7620" marT="7620" marB="0" anchor="ctr">
                    <a:lnL>
                      <a:noFill/>
                    </a:lnL>
                    <a:lnR>
                      <a:noFill/>
                    </a:lnR>
                    <a:lnT>
                      <a:noFill/>
                    </a:lnT>
                    <a:lnB>
                      <a:noFill/>
                    </a:lnB>
                    <a:noFill/>
                  </a:tcPr>
                </a:tc>
                <a:tc>
                  <a:txBody>
                    <a:bodyPr/>
                    <a:lstStyle/>
                    <a:p>
                      <a:pPr algn="ctr" fontAlgn="ctr">
                        <a:buNone/>
                      </a:pPr>
                      <a:r>
                        <a:rPr lang="pt-BR" sz="1000" b="0" i="0" u="none" strike="noStrike">
                          <a:solidFill>
                            <a:srgbClr val="000000"/>
                          </a:solidFill>
                          <a:effectLst/>
                          <a:latin typeface="Roboto Light" panose="02000000000000000000" pitchFamily="2" charset="0"/>
                        </a:rPr>
                        <a:t>3.0%</a:t>
                      </a:r>
                    </a:p>
                  </a:txBody>
                  <a:tcPr marL="7620" marR="7620" marT="7620" marB="0" anchor="ctr">
                    <a:lnL>
                      <a:noFill/>
                    </a:lnL>
                    <a:lnR>
                      <a:noFill/>
                    </a:lnR>
                    <a:lnT>
                      <a:noFill/>
                    </a:lnT>
                    <a:lnB>
                      <a:noFill/>
                    </a:lnB>
                    <a:noFill/>
                  </a:tcPr>
                </a:tc>
                <a:tc>
                  <a:txBody>
                    <a:bodyPr/>
                    <a:lstStyle/>
                    <a:p>
                      <a:pPr algn="ctr" fontAlgn="ctr">
                        <a:buNone/>
                      </a:pPr>
                      <a:r>
                        <a:rPr lang="pt-BR" sz="1000" b="0" i="0" u="none" strike="noStrike">
                          <a:solidFill>
                            <a:srgbClr val="000000"/>
                          </a:solidFill>
                          <a:effectLst/>
                          <a:latin typeface="Roboto Light" panose="02000000000000000000" pitchFamily="2" charset="0"/>
                        </a:rPr>
                        <a:t>7.1%</a:t>
                      </a:r>
                    </a:p>
                  </a:txBody>
                  <a:tcPr marL="7620" marR="7620" marT="7620" marB="0" anchor="ctr">
                    <a:lnL>
                      <a:noFill/>
                    </a:lnL>
                    <a:lnR>
                      <a:noFill/>
                    </a:lnR>
                    <a:lnT>
                      <a:noFill/>
                    </a:lnT>
                    <a:lnB>
                      <a:noFill/>
                    </a:lnB>
                    <a:noFill/>
                  </a:tcPr>
                </a:tc>
                <a:extLst>
                  <a:ext uri="{0D108BD9-81ED-4DB2-BD59-A6C34878D82A}">
                    <a16:rowId xmlns:a16="http://schemas.microsoft.com/office/drawing/2014/main" val="2064331867"/>
                  </a:ext>
                </a:extLst>
              </a:tr>
              <a:tr h="150923">
                <a:tc>
                  <a:txBody>
                    <a:bodyPr/>
                    <a:lstStyle/>
                    <a:p>
                      <a:pPr algn="ctr" rtl="0" fontAlgn="ctr">
                        <a:buNone/>
                      </a:pPr>
                      <a:r>
                        <a:rPr lang="pt-BR" sz="1000" b="0" i="0" u="none" strike="noStrike">
                          <a:solidFill>
                            <a:srgbClr val="000000"/>
                          </a:solidFill>
                          <a:effectLst/>
                          <a:latin typeface="Roboto Light" panose="02000000000000000000" pitchFamily="2" charset="0"/>
                        </a:rPr>
                        <a:t>Downside Sell-Side Revisions</a:t>
                      </a:r>
                    </a:p>
                  </a:txBody>
                  <a:tcPr marL="7620" marR="7620" marT="7620" marB="0" anchor="ctr">
                    <a:lnL>
                      <a:noFill/>
                    </a:lnL>
                    <a:lnR>
                      <a:noFill/>
                    </a:lnR>
                    <a:lnT>
                      <a:noFill/>
                    </a:lnT>
                    <a:lnB>
                      <a:noFill/>
                    </a:lnB>
                    <a:solidFill>
                      <a:srgbClr val="F2F2F2"/>
                    </a:solidFill>
                  </a:tcPr>
                </a:tc>
                <a:tc>
                  <a:txBody>
                    <a:bodyPr/>
                    <a:lstStyle/>
                    <a:p>
                      <a:pPr algn="ctr" fontAlgn="ctr">
                        <a:buNone/>
                      </a:pPr>
                      <a:r>
                        <a:rPr lang="pt-BR" sz="1000" b="0" i="0" u="none" strike="noStrike">
                          <a:solidFill>
                            <a:srgbClr val="000000"/>
                          </a:solidFill>
                          <a:effectLst/>
                          <a:latin typeface="Roboto Light" panose="02000000000000000000" pitchFamily="2" charset="0"/>
                        </a:rPr>
                        <a:t>2.2%</a:t>
                      </a:r>
                    </a:p>
                  </a:txBody>
                  <a:tcPr marL="7620" marR="7620" marT="7620" marB="0" anchor="ctr">
                    <a:lnL>
                      <a:noFill/>
                    </a:lnL>
                    <a:lnR>
                      <a:noFill/>
                    </a:lnR>
                    <a:lnT>
                      <a:noFill/>
                    </a:lnT>
                    <a:lnB>
                      <a:noFill/>
                    </a:lnB>
                    <a:solidFill>
                      <a:srgbClr val="F2F2F2"/>
                    </a:solidFill>
                  </a:tcPr>
                </a:tc>
                <a:tc>
                  <a:txBody>
                    <a:bodyPr/>
                    <a:lstStyle/>
                    <a:p>
                      <a:pPr algn="ctr" fontAlgn="ctr">
                        <a:buNone/>
                      </a:pPr>
                      <a:r>
                        <a:rPr lang="pt-BR" sz="1000" b="0" i="0" u="none" strike="noStrike">
                          <a:solidFill>
                            <a:srgbClr val="000000"/>
                          </a:solidFill>
                          <a:effectLst/>
                          <a:latin typeface="Roboto Light" panose="02000000000000000000" pitchFamily="2" charset="0"/>
                        </a:rPr>
                        <a:t>-8.1%</a:t>
                      </a:r>
                    </a:p>
                  </a:txBody>
                  <a:tcPr marL="7620" marR="7620" marT="7620" marB="0" anchor="ctr">
                    <a:lnL>
                      <a:noFill/>
                    </a:lnL>
                    <a:lnR>
                      <a:noFill/>
                    </a:lnR>
                    <a:lnT>
                      <a:noFill/>
                    </a:lnT>
                    <a:lnB>
                      <a:noFill/>
                    </a:lnB>
                    <a:solidFill>
                      <a:srgbClr val="F2F2F2"/>
                    </a:solidFill>
                  </a:tcPr>
                </a:tc>
                <a:extLst>
                  <a:ext uri="{0D108BD9-81ED-4DB2-BD59-A6C34878D82A}">
                    <a16:rowId xmlns:a16="http://schemas.microsoft.com/office/drawing/2014/main" val="246055652"/>
                  </a:ext>
                </a:extLst>
              </a:tr>
              <a:tr h="150923">
                <a:tc>
                  <a:txBody>
                    <a:bodyPr/>
                    <a:lstStyle/>
                    <a:p>
                      <a:pPr algn="ctr" rtl="0" fontAlgn="ctr">
                        <a:buNone/>
                      </a:pPr>
                      <a:r>
                        <a:rPr lang="pt-BR" sz="1000" b="0" i="0" u="none" strike="noStrike">
                          <a:solidFill>
                            <a:srgbClr val="000000"/>
                          </a:solidFill>
                          <a:effectLst/>
                          <a:latin typeface="Roboto Light" panose="02000000000000000000" pitchFamily="2" charset="0"/>
                        </a:rPr>
                        <a:t>Low Short Interest</a:t>
                      </a:r>
                    </a:p>
                  </a:txBody>
                  <a:tcPr marL="7620" marR="7620" marT="7620" marB="0" anchor="ctr">
                    <a:lnL>
                      <a:noFill/>
                    </a:lnL>
                    <a:lnR>
                      <a:noFill/>
                    </a:lnR>
                    <a:lnT>
                      <a:noFill/>
                    </a:lnT>
                    <a:lnB>
                      <a:noFill/>
                    </a:lnB>
                    <a:noFill/>
                  </a:tcPr>
                </a:tc>
                <a:tc>
                  <a:txBody>
                    <a:bodyPr/>
                    <a:lstStyle/>
                    <a:p>
                      <a:pPr algn="ctr" fontAlgn="ctr">
                        <a:buNone/>
                      </a:pPr>
                      <a:r>
                        <a:rPr lang="pt-BR" sz="1000" b="0" i="0" u="none" strike="noStrike">
                          <a:solidFill>
                            <a:srgbClr val="000000"/>
                          </a:solidFill>
                          <a:effectLst/>
                          <a:latin typeface="Roboto Light" panose="02000000000000000000" pitchFamily="2" charset="0"/>
                        </a:rPr>
                        <a:t>2.1%</a:t>
                      </a:r>
                    </a:p>
                  </a:txBody>
                  <a:tcPr marL="7620" marR="7620" marT="7620" marB="0" anchor="ctr">
                    <a:lnL>
                      <a:noFill/>
                    </a:lnL>
                    <a:lnR>
                      <a:noFill/>
                    </a:lnR>
                    <a:lnT>
                      <a:noFill/>
                    </a:lnT>
                    <a:lnB>
                      <a:noFill/>
                    </a:lnB>
                    <a:noFill/>
                  </a:tcPr>
                </a:tc>
                <a:tc>
                  <a:txBody>
                    <a:bodyPr/>
                    <a:lstStyle/>
                    <a:p>
                      <a:pPr algn="ctr" fontAlgn="ctr">
                        <a:buNone/>
                      </a:pPr>
                      <a:r>
                        <a:rPr lang="pt-BR" sz="1000" b="0" i="0" u="none" strike="noStrike">
                          <a:solidFill>
                            <a:srgbClr val="000000"/>
                          </a:solidFill>
                          <a:effectLst/>
                          <a:latin typeface="Roboto Light" panose="02000000000000000000" pitchFamily="2" charset="0"/>
                        </a:rPr>
                        <a:t>-13.9%</a:t>
                      </a:r>
                    </a:p>
                  </a:txBody>
                  <a:tcPr marL="7620" marR="7620" marT="7620" marB="0" anchor="ctr">
                    <a:lnL>
                      <a:noFill/>
                    </a:lnL>
                    <a:lnR>
                      <a:noFill/>
                    </a:lnR>
                    <a:lnT>
                      <a:noFill/>
                    </a:lnT>
                    <a:lnB>
                      <a:noFill/>
                    </a:lnB>
                    <a:noFill/>
                  </a:tcPr>
                </a:tc>
                <a:extLst>
                  <a:ext uri="{0D108BD9-81ED-4DB2-BD59-A6C34878D82A}">
                    <a16:rowId xmlns:a16="http://schemas.microsoft.com/office/drawing/2014/main" val="3824757440"/>
                  </a:ext>
                </a:extLst>
              </a:tr>
              <a:tr h="150923">
                <a:tc>
                  <a:txBody>
                    <a:bodyPr/>
                    <a:lstStyle/>
                    <a:p>
                      <a:pPr algn="ctr" rtl="0" fontAlgn="ctr">
                        <a:buNone/>
                      </a:pPr>
                      <a:r>
                        <a:rPr lang="pt-BR" sz="1000" b="0" i="0" u="none" strike="noStrike">
                          <a:solidFill>
                            <a:srgbClr val="000000"/>
                          </a:solidFill>
                          <a:effectLst/>
                          <a:latin typeface="Roboto Light" panose="02000000000000000000" pitchFamily="2" charset="0"/>
                        </a:rPr>
                        <a:t>High Momentum</a:t>
                      </a:r>
                    </a:p>
                  </a:txBody>
                  <a:tcPr marL="7620" marR="7620" marT="7620" marB="0" anchor="ctr">
                    <a:lnL>
                      <a:noFill/>
                    </a:lnL>
                    <a:lnR>
                      <a:noFill/>
                    </a:lnR>
                    <a:lnT>
                      <a:noFill/>
                    </a:lnT>
                    <a:lnB>
                      <a:noFill/>
                    </a:lnB>
                    <a:solidFill>
                      <a:srgbClr val="F2F2F2"/>
                    </a:solidFill>
                  </a:tcPr>
                </a:tc>
                <a:tc>
                  <a:txBody>
                    <a:bodyPr/>
                    <a:lstStyle/>
                    <a:p>
                      <a:pPr algn="ctr" fontAlgn="ctr">
                        <a:buNone/>
                      </a:pPr>
                      <a:r>
                        <a:rPr lang="pt-BR" sz="1000" b="0" i="0" u="none" strike="noStrike">
                          <a:solidFill>
                            <a:srgbClr val="000000"/>
                          </a:solidFill>
                          <a:effectLst/>
                          <a:latin typeface="Roboto Light" panose="02000000000000000000" pitchFamily="2" charset="0"/>
                        </a:rPr>
                        <a:t>1.4%</a:t>
                      </a:r>
                    </a:p>
                  </a:txBody>
                  <a:tcPr marL="7620" marR="7620" marT="7620" marB="0" anchor="ctr">
                    <a:lnL>
                      <a:noFill/>
                    </a:lnL>
                    <a:lnR>
                      <a:noFill/>
                    </a:lnR>
                    <a:lnT>
                      <a:noFill/>
                    </a:lnT>
                    <a:lnB>
                      <a:noFill/>
                    </a:lnB>
                    <a:solidFill>
                      <a:srgbClr val="F2F2F2"/>
                    </a:solidFill>
                  </a:tcPr>
                </a:tc>
                <a:tc>
                  <a:txBody>
                    <a:bodyPr/>
                    <a:lstStyle/>
                    <a:p>
                      <a:pPr algn="ctr" fontAlgn="ctr">
                        <a:buNone/>
                      </a:pPr>
                      <a:r>
                        <a:rPr lang="pt-BR" sz="1000" b="0" i="0" u="none" strike="noStrike">
                          <a:solidFill>
                            <a:srgbClr val="000000"/>
                          </a:solidFill>
                          <a:effectLst/>
                          <a:latin typeface="Roboto Light" panose="02000000000000000000" pitchFamily="2" charset="0"/>
                        </a:rPr>
                        <a:t>-0.6%</a:t>
                      </a:r>
                    </a:p>
                  </a:txBody>
                  <a:tcPr marL="7620" marR="7620" marT="7620" marB="0" anchor="ctr">
                    <a:lnL>
                      <a:noFill/>
                    </a:lnL>
                    <a:lnR>
                      <a:noFill/>
                    </a:lnR>
                    <a:lnT>
                      <a:noFill/>
                    </a:lnT>
                    <a:lnB>
                      <a:noFill/>
                    </a:lnB>
                    <a:solidFill>
                      <a:srgbClr val="F2F2F2"/>
                    </a:solidFill>
                  </a:tcPr>
                </a:tc>
                <a:extLst>
                  <a:ext uri="{0D108BD9-81ED-4DB2-BD59-A6C34878D82A}">
                    <a16:rowId xmlns:a16="http://schemas.microsoft.com/office/drawing/2014/main" val="1938921122"/>
                  </a:ext>
                </a:extLst>
              </a:tr>
              <a:tr h="150923">
                <a:tc>
                  <a:txBody>
                    <a:bodyPr/>
                    <a:lstStyle/>
                    <a:p>
                      <a:pPr algn="ctr" rtl="0" fontAlgn="ctr">
                        <a:buNone/>
                      </a:pPr>
                      <a:r>
                        <a:rPr lang="pt-BR" sz="1000" b="0" i="0" u="none" strike="noStrike">
                          <a:solidFill>
                            <a:srgbClr val="000000"/>
                          </a:solidFill>
                          <a:effectLst/>
                          <a:latin typeface="Roboto Light" panose="02000000000000000000" pitchFamily="2" charset="0"/>
                        </a:rPr>
                        <a:t>High Valuation</a:t>
                      </a:r>
                    </a:p>
                  </a:txBody>
                  <a:tcPr marL="7620" marR="7620" marT="7620" marB="0" anchor="ctr">
                    <a:lnL>
                      <a:noFill/>
                    </a:lnL>
                    <a:lnR>
                      <a:noFill/>
                    </a:lnR>
                    <a:lnT>
                      <a:noFill/>
                    </a:lnT>
                    <a:lnB>
                      <a:noFill/>
                    </a:lnB>
                    <a:noFill/>
                  </a:tcPr>
                </a:tc>
                <a:tc>
                  <a:txBody>
                    <a:bodyPr/>
                    <a:lstStyle/>
                    <a:p>
                      <a:pPr algn="ctr" fontAlgn="ctr">
                        <a:buNone/>
                      </a:pPr>
                      <a:r>
                        <a:rPr lang="pt-BR" sz="1000" b="0" i="0" u="none" strike="noStrike">
                          <a:solidFill>
                            <a:srgbClr val="000000"/>
                          </a:solidFill>
                          <a:effectLst/>
                          <a:latin typeface="Roboto Light" panose="02000000000000000000" pitchFamily="2" charset="0"/>
                        </a:rPr>
                        <a:t>1.1%</a:t>
                      </a:r>
                    </a:p>
                  </a:txBody>
                  <a:tcPr marL="7620" marR="7620" marT="7620" marB="0" anchor="ctr">
                    <a:lnL>
                      <a:noFill/>
                    </a:lnL>
                    <a:lnR>
                      <a:noFill/>
                    </a:lnR>
                    <a:lnT>
                      <a:noFill/>
                    </a:lnT>
                    <a:lnB>
                      <a:noFill/>
                    </a:lnB>
                    <a:noFill/>
                  </a:tcPr>
                </a:tc>
                <a:tc>
                  <a:txBody>
                    <a:bodyPr/>
                    <a:lstStyle/>
                    <a:p>
                      <a:pPr algn="ctr" fontAlgn="ctr">
                        <a:buNone/>
                      </a:pPr>
                      <a:r>
                        <a:rPr lang="pt-BR" sz="1000" b="0" i="0" u="none" strike="noStrike">
                          <a:solidFill>
                            <a:srgbClr val="000000"/>
                          </a:solidFill>
                          <a:effectLst/>
                          <a:latin typeface="Roboto Light" panose="02000000000000000000" pitchFamily="2" charset="0"/>
                        </a:rPr>
                        <a:t>-18.6%</a:t>
                      </a:r>
                    </a:p>
                  </a:txBody>
                  <a:tcPr marL="7620" marR="7620" marT="7620" marB="0" anchor="ctr">
                    <a:lnL>
                      <a:noFill/>
                    </a:lnL>
                    <a:lnR>
                      <a:noFill/>
                    </a:lnR>
                    <a:lnT>
                      <a:noFill/>
                    </a:lnT>
                    <a:lnB>
                      <a:noFill/>
                    </a:lnB>
                    <a:noFill/>
                  </a:tcPr>
                </a:tc>
                <a:extLst>
                  <a:ext uri="{0D108BD9-81ED-4DB2-BD59-A6C34878D82A}">
                    <a16:rowId xmlns:a16="http://schemas.microsoft.com/office/drawing/2014/main" val="2962833863"/>
                  </a:ext>
                </a:extLst>
              </a:tr>
              <a:tr h="150923">
                <a:tc>
                  <a:txBody>
                    <a:bodyPr/>
                    <a:lstStyle/>
                    <a:p>
                      <a:pPr algn="ctr" rtl="0" fontAlgn="ctr">
                        <a:buNone/>
                      </a:pPr>
                      <a:r>
                        <a:rPr lang="pt-BR" sz="1000" b="0" i="0" u="none" strike="noStrike">
                          <a:solidFill>
                            <a:srgbClr val="000000"/>
                          </a:solidFill>
                          <a:effectLst/>
                          <a:latin typeface="Roboto Light" panose="02000000000000000000" pitchFamily="2" charset="0"/>
                        </a:rPr>
                        <a:t>Foreign flows</a:t>
                      </a:r>
                    </a:p>
                  </a:txBody>
                  <a:tcPr marL="7620" marR="7620" marT="7620" marB="0" anchor="ctr">
                    <a:lnL>
                      <a:noFill/>
                    </a:lnL>
                    <a:lnR>
                      <a:noFill/>
                    </a:lnR>
                    <a:lnT>
                      <a:noFill/>
                    </a:lnT>
                    <a:lnB>
                      <a:noFill/>
                    </a:lnB>
                    <a:solidFill>
                      <a:srgbClr val="F2F2F2"/>
                    </a:solidFill>
                  </a:tcPr>
                </a:tc>
                <a:tc>
                  <a:txBody>
                    <a:bodyPr/>
                    <a:lstStyle/>
                    <a:p>
                      <a:pPr algn="ctr" fontAlgn="ctr">
                        <a:buNone/>
                      </a:pPr>
                      <a:r>
                        <a:rPr lang="pt-BR" sz="1000" b="0" i="0" u="none" strike="noStrike">
                          <a:solidFill>
                            <a:srgbClr val="000000"/>
                          </a:solidFill>
                          <a:effectLst/>
                          <a:latin typeface="Roboto Light" panose="02000000000000000000" pitchFamily="2" charset="0"/>
                        </a:rPr>
                        <a:t>1.0%</a:t>
                      </a:r>
                    </a:p>
                  </a:txBody>
                  <a:tcPr marL="7620" marR="7620" marT="7620" marB="0" anchor="ctr">
                    <a:lnL>
                      <a:noFill/>
                    </a:lnL>
                    <a:lnR>
                      <a:noFill/>
                    </a:lnR>
                    <a:lnT>
                      <a:noFill/>
                    </a:lnT>
                    <a:lnB>
                      <a:noFill/>
                    </a:lnB>
                    <a:solidFill>
                      <a:srgbClr val="F2F2F2"/>
                    </a:solidFill>
                  </a:tcPr>
                </a:tc>
                <a:tc>
                  <a:txBody>
                    <a:bodyPr/>
                    <a:lstStyle/>
                    <a:p>
                      <a:pPr algn="ctr" fontAlgn="ctr">
                        <a:buNone/>
                      </a:pPr>
                      <a:r>
                        <a:rPr lang="pt-BR" sz="1000" b="0" i="0" u="none" strike="noStrike">
                          <a:solidFill>
                            <a:srgbClr val="000000"/>
                          </a:solidFill>
                          <a:effectLst/>
                          <a:latin typeface="Roboto Light" panose="02000000000000000000" pitchFamily="2" charset="0"/>
                        </a:rPr>
                        <a:t>8.1%</a:t>
                      </a:r>
                    </a:p>
                  </a:txBody>
                  <a:tcPr marL="7620" marR="7620" marT="7620" marB="0" anchor="ctr">
                    <a:lnL>
                      <a:noFill/>
                    </a:lnL>
                    <a:lnR>
                      <a:noFill/>
                    </a:lnR>
                    <a:lnT>
                      <a:noFill/>
                    </a:lnT>
                    <a:lnB>
                      <a:noFill/>
                    </a:lnB>
                    <a:solidFill>
                      <a:srgbClr val="F2F2F2"/>
                    </a:solidFill>
                  </a:tcPr>
                </a:tc>
                <a:extLst>
                  <a:ext uri="{0D108BD9-81ED-4DB2-BD59-A6C34878D82A}">
                    <a16:rowId xmlns:a16="http://schemas.microsoft.com/office/drawing/2014/main" val="394886630"/>
                  </a:ext>
                </a:extLst>
              </a:tr>
              <a:tr h="150923">
                <a:tc>
                  <a:txBody>
                    <a:bodyPr/>
                    <a:lstStyle/>
                    <a:p>
                      <a:pPr algn="ctr" rtl="0" fontAlgn="ctr">
                        <a:buNone/>
                      </a:pPr>
                      <a:r>
                        <a:rPr lang="pt-BR" sz="1000" b="0" i="0" u="none" strike="noStrike" dirty="0">
                          <a:solidFill>
                            <a:srgbClr val="000000"/>
                          </a:solidFill>
                          <a:effectLst/>
                          <a:latin typeface="Roboto Light" panose="02000000000000000000" pitchFamily="2" charset="0"/>
                        </a:rPr>
                        <a:t>High Quality</a:t>
                      </a:r>
                    </a:p>
                  </a:txBody>
                  <a:tcPr marL="7620" marR="7620" marT="7620" marB="0" anchor="ctr">
                    <a:lnL>
                      <a:noFill/>
                    </a:lnL>
                    <a:lnR>
                      <a:noFill/>
                    </a:lnR>
                    <a:lnT>
                      <a:noFill/>
                    </a:lnT>
                    <a:lnB>
                      <a:noFill/>
                    </a:lnB>
                    <a:noFill/>
                  </a:tcPr>
                </a:tc>
                <a:tc>
                  <a:txBody>
                    <a:bodyPr/>
                    <a:lstStyle/>
                    <a:p>
                      <a:pPr algn="ctr" fontAlgn="ctr">
                        <a:buNone/>
                      </a:pPr>
                      <a:r>
                        <a:rPr lang="pt-BR" sz="1000" b="0" i="0" u="none" strike="noStrike" dirty="0">
                          <a:solidFill>
                            <a:srgbClr val="000000"/>
                          </a:solidFill>
                          <a:effectLst/>
                          <a:latin typeface="Roboto Light" panose="02000000000000000000" pitchFamily="2" charset="0"/>
                        </a:rPr>
                        <a:t>0.3%</a:t>
                      </a:r>
                    </a:p>
                  </a:txBody>
                  <a:tcPr marL="7620" marR="7620" marT="7620" marB="0" anchor="ctr">
                    <a:lnL>
                      <a:noFill/>
                    </a:lnL>
                    <a:lnR>
                      <a:noFill/>
                    </a:lnR>
                    <a:lnT>
                      <a:noFill/>
                    </a:lnT>
                    <a:lnB>
                      <a:noFill/>
                    </a:lnB>
                    <a:noFill/>
                  </a:tcPr>
                </a:tc>
                <a:tc>
                  <a:txBody>
                    <a:bodyPr/>
                    <a:lstStyle/>
                    <a:p>
                      <a:pPr algn="ctr" fontAlgn="ctr">
                        <a:buNone/>
                      </a:pPr>
                      <a:r>
                        <a:rPr lang="pt-BR" sz="1000" b="0" i="0" u="none" strike="noStrike" dirty="0">
                          <a:solidFill>
                            <a:srgbClr val="000000"/>
                          </a:solidFill>
                          <a:effectLst/>
                          <a:latin typeface="Roboto Light" panose="02000000000000000000" pitchFamily="2" charset="0"/>
                        </a:rPr>
                        <a:t>3.1%</a:t>
                      </a:r>
                    </a:p>
                  </a:txBody>
                  <a:tcPr marL="7620" marR="7620" marT="7620" marB="0" anchor="ctr">
                    <a:lnL>
                      <a:noFill/>
                    </a:lnL>
                    <a:lnR>
                      <a:noFill/>
                    </a:lnR>
                    <a:lnT>
                      <a:noFill/>
                    </a:lnT>
                    <a:lnB>
                      <a:noFill/>
                    </a:lnB>
                    <a:noFill/>
                  </a:tcPr>
                </a:tc>
                <a:extLst>
                  <a:ext uri="{0D108BD9-81ED-4DB2-BD59-A6C34878D82A}">
                    <a16:rowId xmlns:a16="http://schemas.microsoft.com/office/drawing/2014/main" val="2317483271"/>
                  </a:ext>
                </a:extLst>
              </a:tr>
              <a:tr h="150923">
                <a:tc>
                  <a:txBody>
                    <a:bodyPr/>
                    <a:lstStyle/>
                    <a:p>
                      <a:pPr algn="ctr" rtl="0" fontAlgn="ctr">
                        <a:buNone/>
                      </a:pPr>
                      <a:r>
                        <a:rPr lang="pt-BR" sz="1000" b="0" i="0" u="none" strike="noStrike">
                          <a:solidFill>
                            <a:srgbClr val="000000"/>
                          </a:solidFill>
                          <a:effectLst/>
                          <a:latin typeface="Roboto Light" panose="02000000000000000000" pitchFamily="2" charset="0"/>
                        </a:rPr>
                        <a:t>High USD Exposure</a:t>
                      </a:r>
                    </a:p>
                  </a:txBody>
                  <a:tcPr marL="7620" marR="7620" marT="7620" marB="0" anchor="ctr">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pt-BR" sz="1000" b="0" i="0" u="none" strike="noStrike" dirty="0">
                          <a:solidFill>
                            <a:srgbClr val="000000"/>
                          </a:solidFill>
                          <a:effectLst/>
                          <a:latin typeface="Roboto Light" panose="02000000000000000000" pitchFamily="2" charset="0"/>
                        </a:rPr>
                        <a:t>-5.3%</a:t>
                      </a:r>
                    </a:p>
                  </a:txBody>
                  <a:tcPr marL="7620" marR="7620" marT="7620" marB="0" anchor="ctr">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pt-BR" sz="1000" b="0" i="0" u="none" strike="noStrike" dirty="0">
                          <a:solidFill>
                            <a:srgbClr val="000000"/>
                          </a:solidFill>
                          <a:effectLst/>
                          <a:latin typeface="Roboto Light" panose="02000000000000000000" pitchFamily="2" charset="0"/>
                        </a:rPr>
                        <a:t>3.7%</a:t>
                      </a:r>
                    </a:p>
                  </a:txBody>
                  <a:tcPr marL="7620" marR="7620" marT="7620" marB="0" anchor="ctr">
                    <a:lnL>
                      <a:noFill/>
                    </a:lnL>
                    <a:lnR>
                      <a:noFill/>
                    </a:lnR>
                    <a:lnT>
                      <a:noFill/>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363167673"/>
                  </a:ext>
                </a:extLst>
              </a:tr>
            </a:tbl>
          </a:graphicData>
        </a:graphic>
      </p:graphicFrame>
    </p:spTree>
    <p:extLst>
      <p:ext uri="{BB962C8B-B14F-4D97-AF65-F5344CB8AC3E}">
        <p14:creationId xmlns:p14="http://schemas.microsoft.com/office/powerpoint/2010/main" val="205999899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MM_SLIDE_TYPE" val="6"/>
</p:tagLst>
</file>

<file path=ppt/tags/tag6.xml><?xml version="1.0" encoding="utf-8"?>
<p:tagLst xmlns:a="http://schemas.openxmlformats.org/drawingml/2006/main" xmlns:r="http://schemas.openxmlformats.org/officeDocument/2006/relationships" xmlns:p="http://schemas.openxmlformats.org/presentationml/2006/main">
  <p:tag name="MM_SLIDE_TYPE" val="6"/>
</p:tagLst>
</file>

<file path=ppt/tags/tag7.xml><?xml version="1.0" encoding="utf-8"?>
<p:tagLst xmlns:a="http://schemas.openxmlformats.org/drawingml/2006/main" xmlns:r="http://schemas.openxmlformats.org/officeDocument/2006/relationships" xmlns:p="http://schemas.openxmlformats.org/presentationml/2006/main">
  <p:tag name="MM_SLIDE_TYPE" val="6"/>
</p:tagLst>
</file>

<file path=ppt/tags/tag8.xml><?xml version="1.0" encoding="utf-8"?>
<p:tagLst xmlns:a="http://schemas.openxmlformats.org/drawingml/2006/main" xmlns:r="http://schemas.openxmlformats.org/officeDocument/2006/relationships" xmlns:p="http://schemas.openxmlformats.org/presentationml/2006/main">
  <p:tag name="MM_SLIDE_TYPE" val="6"/>
</p:tagLst>
</file>

<file path=ppt/tags/tag9.xml><?xml version="1.0" encoding="utf-8"?>
<p:tagLst xmlns:a="http://schemas.openxmlformats.org/drawingml/2006/main" xmlns:r="http://schemas.openxmlformats.org/officeDocument/2006/relationships" xmlns:p="http://schemas.openxmlformats.org/presentationml/2006/main">
  <p:tag name="MM_SLIDE_TYPE" val="6"/>
</p:tagLst>
</file>

<file path=ppt/tags/tag10.xml><?xml version="1.0" encoding="utf-8"?>
<p:tagLst xmlns:a="http://schemas.openxmlformats.org/drawingml/2006/main" xmlns:r="http://schemas.openxmlformats.org/officeDocument/2006/relationships" xmlns:p="http://schemas.openxmlformats.org/presentationml/2006/main">
  <p:tag name="MM_SLIDE_TYPE" val="6"/>
</p:tagLst>
</file>

<file path=ppt/tags/tag11.xml><?xml version="1.0" encoding="utf-8"?>
<p:tagLst xmlns:a="http://schemas.openxmlformats.org/drawingml/2006/main" xmlns:r="http://schemas.openxmlformats.org/officeDocument/2006/relationships" xmlns:p="http://schemas.openxmlformats.org/presentationml/2006/main">
  <p:tag name="MM_SLIDE_TYPE" val="6"/>
</p:tagLst>
</file>

<file path=ppt/tags/tag12.xml><?xml version="1.0" encoding="utf-8"?>
<p:tagLst xmlns:a="http://schemas.openxmlformats.org/drawingml/2006/main" xmlns:r="http://schemas.openxmlformats.org/officeDocument/2006/relationships" xmlns:p="http://schemas.openxmlformats.org/presentationml/2006/main">
  <p:tag name="MM_SLIDE_TYPE" val="6"/>
</p:tagLst>
</file>

<file path=ppt/tags/tag13.xml><?xml version="1.0" encoding="utf-8"?>
<p:tagLst xmlns:a="http://schemas.openxmlformats.org/drawingml/2006/main" xmlns:r="http://schemas.openxmlformats.org/officeDocument/2006/relationships" xmlns:p="http://schemas.openxmlformats.org/presentationml/2006/main">
  <p:tag name="MM_SLIDE_TYPE" val="6"/>
</p:tagLst>
</file>

<file path=ppt/tags/tag14.xml><?xml version="1.0" encoding="utf-8"?>
<p:tagLst xmlns:a="http://schemas.openxmlformats.org/drawingml/2006/main" xmlns:r="http://schemas.openxmlformats.org/officeDocument/2006/relationships" xmlns:p="http://schemas.openxmlformats.org/presentationml/2006/main">
  <p:tag name="MM_SLIDE_TYPE" val="6"/>
</p:tagLst>
</file>

<file path=ppt/tags/tag15.xml><?xml version="1.0" encoding="utf-8"?>
<p:tagLst xmlns:a="http://schemas.openxmlformats.org/drawingml/2006/main" xmlns:r="http://schemas.openxmlformats.org/officeDocument/2006/relationships" xmlns:p="http://schemas.openxmlformats.org/presentationml/2006/main">
  <p:tag name="MM_SLIDE_TYPE" val="6"/>
</p:tagLst>
</file>

<file path=ppt/tags/tag16.xml><?xml version="1.0" encoding="utf-8"?>
<p:tagLst xmlns:a="http://schemas.openxmlformats.org/drawingml/2006/main" xmlns:r="http://schemas.openxmlformats.org/officeDocument/2006/relationships" xmlns:p="http://schemas.openxmlformats.org/presentationml/2006/main">
  <p:tag name="MM_SLIDE_TYPE" val="6"/>
</p:tagLst>
</file>

<file path=ppt/tags/tag17.xml><?xml version="1.0" encoding="utf-8"?>
<p:tagLst xmlns:a="http://schemas.openxmlformats.org/drawingml/2006/main" xmlns:r="http://schemas.openxmlformats.org/officeDocument/2006/relationships" xmlns:p="http://schemas.openxmlformats.org/presentationml/2006/main">
  <p:tag name="MM_SLIDE_TYPE" val="6"/>
</p:tagLst>
</file>

<file path=ppt/tags/tag18.xml><?xml version="1.0" encoding="utf-8"?>
<p:tagLst xmlns:a="http://schemas.openxmlformats.org/drawingml/2006/main" xmlns:r="http://schemas.openxmlformats.org/officeDocument/2006/relationships" xmlns:p="http://schemas.openxmlformats.org/presentationml/2006/main">
  <p:tag name="MM_SLIDE_TYPE" val="6"/>
</p:tagLst>
</file>

<file path=ppt/tags/tag19.xml><?xml version="1.0" encoding="utf-8"?>
<p:tagLst xmlns:a="http://schemas.openxmlformats.org/drawingml/2006/main" xmlns:r="http://schemas.openxmlformats.org/officeDocument/2006/relationships" xmlns:p="http://schemas.openxmlformats.org/presentationml/2006/main">
  <p:tag name="MM_SLIDE_TYPE" val="6"/>
</p:tagLst>
</file>

<file path=ppt/tags/tag20.xml><?xml version="1.0" encoding="utf-8"?>
<p:tagLst xmlns:a="http://schemas.openxmlformats.org/drawingml/2006/main" xmlns:r="http://schemas.openxmlformats.org/officeDocument/2006/relationships" xmlns:p="http://schemas.openxmlformats.org/presentationml/2006/main">
  <p:tag name="MM_SLIDE_TYPE" val="6"/>
</p:tagLst>
</file>

<file path=ppt/tags/tag21.xml><?xml version="1.0" encoding="utf-8"?>
<p:tagLst xmlns:a="http://schemas.openxmlformats.org/drawingml/2006/main" xmlns:r="http://schemas.openxmlformats.org/officeDocument/2006/relationships" xmlns:p="http://schemas.openxmlformats.org/presentationml/2006/main">
  <p:tag name="MM_SLIDE_TYPE" val="6"/>
</p:tagLst>
</file>

<file path=ppt/tags/tag22.xml><?xml version="1.0" encoding="utf-8"?>
<p:tagLst xmlns:a="http://schemas.openxmlformats.org/drawingml/2006/main" xmlns:r="http://schemas.openxmlformats.org/officeDocument/2006/relationships" xmlns:p="http://schemas.openxmlformats.org/presentationml/2006/main">
  <p:tag name="MM_SLIDE_TYPE" val="6"/>
</p:tagLst>
</file>

<file path=ppt/tags/tag23.xml><?xml version="1.0" encoding="utf-8"?>
<p:tagLst xmlns:a="http://schemas.openxmlformats.org/drawingml/2006/main" xmlns:r="http://schemas.openxmlformats.org/officeDocument/2006/relationships" xmlns:p="http://schemas.openxmlformats.org/presentationml/2006/main">
  <p:tag name="MM_SLIDE_TYPE" val="6"/>
</p:tagLst>
</file>

<file path=ppt/tags/tag24.xml><?xml version="1.0" encoding="utf-8"?>
<p:tagLst xmlns:a="http://schemas.openxmlformats.org/drawingml/2006/main" xmlns:r="http://schemas.openxmlformats.org/officeDocument/2006/relationships" xmlns:p="http://schemas.openxmlformats.org/presentationml/2006/main">
  <p:tag name="MM_SLIDE_TYPE" val="6"/>
</p:tagLst>
</file>

<file path=ppt/tags/tag25.xml><?xml version="1.0" encoding="utf-8"?>
<p:tagLst xmlns:a="http://schemas.openxmlformats.org/drawingml/2006/main" xmlns:r="http://schemas.openxmlformats.org/officeDocument/2006/relationships" xmlns:p="http://schemas.openxmlformats.org/presentationml/2006/main">
  <p:tag name="MM_SLIDE_TYPE" val="6"/>
</p:tagLst>
</file>

<file path=ppt/tags/tag26.xml><?xml version="1.0" encoding="utf-8"?>
<p:tagLst xmlns:a="http://schemas.openxmlformats.org/drawingml/2006/main" xmlns:r="http://schemas.openxmlformats.org/officeDocument/2006/relationships" xmlns:p="http://schemas.openxmlformats.org/presentationml/2006/main">
  <p:tag name="MM_SLIDE_TYPE" val="6"/>
</p:tagLst>
</file>

<file path=ppt/tags/tag27.xml><?xml version="1.0" encoding="utf-8"?>
<p:tagLst xmlns:a="http://schemas.openxmlformats.org/drawingml/2006/main" xmlns:r="http://schemas.openxmlformats.org/officeDocument/2006/relationships" xmlns:p="http://schemas.openxmlformats.org/presentationml/2006/main">
  <p:tag name="MM_SLIDE_TYPE" val="6"/>
</p:tagLst>
</file>

<file path=ppt/tags/tag28.xml><?xml version="1.0" encoding="utf-8"?>
<p:tagLst xmlns:a="http://schemas.openxmlformats.org/drawingml/2006/main" xmlns:r="http://schemas.openxmlformats.org/officeDocument/2006/relationships" xmlns:p="http://schemas.openxmlformats.org/presentationml/2006/main">
  <p:tag name="MM_SLIDE_TYPE" val="6"/>
</p:tagLst>
</file>

<file path=ppt/tags/tag29.xml><?xml version="1.0" encoding="utf-8"?>
<p:tagLst xmlns:a="http://schemas.openxmlformats.org/drawingml/2006/main" xmlns:r="http://schemas.openxmlformats.org/officeDocument/2006/relationships" xmlns:p="http://schemas.openxmlformats.org/presentationml/2006/main">
  <p:tag name="MM_SLIDE_TYPE" val="6"/>
</p:tagLst>
</file>

<file path=ppt/tags/tag30.xml><?xml version="1.0" encoding="utf-8"?>
<p:tagLst xmlns:a="http://schemas.openxmlformats.org/drawingml/2006/main" xmlns:r="http://schemas.openxmlformats.org/officeDocument/2006/relationships" xmlns:p="http://schemas.openxmlformats.org/presentationml/2006/main">
  <p:tag name="MM_SLIDE_TYPE" val="6"/>
</p:tagLst>
</file>

<file path=ppt/tags/tag31.xml><?xml version="1.0" encoding="utf-8"?>
<p:tagLst xmlns:a="http://schemas.openxmlformats.org/drawingml/2006/main" xmlns:r="http://schemas.openxmlformats.org/officeDocument/2006/relationships" xmlns:p="http://schemas.openxmlformats.org/presentationml/2006/main">
  <p:tag name="MM_SLIDE_TYPE" val="6"/>
</p:tagLst>
</file>

<file path=ppt/tags/tag32.xml><?xml version="1.0" encoding="utf-8"?>
<p:tagLst xmlns:a="http://schemas.openxmlformats.org/drawingml/2006/main" xmlns:r="http://schemas.openxmlformats.org/officeDocument/2006/relationships" xmlns:p="http://schemas.openxmlformats.org/presentationml/2006/main">
  <p:tag name="MM_SLIDE_TYPE" val="6"/>
</p:tagLst>
</file>

<file path=ppt/tags/tag33.xml><?xml version="1.0" encoding="utf-8"?>
<p:tagLst xmlns:a="http://schemas.openxmlformats.org/drawingml/2006/main" xmlns:r="http://schemas.openxmlformats.org/officeDocument/2006/relationships" xmlns:p="http://schemas.openxmlformats.org/presentationml/2006/main">
  <p:tag name="MM_SLIDE_TYPE" val="6"/>
</p:tagLst>
</file>

<file path=ppt/tags/tag34.xml><?xml version="1.0" encoding="utf-8"?>
<p:tagLst xmlns:a="http://schemas.openxmlformats.org/drawingml/2006/main" xmlns:r="http://schemas.openxmlformats.org/officeDocument/2006/relationships" xmlns:p="http://schemas.openxmlformats.org/presentationml/2006/main">
  <p:tag name="MM_SLIDE_TYPE" val="6"/>
</p:tagLst>
</file>

<file path=ppt/tags/tag35.xml><?xml version="1.0" encoding="utf-8"?>
<p:tagLst xmlns:a="http://schemas.openxmlformats.org/drawingml/2006/main" xmlns:r="http://schemas.openxmlformats.org/officeDocument/2006/relationships" xmlns:p="http://schemas.openxmlformats.org/presentationml/2006/main">
  <p:tag name="MM_SLIDE_TYPE" val="6"/>
</p:tagLst>
</file>

<file path=ppt/tags/tag36.xml><?xml version="1.0" encoding="utf-8"?>
<p:tagLst xmlns:a="http://schemas.openxmlformats.org/drawingml/2006/main" xmlns:r="http://schemas.openxmlformats.org/officeDocument/2006/relationships" xmlns:p="http://schemas.openxmlformats.org/presentationml/2006/main">
  <p:tag name="MM_SLIDE_TYPE" val="6"/>
</p:tagLst>
</file>

<file path=ppt/tags/tag37.xml><?xml version="1.0" encoding="utf-8"?>
<p:tagLst xmlns:a="http://schemas.openxmlformats.org/drawingml/2006/main" xmlns:r="http://schemas.openxmlformats.org/officeDocument/2006/relationships" xmlns:p="http://schemas.openxmlformats.org/presentationml/2006/main">
  <p:tag name="MM_SLIDE_TYPE" val="6"/>
</p:tagLst>
</file>

<file path=ppt/tags/tag38.xml><?xml version="1.0" encoding="utf-8"?>
<p:tagLst xmlns:a="http://schemas.openxmlformats.org/drawingml/2006/main" xmlns:r="http://schemas.openxmlformats.org/officeDocument/2006/relationships" xmlns:p="http://schemas.openxmlformats.org/presentationml/2006/main">
  <p:tag name="MM_SLIDE_TYPE" val="6"/>
</p:tagLst>
</file>

<file path=ppt/tags/tag39.xml><?xml version="1.0" encoding="utf-8"?>
<p:tagLst xmlns:a="http://schemas.openxmlformats.org/drawingml/2006/main" xmlns:r="http://schemas.openxmlformats.org/officeDocument/2006/relationships" xmlns:p="http://schemas.openxmlformats.org/presentationml/2006/main">
  <p:tag name="MM_SLIDE_TYPE" val="6"/>
</p:tagLst>
</file>

<file path=ppt/tags/tag40.xml><?xml version="1.0" encoding="utf-8"?>
<p:tagLst xmlns:a="http://schemas.openxmlformats.org/drawingml/2006/main" xmlns:r="http://schemas.openxmlformats.org/officeDocument/2006/relationships" xmlns:p="http://schemas.openxmlformats.org/presentationml/2006/main">
  <p:tag name="MM_SLIDE_TYPE" val="6"/>
</p:tagLst>
</file>

<file path=ppt/tags/tag41.xml><?xml version="1.0" encoding="utf-8"?>
<p:tagLst xmlns:a="http://schemas.openxmlformats.org/drawingml/2006/main" xmlns:r="http://schemas.openxmlformats.org/officeDocument/2006/relationships" xmlns:p="http://schemas.openxmlformats.org/presentationml/2006/main">
  <p:tag name="MM_SLIDE_TYPE" val="6"/>
</p:tagLst>
</file>

<file path=ppt/tags/tag42.xml><?xml version="1.0" encoding="utf-8"?>
<p:tagLst xmlns:a="http://schemas.openxmlformats.org/drawingml/2006/main" xmlns:r="http://schemas.openxmlformats.org/officeDocument/2006/relationships" xmlns:p="http://schemas.openxmlformats.org/presentationml/2006/main">
  <p:tag name="MM_SLIDE_TYPE" val="6"/>
</p:tagLst>
</file>

<file path=ppt/tags/tag43.xml><?xml version="1.0" encoding="utf-8"?>
<p:tagLst xmlns:a="http://schemas.openxmlformats.org/drawingml/2006/main" xmlns:r="http://schemas.openxmlformats.org/officeDocument/2006/relationships" xmlns:p="http://schemas.openxmlformats.org/presentationml/2006/main">
  <p:tag name="MM_SLIDE_TYPE" val="6"/>
</p:tagLst>
</file>

<file path=ppt/tags/tag44.xml><?xml version="1.0" encoding="utf-8"?>
<p:tagLst xmlns:a="http://schemas.openxmlformats.org/drawingml/2006/main" xmlns:r="http://schemas.openxmlformats.org/officeDocument/2006/relationships" xmlns:p="http://schemas.openxmlformats.org/presentationml/2006/main">
  <p:tag name="MM_SLIDE_TYPE" val="6"/>
</p:tagLst>
</file>

<file path=ppt/tags/tag45.xml><?xml version="1.0" encoding="utf-8"?>
<p:tagLst xmlns:a="http://schemas.openxmlformats.org/drawingml/2006/main" xmlns:r="http://schemas.openxmlformats.org/officeDocument/2006/relationships" xmlns:p="http://schemas.openxmlformats.org/presentationml/2006/main">
  <p:tag name="MM_SLIDE_TYPE" val="6"/>
</p:tagLst>
</file>

<file path=ppt/tags/tag46.xml><?xml version="1.0" encoding="utf-8"?>
<p:tagLst xmlns:a="http://schemas.openxmlformats.org/drawingml/2006/main" xmlns:r="http://schemas.openxmlformats.org/officeDocument/2006/relationships" xmlns:p="http://schemas.openxmlformats.org/presentationml/2006/main">
  <p:tag name="MM_SLIDE_TYPE" val="6"/>
</p:tagLst>
</file>

<file path=ppt/tags/tag47.xml><?xml version="1.0" encoding="utf-8"?>
<p:tagLst xmlns:a="http://schemas.openxmlformats.org/drawingml/2006/main" xmlns:r="http://schemas.openxmlformats.org/officeDocument/2006/relationships" xmlns:p="http://schemas.openxmlformats.org/presentationml/2006/main">
  <p:tag name="MM_SLIDE_TYPE" val="6"/>
</p:tagLst>
</file>

<file path=ppt/tags/tag48.xml><?xml version="1.0" encoding="utf-8"?>
<p:tagLst xmlns:a="http://schemas.openxmlformats.org/drawingml/2006/main" xmlns:r="http://schemas.openxmlformats.org/officeDocument/2006/relationships" xmlns:p="http://schemas.openxmlformats.org/presentationml/2006/main">
  <p:tag name="MM_SLIDE_TYPE" val="6"/>
</p:tagLst>
</file>

<file path=ppt/tags/tag49.xml><?xml version="1.0" encoding="utf-8"?>
<p:tagLst xmlns:a="http://schemas.openxmlformats.org/drawingml/2006/main" xmlns:r="http://schemas.openxmlformats.org/officeDocument/2006/relationships" xmlns:p="http://schemas.openxmlformats.org/presentationml/2006/main">
  <p:tag name="MM_SLIDE_TYPE" val="6"/>
</p:tagLst>
</file>

<file path=ppt/tags/tag50.xml><?xml version="1.0" encoding="utf-8"?>
<p:tagLst xmlns:a="http://schemas.openxmlformats.org/drawingml/2006/main" xmlns:r="http://schemas.openxmlformats.org/officeDocument/2006/relationships" xmlns:p="http://schemas.openxmlformats.org/presentationml/2006/main">
  <p:tag name="MM_SLIDE_TYPE" val="6"/>
</p:tagLst>
</file>

<file path=ppt/tags/tag51.xml><?xml version="1.0" encoding="utf-8"?>
<p:tagLst xmlns:a="http://schemas.openxmlformats.org/drawingml/2006/main" xmlns:r="http://schemas.openxmlformats.org/officeDocument/2006/relationships" xmlns:p="http://schemas.openxmlformats.org/presentationml/2006/main">
  <p:tag name="MM_SLIDE_TYPE" val="6"/>
</p:tagLst>
</file>

<file path=ppt/tags/tag52.xml><?xml version="1.0" encoding="utf-8"?>
<p:tagLst xmlns:a="http://schemas.openxmlformats.org/drawingml/2006/main" xmlns:r="http://schemas.openxmlformats.org/officeDocument/2006/relationships" xmlns:p="http://schemas.openxmlformats.org/presentationml/2006/main">
  <p:tag name="MM_SLIDE_TYPE" val="6"/>
</p:tagLst>
</file>

<file path=ppt/tags/tag53.xml><?xml version="1.0" encoding="utf-8"?>
<p:tagLst xmlns:a="http://schemas.openxmlformats.org/drawingml/2006/main" xmlns:r="http://schemas.openxmlformats.org/officeDocument/2006/relationships" xmlns:p="http://schemas.openxmlformats.org/presentationml/2006/main">
  <p:tag name="MM_SLIDE_TYPE" val="6"/>
</p:tagLst>
</file>

<file path=ppt/tags/tag54.xml><?xml version="1.0" encoding="utf-8"?>
<p:tagLst xmlns:a="http://schemas.openxmlformats.org/drawingml/2006/main" xmlns:r="http://schemas.openxmlformats.org/officeDocument/2006/relationships" xmlns:p="http://schemas.openxmlformats.org/presentationml/2006/main">
  <p:tag name="MM_SLIDE_TYPE" val="6"/>
</p:tagLst>
</file>

<file path=ppt/tags/tag55.xml><?xml version="1.0" encoding="utf-8"?>
<p:tagLst xmlns:a="http://schemas.openxmlformats.org/drawingml/2006/main" xmlns:r="http://schemas.openxmlformats.org/officeDocument/2006/relationships" xmlns:p="http://schemas.openxmlformats.org/presentationml/2006/main">
  <p:tag name="MM_SLIDE_TYPE" val="6"/>
</p:tagLst>
</file>

<file path=ppt/tags/tag56.xml><?xml version="1.0" encoding="utf-8"?>
<p:tagLst xmlns:a="http://schemas.openxmlformats.org/drawingml/2006/main" xmlns:r="http://schemas.openxmlformats.org/officeDocument/2006/relationships" xmlns:p="http://schemas.openxmlformats.org/presentationml/2006/main">
  <p:tag name="MM_SLIDE_TYPE" val="6"/>
</p:tagLst>
</file>

<file path=ppt/tags/tag57.xml><?xml version="1.0" encoding="utf-8"?>
<p:tagLst xmlns:a="http://schemas.openxmlformats.org/drawingml/2006/main" xmlns:r="http://schemas.openxmlformats.org/officeDocument/2006/relationships" xmlns:p="http://schemas.openxmlformats.org/presentationml/2006/main">
  <p:tag name="MM_SLIDE_TYPE" val="6"/>
</p:tagLst>
</file>

<file path=ppt/tags/tag58.xml><?xml version="1.0" encoding="utf-8"?>
<p:tagLst xmlns:a="http://schemas.openxmlformats.org/drawingml/2006/main" xmlns:r="http://schemas.openxmlformats.org/officeDocument/2006/relationships" xmlns:p="http://schemas.openxmlformats.org/presentationml/2006/main">
  <p:tag name="MM_SLIDE_TYPE" val="6"/>
</p:tagLst>
</file>

<file path=ppt/tags/tag59.xml><?xml version="1.0" encoding="utf-8"?>
<p:tagLst xmlns:a="http://schemas.openxmlformats.org/drawingml/2006/main" xmlns:r="http://schemas.openxmlformats.org/officeDocument/2006/relationships" xmlns:p="http://schemas.openxmlformats.org/presentationml/2006/main">
  <p:tag name="MM_SLIDE_TYPE" val="6"/>
</p:tagLst>
</file>

<file path=ppt/tags/tag60.xml><?xml version="1.0" encoding="utf-8"?>
<p:tagLst xmlns:a="http://schemas.openxmlformats.org/drawingml/2006/main" xmlns:r="http://schemas.openxmlformats.org/officeDocument/2006/relationships" xmlns:p="http://schemas.openxmlformats.org/presentationml/2006/main">
  <p:tag name="MM_SLIDE_TYPE" val="6"/>
</p:tagLst>
</file>

<file path=ppt/tags/tag61.xml><?xml version="1.0" encoding="utf-8"?>
<p:tagLst xmlns:a="http://schemas.openxmlformats.org/drawingml/2006/main" xmlns:r="http://schemas.openxmlformats.org/officeDocument/2006/relationships" xmlns:p="http://schemas.openxmlformats.org/presentationml/2006/main">
  <p:tag name="MM_SLIDE_TYPE" val="6"/>
</p:tagLst>
</file>

<file path=ppt/tags/tag62.xml><?xml version="1.0" encoding="utf-8"?>
<p:tagLst xmlns:a="http://schemas.openxmlformats.org/drawingml/2006/main" xmlns:r="http://schemas.openxmlformats.org/officeDocument/2006/relationships" xmlns:p="http://schemas.openxmlformats.org/presentationml/2006/main">
  <p:tag name="MM_SLIDE_TYPE" val="6"/>
</p:tagLst>
</file>

<file path=ppt/tags/tag63.xml><?xml version="1.0" encoding="utf-8"?>
<p:tagLst xmlns:a="http://schemas.openxmlformats.org/drawingml/2006/main" xmlns:r="http://schemas.openxmlformats.org/officeDocument/2006/relationships" xmlns:p="http://schemas.openxmlformats.org/presentationml/2006/main">
  <p:tag name="MM_SLIDE_TYPE" val="6"/>
</p:tagLst>
</file>

<file path=ppt/tags/tag64.xml><?xml version="1.0" encoding="utf-8"?>
<p:tagLst xmlns:a="http://schemas.openxmlformats.org/drawingml/2006/main" xmlns:r="http://schemas.openxmlformats.org/officeDocument/2006/relationships" xmlns:p="http://schemas.openxmlformats.org/presentationml/2006/main">
  <p:tag name="MM_SLIDE_TYPE" val="6"/>
</p:tagLst>
</file>

<file path=ppt/tags/tag65.xml><?xml version="1.0" encoding="utf-8"?>
<p:tagLst xmlns:a="http://schemas.openxmlformats.org/drawingml/2006/main" xmlns:r="http://schemas.openxmlformats.org/officeDocument/2006/relationships" xmlns:p="http://schemas.openxmlformats.org/presentationml/2006/main">
  <p:tag name="MM_SLIDE_TYPE" val="6"/>
</p:tagLst>
</file>

<file path=ppt/tags/tag66.xml><?xml version="1.0" encoding="utf-8"?>
<p:tagLst xmlns:a="http://schemas.openxmlformats.org/drawingml/2006/main" xmlns:r="http://schemas.openxmlformats.org/officeDocument/2006/relationships" xmlns:p="http://schemas.openxmlformats.org/presentationml/2006/main">
  <p:tag name="MM_SLIDE_TYPE" val="6"/>
</p:tagLst>
</file>

<file path=ppt/tags/tag67.xml><?xml version="1.0" encoding="utf-8"?>
<p:tagLst xmlns:a="http://schemas.openxmlformats.org/drawingml/2006/main" xmlns:r="http://schemas.openxmlformats.org/officeDocument/2006/relationships" xmlns:p="http://schemas.openxmlformats.org/presentationml/2006/main">
  <p:tag name="MM_SLIDE_TYPE" val="6"/>
</p:tagLst>
</file>

<file path=ppt/tags/tag68.xml><?xml version="1.0" encoding="utf-8"?>
<p:tagLst xmlns:a="http://schemas.openxmlformats.org/drawingml/2006/main" xmlns:r="http://schemas.openxmlformats.org/officeDocument/2006/relationships" xmlns:p="http://schemas.openxmlformats.org/presentationml/2006/main">
  <p:tag name="MM_SLIDE_TYPE" val="6"/>
</p:tagLst>
</file>

<file path=ppt/tags/tag69.xml><?xml version="1.0" encoding="utf-8"?>
<p:tagLst xmlns:a="http://schemas.openxmlformats.org/drawingml/2006/main" xmlns:r="http://schemas.openxmlformats.org/officeDocument/2006/relationships" xmlns:p="http://schemas.openxmlformats.org/presentationml/2006/main">
  <p:tag name="MM_SLIDE_TYPE" val="6"/>
</p:tagLst>
</file>

<file path=ppt/tags/tag70.xml><?xml version="1.0" encoding="utf-8"?>
<p:tagLst xmlns:a="http://schemas.openxmlformats.org/drawingml/2006/main" xmlns:r="http://schemas.openxmlformats.org/officeDocument/2006/relationships" xmlns:p="http://schemas.openxmlformats.org/presentationml/2006/main">
  <p:tag name="MM_SLIDE_TYPE" val="6"/>
</p:tagLst>
</file>

<file path=ppt/tags/tag71.xml><?xml version="1.0" encoding="utf-8"?>
<p:tagLst xmlns:a="http://schemas.openxmlformats.org/drawingml/2006/main" xmlns:r="http://schemas.openxmlformats.org/officeDocument/2006/relationships" xmlns:p="http://schemas.openxmlformats.org/presentationml/2006/main">
  <p:tag name="MM_SLIDE_TYPE" val="6"/>
</p:tagLst>
</file>

<file path=ppt/tags/tag72.xml><?xml version="1.0" encoding="utf-8"?>
<p:tagLst xmlns:a="http://schemas.openxmlformats.org/drawingml/2006/main" xmlns:r="http://schemas.openxmlformats.org/officeDocument/2006/relationships" xmlns:p="http://schemas.openxmlformats.org/presentationml/2006/main">
  <p:tag name="MM_SLIDE_TYPE" val="6"/>
</p:tagLst>
</file>

<file path=ppt/tags/tag73.xml><?xml version="1.0" encoding="utf-8"?>
<p:tagLst xmlns:a="http://schemas.openxmlformats.org/drawingml/2006/main" xmlns:r="http://schemas.openxmlformats.org/officeDocument/2006/relationships" xmlns:p="http://schemas.openxmlformats.org/presentationml/2006/main">
  <p:tag name="MM_SLIDE_TYPE" val="6"/>
</p:tagLst>
</file>

<file path=ppt/tags/tag74.xml><?xml version="1.0" encoding="utf-8"?>
<p:tagLst xmlns:a="http://schemas.openxmlformats.org/drawingml/2006/main" xmlns:r="http://schemas.openxmlformats.org/officeDocument/2006/relationships" xmlns:p="http://schemas.openxmlformats.org/presentationml/2006/main">
  <p:tag name="MM_SLIDE_TYPE" val="6"/>
</p:tagLst>
</file>

<file path=ppt/tags/tag75.xml><?xml version="1.0" encoding="utf-8"?>
<p:tagLst xmlns:a="http://schemas.openxmlformats.org/drawingml/2006/main" xmlns:r="http://schemas.openxmlformats.org/officeDocument/2006/relationships" xmlns:p="http://schemas.openxmlformats.org/presentationml/2006/main">
  <p:tag name="MM_SLIDE_TYPE" val="6"/>
</p:tagLst>
</file>

<file path=ppt/tags/tag76.xml><?xml version="1.0" encoding="utf-8"?>
<p:tagLst xmlns:a="http://schemas.openxmlformats.org/drawingml/2006/main" xmlns:r="http://schemas.openxmlformats.org/officeDocument/2006/relationships" xmlns:p="http://schemas.openxmlformats.org/presentationml/2006/main">
  <p:tag name="MM_SLIDE_TYPE" val="6"/>
</p:tagLst>
</file>

<file path=ppt/tags/tag77.xml><?xml version="1.0" encoding="utf-8"?>
<p:tagLst xmlns:a="http://schemas.openxmlformats.org/drawingml/2006/main" xmlns:r="http://schemas.openxmlformats.org/officeDocument/2006/relationships" xmlns:p="http://schemas.openxmlformats.org/presentationml/2006/main">
  <p:tag name="MM_SLIDE_TYPE" val="6"/>
</p:tagLst>
</file>

<file path=ppt/tags/tag78.xml><?xml version="1.0" encoding="utf-8"?>
<p:tagLst xmlns:a="http://schemas.openxmlformats.org/drawingml/2006/main" xmlns:r="http://schemas.openxmlformats.org/officeDocument/2006/relationships" xmlns:p="http://schemas.openxmlformats.org/presentationml/2006/main">
  <p:tag name="MM_SLIDE_TYPE" val="6"/>
</p:tagLst>
</file>

<file path=ppt/tags/tag79.xml><?xml version="1.0" encoding="utf-8"?>
<p:tagLst xmlns:a="http://schemas.openxmlformats.org/drawingml/2006/main" xmlns:r="http://schemas.openxmlformats.org/officeDocument/2006/relationships" xmlns:p="http://schemas.openxmlformats.org/presentationml/2006/main">
  <p:tag name="MM_SLIDE_TYPE" val="6"/>
</p:tagLst>
</file>

<file path=ppt/tags/tag80.xml><?xml version="1.0" encoding="utf-8"?>
<p:tagLst xmlns:a="http://schemas.openxmlformats.org/drawingml/2006/main" xmlns:r="http://schemas.openxmlformats.org/officeDocument/2006/relationships" xmlns:p="http://schemas.openxmlformats.org/presentationml/2006/main">
  <p:tag name="MM_SLIDE_TYPE" val="6"/>
</p:tagLst>
</file>

<file path=ppt/tags/tag81.xml><?xml version="1.0" encoding="utf-8"?>
<p:tagLst xmlns:a="http://schemas.openxmlformats.org/drawingml/2006/main" xmlns:r="http://schemas.openxmlformats.org/officeDocument/2006/relationships" xmlns:p="http://schemas.openxmlformats.org/presentationml/2006/main">
  <p:tag name="MM_SLIDE_TYPE" val="6"/>
</p:tagLst>
</file>

<file path=ppt/tags/tag82.xml><?xml version="1.0" encoding="utf-8"?>
<p:tagLst xmlns:a="http://schemas.openxmlformats.org/drawingml/2006/main" xmlns:r="http://schemas.openxmlformats.org/officeDocument/2006/relationships" xmlns:p="http://schemas.openxmlformats.org/presentationml/2006/main">
  <p:tag name="MM_SLIDE_TYPE" val="6"/>
</p:tagLst>
</file>

<file path=ppt/tags/tag83.xml><?xml version="1.0" encoding="utf-8"?>
<p:tagLst xmlns:a="http://schemas.openxmlformats.org/drawingml/2006/main" xmlns:r="http://schemas.openxmlformats.org/officeDocument/2006/relationships" xmlns:p="http://schemas.openxmlformats.org/presentationml/2006/main">
  <p:tag name="MM_SLIDE_TYPE" val="6"/>
</p:tagLst>
</file>

<file path=ppt/tags/tag84.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Tema IB 2021">
  <a:themeElements>
    <a:clrScheme name="XP">
      <a:dk1>
        <a:sysClr val="windowText" lastClr="000000"/>
      </a:dk1>
      <a:lt1>
        <a:sysClr val="window" lastClr="FFFFFF"/>
      </a:lt1>
      <a:dk2>
        <a:srgbClr val="3F3F3F"/>
      </a:dk2>
      <a:lt2>
        <a:srgbClr val="74797C"/>
      </a:lt2>
      <a:accent1>
        <a:srgbClr val="1F2F44"/>
      </a:accent1>
      <a:accent2>
        <a:srgbClr val="F9C113"/>
      </a:accent2>
      <a:accent3>
        <a:srgbClr val="8EB3DF"/>
      </a:accent3>
      <a:accent4>
        <a:srgbClr val="707971"/>
      </a:accent4>
      <a:accent5>
        <a:srgbClr val="494849"/>
      </a:accent5>
      <a:accent6>
        <a:srgbClr val="000000"/>
      </a:accent6>
      <a:hlink>
        <a:srgbClr val="3F3F3F"/>
      </a:hlink>
      <a:folHlink>
        <a:srgbClr val="74797C"/>
      </a:folHlink>
    </a:clrScheme>
    <a:fontScheme name="Custom 9">
      <a:majorFont>
        <a:latin typeface="Roboto Light"/>
        <a:ea typeface=""/>
        <a:cs typeface=""/>
      </a:majorFont>
      <a:minorFont>
        <a:latin typeface="Roboto Light"/>
        <a:ea typeface=""/>
        <a:cs typeface=""/>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ctr">
          <a:defRPr sz="1000" dirty="0">
            <a:solidFill>
              <a:schemeClr val="tx1"/>
            </a:solidFill>
            <a:latin typeface="Roboto" panose="02000000000000000000" pitchFamily="2" charset="0"/>
            <a:ea typeface="Roboto" panose="02000000000000000000" pitchFamily="2" charset="0"/>
            <a:cs typeface="Roboto"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dirty="0" err="1" smtClean="0">
            <a:latin typeface="Roboto" panose="02000000000000000000" pitchFamily="2" charset="0"/>
            <a:ea typeface="Roboto" panose="02000000000000000000" pitchFamily="2" charset="0"/>
            <a:cs typeface="Roboto" panose="02000000000000000000" pitchFamily="2" charset="0"/>
          </a:defRPr>
        </a:defPPr>
      </a:lstStyle>
    </a:txDef>
  </a:objectDefaults>
  <a:extraClrSchemeLst/>
  <a:extLst>
    <a:ext uri="{05A4C25C-085E-4340-85A3-A5531E510DB2}">
      <thm15:themeFamily xmlns:thm15="http://schemas.microsoft.com/office/thememl/2012/main" name="Tema IB 2021" id="{6D847418-CD83-4597-AEBD-50544DA1ED74}" vid="{44D405C9-CCFA-46ED-BC78-7E1D304E95E1}"/>
    </a:ext>
  </a:extLst>
</a:theme>
</file>

<file path=ppt/theme/theme2.xml><?xml version="1.0" encoding="utf-8"?>
<a:theme xmlns:a="http://schemas.openxmlformats.org/drawingml/2006/main" name="Tema IB 2021">
  <a:themeElements>
    <a:clrScheme name="XP Atacado">
      <a:dk1>
        <a:srgbClr val="18191A"/>
      </a:dk1>
      <a:lt1>
        <a:srgbClr val="FFFFFF"/>
      </a:lt1>
      <a:dk2>
        <a:srgbClr val="3F3F3F"/>
      </a:dk2>
      <a:lt2>
        <a:srgbClr val="74797C"/>
      </a:lt2>
      <a:accent1>
        <a:srgbClr val="1F2F44"/>
      </a:accent1>
      <a:accent2>
        <a:srgbClr val="F9C113"/>
      </a:accent2>
      <a:accent3>
        <a:srgbClr val="8EB3DF"/>
      </a:accent3>
      <a:accent4>
        <a:srgbClr val="707971"/>
      </a:accent4>
      <a:accent5>
        <a:srgbClr val="494849"/>
      </a:accent5>
      <a:accent6>
        <a:srgbClr val="000000"/>
      </a:accent6>
      <a:hlink>
        <a:srgbClr val="3F3F3F"/>
      </a:hlink>
      <a:folHlink>
        <a:srgbClr val="74797C"/>
      </a:folHlink>
    </a:clrScheme>
    <a:fontScheme name="Custom 9">
      <a:majorFont>
        <a:latin typeface="Roboto Light"/>
        <a:ea typeface=""/>
        <a:cs typeface=""/>
      </a:majorFont>
      <a:minorFont>
        <a:latin typeface="Roboto Light"/>
        <a:ea typeface=""/>
        <a:cs typeface=""/>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ctr">
          <a:defRPr sz="1000" dirty="0">
            <a:solidFill>
              <a:schemeClr val="tx1"/>
            </a:solidFill>
            <a:latin typeface="Roboto" panose="02000000000000000000" pitchFamily="2" charset="0"/>
            <a:ea typeface="Roboto" panose="02000000000000000000" pitchFamily="2" charset="0"/>
            <a:cs typeface="Roboto"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dirty="0" err="1" smtClean="0">
            <a:latin typeface="Roboto" panose="02000000000000000000" pitchFamily="2" charset="0"/>
            <a:ea typeface="Roboto" panose="02000000000000000000" pitchFamily="2" charset="0"/>
            <a:cs typeface="Roboto" panose="02000000000000000000" pitchFamily="2" charset="0"/>
          </a:defRPr>
        </a:defPPr>
      </a:lstStyle>
    </a:txDef>
  </a:objectDefaults>
  <a:extraClrSchemeLst/>
  <a:extLst>
    <a:ext uri="{05A4C25C-085E-4340-85A3-A5531E510DB2}">
      <thm15:themeFamily xmlns:thm15="http://schemas.microsoft.com/office/thememl/2012/main" name="Tema IB 2021" id="{6D847418-CD83-4597-AEBD-50544DA1ED74}" vid="{44D405C9-CCFA-46ED-BC78-7E1D304E95E1}"/>
    </a:ext>
  </a:extLst>
</a:theme>
</file>

<file path=ppt/theme/theme3.xml><?xml version="1.0" encoding="utf-8"?>
<a:theme xmlns:a="http://schemas.openxmlformats.org/drawingml/2006/main" name="1_Tema IB 2021">
  <a:themeElements>
    <a:clrScheme name="XP Atacado">
      <a:dk1>
        <a:srgbClr val="18191A"/>
      </a:dk1>
      <a:lt1>
        <a:srgbClr val="FFFFFF"/>
      </a:lt1>
      <a:dk2>
        <a:srgbClr val="3F3F3F"/>
      </a:dk2>
      <a:lt2>
        <a:srgbClr val="74797C"/>
      </a:lt2>
      <a:accent1>
        <a:srgbClr val="1F2F44"/>
      </a:accent1>
      <a:accent2>
        <a:srgbClr val="F9C113"/>
      </a:accent2>
      <a:accent3>
        <a:srgbClr val="8EB3DF"/>
      </a:accent3>
      <a:accent4>
        <a:srgbClr val="707971"/>
      </a:accent4>
      <a:accent5>
        <a:srgbClr val="494849"/>
      </a:accent5>
      <a:accent6>
        <a:srgbClr val="000000"/>
      </a:accent6>
      <a:hlink>
        <a:srgbClr val="3F3F3F"/>
      </a:hlink>
      <a:folHlink>
        <a:srgbClr val="74797C"/>
      </a:folHlink>
    </a:clrScheme>
    <a:fontScheme name="Custom 9">
      <a:majorFont>
        <a:latin typeface="Roboto Light"/>
        <a:ea typeface=""/>
        <a:cs typeface=""/>
      </a:majorFont>
      <a:minorFont>
        <a:latin typeface="Roboto Light"/>
        <a:ea typeface=""/>
        <a:cs typeface=""/>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ctr">
          <a:defRPr sz="1000" dirty="0">
            <a:solidFill>
              <a:schemeClr val="tx1"/>
            </a:solidFill>
            <a:latin typeface="Roboto" panose="02000000000000000000" pitchFamily="2" charset="0"/>
            <a:ea typeface="Roboto" panose="02000000000000000000" pitchFamily="2" charset="0"/>
            <a:cs typeface="Roboto"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dirty="0" err="1" smtClean="0">
            <a:latin typeface="Roboto" panose="02000000000000000000" pitchFamily="2" charset="0"/>
            <a:ea typeface="Roboto" panose="02000000000000000000" pitchFamily="2" charset="0"/>
            <a:cs typeface="Roboto" panose="02000000000000000000" pitchFamily="2" charset="0"/>
          </a:defRPr>
        </a:defPPr>
      </a:lstStyle>
    </a:txDef>
  </a:objectDefaults>
  <a:extraClrSchemeLst/>
  <a:extLst>
    <a:ext uri="{05A4C25C-085E-4340-85A3-A5531E510DB2}">
      <thm15:themeFamily xmlns:thm15="http://schemas.microsoft.com/office/thememl/2012/main" name="Tema IB 2021" id="{6D847418-CD83-4597-AEBD-50544DA1ED74}" vid="{44D405C9-CCFA-46ED-BC78-7E1D304E95E1}"/>
    </a:ext>
  </a:extLst>
</a:theme>
</file>

<file path=ppt/theme/theme4.xml><?xml version="1.0" encoding="utf-8"?>
<a:theme xmlns:a="http://schemas.openxmlformats.org/drawingml/2006/main" name="3_Tema IB 2021">
  <a:themeElements>
    <a:clrScheme name="XP Atacado">
      <a:dk1>
        <a:srgbClr val="18191A"/>
      </a:dk1>
      <a:lt1>
        <a:srgbClr val="FFFFFF"/>
      </a:lt1>
      <a:dk2>
        <a:srgbClr val="3F3F3F"/>
      </a:dk2>
      <a:lt2>
        <a:srgbClr val="74797C"/>
      </a:lt2>
      <a:accent1>
        <a:srgbClr val="1F2F44"/>
      </a:accent1>
      <a:accent2>
        <a:srgbClr val="F9C113"/>
      </a:accent2>
      <a:accent3>
        <a:srgbClr val="8EB3DF"/>
      </a:accent3>
      <a:accent4>
        <a:srgbClr val="707971"/>
      </a:accent4>
      <a:accent5>
        <a:srgbClr val="494849"/>
      </a:accent5>
      <a:accent6>
        <a:srgbClr val="000000"/>
      </a:accent6>
      <a:hlink>
        <a:srgbClr val="3F3F3F"/>
      </a:hlink>
      <a:folHlink>
        <a:srgbClr val="74797C"/>
      </a:folHlink>
    </a:clrScheme>
    <a:fontScheme name="Custom 9">
      <a:majorFont>
        <a:latin typeface="Roboto Light"/>
        <a:ea typeface=""/>
        <a:cs typeface=""/>
      </a:majorFont>
      <a:minorFont>
        <a:latin typeface="Roboto Light"/>
        <a:ea typeface=""/>
        <a:cs typeface=""/>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ctr">
          <a:defRPr sz="1000" dirty="0">
            <a:solidFill>
              <a:schemeClr val="tx1"/>
            </a:solidFill>
            <a:latin typeface="Roboto" panose="02000000000000000000" pitchFamily="2" charset="0"/>
            <a:ea typeface="Roboto" panose="02000000000000000000" pitchFamily="2" charset="0"/>
            <a:cs typeface="Roboto"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dirty="0" err="1" smtClean="0">
            <a:latin typeface="Roboto" panose="02000000000000000000" pitchFamily="2" charset="0"/>
            <a:ea typeface="Roboto" panose="02000000000000000000" pitchFamily="2" charset="0"/>
            <a:cs typeface="Roboto" panose="02000000000000000000" pitchFamily="2" charset="0"/>
          </a:defRPr>
        </a:defPPr>
      </a:lstStyle>
    </a:txDef>
  </a:objectDefaults>
  <a:extraClrSchemeLst/>
  <a:extLst>
    <a:ext uri="{05A4C25C-085E-4340-85A3-A5531E510DB2}">
      <thm15:themeFamily xmlns:thm15="http://schemas.microsoft.com/office/thememl/2012/main" name="Tema IB 2021" id="{6D847418-CD83-4597-AEBD-50544DA1ED74}" vid="{44D405C9-CCFA-46ED-BC78-7E1D304E95E1}"/>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F0CCA2EC1436644A975F615102E791D4" ma:contentTypeVersion="10" ma:contentTypeDescription="Crie um novo documento." ma:contentTypeScope="" ma:versionID="28ff45d858194a1d5627daa0c11ca3cd">
  <xsd:schema xmlns:xsd="http://www.w3.org/2001/XMLSchema" xmlns:xs="http://www.w3.org/2001/XMLSchema" xmlns:p="http://schemas.microsoft.com/office/2006/metadata/properties" xmlns:ns3="0ed9a755-f5db-423c-8ac8-5ace67466bf3" targetNamespace="http://schemas.microsoft.com/office/2006/metadata/properties" ma:root="true" ma:fieldsID="dca19f87df448f25f604aab1024e2da3" ns3:_="">
    <xsd:import namespace="0ed9a755-f5db-423c-8ac8-5ace67466bf3"/>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MediaServiceSystemTags" minOccurs="0"/>
                <xsd:element ref="ns3:MediaServiceGenerationTime" minOccurs="0"/>
                <xsd:element ref="ns3:MediaServiceEventHashCode" minOccurs="0"/>
                <xsd:element ref="ns3:_activity"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ed9a755-f5db-423c-8ac8-5ace67466bf3"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_activity" ma:index="16" nillable="true" ma:displayName="_activity" ma:hidden="true" ma:internalName="_activity">
      <xsd:simpleType>
        <xsd:restriction base="dms:Note"/>
      </xsd:simpleType>
    </xsd:element>
    <xsd:element name="MediaServiceOCR" ma:index="17"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BBSettings xmlns="http://schemas.bloomberg.com/settings/1.0">
  <Item name="DocumentId_Charts">{53AAC287-3DAD-4653-A654-2C603DE5EA8B}</Item>
  <Item xmlns="" name="ShapesMap_Charts">{"{53AAC287-3DAD-4653-A654-2C603DE5EA8B}":{"262":{},"271":{},"272":{},"342":{},"350":{},"357":{},"388":{},"389":{},"390":{},"395":{},"396":{},"397":{},"403":{},"416":{},"433":{},"435":{},"436":{},"445":{},"463":{},"464":{},"465":{},"466":{},"477":{},"495":{},"496":{},"497":{},"498":{},"499":{},"500":{}}}</Item>
</BBSettings>
</file>

<file path=customXml/item3.xml><?xml version="1.0" encoding="utf-8"?>
<p:properties xmlns:p="http://schemas.microsoft.com/office/2006/metadata/properties" xmlns:xsi="http://www.w3.org/2001/XMLSchema-instance" xmlns:pc="http://schemas.microsoft.com/office/infopath/2007/PartnerControls">
  <documentManagement>
    <_activity xmlns="0ed9a755-f5db-423c-8ac8-5ace67466bf3" xsi:nil="true"/>
  </documentManagement>
</p:properties>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D7FBAE6-8635-4238-B76E-B2F11A9868B3}">
  <ds:schemaRefs>
    <ds:schemaRef ds:uri="0ed9a755-f5db-423c-8ac8-5ace67466bf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DFE9787F-8150-4279-AD03-0A46449924CA}">
  <ds:schemaRefs>
    <ds:schemaRef ds:uri=""/>
    <ds:schemaRef ds:uri="http://schemas.bloomberg.com/settings/1.0"/>
  </ds:schemaRefs>
</ds:datastoreItem>
</file>

<file path=customXml/itemProps3.xml><?xml version="1.0" encoding="utf-8"?>
<ds:datastoreItem xmlns:ds="http://schemas.openxmlformats.org/officeDocument/2006/customXml" ds:itemID="{BA6E4D21-16FA-4F36-8F97-E465D89C6970}">
  <ds:schemaRefs>
    <ds:schemaRef ds:uri="http://schemas.openxmlformats.org/package/2006/metadata/core-properties"/>
    <ds:schemaRef ds:uri="http://purl.org/dc/dcmitype/"/>
    <ds:schemaRef ds:uri="http://schemas.microsoft.com/office/2006/documentManagement/types"/>
    <ds:schemaRef ds:uri="http://purl.org/dc/terms/"/>
    <ds:schemaRef ds:uri="http://www.w3.org/XML/1998/namespace"/>
    <ds:schemaRef ds:uri="http://schemas.microsoft.com/office/2006/metadata/properties"/>
    <ds:schemaRef ds:uri="http://purl.org/dc/elements/1.1/"/>
    <ds:schemaRef ds:uri="0ed9a755-f5db-423c-8ac8-5ace67466bf3"/>
    <ds:schemaRef ds:uri="http://schemas.microsoft.com/office/infopath/2007/PartnerControls"/>
  </ds:schemaRefs>
</ds:datastoreItem>
</file>

<file path=customXml/itemProps4.xml><?xml version="1.0" encoding="utf-8"?>
<ds:datastoreItem xmlns:ds="http://schemas.openxmlformats.org/officeDocument/2006/customXml" ds:itemID="{004EEA39-9397-43FA-9B08-67E7390235E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3103</TotalTime>
  <Words>1032</Words>
  <Application>Microsoft Office PowerPoint</Application>
  <PresentationFormat>A4 Paper (210x297 mm)</PresentationFormat>
  <Paragraphs>251</Paragraphs>
  <Slides>2</Slides>
  <Notes>2</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2</vt:i4>
      </vt:variant>
    </vt:vector>
  </HeadingPairs>
  <TitlesOfParts>
    <vt:vector size="12" baseType="lpstr">
      <vt:lpstr>Arial</vt:lpstr>
      <vt:lpstr>Calibri</vt:lpstr>
      <vt:lpstr>Roboto</vt:lpstr>
      <vt:lpstr>Roboto Light</vt:lpstr>
      <vt:lpstr>XP</vt:lpstr>
      <vt:lpstr>XP Light Lighthouse</vt:lpstr>
      <vt:lpstr>Tema IB 2021</vt:lpstr>
      <vt:lpstr>Tema IB 2021</vt:lpstr>
      <vt:lpstr>1_Tema IB 2021</vt:lpstr>
      <vt:lpstr>3_Tema IB 2021</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XP-Ray</dc:title>
  <dc:creator>Amanda Augusti</dc:creator>
  <cp:lastModifiedBy>Caio Lopes de Souza</cp:lastModifiedBy>
  <cp:revision>229</cp:revision>
  <dcterms:created xsi:type="dcterms:W3CDTF">2022-03-20T14:16:37Z</dcterms:created>
  <dcterms:modified xsi:type="dcterms:W3CDTF">2026-09-28T22:22:32Z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0x010100F0CCA2EC1436644A975F615102E791D4</vt:lpwstr>
  </property>
  <property fmtid="{D5CDD505-2E9C-101B-9397-08002B2CF9AE}" pid="3" name="MSIP_Label_e6a9157b-bcf3-4eac-b03e-7cf007ba9fdf_Enabled">
    <vt:lpwstr>true</vt:lpwstr>
  </property>
  <property fmtid="{D5CDD505-2E9C-101B-9397-08002B2CF9AE}" pid="4" name="MSIP_Label_e6a9157b-bcf3-4eac-b03e-7cf007ba9fdf_SetDate">
    <vt:lpwstr>2024-04-26T18:36:09Z</vt:lpwstr>
  </property>
  <property fmtid="{D5CDD505-2E9C-101B-9397-08002B2CF9AE}" pid="5" name="MSIP_Label_e6a9157b-bcf3-4eac-b03e-7cf007ba9fdf_Method">
    <vt:lpwstr>Standard</vt:lpwstr>
  </property>
  <property fmtid="{D5CDD505-2E9C-101B-9397-08002B2CF9AE}" pid="6" name="MSIP_Label_e6a9157b-bcf3-4eac-b03e-7cf007ba9fdf_Name">
    <vt:lpwstr>Publica</vt:lpwstr>
  </property>
  <property fmtid="{D5CDD505-2E9C-101B-9397-08002B2CF9AE}" pid="7" name="MSIP_Label_e6a9157b-bcf3-4eac-b03e-7cf007ba9fdf_SiteId">
    <vt:lpwstr>cf56e405-d2b0-4266-b210-aa04636b6161</vt:lpwstr>
  </property>
  <property fmtid="{D5CDD505-2E9C-101B-9397-08002B2CF9AE}" pid="8" name="MSIP_Label_e6a9157b-bcf3-4eac-b03e-7cf007ba9fdf_ActionId">
    <vt:lpwstr>52ce295d-ee08-46a1-a00e-8956d7068427</vt:lpwstr>
  </property>
  <property fmtid="{D5CDD505-2E9C-101B-9397-08002B2CF9AE}" pid="9" name="MSIP_Label_e6a9157b-bcf3-4eac-b03e-7cf007ba9fdf_ContentBits">
    <vt:lpwstr>2</vt:lpwstr>
  </property>
  <property fmtid="{D5CDD505-2E9C-101B-9397-08002B2CF9AE}" pid="10" name="ClassificationContentMarkingFooterLocations">
    <vt:lpwstr>Tema IB 2021:5\Tema IB 2021:5</vt:lpwstr>
  </property>
  <property fmtid="{D5CDD505-2E9C-101B-9397-08002B2CF9AE}" pid="11" name="ClassificationContentMarkingFooterText">
    <vt:lpwstr>[ CLASSIFICAÇÃO: PÚBLICA ]</vt:lpwstr>
  </property>
</Properties>
</file>