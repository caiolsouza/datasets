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aa252845124eff" /><Relationship Type="http://schemas.openxmlformats.org/officeDocument/2006/relationships/extended-properties" Target="/docProps/app.xml" Id="R60ebf2bd3d094918" /><Relationship Type="http://schemas.openxmlformats.org/officeDocument/2006/relationships/officeDocument" Target="/ppt/presentation.xml" Id="Rc0d3e12ebd8e4e11" /></Relationships>
</file>

<file path=ppt/presentation.xml><?xml version="1.0" encoding="utf-8"?>
<p:presentation xmlns:p="http://schemas.openxmlformats.org/presentationml/2006/main">
  <p:sldMasterIdLst>
    <p:sldMasterId xmlns:r="http://schemas.openxmlformats.org/officeDocument/2006/relationships" id="2147483648" r:id="Rf9937db1564a470a"/>
    <p:sldMasterId xmlns:r="http://schemas.openxmlformats.org/officeDocument/2006/relationships" id="2147483670" r:id="Rbb2d1167a3a2437c"/>
  </p:sldMasterIdLst>
  <p:notesMasterIdLst>
    <p:notesMasterId xmlns:r="http://schemas.openxmlformats.org/officeDocument/2006/relationships" r:id="R01efca2314da4529"/>
  </p:notesMasterIdLst>
  <p:sldIdLst>
    <p:sldId xmlns:r="http://schemas.openxmlformats.org/officeDocument/2006/relationships" id="256" r:id="Rcd5af53e4dd248c2"/>
  </p:sldIdLst>
  <p:sldSz cx="6858000" cy="9906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ee36a590149441a" /><Relationship Type="http://schemas.openxmlformats.org/officeDocument/2006/relationships/slideMaster" Target="/ppt/slideMasters/slideMaster1.xml" Id="Rf9937db1564a470a" /><Relationship Type="http://schemas.openxmlformats.org/officeDocument/2006/relationships/slideMaster" Target="/ppt/slideMasters/slideMaster2.xml" Id="Rbb2d1167a3a2437c" /><Relationship Type="http://schemas.openxmlformats.org/officeDocument/2006/relationships/notesMaster" Target="/ppt/notesMasters/notesMaster1.xml" Id="R01efca2314da4529" /><Relationship Type="http://schemas.openxmlformats.org/officeDocument/2006/relationships/presProps" Target="/ppt/presProps.xml" Id="R5bf1315b6ec642bb" /><Relationship Type="http://schemas.openxmlformats.org/officeDocument/2006/relationships/viewProps" Target="/ppt/viewProps.xml" Id="R05c69470d18547ed" /><Relationship Type="http://schemas.openxmlformats.org/officeDocument/2006/relationships/tableStyles" Target="/ppt/tableStyles.xml" Id="R0afd7b0f271541f1" /><Relationship Type="http://schemas.openxmlformats.org/officeDocument/2006/relationships/slide" Target="/ppt/slides/slide1.xml" Id="Rcd5af53e4dd248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ab1ab0c1bd0b4c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XP Atacado">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0ab53dd0964ac9" /><Relationship Type="http://schemas.openxmlformats.org/officeDocument/2006/relationships/notesMaster" Target="/ppt/notesMasters/notesMaster1.xml" Id="R3aed2bd580094b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 attendance detail:</a:t>
            </a:r>
          </a:p>
          <a:p xmlns:a="http://schemas.openxmlformats.org/drawingml/2006/main">
            <a:r>
              <a:t>3Tentos: August 18th</a:t>
            </a:r>
          </a:p>
          <a:p xmlns:a="http://schemas.openxmlformats.org/drawingml/2006/main">
            <a:r>
              <a:t>Ambev: August 17th</a:t>
            </a:r>
          </a:p>
          <a:p xmlns:a="http://schemas.openxmlformats.org/drawingml/2006/main">
            <a:r>
              <a:t>Boa Safra: August 17th</a:t>
            </a:r>
          </a:p>
          <a:p xmlns:a="http://schemas.openxmlformats.org/drawingml/2006/main">
            <a:r>
              <a:t>Brasil Agro: August 18th</a:t>
            </a:r>
          </a:p>
          <a:p xmlns:a="http://schemas.openxmlformats.org/drawingml/2006/main">
            <a:r>
              <a:t>Camil: August 17th</a:t>
            </a:r>
          </a:p>
          <a:p xmlns:a="http://schemas.openxmlformats.org/drawingml/2006/main">
            <a:r>
              <a:t>Jalles: August 18th</a:t>
            </a:r>
          </a:p>
          <a:p xmlns:a="http://schemas.openxmlformats.org/drawingml/2006/main">
            <a:r>
              <a:t>JBS: August 18th</a:t>
            </a:r>
          </a:p>
          <a:p xmlns:a="http://schemas.openxmlformats.org/drawingml/2006/main">
            <a:r>
              <a:t>M. Dias Branco: August 18th</a:t>
            </a:r>
          </a:p>
          <a:p xmlns:a="http://schemas.openxmlformats.org/drawingml/2006/main">
            <a:r>
              <a:t>MBRF: August 18th</a:t>
            </a:r>
          </a:p>
          <a:p xmlns:a="http://schemas.openxmlformats.org/drawingml/2006/main">
            <a:r>
              <a:t>Minerva: August 17th</a:t>
            </a:r>
          </a:p>
          <a:p xmlns:a="http://schemas.openxmlformats.org/drawingml/2006/main">
            <a:r>
              <a:t>SLC: August 17th</a:t>
            </a:r>
          </a:p>
          <a:p xmlns:a="http://schemas.openxmlformats.org/drawingml/2006/main">
            <a:r>
              <a:t>WEG: August 17th</a:t>
            </a:r>
          </a:p>
          <a:p xmlns:a="http://schemas.openxmlformats.org/drawingml/2006/main">
            <a:r>
              <a:t>Ânima: August 17th</a:t>
            </a:r>
          </a:p>
          <a:p xmlns:a="http://schemas.openxmlformats.org/drawingml/2006/main">
            <a:r>
              <a:t>Cogna Educação: August 17th</a:t>
            </a:r>
          </a:p>
          <a:p xmlns:a="http://schemas.openxmlformats.org/drawingml/2006/main">
            <a:r>
              <a:t>Cruzeiro do Sul Educacional: August 17th</a:t>
            </a:r>
          </a:p>
          <a:p xmlns:a="http://schemas.openxmlformats.org/drawingml/2006/main">
            <a:r>
              <a:t>Salta: August 17th</a:t>
            </a:r>
          </a:p>
          <a:p xmlns:a="http://schemas.openxmlformats.org/drawingml/2006/main">
            <a:r>
              <a:t>Vitru Educação: August 17th</a:t>
            </a:r>
          </a:p>
          <a:p xmlns:a="http://schemas.openxmlformats.org/drawingml/2006/main">
            <a:r>
              <a:t>Yduqs: August 17th</a:t>
            </a:r>
          </a:p>
          <a:p xmlns:a="http://schemas.openxmlformats.org/drawingml/2006/main">
            <a:r>
              <a:t>Aegea: August 17th, August 18th</a:t>
            </a:r>
          </a:p>
          <a:p xmlns:a="http://schemas.openxmlformats.org/drawingml/2006/main">
            <a:r>
              <a:t>Auren: August 18th</a:t>
            </a:r>
          </a:p>
          <a:p xmlns:a="http://schemas.openxmlformats.org/drawingml/2006/main">
            <a:r>
              <a:t>AXIA: August 18th</a:t>
            </a:r>
          </a:p>
          <a:p xmlns:a="http://schemas.openxmlformats.org/drawingml/2006/main">
            <a:r>
              <a:t>Cemig: August 18th</a:t>
            </a:r>
          </a:p>
          <a:p xmlns:a="http://schemas.openxmlformats.org/drawingml/2006/main">
            <a:r>
              <a:t>Copasa: August 17th</a:t>
            </a:r>
          </a:p>
          <a:p xmlns:a="http://schemas.openxmlformats.org/drawingml/2006/main">
            <a:r>
              <a:t>Copel: August 17th</a:t>
            </a:r>
          </a:p>
          <a:p xmlns:a="http://schemas.openxmlformats.org/drawingml/2006/main">
            <a:r>
              <a:t>Energisa: August 17th</a:t>
            </a:r>
          </a:p>
          <a:p xmlns:a="http://schemas.openxmlformats.org/drawingml/2006/main">
            <a:r>
              <a:t>Engie: August 17th</a:t>
            </a:r>
          </a:p>
          <a:p xmlns:a="http://schemas.openxmlformats.org/drawingml/2006/main">
            <a:r>
              <a:t>Equatorial: August 17th</a:t>
            </a:r>
          </a:p>
          <a:p xmlns:a="http://schemas.openxmlformats.org/drawingml/2006/main">
            <a:r>
              <a:t>Light: August 18th</a:t>
            </a:r>
          </a:p>
          <a:p xmlns:a="http://schemas.openxmlformats.org/drawingml/2006/main">
            <a:r>
              <a:t>Orizon: August 18th</a:t>
            </a:r>
          </a:p>
          <a:p xmlns:a="http://schemas.openxmlformats.org/drawingml/2006/main">
            <a:r>
              <a:t>Taesa: August 18th</a:t>
            </a:r>
          </a:p>
          <a:p xmlns:a="http://schemas.openxmlformats.org/drawingml/2006/main">
            <a:r>
              <a:t>Agibank: August 17th</a:t>
            </a:r>
          </a:p>
          <a:p xmlns:a="http://schemas.openxmlformats.org/drawingml/2006/main">
            <a:r>
              <a:t>B3: August 17th</a:t>
            </a:r>
          </a:p>
          <a:p xmlns:a="http://schemas.openxmlformats.org/drawingml/2006/main">
            <a:r>
              <a:t>Banco do Brasil: August 17th</a:t>
            </a:r>
          </a:p>
          <a:p xmlns:a="http://schemas.openxmlformats.org/drawingml/2006/main">
            <a:r>
              <a:t>BB Seguridade: August 17th</a:t>
            </a:r>
          </a:p>
          <a:p xmlns:a="http://schemas.openxmlformats.org/drawingml/2006/main">
            <a:r>
              <a:t>BR Partners: August 18th</a:t>
            </a:r>
          </a:p>
          <a:p xmlns:a="http://schemas.openxmlformats.org/drawingml/2006/main">
            <a:r>
              <a:t>Bradesco: August 17th</a:t>
            </a:r>
          </a:p>
          <a:p xmlns:a="http://schemas.openxmlformats.org/drawingml/2006/main">
            <a:r>
              <a:t>Caixa Seguridade: August 17th</a:t>
            </a:r>
          </a:p>
          <a:p xmlns:a="http://schemas.openxmlformats.org/drawingml/2006/main">
            <a:r>
              <a:t>IRB(Re): August 18th</a:t>
            </a:r>
          </a:p>
          <a:p xmlns:a="http://schemas.openxmlformats.org/drawingml/2006/main">
            <a:r>
              <a:t>Itaú: August 18th</a:t>
            </a:r>
          </a:p>
          <a:p xmlns:a="http://schemas.openxmlformats.org/drawingml/2006/main">
            <a:r>
              <a:t>Mercantil: August 17th</a:t>
            </a:r>
          </a:p>
          <a:p xmlns:a="http://schemas.openxmlformats.org/drawingml/2006/main">
            <a:r>
              <a:t>Pine: August 18th</a:t>
            </a:r>
          </a:p>
          <a:p xmlns:a="http://schemas.openxmlformats.org/drawingml/2006/main">
            <a:r>
              <a:t>Stone: August 17th</a:t>
            </a:r>
          </a:p>
          <a:p xmlns:a="http://schemas.openxmlformats.org/drawingml/2006/main">
            <a:r>
              <a:t>XP Inc.: August 18th</a:t>
            </a:r>
          </a:p>
          <a:p xmlns:a="http://schemas.openxmlformats.org/drawingml/2006/main">
            <a:r>
              <a:t>XP Research | Macro &amp; Politics: August 17th, August 18th</a:t>
            </a:r>
          </a:p>
          <a:p xmlns:a="http://schemas.openxmlformats.org/drawingml/2006/main">
            <a:r>
              <a:t>XP Research | Strategy: August 17th, August 18th</a:t>
            </a:r>
          </a:p>
          <a:p xmlns:a="http://schemas.openxmlformats.org/drawingml/2006/main">
            <a:r>
              <a:t>BradSaúde: August 18th</a:t>
            </a:r>
          </a:p>
          <a:p xmlns:a="http://schemas.openxmlformats.org/drawingml/2006/main">
            <a:r>
              <a:t>Dasa: August 17th</a:t>
            </a:r>
          </a:p>
          <a:p xmlns:a="http://schemas.openxmlformats.org/drawingml/2006/main">
            <a:r>
              <a:t>Fleury: August 18th</a:t>
            </a:r>
          </a:p>
          <a:p xmlns:a="http://schemas.openxmlformats.org/drawingml/2006/main">
            <a:r>
              <a:t>Hapvida: August 17th</a:t>
            </a:r>
          </a:p>
          <a:p xmlns:a="http://schemas.openxmlformats.org/drawingml/2006/main">
            <a:r>
              <a:t>Hypera: August 17th</a:t>
            </a:r>
          </a:p>
          <a:p xmlns:a="http://schemas.openxmlformats.org/drawingml/2006/main">
            <a:r>
              <a:t>Mater Dei: August 17th</a:t>
            </a:r>
          </a:p>
          <a:p xmlns:a="http://schemas.openxmlformats.org/drawingml/2006/main">
            <a:r>
              <a:t>Rede D'Or: August 17th</a:t>
            </a:r>
          </a:p>
          <a:p xmlns:a="http://schemas.openxmlformats.org/drawingml/2006/main">
            <a:r>
              <a:t>União Química: August 18th</a:t>
            </a:r>
          </a:p>
          <a:p xmlns:a="http://schemas.openxmlformats.org/drawingml/2006/main">
            <a:r>
              <a:t>CSN: August 17th</a:t>
            </a:r>
          </a:p>
          <a:p xmlns:a="http://schemas.openxmlformats.org/drawingml/2006/main">
            <a:r>
              <a:t>Vale: August 18th</a:t>
            </a:r>
          </a:p>
          <a:p xmlns:a="http://schemas.openxmlformats.org/drawingml/2006/main">
            <a:r>
              <a:t>Brava: August 17th</a:t>
            </a:r>
          </a:p>
          <a:p xmlns:a="http://schemas.openxmlformats.org/drawingml/2006/main">
            <a:r>
              <a:t>Compass: August 17th</a:t>
            </a:r>
          </a:p>
          <a:p xmlns:a="http://schemas.openxmlformats.org/drawingml/2006/main">
            <a:r>
              <a:t>Origem: August 18th</a:t>
            </a:r>
          </a:p>
          <a:p xmlns:a="http://schemas.openxmlformats.org/drawingml/2006/main">
            <a:r>
              <a:t>Petrobras: August 18th</a:t>
            </a:r>
          </a:p>
          <a:p xmlns:a="http://schemas.openxmlformats.org/drawingml/2006/main">
            <a:r>
              <a:t>PetroRecôncavo: August 17th</a:t>
            </a:r>
          </a:p>
          <a:p xmlns:a="http://schemas.openxmlformats.org/drawingml/2006/main">
            <a:r>
              <a:t>PRIO: August 17th</a:t>
            </a:r>
          </a:p>
          <a:p xmlns:a="http://schemas.openxmlformats.org/drawingml/2006/main">
            <a:r>
              <a:t>Ultra: August 17th</a:t>
            </a:r>
          </a:p>
          <a:p xmlns:a="http://schemas.openxmlformats.org/drawingml/2006/main">
            <a:r>
              <a:t>Vibra: August 18th</a:t>
            </a:r>
          </a:p>
          <a:p xmlns:a="http://schemas.openxmlformats.org/drawingml/2006/main">
            <a:r>
              <a:t>Klabin: August 18th</a:t>
            </a:r>
          </a:p>
          <a:p xmlns:a="http://schemas.openxmlformats.org/drawingml/2006/main">
            <a:r>
              <a:t>Suzano: August 17th</a:t>
            </a:r>
          </a:p>
          <a:p xmlns:a="http://schemas.openxmlformats.org/drawingml/2006/main">
            <a:r>
              <a:t>Allos: August 17th</a:t>
            </a:r>
          </a:p>
          <a:p xmlns:a="http://schemas.openxmlformats.org/drawingml/2006/main">
            <a:r>
              <a:t>Cury: August 18th</a:t>
            </a:r>
          </a:p>
          <a:p xmlns:a="http://schemas.openxmlformats.org/drawingml/2006/main">
            <a:r>
              <a:t>Cyrela: August 18th</a:t>
            </a:r>
          </a:p>
          <a:p xmlns:a="http://schemas.openxmlformats.org/drawingml/2006/main">
            <a:r>
              <a:t>Direcional: August 18th</a:t>
            </a:r>
          </a:p>
          <a:p xmlns:a="http://schemas.openxmlformats.org/drawingml/2006/main">
            <a:r>
              <a:t>Even: August 17th</a:t>
            </a:r>
          </a:p>
          <a:p xmlns:a="http://schemas.openxmlformats.org/drawingml/2006/main">
            <a:r>
              <a:t>Iguatemi: August 17th</a:t>
            </a:r>
          </a:p>
          <a:p xmlns:a="http://schemas.openxmlformats.org/drawingml/2006/main">
            <a:r>
              <a:t>JHSF: August 17th</a:t>
            </a:r>
          </a:p>
          <a:p xmlns:a="http://schemas.openxmlformats.org/drawingml/2006/main">
            <a:r>
              <a:t>Lavvi: August 17th</a:t>
            </a:r>
          </a:p>
          <a:p xmlns:a="http://schemas.openxmlformats.org/drawingml/2006/main">
            <a:r>
              <a:t>Moura Dubeux: August 18th</a:t>
            </a:r>
          </a:p>
          <a:p xmlns:a="http://schemas.openxmlformats.org/drawingml/2006/main">
            <a:r>
              <a:t>MRV: August 18th</a:t>
            </a:r>
          </a:p>
          <a:p xmlns:a="http://schemas.openxmlformats.org/drawingml/2006/main">
            <a:r>
              <a:t>Multiplan: August 17th</a:t>
            </a:r>
          </a:p>
          <a:p xmlns:a="http://schemas.openxmlformats.org/drawingml/2006/main">
            <a:r>
              <a:t>Plano&amp;Plano: August 17th</a:t>
            </a:r>
          </a:p>
          <a:p xmlns:a="http://schemas.openxmlformats.org/drawingml/2006/main">
            <a:r>
              <a:t>Alpargatas: August 17th</a:t>
            </a:r>
          </a:p>
          <a:p xmlns:a="http://schemas.openxmlformats.org/drawingml/2006/main">
            <a:r>
              <a:t>Assaí: August 18th</a:t>
            </a:r>
          </a:p>
          <a:p xmlns:a="http://schemas.openxmlformats.org/drawingml/2006/main">
            <a:r>
              <a:t>Azzas 2154: August 17th</a:t>
            </a:r>
          </a:p>
          <a:p xmlns:a="http://schemas.openxmlformats.org/drawingml/2006/main">
            <a:r>
              <a:t>C&amp;A: August 18th</a:t>
            </a:r>
          </a:p>
          <a:p xmlns:a="http://schemas.openxmlformats.org/drawingml/2006/main">
            <a:r>
              <a:t>Grupo SBF: August 17th</a:t>
            </a:r>
          </a:p>
          <a:p xmlns:a="http://schemas.openxmlformats.org/drawingml/2006/main">
            <a:r>
              <a:t>Live!: August 17th</a:t>
            </a:r>
          </a:p>
          <a:p xmlns:a="http://schemas.openxmlformats.org/drawingml/2006/main">
            <a:r>
              <a:t>Magalu: August 18th</a:t>
            </a:r>
          </a:p>
          <a:p xmlns:a="http://schemas.openxmlformats.org/drawingml/2006/main">
            <a:r>
              <a:t>Mercado Libre: August 17th</a:t>
            </a:r>
          </a:p>
          <a:p xmlns:a="http://schemas.openxmlformats.org/drawingml/2006/main">
            <a:r>
              <a:t>Natura: August 17th</a:t>
            </a:r>
          </a:p>
          <a:p xmlns:a="http://schemas.openxmlformats.org/drawingml/2006/main">
            <a:r>
              <a:t>Pague Menos: August 18th</a:t>
            </a:r>
          </a:p>
          <a:p xmlns:a="http://schemas.openxmlformats.org/drawingml/2006/main">
            <a:r>
              <a:t>Panvel: August 18th</a:t>
            </a:r>
          </a:p>
          <a:p xmlns:a="http://schemas.openxmlformats.org/drawingml/2006/main">
            <a:r>
              <a:t>Petlove: August 18th</a:t>
            </a:r>
          </a:p>
          <a:p xmlns:a="http://schemas.openxmlformats.org/drawingml/2006/main">
            <a:r>
              <a:t>Petz Cobasi: August 17th</a:t>
            </a:r>
          </a:p>
          <a:p xmlns:a="http://schemas.openxmlformats.org/drawingml/2006/main">
            <a:r>
              <a:t>Profarma: August 18th</a:t>
            </a:r>
          </a:p>
          <a:p xmlns:a="http://schemas.openxmlformats.org/drawingml/2006/main">
            <a:r>
              <a:t>RD Saúde: August 17th</a:t>
            </a:r>
          </a:p>
          <a:p xmlns:a="http://schemas.openxmlformats.org/drawingml/2006/main">
            <a:r>
              <a:t>Renner: August 17th</a:t>
            </a:r>
          </a:p>
          <a:p xmlns:a="http://schemas.openxmlformats.org/drawingml/2006/main">
            <a:r>
              <a:t>Riachuelo: August 17th</a:t>
            </a:r>
          </a:p>
          <a:p xmlns:a="http://schemas.openxmlformats.org/drawingml/2006/main">
            <a:r>
              <a:t>Smartfit: August 18th</a:t>
            </a:r>
          </a:p>
          <a:p xmlns:a="http://schemas.openxmlformats.org/drawingml/2006/main">
            <a:r>
              <a:t>Vivara: August 17th</a:t>
            </a:r>
          </a:p>
          <a:p xmlns:a="http://schemas.openxmlformats.org/drawingml/2006/main">
            <a:r>
              <a:t>Vulcabras: August 18th</a:t>
            </a:r>
          </a:p>
          <a:p xmlns:a="http://schemas.openxmlformats.org/drawingml/2006/main">
            <a:r>
              <a:t>Bemobi: August 18th</a:t>
            </a:r>
          </a:p>
          <a:p xmlns:a="http://schemas.openxmlformats.org/drawingml/2006/main">
            <a:r>
              <a:t>Intelbras: August 17th</a:t>
            </a:r>
          </a:p>
          <a:p xmlns:a="http://schemas.openxmlformats.org/drawingml/2006/main">
            <a:r>
              <a:t>Livemode: August 18th</a:t>
            </a:r>
          </a:p>
          <a:p xmlns:a="http://schemas.openxmlformats.org/drawingml/2006/main">
            <a:r>
              <a:t>LWSA: August 18th</a:t>
            </a:r>
          </a:p>
          <a:p xmlns:a="http://schemas.openxmlformats.org/drawingml/2006/main">
            <a:r>
              <a:t>Senior Sistemas: August 17th</a:t>
            </a:r>
          </a:p>
          <a:p xmlns:a="http://schemas.openxmlformats.org/drawingml/2006/main">
            <a:r>
              <a:t>Telefônica Vivo: August 17th</a:t>
            </a:r>
          </a:p>
          <a:p xmlns:a="http://schemas.openxmlformats.org/drawingml/2006/main">
            <a:r>
              <a:t>TIM: August 18th</a:t>
            </a:r>
          </a:p>
          <a:p xmlns:a="http://schemas.openxmlformats.org/drawingml/2006/main">
            <a:r>
              <a:t>TOTVS: August 18th</a:t>
            </a:r>
          </a:p>
          <a:p xmlns:a="http://schemas.openxmlformats.org/drawingml/2006/main">
            <a:r>
              <a:t>Armac: August 17th</a:t>
            </a:r>
          </a:p>
          <a:p xmlns:a="http://schemas.openxmlformats.org/drawingml/2006/main">
            <a:r>
              <a:t>Automob: August 18th</a:t>
            </a:r>
          </a:p>
          <a:p xmlns:a="http://schemas.openxmlformats.org/drawingml/2006/main">
            <a:r>
              <a:t>Ecorodovias: August 18th</a:t>
            </a:r>
          </a:p>
          <a:p xmlns:a="http://schemas.openxmlformats.org/drawingml/2006/main">
            <a:r>
              <a:t>GPS: August 18th</a:t>
            </a:r>
          </a:p>
          <a:p xmlns:a="http://schemas.openxmlformats.org/drawingml/2006/main">
            <a:r>
              <a:t>Motiva: August 18th</a:t>
            </a:r>
          </a:p>
          <a:p xmlns:a="http://schemas.openxmlformats.org/drawingml/2006/main">
            <a:r>
              <a:t>Movida: August 17th</a:t>
            </a:r>
          </a:p>
          <a:p xmlns:a="http://schemas.openxmlformats.org/drawingml/2006/main">
            <a:r>
              <a:t>Priner: August 18th</a:t>
            </a:r>
          </a:p>
          <a:p xmlns:a="http://schemas.openxmlformats.org/drawingml/2006/main">
            <a:r>
              <a:t>Rumo: August 17th</a:t>
            </a:r>
          </a:p>
          <a:p xmlns:a="http://schemas.openxmlformats.org/drawingml/2006/main">
            <a:r>
              <a:t>Simpar: August 17th</a:t>
            </a:r>
          </a:p>
          <a:p xmlns:a="http://schemas.openxmlformats.org/drawingml/2006/main">
            <a:r>
              <a:t>Vamos: August 18th</a:t>
            </a:r>
          </a:p>
          <a:p xmlns:a="http://schemas.openxmlformats.org/drawingml/2006/main">
            <a:r>
              <a:t/>
            </a:r>
          </a:p>
          <a:p xmlns:a="http://schemas.openxmlformats.org/drawingml/2006/main">
            <a:r>
              <a:t>[Sources]</a:t>
            </a:r>
          </a:p>
          <a:p xmlns:a="http://schemas.openxmlformats.org/drawingml/2006/main">
            <a:r>
              <a:t>- 2026 participant list supplied by the user (pasted-text.txt).</a:t>
            </a:r>
          </a:p>
          <a:p xmlns:a="http://schemas.openxmlformats.org/drawingml/2006/main">
            <a:r>
              <a:t>- Source visual template: https://researchxp1.s3.sa-east-1.amazonaws.com/Company+list.pptx</a:t>
            </a:r>
          </a:p>
          <a:p xmlns:a="http://schemas.openxmlformats.org/drawingml/2006/main">
            <a:r>
              <a:t>- XP Research sector taxonomy reference: https://conteudos.xpi.com.br/acoes/relatorios/enquadrando-o-varejo-para-2026/</a:t>
            </a:r>
          </a:p>
          <a:p xmlns:a="http://schemas.openxmlformats.org/drawingml/2006/main">
            <a:r>
              <a:t>- XP Research sector taxonomy reference: https://conteudos.xpi.com.br/acoes/relatorios/utilities-previa-de-resultados-1t26/</a:t>
            </a:r>
          </a:p>
          <a:p xmlns:a="http://schemas.openxmlformats.org/drawingml/2006/main">
            <a:r>
              <a:t>- XP Research sector taxonomy reference: https://conteudos.xpi.com.br/acoes/relatorios/transportes-previa-de-resultados-do-2t26/</a:t>
            </a:r>
          </a:p>
          <a:p xmlns:a="http://schemas.openxmlformats.org/drawingml/2006/main">
            <a:r>
              <a:t>- XP Research sector taxonomy reference: https://conteudos.xpi.com.br/acoes/relatorios/tmt-previa-do-2t26-lwsa3-e-bmob3/</a:t>
            </a:r>
          </a:p>
          <a:p xmlns:a="http://schemas.openxmlformats.org/drawingml/2006/main">
            <a:r>
              <a:t>- XP Research sector taxonomy reference: https://conteudos.xpi.com.br/acoes/relatorios/o-setor-de-saude-em-alta-momentum-favoravel-pela-frente/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9bf375f8e54ef6" /><Relationship Type="http://schemas.openxmlformats.org/officeDocument/2006/relationships/image" Target="/ppt/media/image.jpeg" Id="R2f011c31eae2429a" /><Relationship Type="http://schemas.openxmlformats.org/officeDocument/2006/relationships/image" Target="/ppt/media/image.png" Id="R52d942ad73154beb" /><Relationship Type="http://schemas.openxmlformats.org/officeDocument/2006/relationships/image" Target="/ppt/media/image.svg" Id="R30b7cf9fdab74d2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d6daa9e6874cb4" /><Relationship Type="http://schemas.openxmlformats.org/officeDocument/2006/relationships/image" Target="/ppt/media/image2.png" Id="Re6347c597ad7470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a7d0f9b1b3f45d6" /><Relationship Type="http://schemas.openxmlformats.org/officeDocument/2006/relationships/image" Target="/ppt/media/image2.png" Id="R82845054b52d40c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461888c88fc4c96" /><Relationship Type="http://schemas.openxmlformats.org/officeDocument/2006/relationships/image" Target="/ppt/media/image2.png" Id="R8bf14af76528427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f704b4af70c428e" /><Relationship Type="http://schemas.openxmlformats.org/officeDocument/2006/relationships/image" Target="/ppt/media/image2.png" Id="R9cdde1823e72453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2ca295ecb7d4eb2" /><Relationship Type="http://schemas.openxmlformats.org/officeDocument/2006/relationships/image" Target="/ppt/media/image2.png" Id="Rf689a2e5de4c41a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350a58209df4d2f" /><Relationship Type="http://schemas.openxmlformats.org/officeDocument/2006/relationships/image" Target="/ppt/media/image2.png" Id="Ref772c5b119b42a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e6d2c6e977540e6" /><Relationship Type="http://schemas.openxmlformats.org/officeDocument/2006/relationships/image" Target="/ppt/media/image2.jpeg" Id="R115ebdf5ef9a4c9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598ae2e8203489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f71d063fe374ee8" /><Relationship Type="http://schemas.openxmlformats.org/officeDocument/2006/relationships/image" Target="/ppt/media/image3.jpeg" Id="Rb54a9e6e09eb4e2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2f12ea0367c4fb8" /><Relationship Type="http://schemas.openxmlformats.org/officeDocument/2006/relationships/image" Target="/ppt/media/image4.jpeg" Id="Rad79d68dbb8049fe"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bbf0bdac649944c1"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89d96ea039204395"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6d900c23bdbe454c"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695881447ed04667"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1422df7d33be49bb"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c5948a1fafee497c"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96a62801c2a645a0"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7137e62d6c6b4e3e"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6694ad90e2ca44ff" /><Relationship Type="http://schemas.openxmlformats.org/officeDocument/2006/relationships/image" Target="/ppt/media/image3.png" Id="R7dabc96d77a3439a" /><Relationship Type="http://schemas.openxmlformats.org/officeDocument/2006/relationships/image" Target="/ppt/media/image4.png" Id="R761854bf32304d92" /><Relationship Type="http://schemas.openxmlformats.org/officeDocument/2006/relationships/image" Target="/ppt/media/image2.svg" Id="R2e3c01dd93014b1f"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7c014e3a2efd45cf" /><Relationship Type="http://schemas.openxmlformats.org/officeDocument/2006/relationships/image" Target="/ppt/media/image4.png" Id="R820f8e354c184827" /><Relationship Type="http://schemas.openxmlformats.org/officeDocument/2006/relationships/image" Target="/ppt/media/image2.svg" Id="Rbae73442ffc7481d" /><Relationship Type="http://schemas.openxmlformats.org/officeDocument/2006/relationships/image" Target="/ppt/media/image4.jpeg" Id="R06cdf0b9e43448cb"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d469214eb30b4813" /><Relationship Type="http://schemas.openxmlformats.org/officeDocument/2006/relationships/image" Target="/ppt/media/image2.png" Id="R59a7a2357ce84781"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2.xml" Id="Rc05c38f32e084120" /><Relationship Type="http://schemas.openxmlformats.org/officeDocument/2006/relationships/image" Target="/ppt/media/image2.png" Id="Rf3e6d0921179488a"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2.xml" Id="R5926f3dfab674f24" /><Relationship Type="http://schemas.openxmlformats.org/officeDocument/2006/relationships/image" Target="/ppt/media/image2.png" Id="R873978de15974345"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2.xml" Id="R7caa0fa671a44672" /><Relationship Type="http://schemas.openxmlformats.org/officeDocument/2006/relationships/image" Target="/ppt/media/image2.png" Id="R8f3c6372cf6e422c"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2.xml" Id="R23112258039246b8" /><Relationship Type="http://schemas.openxmlformats.org/officeDocument/2006/relationships/image" Target="/ppt/media/image2.png" Id="R3ba0e7fe05824d61"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2.xml" Id="Re7dd37f56b5547ea" /><Relationship Type="http://schemas.openxmlformats.org/officeDocument/2006/relationships/image" Target="/ppt/media/image2.png" Id="Rf6b9347f5f4e4ae6"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2.xml" Id="R2c80787cb3484e61" /><Relationship Type="http://schemas.openxmlformats.org/officeDocument/2006/relationships/image" Target="/ppt/media/image3.png" Id="R13ca8626828b4483"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2.xml" Id="R74cb234372544d14" /><Relationship Type="http://schemas.openxmlformats.org/officeDocument/2006/relationships/image" Target="/ppt/media/image3.png" Id="R96049b4e90f14c94"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2.xml" Id="Ra2ef05a3aaa146d1" /><Relationship Type="http://schemas.openxmlformats.org/officeDocument/2006/relationships/image" Target="/ppt/media/image5.png" Id="Rc755db54fd52415e" /><Relationship Type="http://schemas.openxmlformats.org/officeDocument/2006/relationships/image" Target="/ppt/media/image3.svg" Id="R9bcaeebf7fd2413e"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2.xml" Id="Rb812ca8dbd9f4d5e"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2.xml" Id="R1b6fad7ce73d41a6"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2.xml" Id="Rb8b061e1827a44c4"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2.xml" Id="Rb6a0061db2694125"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2.xml" Id="R1c5288287870489b"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2.xml" Id="R8a9ee16d3d264e60"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2.xml" Id="Rf16e0373e2fa4bc5"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2.xml" Id="Rab6a3f9016d7425e" /><Relationship Type="http://schemas.openxmlformats.org/officeDocument/2006/relationships/image" Target="/ppt/media/image3.png" Id="Racaaaef77c874793" /><Relationship Type="http://schemas.openxmlformats.org/officeDocument/2006/relationships/image" Target="/ppt/media/image4.png" Id="R415bea96f8ad4b5a" /><Relationship Type="http://schemas.openxmlformats.org/officeDocument/2006/relationships/image" Target="/ppt/media/image2.svg" Id="R4682d881c682458a" /></Relationships>
</file>

<file path=ppt/slideLayouts/slideLayout1.xml><?xml version="1.0" encoding="utf-8"?>
<p:sldLayout xmlns:p="http://schemas.openxmlformats.org/presentationml/2006/main" preserve="1" userDrawn="1">
  <p:cSld name="11_Custom Layout">
    <p:spTree>
      <p:nvGrpSpPr>
        <p:cNvPr id="1" name=""/>
        <p:cNvGrpSpPr/>
        <p:nvPr/>
      </p:nvGrpSpPr>
      <p:grpSpPr>
        <a:xfrm xmlns:a="http://schemas.openxmlformats.org/drawingml/2006/main"/>
      </p:grpSpPr>
      <p:pic>
        <p:nvPicPr>
          <p:cNvPr id="106" name="Picture 23"/>
          <p:cNvPicPr>
            <a:picLocks xmlns:a="http://schemas.openxmlformats.org/drawingml/2006/main" noChangeAspect="1"/>
          </p:cNvPicPr>
          <p:nvPr/>
        </p:nvPicPr>
        <p:blipFill>
          <a:blip xmlns:r="http://schemas.openxmlformats.org/officeDocument/2006/relationships" xmlns:a="http://schemas.openxmlformats.org/drawingml/2006/main" r:embed="R2f011c31eae2429a">
            <a:duotone>
              <a:prstClr val="black"/>
              <a:schemeClr val="accent3">
                <a:tint val="45000"/>
                <a:satMod val="400000"/>
              </a:schemeClr>
            </a:duotone>
          </a:blip>
          <a:srcRect xmlns:a="http://schemas.openxmlformats.org/drawingml/2006/main" l="19001" t="750" r="16689" b="34875"/>
          <a:stretch xmlns:a="http://schemas.openxmlformats.org/drawingml/2006/main">
            <a:fillRect l="0" t="0" r="0" b="0"/>
          </a:stretch>
        </p:blipFill>
        <p:spPr>
          <a:xfrm xmlns:a="http://schemas.openxmlformats.org/drawingml/2006/main">
            <a:off x="1" y="0"/>
            <a:ext cx="6858000" cy="4576743"/>
          </a:xfrm>
          <a:prstGeom xmlns:a="http://schemas.openxmlformats.org/drawingml/2006/main" prst="rect">
            <a:avLst/>
          </a:prstGeom>
        </p:spPr>
      </p:pic>
      <p:sp>
        <p:nvSpPr>
          <p:cNvPr id="22" name="Rectangle 21">
            <a:extLst xmlns:a="http://schemas.openxmlformats.org/drawingml/2006/main">
              <a:ext uri="{FF2B5EF4-FFF2-40B4-BE49-F238E27FC236}">
                <a16:creationId xmlns:a16="http://schemas.microsoft.com/office/drawing/2014/main" id="{CA577A9A-73DF-FD67-D2B9-9DF2479FCA6E}"/>
              </a:ext>
            </a:extLst>
          </p:cNvPr>
          <p:cNvSpPr>
            <a:spLocks xmlns:a="http://schemas.openxmlformats.org/drawingml/2006/main" noGrp="1"/>
          </p:cNvSpPr>
          <p:nvPr/>
        </p:nvSpPr>
        <p:spPr>
          <a:xfrm xmlns:a="http://schemas.openxmlformats.org/drawingml/2006/main">
            <a:off x="0" y="0"/>
            <a:ext cx="6858000" cy="1248534"/>
          </a:xfrm>
          <a:prstGeom xmlns:a="http://schemas.openxmlformats.org/drawingml/2006/main" prst="rect">
            <a:avLst/>
          </a:prstGeom>
          <a:gradFill xmlns:a="http://schemas.openxmlformats.org/drawingml/2006/main">
            <a:gsLst>
              <a:gs pos="100000">
                <a:srgbClr val="000000">
                  <a:alpha val="0"/>
                </a:srgbClr>
              </a:gs>
              <a:gs pos="0">
                <a:srgbClr val="000000">
                  <a:alpha val="53990"/>
                </a:srgbClr>
              </a:gs>
            </a:gsLst>
            <a:lin ang="54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00">
              <a:solidFill>
                <a:schemeClr val="tx1"/>
              </a:solidFill>
              <a:latin typeface="Roboto"/>
              <a:ea typeface="Roboto"/>
              <a:cs typeface="Roboto"/>
            </a:endParaRPr>
          </a:p>
        </p:txBody>
      </p:sp>
      <p:sp>
        <p:nvSpPr>
          <p:cNvPr id="58" name="Rectangle 57">
            <a:extLst xmlns:a="http://schemas.openxmlformats.org/drawingml/2006/main">
              <a:ext uri="{FF2B5EF4-FFF2-40B4-BE49-F238E27FC236}">
                <a16:creationId xmlns:a16="http://schemas.microsoft.com/office/drawing/2014/main" id="{97701684-EC87-CCCE-A58F-03CD7688915C}"/>
              </a:ext>
            </a:extLst>
          </p:cNvPr>
          <p:cNvSpPr>
            <a:spLocks xmlns:a="http://schemas.openxmlformats.org/drawingml/2006/main" noGrp="1"/>
          </p:cNvSpPr>
          <p:nvPr/>
        </p:nvSpPr>
        <p:spPr>
          <a:xfrm xmlns:a="http://schemas.openxmlformats.org/drawingml/2006/main">
            <a:off x="0" y="4499429"/>
            <a:ext cx="6858000" cy="5406570"/>
          </a:xfrm>
          <a:prstGeom xmlns:a="http://schemas.openxmlformats.org/drawingml/2006/main" prst="rect">
            <a:avLst/>
          </a:prstGeom>
          <a:solidFill xmlns:a="http://schemas.openxmlformats.org/drawingml/2006/main">
            <a:srgbClr val="00000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00">
              <a:solidFill>
                <a:schemeClr val="tx1"/>
              </a:solidFill>
              <a:latin typeface="Roboto"/>
              <a:ea typeface="Roboto"/>
              <a:cs typeface="Roboto"/>
            </a:endParaRPr>
          </a:p>
        </p:txBody>
      </p:sp>
      <p:sp>
        <p:nvSpPr>
          <p:cNvPr id="61" name="Rectangle 60">
            <a:extLst xmlns:a="http://schemas.openxmlformats.org/drawingml/2006/main">
              <a:ext uri="{FF2B5EF4-FFF2-40B4-BE49-F238E27FC236}">
                <a16:creationId xmlns:a16="http://schemas.microsoft.com/office/drawing/2014/main" id="{7DD95F5B-5C0F-87F2-49B8-A0B717061D47}"/>
              </a:ext>
            </a:extLst>
          </p:cNvPr>
          <p:cNvSpPr>
            <a:spLocks xmlns:a="http://schemas.openxmlformats.org/drawingml/2006/main" noGrp="1"/>
          </p:cNvSpPr>
          <p:nvPr/>
        </p:nvSpPr>
        <p:spPr>
          <a:xfrm xmlns:a="http://schemas.openxmlformats.org/drawingml/2006/main">
            <a:off x="0" y="3334782"/>
            <a:ext cx="6858000" cy="3811729"/>
          </a:xfrm>
          <a:prstGeom xmlns:a="http://schemas.openxmlformats.org/drawingml/2006/main" prst="rect">
            <a:avLst/>
          </a:prstGeom>
          <a:gradFill xmlns:a="http://schemas.openxmlformats.org/drawingml/2006/main" rotWithShape="1">
            <a:gsLst>
              <a:gs pos="100000">
                <a:srgbClr val="000000"/>
              </a:gs>
              <a:gs pos="23000">
                <a:schemeClr val="accent1">
                  <a:lumMod val="90000"/>
                  <a:lumOff val="10000"/>
                  <a:alpha val="44583"/>
                </a:schemeClr>
              </a:gs>
              <a:gs pos="0">
                <a:schemeClr val="accent3">
                  <a:lumMod val="75000"/>
                  <a:alpha val="0"/>
                </a:schemeClr>
              </a:gs>
            </a:gsLst>
            <a:lin ang="5400000" scaled="1"/>
            <a:tileRect/>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00">
              <a:solidFill>
                <a:schemeClr val="tx1"/>
              </a:solidFill>
              <a:latin typeface="Roboto"/>
              <a:ea typeface="Roboto"/>
              <a:cs typeface="Roboto"/>
            </a:endParaRPr>
          </a:p>
        </p:txBody>
      </p:sp>
      <p:sp>
        <p:nvSpPr>
          <p:cNvPr id="7" name="Freeform: Shape 9">
            <a:extLst xmlns:a="http://schemas.openxmlformats.org/drawingml/2006/main">
              <a:ext uri="{FF2B5EF4-FFF2-40B4-BE49-F238E27FC236}">
                <a16:creationId xmlns:a16="http://schemas.microsoft.com/office/drawing/2014/main" id="{041EE4E5-B6D8-179D-0CA8-CDA554E89DA7}"/>
              </a:ext>
            </a:extLst>
          </p:cNvPr>
          <p:cNvSpPr>
            <a:spLocks xmlns:a="http://schemas.openxmlformats.org/drawingml/2006/main" noGrp="1"/>
          </p:cNvSpPr>
          <p:nvPr/>
        </p:nvSpPr>
        <p:spPr>
          <a:xfrm xmlns:a="http://schemas.openxmlformats.org/drawingml/2006/main" rot="0" flipH="0" flipV="0">
            <a:off x="690334" y="718812"/>
            <a:ext cx="356748" cy="321801"/>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9" name="Freeform: Shape 11">
            <a:extLst xmlns:a="http://schemas.openxmlformats.org/drawingml/2006/main">
              <a:ext uri="{FF2B5EF4-FFF2-40B4-BE49-F238E27FC236}">
                <a16:creationId xmlns:a16="http://schemas.microsoft.com/office/drawing/2014/main" id="{F7C61DE1-0F58-3F22-F861-4AFD0D939602}"/>
              </a:ext>
            </a:extLst>
          </p:cNvPr>
          <p:cNvSpPr>
            <a:spLocks xmlns:a="http://schemas.openxmlformats.org/drawingml/2006/main" noGrp="1"/>
          </p:cNvSpPr>
          <p:nvPr/>
        </p:nvSpPr>
        <p:spPr>
          <a:xfrm xmlns:a="http://schemas.openxmlformats.org/drawingml/2006/main" rot="0" flipH="0" flipV="0">
            <a:off x="1114141" y="904213"/>
            <a:ext cx="50639" cy="96863"/>
          </a:xfrm>
          <a:custGeom xmlns:a="http://schemas.openxmlformats.org/drawingml/2006/main">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0" name="Freeform: Shape 12">
            <a:extLst xmlns:a="http://schemas.openxmlformats.org/drawingml/2006/main">
              <a:ext uri="{FF2B5EF4-FFF2-40B4-BE49-F238E27FC236}">
                <a16:creationId xmlns:a16="http://schemas.microsoft.com/office/drawing/2014/main" id="{5C1DA710-E26C-8C6B-D5FF-9BF5DEAF5F7C}"/>
              </a:ext>
            </a:extLst>
          </p:cNvPr>
          <p:cNvSpPr>
            <a:spLocks xmlns:a="http://schemas.openxmlformats.org/drawingml/2006/main" noGrp="1"/>
          </p:cNvSpPr>
          <p:nvPr/>
        </p:nvSpPr>
        <p:spPr>
          <a:xfrm xmlns:a="http://schemas.openxmlformats.org/drawingml/2006/main" rot="0" flipH="0" flipV="0">
            <a:off x="1175273" y="903452"/>
            <a:ext cx="93807" cy="99341"/>
          </a:xfrm>
          <a:custGeom xmlns:a="http://schemas.openxmlformats.org/drawingml/2006/main">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1" name="Freeform: Shape 13">
            <a:extLst xmlns:a="http://schemas.openxmlformats.org/drawingml/2006/main">
              <a:ext uri="{FF2B5EF4-FFF2-40B4-BE49-F238E27FC236}">
                <a16:creationId xmlns:a16="http://schemas.microsoft.com/office/drawing/2014/main" id="{7BC4F770-36F7-516C-7165-5AF290BF1086}"/>
              </a:ext>
            </a:extLst>
          </p:cNvPr>
          <p:cNvSpPr>
            <a:spLocks xmlns:a="http://schemas.openxmlformats.org/drawingml/2006/main" noGrp="1"/>
          </p:cNvSpPr>
          <p:nvPr/>
        </p:nvSpPr>
        <p:spPr>
          <a:xfrm xmlns:a="http://schemas.openxmlformats.org/drawingml/2006/main" rot="0" flipH="0" flipV="0">
            <a:off x="1284934" y="903441"/>
            <a:ext cx="77181" cy="99344"/>
          </a:xfrm>
          <a:custGeom xmlns:a="http://schemas.openxmlformats.org/drawingml/2006/main">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2" name="Freeform: Shape 14">
            <a:extLst xmlns:a="http://schemas.openxmlformats.org/drawingml/2006/main">
              <a:ext uri="{FF2B5EF4-FFF2-40B4-BE49-F238E27FC236}">
                <a16:creationId xmlns:a16="http://schemas.microsoft.com/office/drawing/2014/main" id="{DE18921F-D057-A295-F00E-1A26CB22F72B}"/>
              </a:ext>
            </a:extLst>
          </p:cNvPr>
          <p:cNvSpPr>
            <a:spLocks xmlns:a="http://schemas.openxmlformats.org/drawingml/2006/main" noGrp="1"/>
          </p:cNvSpPr>
          <p:nvPr/>
        </p:nvSpPr>
        <p:spPr>
          <a:xfrm xmlns:a="http://schemas.openxmlformats.org/drawingml/2006/main" rot="0" flipH="0" flipV="0">
            <a:off x="1378534" y="903452"/>
            <a:ext cx="93807" cy="99341"/>
          </a:xfrm>
          <a:custGeom xmlns:a="http://schemas.openxmlformats.org/drawingml/2006/main">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3" name="Freeform: Shape 15">
            <a:extLst xmlns:a="http://schemas.openxmlformats.org/drawingml/2006/main">
              <a:ext uri="{FF2B5EF4-FFF2-40B4-BE49-F238E27FC236}">
                <a16:creationId xmlns:a16="http://schemas.microsoft.com/office/drawing/2014/main" id="{922CB073-CEC2-551F-1274-3884163A69CB}"/>
              </a:ext>
            </a:extLst>
          </p:cNvPr>
          <p:cNvSpPr>
            <a:spLocks xmlns:a="http://schemas.openxmlformats.org/drawingml/2006/main" noGrp="1"/>
          </p:cNvSpPr>
          <p:nvPr/>
        </p:nvSpPr>
        <p:spPr>
          <a:xfrm xmlns:a="http://schemas.openxmlformats.org/drawingml/2006/main" rot="0" flipH="0" flipV="0">
            <a:off x="1490490" y="903441"/>
            <a:ext cx="79648" cy="99341"/>
          </a:xfrm>
          <a:custGeom xmlns:a="http://schemas.openxmlformats.org/drawingml/2006/main">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4" name="Freeform: Shape 16">
            <a:extLst xmlns:a="http://schemas.openxmlformats.org/drawingml/2006/main">
              <a:ext uri="{FF2B5EF4-FFF2-40B4-BE49-F238E27FC236}">
                <a16:creationId xmlns:a16="http://schemas.microsoft.com/office/drawing/2014/main" id="{FE9E9391-BB10-42D2-9EC7-22BEC0C9F8CF}"/>
              </a:ext>
            </a:extLst>
          </p:cNvPr>
          <p:cNvSpPr>
            <a:spLocks xmlns:a="http://schemas.openxmlformats.org/drawingml/2006/main" noGrp="1"/>
          </p:cNvSpPr>
          <p:nvPr/>
        </p:nvSpPr>
        <p:spPr>
          <a:xfrm xmlns:a="http://schemas.openxmlformats.org/drawingml/2006/main" rot="0" flipH="0" flipV="0">
            <a:off x="1598042" y="904213"/>
            <a:ext cx="50639" cy="96863"/>
          </a:xfrm>
          <a:custGeom xmlns:a="http://schemas.openxmlformats.org/drawingml/2006/main">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5" name="Freeform: Shape 17">
            <a:extLst xmlns:a="http://schemas.openxmlformats.org/drawingml/2006/main">
              <a:ext uri="{FF2B5EF4-FFF2-40B4-BE49-F238E27FC236}">
                <a16:creationId xmlns:a16="http://schemas.microsoft.com/office/drawing/2014/main" id="{2FE5AC17-9269-4F78-4E88-01D4C1AC3834}"/>
              </a:ext>
            </a:extLst>
          </p:cNvPr>
          <p:cNvSpPr>
            <a:spLocks xmlns:a="http://schemas.openxmlformats.org/drawingml/2006/main" noGrp="1"/>
          </p:cNvSpPr>
          <p:nvPr/>
        </p:nvSpPr>
        <p:spPr>
          <a:xfrm xmlns:a="http://schemas.openxmlformats.org/drawingml/2006/main" rot="0" flipH="0" flipV="0">
            <a:off x="1659173" y="903452"/>
            <a:ext cx="95145" cy="99341"/>
          </a:xfrm>
          <a:custGeom xmlns:a="http://schemas.openxmlformats.org/drawingml/2006/main">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6" name="Freeform: Shape 18">
            <a:extLst xmlns:a="http://schemas.openxmlformats.org/drawingml/2006/main">
              <a:ext uri="{FF2B5EF4-FFF2-40B4-BE49-F238E27FC236}">
                <a16:creationId xmlns:a16="http://schemas.microsoft.com/office/drawing/2014/main" id="{FA4A64A4-1E0E-DACA-B2EC-46C03BFBD9B8}"/>
              </a:ext>
            </a:extLst>
          </p:cNvPr>
          <p:cNvSpPr>
            <a:spLocks xmlns:a="http://schemas.openxmlformats.org/drawingml/2006/main" noGrp="1"/>
          </p:cNvSpPr>
          <p:nvPr/>
        </p:nvSpPr>
        <p:spPr>
          <a:xfrm xmlns:a="http://schemas.openxmlformats.org/drawingml/2006/main" rot="0" flipH="0" flipV="0">
            <a:off x="1775511" y="867145"/>
            <a:ext cx="82162" cy="133735"/>
          </a:xfrm>
          <a:custGeom xmlns:a="http://schemas.openxmlformats.org/drawingml/2006/main">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7" name="Date Placeholder 1">
            <a:extLst xmlns:a="http://schemas.openxmlformats.org/drawingml/2006/main">
              <a:ext uri="{FF2B5EF4-FFF2-40B4-BE49-F238E27FC236}">
                <a16:creationId xmlns:a16="http://schemas.microsoft.com/office/drawing/2014/main" id="{60BBDE91-241D-4EB4-5421-E0090E889D3A}"/>
              </a:ext>
            </a:extLst>
          </p:cNvPr>
          <p:cNvSpPr>
            <a:spLocks xmlns:a="http://schemas.openxmlformats.org/drawingml/2006/main" noGrp="1"/>
          </p:cNvSpPr>
          <p:nvPr/>
        </p:nvSpPr>
        <p:spPr>
          <a:xfrm xmlns:a="http://schemas.openxmlformats.org/drawingml/2006/main">
            <a:off x="4746852" y="698500"/>
            <a:ext cx="1382486"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marL="0" algn="l" defTabSz="914400">
              <a:buNone/>
              <a:defRPr sz="1200" kern="1200">
                <a:solidFill>
                  <a:schemeClr val="bg1"/>
                </a:solidFill>
                <a:latin typeface="Roboto Light"/>
                <a:ea typeface="Roboto Light"/>
                <a:cs typeface="Roboto Ligh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lgn="r">
              <a:buNone/>
            </a:pPr>
            <a:r>
              <a:t>August 2026 </a:t>
            </a:r>
          </a:p>
        </p:txBody>
      </p:sp>
      <p:sp>
        <p:nvSpPr>
          <p:cNvPr id="3" name="Text Placeholder 1">
            <a:extLst xmlns:a="http://schemas.openxmlformats.org/drawingml/2006/main">
              <a:ext uri="{FF2B5EF4-FFF2-40B4-BE49-F238E27FC236}">
                <a16:creationId xmlns:a16="http://schemas.microsoft.com/office/drawing/2014/main" id="{1FB0AE2D-CE39-5BD5-279E-49AA87D66937}"/>
              </a:ext>
            </a:extLst>
          </p:cNvPr>
          <p:cNvSpPr>
            <a:spLocks xmlns:a="http://schemas.openxmlformats.org/drawingml/2006/main" noGrp="1"/>
          </p:cNvSpPr>
          <p:nvPr>
            <p:ph type="body" idx="12"/>
          </p:nvPr>
        </p:nvSpPr>
        <p:spPr>
          <a:xfrm xmlns:a="http://schemas.openxmlformats.org/drawingml/2006/main">
            <a:off x="571489" y="5116934"/>
            <a:ext cx="5337375" cy="458908"/>
          </a:xfrm>
          <a:prstGeom xmlns:a="http://schemas.openxmlformats.org/drawingml/2006/main" prst="rect">
            <a:avLst/>
          </a:prstGeom>
        </p:spPr>
        <p:txBody>
          <a:bodyPr xmlns:a="http://schemas.openxmlformats.org/drawingml/2006/main"/>
          <a:lstStyle xmlns:a="http://schemas.openxmlformats.org/drawingml/2006/main">
            <a:lvl1pPr marL="0" indent="0" algn="l" defTabSz="385767">
              <a:lnSpc>
                <a:spcPct val="90000"/>
              </a:lnSpc>
              <a:spcBef>
                <a:spcPts val="422"/>
              </a:spcBef>
              <a:buFont typeface="Arial"/>
              <a:buNone/>
              <a:defRPr sz="3200" b="1" i="0" kern="1200">
                <a:solidFill>
                  <a:schemeClr val="bg1"/>
                </a:solidFill>
                <a:latin typeface="+mj-lt"/>
                <a:ea typeface="+mj-lt"/>
                <a:cs typeface="+mj-lt"/>
              </a:defRPr>
            </a:lvl1pPr>
          </a:lstStyle>
          <a:p xmlns:a="http://schemas.openxmlformats.org/drawingml/2006/main">
            <a:r>
              <a:rPr sz="3600" b="1"/>
              <a:t>Key </a:t>
            </a:r>
            <a:r>
              <a:rPr sz="3600" b="1"/>
              <a:t>Themes</a:t>
            </a:r>
            <a:endParaRPr sz="3600" b="1"/>
          </a:p>
        </p:txBody>
      </p:sp>
      <p:sp>
        <p:nvSpPr>
          <p:cNvPr id="53" name="Text Placeholder 40">
            <a:extLst xmlns:a="http://schemas.openxmlformats.org/drawingml/2006/main">
              <a:ext uri="{FF2B5EF4-FFF2-40B4-BE49-F238E27FC236}">
                <a16:creationId xmlns:a16="http://schemas.microsoft.com/office/drawing/2014/main" id="{918CA56A-5BD1-C7D8-CB5B-F6E29AE02585}"/>
              </a:ext>
            </a:extLst>
          </p:cNvPr>
          <p:cNvSpPr>
            <a:spLocks xmlns:a="http://schemas.openxmlformats.org/drawingml/2006/main" noGrp="1"/>
          </p:cNvSpPr>
          <p:nvPr/>
        </p:nvSpPr>
        <p:spPr>
          <a:xfrm xmlns:a="http://schemas.openxmlformats.org/drawingml/2006/main" rot="0" flipH="0" flipV="0">
            <a:off x="4668509" y="6417118"/>
            <a:ext cx="1404000" cy="122185"/>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800"/>
              <a:t>leonardo.alencar@xpi.com.br</a:t>
            </a:r>
          </a:p>
        </p:txBody>
      </p:sp>
      <p:sp>
        <p:nvSpPr>
          <p:cNvPr id="54" name="Text Placeholder 40">
            <a:extLst xmlns:a="http://schemas.openxmlformats.org/drawingml/2006/main">
              <a:ext uri="{FF2B5EF4-FFF2-40B4-BE49-F238E27FC236}">
                <a16:creationId xmlns:a16="http://schemas.microsoft.com/office/drawing/2014/main" id="{A5344DC4-85AF-F65A-7821-128EC76FD927}"/>
              </a:ext>
            </a:extLst>
          </p:cNvPr>
          <p:cNvSpPr>
            <a:spLocks xmlns:a="http://schemas.openxmlformats.org/drawingml/2006/main" noGrp="1"/>
          </p:cNvSpPr>
          <p:nvPr/>
        </p:nvSpPr>
        <p:spPr>
          <a:xfrm xmlns:a="http://schemas.openxmlformats.org/drawingml/2006/main" rot="0" flipH="0" flipV="0">
            <a:off x="4668509" y="6121035"/>
            <a:ext cx="1404000" cy="141083"/>
          </a:xfrm>
          <a:prstGeom xmlns:a="http://schemas.openxmlformats.org/drawingml/2006/main" prst="rect">
            <a:avLst/>
          </a:prstGeom>
          <a:noFill xmlns:a="http://schemas.openxmlformats.org/drawingml/2006/main"/>
        </p:spPr>
        <p:txBody>
          <a:bodyPr xmlns:a="http://schemas.openxmlformats.org/drawingml/2006/main" wrap="none" lIns="0" tIns="0" rIns="0" bIns="0" anchor="b">
            <a:noAutofit/>
          </a:bodyPr>
          <a:lstStyle xmlns:a="http://schemas.openxmlformats.org/drawingml/2006/main">
            <a:lvl1pPr marL="0" indent="0" algn="l" defTabSz="385767">
              <a:lnSpc>
                <a:spcPct val="90000"/>
              </a:lnSpc>
              <a:spcBef>
                <a:spcPts val="422"/>
              </a:spcBef>
              <a:buFont typeface="Arial"/>
              <a:buNone/>
              <a:defRPr sz="1050" b="1" i="0" kern="1200">
                <a:solidFill>
                  <a:schemeClr val="bg1"/>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900"/>
              <a:t>Leonardo Alencar</a:t>
            </a:r>
          </a:p>
        </p:txBody>
      </p:sp>
      <p:sp>
        <p:nvSpPr>
          <p:cNvPr id="55" name="Text Placeholder 40">
            <a:extLst xmlns:a="http://schemas.openxmlformats.org/drawingml/2006/main">
              <a:ext uri="{FF2B5EF4-FFF2-40B4-BE49-F238E27FC236}">
                <a16:creationId xmlns:a16="http://schemas.microsoft.com/office/drawing/2014/main" id="{43A320B6-EB71-DAE8-53CA-209E149D9624}"/>
              </a:ext>
            </a:extLst>
          </p:cNvPr>
          <p:cNvSpPr>
            <a:spLocks xmlns:a="http://schemas.openxmlformats.org/drawingml/2006/main" noGrp="1"/>
          </p:cNvSpPr>
          <p:nvPr/>
        </p:nvSpPr>
        <p:spPr>
          <a:xfrm xmlns:a="http://schemas.openxmlformats.org/drawingml/2006/main" rot="0" flipH="0" flipV="0">
            <a:off x="4668509" y="6278526"/>
            <a:ext cx="1584000" cy="122185"/>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800" i="1">
                <a:solidFill>
                  <a:schemeClr val="bg1">
                    <a:lumMod val="85000"/>
                  </a:schemeClr>
                </a:solidFill>
              </a:rPr>
              <a:t>Agri, Food and Beverages</a:t>
            </a:r>
          </a:p>
        </p:txBody>
      </p:sp>
      <p:sp>
        <p:nvSpPr>
          <p:cNvPr id="56" name="Text Placeholder 40">
            <a:extLst xmlns:a="http://schemas.openxmlformats.org/drawingml/2006/main">
              <a:ext uri="{FF2B5EF4-FFF2-40B4-BE49-F238E27FC236}">
                <a16:creationId xmlns:a16="http://schemas.microsoft.com/office/drawing/2014/main" id="{8996F726-748F-935F-C29C-6DE6ECB73232}"/>
              </a:ext>
            </a:extLst>
          </p:cNvPr>
          <p:cNvSpPr>
            <a:spLocks xmlns:a="http://schemas.openxmlformats.org/drawingml/2006/main" noGrp="1"/>
          </p:cNvSpPr>
          <p:nvPr/>
        </p:nvSpPr>
        <p:spPr>
          <a:xfrm xmlns:a="http://schemas.openxmlformats.org/drawingml/2006/main" rot="0" flipH="0" flipV="0">
            <a:off x="4668509" y="7219256"/>
            <a:ext cx="1404000" cy="122185"/>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800"/>
              <a:t>regis.cardoso@xpi.com.br</a:t>
            </a:r>
          </a:p>
        </p:txBody>
      </p:sp>
      <p:sp>
        <p:nvSpPr>
          <p:cNvPr id="57" name="Text Placeholder 40">
            <a:extLst xmlns:a="http://schemas.openxmlformats.org/drawingml/2006/main">
              <a:ext uri="{FF2B5EF4-FFF2-40B4-BE49-F238E27FC236}">
                <a16:creationId xmlns:a16="http://schemas.microsoft.com/office/drawing/2014/main" id="{C8D615F2-BE66-A028-7D4B-AFD0B70633DD}"/>
              </a:ext>
            </a:extLst>
          </p:cNvPr>
          <p:cNvSpPr>
            <a:spLocks xmlns:a="http://schemas.openxmlformats.org/drawingml/2006/main" noGrp="1"/>
          </p:cNvSpPr>
          <p:nvPr/>
        </p:nvSpPr>
        <p:spPr>
          <a:xfrm xmlns:a="http://schemas.openxmlformats.org/drawingml/2006/main" rot="0" flipH="0" flipV="0">
            <a:off x="4668509" y="6917013"/>
            <a:ext cx="1404000" cy="141083"/>
          </a:xfrm>
          <a:prstGeom xmlns:a="http://schemas.openxmlformats.org/drawingml/2006/main" prst="rect">
            <a:avLst/>
          </a:prstGeom>
          <a:noFill xmlns:a="http://schemas.openxmlformats.org/drawingml/2006/main"/>
        </p:spPr>
        <p:txBody>
          <a:bodyPr xmlns:a="http://schemas.openxmlformats.org/drawingml/2006/main" wrap="none" lIns="0" tIns="0" rIns="0" bIns="0" anchor="b">
            <a:noAutofit/>
          </a:bodyPr>
          <a:lstStyle xmlns:a="http://schemas.openxmlformats.org/drawingml/2006/main">
            <a:lvl1pPr marL="0" indent="0" algn="l" defTabSz="385767">
              <a:lnSpc>
                <a:spcPct val="90000"/>
              </a:lnSpc>
              <a:spcBef>
                <a:spcPts val="422"/>
              </a:spcBef>
              <a:buFont typeface="Arial"/>
              <a:buNone/>
              <a:defRPr sz="1050" b="1" i="0" kern="1200">
                <a:solidFill>
                  <a:schemeClr val="bg1"/>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900"/>
              <a:t>Regis Cardoso, CFA</a:t>
            </a:r>
          </a:p>
        </p:txBody>
      </p:sp>
      <p:sp>
        <p:nvSpPr>
          <p:cNvPr id="100" name="Text Placeholder 40">
            <a:extLst xmlns:a="http://schemas.openxmlformats.org/drawingml/2006/main">
              <a:ext uri="{FF2B5EF4-FFF2-40B4-BE49-F238E27FC236}">
                <a16:creationId xmlns:a16="http://schemas.microsoft.com/office/drawing/2014/main" id="{84EBE237-557B-36DF-1D51-2763CFE9AD6E}"/>
              </a:ext>
            </a:extLst>
          </p:cNvPr>
          <p:cNvSpPr>
            <a:spLocks xmlns:a="http://schemas.openxmlformats.org/drawingml/2006/main" noGrp="1"/>
          </p:cNvSpPr>
          <p:nvPr/>
        </p:nvSpPr>
        <p:spPr>
          <a:xfrm xmlns:a="http://schemas.openxmlformats.org/drawingml/2006/main" rot="0" flipH="0" flipV="0">
            <a:off x="4668509" y="7080664"/>
            <a:ext cx="1584000" cy="122185"/>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800" i="1">
                <a:solidFill>
                  <a:schemeClr val="bg1">
                    <a:lumMod val="85000"/>
                  </a:schemeClr>
                </a:solidFill>
              </a:rPr>
              <a:t>Oil, Gas &amp; Petrochemicals</a:t>
            </a:r>
          </a:p>
        </p:txBody>
      </p:sp>
      <p:sp>
        <p:nvSpPr>
          <p:cNvPr id="101" name="Text Placeholder 40">
            <a:extLst xmlns:a="http://schemas.openxmlformats.org/drawingml/2006/main">
              <a:ext uri="{FF2B5EF4-FFF2-40B4-BE49-F238E27FC236}">
                <a16:creationId xmlns:a16="http://schemas.microsoft.com/office/drawing/2014/main" id="{3DA42E84-0A44-9963-8D53-A44FECA3A150}"/>
              </a:ext>
            </a:extLst>
          </p:cNvPr>
          <p:cNvSpPr>
            <a:spLocks xmlns:a="http://schemas.openxmlformats.org/drawingml/2006/main" noGrp="1"/>
          </p:cNvSpPr>
          <p:nvPr/>
        </p:nvSpPr>
        <p:spPr>
          <a:xfrm xmlns:a="http://schemas.openxmlformats.org/drawingml/2006/main" rot="0" flipH="0" flipV="0">
            <a:off x="2700103" y="8804756"/>
            <a:ext cx="1404000" cy="122185"/>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800"/>
              <a:t>raul.garbellotto@xpi.com.br</a:t>
            </a:r>
            <a:endParaRPr sz="800"/>
          </a:p>
        </p:txBody>
      </p:sp>
      <p:sp>
        <p:nvSpPr>
          <p:cNvPr id="102" name="Text Placeholder 40">
            <a:extLst xmlns:a="http://schemas.openxmlformats.org/drawingml/2006/main">
              <a:ext uri="{FF2B5EF4-FFF2-40B4-BE49-F238E27FC236}">
                <a16:creationId xmlns:a16="http://schemas.microsoft.com/office/drawing/2014/main" id="{0D6151C3-43C0-8734-54A3-EA863B11FC46}"/>
              </a:ext>
            </a:extLst>
          </p:cNvPr>
          <p:cNvSpPr>
            <a:spLocks xmlns:a="http://schemas.openxmlformats.org/drawingml/2006/main" noGrp="1"/>
          </p:cNvSpPr>
          <p:nvPr/>
        </p:nvSpPr>
        <p:spPr>
          <a:xfrm xmlns:a="http://schemas.openxmlformats.org/drawingml/2006/main" rot="0" flipH="0" flipV="0">
            <a:off x="2700103" y="8511901"/>
            <a:ext cx="1404000" cy="141083"/>
          </a:xfrm>
          <a:prstGeom xmlns:a="http://schemas.openxmlformats.org/drawingml/2006/main" prst="rect">
            <a:avLst/>
          </a:prstGeom>
          <a:noFill xmlns:a="http://schemas.openxmlformats.org/drawingml/2006/main"/>
        </p:spPr>
        <p:txBody>
          <a:bodyPr xmlns:a="http://schemas.openxmlformats.org/drawingml/2006/main" wrap="none" lIns="0" tIns="0" rIns="0" bIns="0" anchor="b">
            <a:noAutofit/>
          </a:bodyPr>
          <a:lstStyle xmlns:a="http://schemas.openxmlformats.org/drawingml/2006/main">
            <a:lvl1pPr marL="0" indent="0" algn="l" defTabSz="385767">
              <a:lnSpc>
                <a:spcPct val="90000"/>
              </a:lnSpc>
              <a:spcBef>
                <a:spcPts val="422"/>
              </a:spcBef>
              <a:buFont typeface="Arial"/>
              <a:buNone/>
              <a:defRPr sz="1050" b="1" i="0" kern="1200">
                <a:solidFill>
                  <a:schemeClr val="bg1"/>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900"/>
              <a:t>Raul Cavendish</a:t>
            </a:r>
            <a:endParaRPr sz="900"/>
          </a:p>
        </p:txBody>
      </p:sp>
      <p:sp>
        <p:nvSpPr>
          <p:cNvPr id="103" name="Text Placeholder 40">
            <a:extLst xmlns:a="http://schemas.openxmlformats.org/drawingml/2006/main">
              <a:ext uri="{FF2B5EF4-FFF2-40B4-BE49-F238E27FC236}">
                <a16:creationId xmlns:a16="http://schemas.microsoft.com/office/drawing/2014/main" id="{FADD56D8-9C9B-A458-02E5-7BC6132052A1}"/>
              </a:ext>
            </a:extLst>
          </p:cNvPr>
          <p:cNvSpPr>
            <a:spLocks xmlns:a="http://schemas.openxmlformats.org/drawingml/2006/main" noGrp="1"/>
          </p:cNvSpPr>
          <p:nvPr/>
        </p:nvSpPr>
        <p:spPr>
          <a:xfrm xmlns:a="http://schemas.openxmlformats.org/drawingml/2006/main" rot="0" flipH="0" flipV="0">
            <a:off x="2700103" y="8666164"/>
            <a:ext cx="1584000" cy="122185"/>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800" i="1">
                <a:solidFill>
                  <a:schemeClr val="bg1">
                    <a:lumMod val="85000"/>
                  </a:schemeClr>
                </a:solidFill>
              </a:rPr>
              <a:t>Utilities</a:t>
            </a:r>
          </a:p>
        </p:txBody>
      </p:sp>
      <p:sp>
        <p:nvSpPr>
          <p:cNvPr id="41" name="Text Placeholder 40">
            <a:extLst xmlns:a="http://schemas.openxmlformats.org/drawingml/2006/main">
              <a:ext uri="{FF2B5EF4-FFF2-40B4-BE49-F238E27FC236}">
                <a16:creationId xmlns:a16="http://schemas.microsoft.com/office/drawing/2014/main" id="{3BC83110-87AA-7F3F-730D-FEA9E60AF2CA}"/>
              </a:ext>
            </a:extLst>
          </p:cNvPr>
          <p:cNvSpPr>
            <a:spLocks xmlns:a="http://schemas.openxmlformats.org/drawingml/2006/main" noGrp="1"/>
          </p:cNvSpPr>
          <p:nvPr/>
        </p:nvSpPr>
        <p:spPr>
          <a:xfrm xmlns:a="http://schemas.openxmlformats.org/drawingml/2006/main" rot="0" flipH="0" flipV="0">
            <a:off x="2704288" y="6417118"/>
            <a:ext cx="1579815" cy="122185"/>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800"/>
              <a:t>bernardo.guttmann@xpi.com.br</a:t>
            </a:r>
          </a:p>
        </p:txBody>
      </p:sp>
      <p:sp>
        <p:nvSpPr>
          <p:cNvPr id="42" name="Text Placeholder 40">
            <a:extLst xmlns:a="http://schemas.openxmlformats.org/drawingml/2006/main">
              <a:ext uri="{FF2B5EF4-FFF2-40B4-BE49-F238E27FC236}">
                <a16:creationId xmlns:a16="http://schemas.microsoft.com/office/drawing/2014/main" id="{21CEC107-28C8-CA36-EBA3-34BEEB817BD2}"/>
              </a:ext>
            </a:extLst>
          </p:cNvPr>
          <p:cNvSpPr>
            <a:spLocks xmlns:a="http://schemas.openxmlformats.org/drawingml/2006/main" noGrp="1"/>
          </p:cNvSpPr>
          <p:nvPr/>
        </p:nvSpPr>
        <p:spPr>
          <a:xfrm xmlns:a="http://schemas.openxmlformats.org/drawingml/2006/main" rot="0" flipH="0" flipV="0">
            <a:off x="2704288" y="6121035"/>
            <a:ext cx="1404000" cy="141083"/>
          </a:xfrm>
          <a:prstGeom xmlns:a="http://schemas.openxmlformats.org/drawingml/2006/main" prst="rect">
            <a:avLst/>
          </a:prstGeom>
          <a:noFill xmlns:a="http://schemas.openxmlformats.org/drawingml/2006/main"/>
        </p:spPr>
        <p:txBody>
          <a:bodyPr xmlns:a="http://schemas.openxmlformats.org/drawingml/2006/main" wrap="none" lIns="0" tIns="0" rIns="0" bIns="0" anchor="b">
            <a:noAutofit/>
          </a:bodyPr>
          <a:lstStyle xmlns:a="http://schemas.openxmlformats.org/drawingml/2006/main">
            <a:lvl1pPr marL="0" indent="0" algn="l" defTabSz="385767">
              <a:lnSpc>
                <a:spcPct val="90000"/>
              </a:lnSpc>
              <a:spcBef>
                <a:spcPts val="422"/>
              </a:spcBef>
              <a:buFont typeface="Arial"/>
              <a:buNone/>
              <a:defRPr sz="1050" b="1" i="0" kern="1200">
                <a:solidFill>
                  <a:schemeClr val="bg1"/>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900"/>
              <a:t>Bernardo Guttmann</a:t>
            </a:r>
          </a:p>
        </p:txBody>
      </p:sp>
      <p:sp>
        <p:nvSpPr>
          <p:cNvPr id="43" name="Text Placeholder 40">
            <a:extLst xmlns:a="http://schemas.openxmlformats.org/drawingml/2006/main">
              <a:ext uri="{FF2B5EF4-FFF2-40B4-BE49-F238E27FC236}">
                <a16:creationId xmlns:a16="http://schemas.microsoft.com/office/drawing/2014/main" id="{6994CD9B-4B6C-0ACB-32BA-AE31889C9D51}"/>
              </a:ext>
            </a:extLst>
          </p:cNvPr>
          <p:cNvSpPr>
            <a:spLocks xmlns:a="http://schemas.openxmlformats.org/drawingml/2006/main" noGrp="1"/>
          </p:cNvSpPr>
          <p:nvPr/>
        </p:nvSpPr>
        <p:spPr>
          <a:xfrm xmlns:a="http://schemas.openxmlformats.org/drawingml/2006/main" rot="0" flipH="0" flipV="0">
            <a:off x="2704288" y="6278526"/>
            <a:ext cx="1734615" cy="122400"/>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lvl1pPr indent="0">
              <a:lnSpc>
                <a:spcPct val="80000"/>
              </a:lnSpc>
              <a:spcBef>
                <a:spcPts val="1200"/>
              </a:spcBef>
              <a:buFont typeface="Arial"/>
              <a:buNone/>
              <a:defRPr sz="800" b="0" i="1">
                <a:solidFill>
                  <a:schemeClr val="bg2">
                    <a:lumMod val="60000"/>
                    <a:lumOff val="40000"/>
                  </a:schemeClr>
                </a:solidFill>
              </a:defRPr>
            </a:lvl1pPr>
            <a:lvl2pPr marL="227710" indent="-77020" defTabSz="385767">
              <a:lnSpc>
                <a:spcPct val="90000"/>
              </a:lnSpc>
              <a:spcBef>
                <a:spcPts val="211"/>
              </a:spcBef>
              <a:buFont typeface="Arial"/>
              <a:buChar char="•"/>
              <a:defRPr sz="591">
                <a:solidFill>
                  <a:schemeClr val="tx2"/>
                </a:solidFill>
              </a:defRPr>
            </a:lvl2pPr>
            <a:lvl3pPr marL="379070" indent="-77689" defTabSz="385767">
              <a:lnSpc>
                <a:spcPct val="90000"/>
              </a:lnSpc>
              <a:spcBef>
                <a:spcPts val="211"/>
              </a:spcBef>
              <a:buFont typeface="Arial"/>
              <a:buChar char="•"/>
              <a:defRPr sz="506">
                <a:solidFill>
                  <a:schemeClr val="tx2"/>
                </a:solidFill>
              </a:defRPr>
            </a:lvl3pPr>
            <a:lvl4pPr marL="529761" indent="-77689" defTabSz="385767">
              <a:lnSpc>
                <a:spcPct val="90000"/>
              </a:lnSpc>
              <a:spcBef>
                <a:spcPts val="211"/>
              </a:spcBef>
              <a:buFont typeface="Arial"/>
              <a:buChar char="•"/>
              <a:defRPr sz="464">
                <a:solidFill>
                  <a:schemeClr val="tx2"/>
                </a:solidFill>
              </a:defRPr>
            </a:lvl4pPr>
            <a:lvl5pPr marL="680451" indent="-73671" defTabSz="385767">
              <a:lnSpc>
                <a:spcPct val="90000"/>
              </a:lnSpc>
              <a:spcBef>
                <a:spcPts val="211"/>
              </a:spcBef>
              <a:buFont typeface="Arial"/>
              <a:buChar char="•"/>
              <a:defRPr sz="464">
                <a:solidFill>
                  <a:schemeClr val="tx2"/>
                </a:solidFill>
              </a:defRPr>
            </a:lvl5pPr>
            <a:lvl6pPr marL="1060860" indent="-96442" defTabSz="385767">
              <a:lnSpc>
                <a:spcPct val="90000"/>
              </a:lnSpc>
              <a:spcBef>
                <a:spcPts val="211"/>
              </a:spcBef>
              <a:buFont typeface="Arial"/>
              <a:buChar char="•"/>
              <a:defRPr sz="760"/>
            </a:lvl6pPr>
            <a:lvl7pPr marL="1253744" indent="-96442" defTabSz="385767">
              <a:lnSpc>
                <a:spcPct val="90000"/>
              </a:lnSpc>
              <a:spcBef>
                <a:spcPts val="211"/>
              </a:spcBef>
              <a:buFont typeface="Arial"/>
              <a:buChar char="•"/>
              <a:defRPr sz="760"/>
            </a:lvl7pPr>
            <a:lvl8pPr marL="1446628" indent="-96442" defTabSz="385767">
              <a:lnSpc>
                <a:spcPct val="90000"/>
              </a:lnSpc>
              <a:spcBef>
                <a:spcPts val="211"/>
              </a:spcBef>
              <a:buFont typeface="Arial"/>
              <a:buChar char="•"/>
              <a:defRPr sz="760"/>
            </a:lvl8pPr>
            <a:lvl9pPr marL="1639511" indent="-96442" defTabSz="385767">
              <a:lnSpc>
                <a:spcPct val="90000"/>
              </a:lnSpc>
              <a:spcBef>
                <a:spcPts val="211"/>
              </a:spcBef>
              <a:buFont typeface="Arial"/>
              <a:buChar char="•"/>
              <a:defRPr sz="760"/>
            </a:lvl9pPr>
          </a:lstStyle>
          <a:p xmlns:a="http://schemas.openxmlformats.org/drawingml/2006/main">
            <a:r>
              <a:rPr>
                <a:solidFill>
                  <a:schemeClr val="bg1">
                    <a:lumMod val="85000"/>
                  </a:schemeClr>
                </a:solidFill>
              </a:rPr>
              <a:t>TMT, Banks &amp; Non-Bank Financials</a:t>
            </a:r>
          </a:p>
        </p:txBody>
      </p:sp>
      <p:sp>
        <p:nvSpPr>
          <p:cNvPr id="44" name="Text Placeholder 40">
            <a:extLst xmlns:a="http://schemas.openxmlformats.org/drawingml/2006/main">
              <a:ext uri="{FF2B5EF4-FFF2-40B4-BE49-F238E27FC236}">
                <a16:creationId xmlns:a16="http://schemas.microsoft.com/office/drawing/2014/main" id="{20F88056-B7AF-EE5D-A306-C0F5D3963BEC}"/>
              </a:ext>
            </a:extLst>
          </p:cNvPr>
          <p:cNvSpPr>
            <a:spLocks xmlns:a="http://schemas.openxmlformats.org/drawingml/2006/main" noGrp="1"/>
          </p:cNvSpPr>
          <p:nvPr/>
        </p:nvSpPr>
        <p:spPr>
          <a:xfrm xmlns:a="http://schemas.openxmlformats.org/drawingml/2006/main" rot="0" flipH="0" flipV="0">
            <a:off x="2704288" y="7219256"/>
            <a:ext cx="1404000" cy="122185"/>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800"/>
              <a:t>lucas.laghi@xpi.com.br</a:t>
            </a:r>
          </a:p>
        </p:txBody>
      </p:sp>
      <p:sp>
        <p:nvSpPr>
          <p:cNvPr id="45" name="Text Placeholder 40">
            <a:extLst xmlns:a="http://schemas.openxmlformats.org/drawingml/2006/main">
              <a:ext uri="{FF2B5EF4-FFF2-40B4-BE49-F238E27FC236}">
                <a16:creationId xmlns:a16="http://schemas.microsoft.com/office/drawing/2014/main" id="{7F252F53-A591-EE51-2C6E-FE9C72953E66}"/>
              </a:ext>
            </a:extLst>
          </p:cNvPr>
          <p:cNvSpPr>
            <a:spLocks xmlns:a="http://schemas.openxmlformats.org/drawingml/2006/main" noGrp="1"/>
          </p:cNvSpPr>
          <p:nvPr/>
        </p:nvSpPr>
        <p:spPr>
          <a:xfrm xmlns:a="http://schemas.openxmlformats.org/drawingml/2006/main" rot="0" flipH="0" flipV="0">
            <a:off x="2704288" y="6917013"/>
            <a:ext cx="1404000" cy="141083"/>
          </a:xfrm>
          <a:prstGeom xmlns:a="http://schemas.openxmlformats.org/drawingml/2006/main" prst="rect">
            <a:avLst/>
          </a:prstGeom>
          <a:noFill xmlns:a="http://schemas.openxmlformats.org/drawingml/2006/main"/>
        </p:spPr>
        <p:txBody>
          <a:bodyPr xmlns:a="http://schemas.openxmlformats.org/drawingml/2006/main" wrap="none" lIns="0" tIns="0" rIns="0" bIns="0" anchor="b">
            <a:noAutofit/>
          </a:bodyPr>
          <a:lstStyle xmlns:a="http://schemas.openxmlformats.org/drawingml/2006/main">
            <a:lvl1pPr marL="0" indent="0" algn="l" defTabSz="385767">
              <a:lnSpc>
                <a:spcPct val="90000"/>
              </a:lnSpc>
              <a:spcBef>
                <a:spcPts val="422"/>
              </a:spcBef>
              <a:buFont typeface="Arial"/>
              <a:buNone/>
              <a:defRPr sz="1050" b="1" i="0" kern="1200">
                <a:solidFill>
                  <a:schemeClr val="bg1"/>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900"/>
              <a:t>Lucas Laghi</a:t>
            </a:r>
          </a:p>
        </p:txBody>
      </p:sp>
      <p:sp>
        <p:nvSpPr>
          <p:cNvPr id="46" name="Text Placeholder 40">
            <a:extLst xmlns:a="http://schemas.openxmlformats.org/drawingml/2006/main">
              <a:ext uri="{FF2B5EF4-FFF2-40B4-BE49-F238E27FC236}">
                <a16:creationId xmlns:a16="http://schemas.microsoft.com/office/drawing/2014/main" id="{0A2BAA50-D512-6BF9-21A6-BD745DF1AC47}"/>
              </a:ext>
            </a:extLst>
          </p:cNvPr>
          <p:cNvSpPr>
            <a:spLocks xmlns:a="http://schemas.openxmlformats.org/drawingml/2006/main" noGrp="1"/>
          </p:cNvSpPr>
          <p:nvPr/>
        </p:nvSpPr>
        <p:spPr>
          <a:xfrm xmlns:a="http://schemas.openxmlformats.org/drawingml/2006/main" rot="0" flipH="0" flipV="0">
            <a:off x="2704288" y="7080664"/>
            <a:ext cx="1584000" cy="122185"/>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800" i="1">
                <a:solidFill>
                  <a:schemeClr val="bg1">
                    <a:lumMod val="85000"/>
                  </a:schemeClr>
                </a:solidFill>
              </a:rPr>
              <a:t>M&amp;M, P&amp;P and Capital Goods</a:t>
            </a:r>
          </a:p>
        </p:txBody>
      </p:sp>
      <p:sp>
        <p:nvSpPr>
          <p:cNvPr id="47" name="Text Placeholder 40">
            <a:extLst xmlns:a="http://schemas.openxmlformats.org/drawingml/2006/main">
              <a:ext uri="{FF2B5EF4-FFF2-40B4-BE49-F238E27FC236}">
                <a16:creationId xmlns:a16="http://schemas.microsoft.com/office/drawing/2014/main" id="{512DE68A-FDFE-7D87-805D-74CD2C2C5CA5}"/>
              </a:ext>
            </a:extLst>
          </p:cNvPr>
          <p:cNvSpPr>
            <a:spLocks xmlns:a="http://schemas.openxmlformats.org/drawingml/2006/main" noGrp="1"/>
          </p:cNvSpPr>
          <p:nvPr/>
        </p:nvSpPr>
        <p:spPr>
          <a:xfrm xmlns:a="http://schemas.openxmlformats.org/drawingml/2006/main" rot="0" flipH="0" flipV="0">
            <a:off x="2704288" y="8012006"/>
            <a:ext cx="1404000" cy="122185"/>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800"/>
              <a:t>marcella.ungaretti@xpi.com.br</a:t>
            </a:r>
          </a:p>
        </p:txBody>
      </p:sp>
      <p:sp>
        <p:nvSpPr>
          <p:cNvPr id="48" name="Text Placeholder 40">
            <a:extLst xmlns:a="http://schemas.openxmlformats.org/drawingml/2006/main">
              <a:ext uri="{FF2B5EF4-FFF2-40B4-BE49-F238E27FC236}">
                <a16:creationId xmlns:a16="http://schemas.microsoft.com/office/drawing/2014/main" id="{7678BDCB-4457-63A3-857C-C81637AA836D}"/>
              </a:ext>
            </a:extLst>
          </p:cNvPr>
          <p:cNvSpPr>
            <a:spLocks xmlns:a="http://schemas.openxmlformats.org/drawingml/2006/main" noGrp="1"/>
          </p:cNvSpPr>
          <p:nvPr/>
        </p:nvSpPr>
        <p:spPr>
          <a:xfrm xmlns:a="http://schemas.openxmlformats.org/drawingml/2006/main" rot="0" flipH="0" flipV="0">
            <a:off x="2704288" y="7719151"/>
            <a:ext cx="1404000" cy="141083"/>
          </a:xfrm>
          <a:prstGeom xmlns:a="http://schemas.openxmlformats.org/drawingml/2006/main" prst="rect">
            <a:avLst/>
          </a:prstGeom>
          <a:noFill xmlns:a="http://schemas.openxmlformats.org/drawingml/2006/main"/>
        </p:spPr>
        <p:txBody>
          <a:bodyPr xmlns:a="http://schemas.openxmlformats.org/drawingml/2006/main" wrap="none" lIns="0" tIns="0" rIns="0" bIns="0" anchor="b">
            <a:noAutofit/>
          </a:bodyPr>
          <a:lstStyle xmlns:a="http://schemas.openxmlformats.org/drawingml/2006/main">
            <a:lvl1pPr marL="0" indent="0" algn="l" defTabSz="385767">
              <a:lnSpc>
                <a:spcPct val="90000"/>
              </a:lnSpc>
              <a:spcBef>
                <a:spcPts val="422"/>
              </a:spcBef>
              <a:buFont typeface="Arial"/>
              <a:buNone/>
              <a:defRPr sz="1050" b="1" i="0" kern="1200">
                <a:solidFill>
                  <a:schemeClr val="bg1"/>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900"/>
              <a:t>Marcella Ungaretti</a:t>
            </a:r>
          </a:p>
        </p:txBody>
      </p:sp>
      <p:sp>
        <p:nvSpPr>
          <p:cNvPr id="49" name="Text Placeholder 40">
            <a:extLst xmlns:a="http://schemas.openxmlformats.org/drawingml/2006/main">
              <a:ext uri="{FF2B5EF4-FFF2-40B4-BE49-F238E27FC236}">
                <a16:creationId xmlns:a16="http://schemas.microsoft.com/office/drawing/2014/main" id="{967C79C3-AD5B-4EA5-4C37-B0B84D1658F9}"/>
              </a:ext>
            </a:extLst>
          </p:cNvPr>
          <p:cNvSpPr>
            <a:spLocks xmlns:a="http://schemas.openxmlformats.org/drawingml/2006/main" noGrp="1"/>
          </p:cNvSpPr>
          <p:nvPr/>
        </p:nvSpPr>
        <p:spPr>
          <a:xfrm xmlns:a="http://schemas.openxmlformats.org/drawingml/2006/main" rot="0" flipH="0" flipV="0">
            <a:off x="2704288" y="7873414"/>
            <a:ext cx="1584000" cy="122185"/>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800" i="1">
                <a:solidFill>
                  <a:schemeClr val="bg1">
                    <a:lumMod val="85000"/>
                  </a:schemeClr>
                </a:solidFill>
              </a:rPr>
              <a:t>Research ESG</a:t>
            </a:r>
          </a:p>
        </p:txBody>
      </p:sp>
      <p:sp>
        <p:nvSpPr>
          <p:cNvPr id="50" name="Text Placeholder 40">
            <a:extLst xmlns:a="http://schemas.openxmlformats.org/drawingml/2006/main">
              <a:ext uri="{FF2B5EF4-FFF2-40B4-BE49-F238E27FC236}">
                <a16:creationId xmlns:a16="http://schemas.microsoft.com/office/drawing/2014/main" id="{5DEC57DD-D426-8AD4-B531-4263A27E06C4}"/>
              </a:ext>
            </a:extLst>
          </p:cNvPr>
          <p:cNvSpPr>
            <a:spLocks xmlns:a="http://schemas.openxmlformats.org/drawingml/2006/main" noGrp="1"/>
          </p:cNvSpPr>
          <p:nvPr/>
        </p:nvSpPr>
        <p:spPr>
          <a:xfrm xmlns:a="http://schemas.openxmlformats.org/drawingml/2006/main" rot="0" flipH="0" flipV="0">
            <a:off x="690334" y="8807984"/>
            <a:ext cx="1404000" cy="122185"/>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800"/>
              <a:t>ygor.altero@xpi.com.br</a:t>
            </a:r>
          </a:p>
        </p:txBody>
      </p:sp>
      <p:sp>
        <p:nvSpPr>
          <p:cNvPr id="51" name="Text Placeholder 40">
            <a:extLst xmlns:a="http://schemas.openxmlformats.org/drawingml/2006/main">
              <a:ext uri="{FF2B5EF4-FFF2-40B4-BE49-F238E27FC236}">
                <a16:creationId xmlns:a16="http://schemas.microsoft.com/office/drawing/2014/main" id="{49C7A915-39A6-DEDB-772E-85472EC1063D}"/>
              </a:ext>
            </a:extLst>
          </p:cNvPr>
          <p:cNvSpPr>
            <a:spLocks xmlns:a="http://schemas.openxmlformats.org/drawingml/2006/main" noGrp="1"/>
          </p:cNvSpPr>
          <p:nvPr/>
        </p:nvSpPr>
        <p:spPr>
          <a:xfrm xmlns:a="http://schemas.openxmlformats.org/drawingml/2006/main" rot="0" flipH="0" flipV="0">
            <a:off x="690334" y="8511901"/>
            <a:ext cx="1404000" cy="141083"/>
          </a:xfrm>
          <a:prstGeom xmlns:a="http://schemas.openxmlformats.org/drawingml/2006/main" prst="rect">
            <a:avLst/>
          </a:prstGeom>
          <a:noFill xmlns:a="http://schemas.openxmlformats.org/drawingml/2006/main"/>
        </p:spPr>
        <p:txBody>
          <a:bodyPr xmlns:a="http://schemas.openxmlformats.org/drawingml/2006/main" wrap="none" lIns="0" tIns="0" rIns="0" bIns="0" anchor="b">
            <a:noAutofit/>
          </a:bodyPr>
          <a:lstStyle xmlns:a="http://schemas.openxmlformats.org/drawingml/2006/main">
            <a:lvl1pPr marL="0" indent="0" algn="l" defTabSz="385767">
              <a:lnSpc>
                <a:spcPct val="90000"/>
              </a:lnSpc>
              <a:spcBef>
                <a:spcPts val="422"/>
              </a:spcBef>
              <a:buFont typeface="Arial"/>
              <a:buNone/>
              <a:defRPr sz="1050" b="1" i="0" kern="1200">
                <a:solidFill>
                  <a:schemeClr val="bg1"/>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900"/>
              <a:t>Ygor Altero</a:t>
            </a:r>
          </a:p>
        </p:txBody>
      </p:sp>
      <p:sp>
        <p:nvSpPr>
          <p:cNvPr id="52" name="Text Placeholder 40">
            <a:extLst xmlns:a="http://schemas.openxmlformats.org/drawingml/2006/main">
              <a:ext uri="{FF2B5EF4-FFF2-40B4-BE49-F238E27FC236}">
                <a16:creationId xmlns:a16="http://schemas.microsoft.com/office/drawing/2014/main" id="{4833A01E-4ED1-62B4-0181-A3A2F7856B55}"/>
              </a:ext>
            </a:extLst>
          </p:cNvPr>
          <p:cNvSpPr>
            <a:spLocks xmlns:a="http://schemas.openxmlformats.org/drawingml/2006/main" noGrp="1"/>
          </p:cNvSpPr>
          <p:nvPr/>
        </p:nvSpPr>
        <p:spPr>
          <a:xfrm xmlns:a="http://schemas.openxmlformats.org/drawingml/2006/main" rot="0" flipH="0" flipV="0">
            <a:off x="690334" y="8669392"/>
            <a:ext cx="1584000" cy="122185"/>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800" i="1">
                <a:solidFill>
                  <a:schemeClr val="bg1">
                    <a:lumMod val="85000"/>
                  </a:schemeClr>
                </a:solidFill>
              </a:rPr>
              <a:t>Real Estate</a:t>
            </a:r>
          </a:p>
        </p:txBody>
      </p:sp>
      <p:sp>
        <p:nvSpPr>
          <p:cNvPr id="29" name="Text Placeholder 40">
            <a:extLst xmlns:a="http://schemas.openxmlformats.org/drawingml/2006/main">
              <a:ext uri="{FF2B5EF4-FFF2-40B4-BE49-F238E27FC236}">
                <a16:creationId xmlns:a16="http://schemas.microsoft.com/office/drawing/2014/main" id="{260E895C-EBBB-B756-5925-BEEFF92980DC}"/>
              </a:ext>
            </a:extLst>
          </p:cNvPr>
          <p:cNvSpPr>
            <a:spLocks xmlns:a="http://schemas.openxmlformats.org/drawingml/2006/main" noGrp="1"/>
          </p:cNvSpPr>
          <p:nvPr/>
        </p:nvSpPr>
        <p:spPr>
          <a:xfrm xmlns:a="http://schemas.openxmlformats.org/drawingml/2006/main" rot="0" flipH="0" flipV="0">
            <a:off x="690334" y="7219256"/>
            <a:ext cx="1404000" cy="122185"/>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800"/>
              <a:t>danniela.eiger@xpi.com.br</a:t>
            </a:r>
          </a:p>
        </p:txBody>
      </p:sp>
      <p:sp>
        <p:nvSpPr>
          <p:cNvPr id="30" name="Text Placeholder 40">
            <a:extLst xmlns:a="http://schemas.openxmlformats.org/drawingml/2006/main">
              <a:ext uri="{FF2B5EF4-FFF2-40B4-BE49-F238E27FC236}">
                <a16:creationId xmlns:a16="http://schemas.microsoft.com/office/drawing/2014/main" id="{4A878EED-745E-69E1-F1DE-E754500B70B1}"/>
              </a:ext>
            </a:extLst>
          </p:cNvPr>
          <p:cNvSpPr>
            <a:spLocks xmlns:a="http://schemas.openxmlformats.org/drawingml/2006/main" noGrp="1"/>
          </p:cNvSpPr>
          <p:nvPr/>
        </p:nvSpPr>
        <p:spPr>
          <a:xfrm xmlns:a="http://schemas.openxmlformats.org/drawingml/2006/main" rot="0" flipH="0" flipV="0">
            <a:off x="690334" y="6917013"/>
            <a:ext cx="1404000" cy="141083"/>
          </a:xfrm>
          <a:prstGeom xmlns:a="http://schemas.openxmlformats.org/drawingml/2006/main" prst="rect">
            <a:avLst/>
          </a:prstGeom>
          <a:noFill xmlns:a="http://schemas.openxmlformats.org/drawingml/2006/main"/>
        </p:spPr>
        <p:txBody>
          <a:bodyPr xmlns:a="http://schemas.openxmlformats.org/drawingml/2006/main" wrap="none" lIns="0" tIns="0" rIns="0" bIns="0" anchor="b">
            <a:noAutofit/>
          </a:bodyPr>
          <a:lstStyle xmlns:a="http://schemas.openxmlformats.org/drawingml/2006/main">
            <a:lvl1pPr marL="0" indent="0" algn="l" defTabSz="385767">
              <a:lnSpc>
                <a:spcPct val="90000"/>
              </a:lnSpc>
              <a:spcBef>
                <a:spcPts val="422"/>
              </a:spcBef>
              <a:buFont typeface="Arial"/>
              <a:buNone/>
              <a:defRPr sz="1050" b="1" i="0" kern="1200">
                <a:solidFill>
                  <a:schemeClr val="bg1"/>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900"/>
              <a:t>Danniela Eiger, CFA</a:t>
            </a:r>
          </a:p>
        </p:txBody>
      </p:sp>
      <p:sp>
        <p:nvSpPr>
          <p:cNvPr id="31" name="Text Placeholder 40">
            <a:extLst xmlns:a="http://schemas.openxmlformats.org/drawingml/2006/main">
              <a:ext uri="{FF2B5EF4-FFF2-40B4-BE49-F238E27FC236}">
                <a16:creationId xmlns:a16="http://schemas.microsoft.com/office/drawing/2014/main" id="{64732D96-34DE-134A-9337-9BEF99519F8D}"/>
              </a:ext>
            </a:extLst>
          </p:cNvPr>
          <p:cNvSpPr>
            <a:spLocks xmlns:a="http://schemas.openxmlformats.org/drawingml/2006/main" noGrp="1"/>
          </p:cNvSpPr>
          <p:nvPr/>
        </p:nvSpPr>
        <p:spPr>
          <a:xfrm xmlns:a="http://schemas.openxmlformats.org/drawingml/2006/main" rot="0" flipH="0" flipV="0">
            <a:off x="690334" y="7080664"/>
            <a:ext cx="1584000" cy="122185"/>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marL="0" marR="0" lvl="0" indent="0" algn="l" defTabSz="914400">
              <a:lnSpc>
                <a:spcPct val="80000"/>
              </a:lnSpc>
              <a:spcBef>
                <a:spcPts val="1200"/>
              </a:spcBef>
              <a:spcAft>
                <a:spcPts val="0"/>
              </a:spcAft>
              <a:buClrTx/>
              <a:buSzTx/>
              <a:buFont typeface="Arial"/>
              <a:buNone/>
            </a:pPr>
            <a:r>
              <a:rPr sz="800" i="1">
                <a:solidFill>
                  <a:schemeClr val="bg1">
                    <a:lumMod val="85000"/>
                  </a:schemeClr>
                </a:solidFill>
              </a:rPr>
              <a:t>Retail, Healthcare &amp; Education</a:t>
            </a:r>
          </a:p>
        </p:txBody>
      </p:sp>
      <p:sp>
        <p:nvSpPr>
          <p:cNvPr id="35" name="Text Placeholder 40">
            <a:extLst xmlns:a="http://schemas.openxmlformats.org/drawingml/2006/main">
              <a:ext uri="{FF2B5EF4-FFF2-40B4-BE49-F238E27FC236}">
                <a16:creationId xmlns:a16="http://schemas.microsoft.com/office/drawing/2014/main" id="{CCC4812A-9CF2-1EA4-EE1A-A99EDBDA6042}"/>
              </a:ext>
            </a:extLst>
          </p:cNvPr>
          <p:cNvSpPr>
            <a:spLocks xmlns:a="http://schemas.openxmlformats.org/drawingml/2006/main" noGrp="1"/>
          </p:cNvSpPr>
          <p:nvPr/>
        </p:nvSpPr>
        <p:spPr>
          <a:xfrm xmlns:a="http://schemas.openxmlformats.org/drawingml/2006/main" rot="0" flipH="0" flipV="0">
            <a:off x="690334" y="8015234"/>
            <a:ext cx="1404000" cy="122185"/>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800"/>
              <a:t>pedro.bruno@xpi.com.br</a:t>
            </a:r>
          </a:p>
        </p:txBody>
      </p:sp>
      <p:sp>
        <p:nvSpPr>
          <p:cNvPr id="36" name="Text Placeholder 40">
            <a:extLst xmlns:a="http://schemas.openxmlformats.org/drawingml/2006/main">
              <a:ext uri="{FF2B5EF4-FFF2-40B4-BE49-F238E27FC236}">
                <a16:creationId xmlns:a16="http://schemas.microsoft.com/office/drawing/2014/main" id="{9E5B5D5D-401B-44B6-97E4-FEA442A8F0C9}"/>
              </a:ext>
            </a:extLst>
          </p:cNvPr>
          <p:cNvSpPr>
            <a:spLocks xmlns:a="http://schemas.openxmlformats.org/drawingml/2006/main" noGrp="1"/>
          </p:cNvSpPr>
          <p:nvPr/>
        </p:nvSpPr>
        <p:spPr>
          <a:xfrm xmlns:a="http://schemas.openxmlformats.org/drawingml/2006/main" rot="0" flipH="0" flipV="0">
            <a:off x="690334" y="7719151"/>
            <a:ext cx="1404000" cy="141083"/>
          </a:xfrm>
          <a:prstGeom xmlns:a="http://schemas.openxmlformats.org/drawingml/2006/main" prst="rect">
            <a:avLst/>
          </a:prstGeom>
          <a:noFill xmlns:a="http://schemas.openxmlformats.org/drawingml/2006/main"/>
        </p:spPr>
        <p:txBody>
          <a:bodyPr xmlns:a="http://schemas.openxmlformats.org/drawingml/2006/main" wrap="none" lIns="0" tIns="0" rIns="0" bIns="0" anchor="b">
            <a:noAutofit/>
          </a:bodyPr>
          <a:lstStyle xmlns:a="http://schemas.openxmlformats.org/drawingml/2006/main">
            <a:lvl1pPr marL="0" indent="0" algn="l" defTabSz="385767">
              <a:lnSpc>
                <a:spcPct val="90000"/>
              </a:lnSpc>
              <a:spcBef>
                <a:spcPts val="422"/>
              </a:spcBef>
              <a:buFont typeface="Arial"/>
              <a:buNone/>
              <a:defRPr sz="1050" b="1" i="0" kern="1200">
                <a:solidFill>
                  <a:schemeClr val="bg1"/>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900"/>
              <a:t>Pedro Bruno</a:t>
            </a:r>
          </a:p>
        </p:txBody>
      </p:sp>
      <p:sp>
        <p:nvSpPr>
          <p:cNvPr id="37" name="Text Placeholder 40">
            <a:extLst xmlns:a="http://schemas.openxmlformats.org/drawingml/2006/main">
              <a:ext uri="{FF2B5EF4-FFF2-40B4-BE49-F238E27FC236}">
                <a16:creationId xmlns:a16="http://schemas.microsoft.com/office/drawing/2014/main" id="{DC51C26E-A699-E20E-0BB2-94C6F9F8A429}"/>
              </a:ext>
            </a:extLst>
          </p:cNvPr>
          <p:cNvSpPr>
            <a:spLocks xmlns:a="http://schemas.openxmlformats.org/drawingml/2006/main" noGrp="1"/>
          </p:cNvSpPr>
          <p:nvPr/>
        </p:nvSpPr>
        <p:spPr>
          <a:xfrm xmlns:a="http://schemas.openxmlformats.org/drawingml/2006/main" rot="0" flipH="0" flipV="0">
            <a:off x="690334" y="7876642"/>
            <a:ext cx="1584000" cy="122185"/>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800" i="1">
                <a:solidFill>
                  <a:schemeClr val="bg1">
                    <a:lumMod val="85000"/>
                  </a:schemeClr>
                </a:solidFill>
              </a:rPr>
              <a:t>Transportation</a:t>
            </a:r>
          </a:p>
        </p:txBody>
      </p:sp>
      <p:sp>
        <p:nvSpPr>
          <p:cNvPr id="38" name="Text Placeholder 40">
            <a:extLst xmlns:a="http://schemas.openxmlformats.org/drawingml/2006/main">
              <a:ext uri="{FF2B5EF4-FFF2-40B4-BE49-F238E27FC236}">
                <a16:creationId xmlns:a16="http://schemas.microsoft.com/office/drawing/2014/main" id="{FEA26133-48DE-003C-16C1-B4428290A68A}"/>
              </a:ext>
            </a:extLst>
          </p:cNvPr>
          <p:cNvSpPr>
            <a:spLocks xmlns:a="http://schemas.openxmlformats.org/drawingml/2006/main" noGrp="1"/>
          </p:cNvSpPr>
          <p:nvPr/>
        </p:nvSpPr>
        <p:spPr>
          <a:xfrm xmlns:a="http://schemas.openxmlformats.org/drawingml/2006/main" rot="0" flipH="0" flipV="0">
            <a:off x="690334" y="6411017"/>
            <a:ext cx="1499159" cy="122185"/>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800"/>
              <a:t>fernando.f.ferreira@xpi.com.br</a:t>
            </a:r>
          </a:p>
        </p:txBody>
      </p:sp>
      <p:sp>
        <p:nvSpPr>
          <p:cNvPr id="39" name="Text Placeholder 40">
            <a:extLst xmlns:a="http://schemas.openxmlformats.org/drawingml/2006/main">
              <a:ext uri="{FF2B5EF4-FFF2-40B4-BE49-F238E27FC236}">
                <a16:creationId xmlns:a16="http://schemas.microsoft.com/office/drawing/2014/main" id="{5AD26275-292E-79F1-55A8-4E51983E0654}"/>
              </a:ext>
            </a:extLst>
          </p:cNvPr>
          <p:cNvSpPr>
            <a:spLocks xmlns:a="http://schemas.openxmlformats.org/drawingml/2006/main" noGrp="1"/>
          </p:cNvSpPr>
          <p:nvPr/>
        </p:nvSpPr>
        <p:spPr>
          <a:xfrm xmlns:a="http://schemas.openxmlformats.org/drawingml/2006/main" rot="0" flipH="0" flipV="0">
            <a:off x="690334" y="6118162"/>
            <a:ext cx="1404000" cy="141083"/>
          </a:xfrm>
          <a:prstGeom xmlns:a="http://schemas.openxmlformats.org/drawingml/2006/main" prst="rect">
            <a:avLst/>
          </a:prstGeom>
          <a:noFill xmlns:a="http://schemas.openxmlformats.org/drawingml/2006/main"/>
        </p:spPr>
        <p:txBody>
          <a:bodyPr xmlns:a="http://schemas.openxmlformats.org/drawingml/2006/main" wrap="none" lIns="0" tIns="0" rIns="0" bIns="0" anchor="b">
            <a:noAutofit/>
          </a:bodyPr>
          <a:lstStyle xmlns:a="http://schemas.openxmlformats.org/drawingml/2006/main">
            <a:lvl1pPr marL="0" indent="0" algn="l" defTabSz="385767">
              <a:lnSpc>
                <a:spcPct val="90000"/>
              </a:lnSpc>
              <a:spcBef>
                <a:spcPts val="422"/>
              </a:spcBef>
              <a:buFont typeface="Arial"/>
              <a:buNone/>
              <a:defRPr sz="1050" b="1" i="0" kern="1200">
                <a:solidFill>
                  <a:schemeClr val="bg1"/>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900"/>
              <a:t>Fernando Ferreira, CFA</a:t>
            </a:r>
          </a:p>
        </p:txBody>
      </p:sp>
      <p:sp>
        <p:nvSpPr>
          <p:cNvPr id="40" name="Text Placeholder 40">
            <a:extLst xmlns:a="http://schemas.openxmlformats.org/drawingml/2006/main">
              <a:ext uri="{FF2B5EF4-FFF2-40B4-BE49-F238E27FC236}">
                <a16:creationId xmlns:a16="http://schemas.microsoft.com/office/drawing/2014/main" id="{9414E8DD-22F5-650D-8CF5-D202751A6147}"/>
              </a:ext>
            </a:extLst>
          </p:cNvPr>
          <p:cNvSpPr>
            <a:spLocks xmlns:a="http://schemas.openxmlformats.org/drawingml/2006/main" noGrp="1"/>
          </p:cNvSpPr>
          <p:nvPr/>
        </p:nvSpPr>
        <p:spPr>
          <a:xfrm xmlns:a="http://schemas.openxmlformats.org/drawingml/2006/main" rot="0" flipH="0" flipV="0">
            <a:off x="690334" y="6272425"/>
            <a:ext cx="1728765" cy="122400"/>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lvl1pPr marL="0" indent="0" algn="l" defTabSz="385767">
              <a:lnSpc>
                <a:spcPct val="90000"/>
              </a:lnSpc>
              <a:spcBef>
                <a:spcPts val="422"/>
              </a:spcBef>
              <a:buFont typeface="Arial"/>
              <a:buNone/>
              <a:defRPr sz="1000" b="0" i="0" kern="1200">
                <a:solidFill>
                  <a:schemeClr val="accent3"/>
                </a:solidFill>
                <a:latin typeface="+mn-lt"/>
                <a:ea typeface="+mn-lt"/>
                <a:cs typeface="+mn-l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pPr defTabSz="914400">
              <a:lnSpc>
                <a:spcPct val="80000"/>
              </a:lnSpc>
              <a:spcBef>
                <a:spcPts val="1200"/>
              </a:spcBef>
              <a:buNone/>
            </a:pPr>
            <a:r>
              <a:rPr sz="800" i="1">
                <a:solidFill>
                  <a:schemeClr val="bg1">
                    <a:lumMod val="85000"/>
                  </a:schemeClr>
                </a:solidFill>
              </a:rPr>
              <a:t>Chief Strategist</a:t>
            </a:r>
          </a:p>
        </p:txBody>
      </p:sp>
      <p:pic>
        <p:nvPicPr>
          <p:cNvPr id="151" name="Graphic 18"/>
          <p:cNvPicPr>
            <a:picLocks xmlns:a="http://schemas.openxmlformats.org/drawingml/2006/main" noChangeAspect="1"/>
          </p:cNvPicPr>
          <p:nvPr/>
        </p:nvPicPr>
        <p:blipFill>
          <a:blip xmlns:r="http://schemas.openxmlformats.org/officeDocument/2006/relationships" xmlns:a="http://schemas.openxmlformats.org/drawingml/2006/main" r:embed="R52d942ad73154beb">
            <a:extLst>
              <a:ext uri="{96DAC541-7B7A-43D3-8B79-37D633B846F1}">
                <asvg:svgBlip xmlns:asvg="http://schemas.microsoft.com/office/drawing/2016/SVG/main" r:embed="R30b7cf9fdab74d27"/>
              </a:ext>
            </a:extLst>
          </a:blip>
          <a:stretch xmlns:a="http://schemas.openxmlformats.org/drawingml/2006/main">
            <a:fillRect l="0" t="0" r="0" b="0"/>
          </a:stretch>
        </p:blipFill>
        <p:spPr>
          <a:xfrm xmlns:a="http://schemas.openxmlformats.org/drawingml/2006/main">
            <a:off x="690334" y="4036782"/>
            <a:ext cx="3720831" cy="844531"/>
          </a:xfrm>
          <a:prstGeom xmlns:a="http://schemas.openxmlformats.org/drawingml/2006/main" prst="rect">
            <a:avLst/>
          </a:prstGeom>
        </p:spPr>
      </p:pic>
    </p:spTree>
  </p:cSld>
</p:sldLayout>
</file>

<file path=ppt/slideLayouts/slideLayout2.xml><?xml version="1.0" encoding="utf-8"?>
<p:sldLayout xmlns:p="http://schemas.openxmlformats.org/presentationml/2006/main" preserve="1" userDrawn="1">
  <p:cSld name="Capa">
    <p:bg>
      <p:bgPr>
        <a:solidFill xmlns:a="http://schemas.openxmlformats.org/drawingml/2006/main">
          <a:schemeClr val="bg1"/>
        </a:solidFill>
      </p:bgPr>
    </p:bg>
    <p:spTree>
      <p:nvGrpSpPr>
        <p:cNvPr id="1" name=""/>
        <p:cNvGrpSpPr/>
        <p:nvPr/>
      </p:nvGrpSpPr>
      <p:grpSpPr>
        <a:xfrm xmlns:a="http://schemas.openxmlformats.org/drawingml/2006/main"/>
      </p:grpSpPr>
      <p:pic>
        <p:nvPicPr>
          <p:cNvPr id="77" name="Picture 38"/>
          <p:cNvPicPr>
            <a:picLocks xmlns:a="http://schemas.openxmlformats.org/drawingml/2006/main" noChangeAspect="1"/>
          </p:cNvPicPr>
          <p:nvPr/>
        </p:nvPicPr>
        <p:blipFill rotWithShape="1">
          <a:blip xmlns:r="http://schemas.openxmlformats.org/officeDocument/2006/relationships" xmlns:a="http://schemas.openxmlformats.org/drawingml/2006/main" r:embed="Re6347c597ad7470a"/>
          <a:srcRect xmlns:a="http://schemas.openxmlformats.org/drawingml/2006/main" l="0" t="42776" r="0" b="15443"/>
          <a:stretch xmlns:a="http://schemas.openxmlformats.org/drawingml/2006/main"/>
        </p:blipFill>
        <p:spPr>
          <a:xfrm xmlns:a="http://schemas.openxmlformats.org/drawingml/2006/main">
            <a:off x="0" y="0"/>
            <a:ext cx="6858000" cy="2003469"/>
          </a:xfrm>
        </p:spPr>
      </p:pic>
      <p:sp>
        <p:nvSpPr>
          <p:cNvPr id="15" name="Espaço Reservado para Texto 6">
            <a:extLst xmlns:a="http://schemas.openxmlformats.org/drawingml/2006/main">
              <a:ext uri="{FF2B5EF4-FFF2-40B4-BE49-F238E27FC236}">
                <a16:creationId xmlns:a16="http://schemas.microsoft.com/office/drawing/2014/main" id="{89C55DDC-9BF1-4F19-9DFA-8D99FB29A854}"/>
              </a:ext>
            </a:extLst>
          </p:cNvPr>
          <p:cNvSpPr>
            <a:spLocks xmlns:a="http://schemas.openxmlformats.org/drawingml/2006/main" noGrp="1"/>
          </p:cNvSpPr>
          <p:nvPr>
            <p:ph type="body" idx="16" hasCustomPrompt="1"/>
          </p:nvPr>
        </p:nvSpPr>
        <p:spPr>
          <a:xfrm xmlns:a="http://schemas.openxmlformats.org/drawingml/2006/main">
            <a:off x="390154" y="988484"/>
            <a:ext cx="6112354" cy="346968"/>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2400" b="1" spc="0">
                <a:solidFill>
                  <a:schemeClr val="accent3"/>
                </a:solidFill>
                <a:latin typeface="Roboto"/>
                <a:ea typeface="Roboto"/>
                <a:cs typeface="Roboto"/>
              </a:defRPr>
            </a:lvl1pPr>
          </a:lstStyle>
          <a:p xmlns:a="http://schemas.openxmlformats.org/drawingml/2006/main">
            <a:pPr lvl="0">
              <a:buNone/>
            </a:pPr>
            <a:r>
              <a:t>EDITAR</a:t>
            </a:r>
          </a:p>
        </p:txBody>
      </p:sp>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41" name="Freeform: Shape 40">
            <a:extLst xmlns:a="http://schemas.openxmlformats.org/drawingml/2006/main">
              <a:ext uri="{FF2B5EF4-FFF2-40B4-BE49-F238E27FC236}">
                <a16:creationId xmlns:a16="http://schemas.microsoft.com/office/drawing/2014/main" id="{9CAD89BC-209F-4A84-B643-8391FE84FD63}"/>
              </a:ext>
            </a:extLst>
          </p:cNvPr>
          <p:cNvSpPr>
            <a:spLocks xmlns:a="http://schemas.openxmlformats.org/drawingml/2006/main" noGrp="1"/>
          </p:cNvSpPr>
          <p:nvPr/>
        </p:nvSpPr>
        <p:spPr>
          <a:xfrm xmlns:a="http://schemas.openxmlformats.org/drawingml/2006/main" rot="0" flipH="0" flipV="0">
            <a:off x="390154" y="406178"/>
            <a:ext cx="379041" cy="341910"/>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3" name="Freeform: Shape 42">
            <a:extLst xmlns:a="http://schemas.openxmlformats.org/drawingml/2006/main">
              <a:ext uri="{FF2B5EF4-FFF2-40B4-BE49-F238E27FC236}">
                <a16:creationId xmlns:a16="http://schemas.microsoft.com/office/drawing/2014/main" id="{93C151B8-67D0-4C62-A1CD-C3E1CFD9F305}"/>
              </a:ext>
            </a:extLst>
          </p:cNvPr>
          <p:cNvSpPr>
            <a:spLocks xmlns:a="http://schemas.openxmlformats.org/drawingml/2006/main" noGrp="1"/>
          </p:cNvSpPr>
          <p:nvPr/>
        </p:nvSpPr>
        <p:spPr>
          <a:xfrm xmlns:a="http://schemas.openxmlformats.org/drawingml/2006/main" rot="0" flipH="0" flipV="0">
            <a:off x="840444" y="603165"/>
            <a:ext cx="53804" cy="102915"/>
          </a:xfrm>
          <a:custGeom xmlns:a="http://schemas.openxmlformats.org/drawingml/2006/main">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4" name="Freeform: Shape 43">
            <a:extLst xmlns:a="http://schemas.openxmlformats.org/drawingml/2006/main">
              <a:ext uri="{FF2B5EF4-FFF2-40B4-BE49-F238E27FC236}">
                <a16:creationId xmlns:a16="http://schemas.microsoft.com/office/drawing/2014/main" id="{2D2D96A5-B60E-4CC9-9982-03590D4573EC}"/>
              </a:ext>
            </a:extLst>
          </p:cNvPr>
          <p:cNvSpPr>
            <a:spLocks xmlns:a="http://schemas.openxmlformats.org/drawingml/2006/main" noGrp="1"/>
          </p:cNvSpPr>
          <p:nvPr/>
        </p:nvSpPr>
        <p:spPr>
          <a:xfrm xmlns:a="http://schemas.openxmlformats.org/drawingml/2006/main" rot="0" flipH="0" flipV="0">
            <a:off x="905396" y="602357"/>
            <a:ext cx="99669" cy="105549"/>
          </a:xfrm>
          <a:custGeom xmlns:a="http://schemas.openxmlformats.org/drawingml/2006/main">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5" name="Freeform: Shape 44">
            <a:extLst xmlns:a="http://schemas.openxmlformats.org/drawingml/2006/main">
              <a:ext uri="{FF2B5EF4-FFF2-40B4-BE49-F238E27FC236}">
                <a16:creationId xmlns:a16="http://schemas.microsoft.com/office/drawing/2014/main" id="{4CD03F36-CFD5-42F6-B8F2-CAE7CBCF7AB9}"/>
              </a:ext>
            </a:extLst>
          </p:cNvPr>
          <p:cNvSpPr>
            <a:spLocks xmlns:a="http://schemas.openxmlformats.org/drawingml/2006/main" noGrp="1"/>
          </p:cNvSpPr>
          <p:nvPr/>
        </p:nvSpPr>
        <p:spPr>
          <a:xfrm xmlns:a="http://schemas.openxmlformats.org/drawingml/2006/main" rot="0" flipH="0" flipV="0">
            <a:off x="1021910" y="602345"/>
            <a:ext cx="82004" cy="105552"/>
          </a:xfrm>
          <a:custGeom xmlns:a="http://schemas.openxmlformats.org/drawingml/2006/main">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6" name="Freeform: Shape 45">
            <a:extLst xmlns:a="http://schemas.openxmlformats.org/drawingml/2006/main">
              <a:ext uri="{FF2B5EF4-FFF2-40B4-BE49-F238E27FC236}">
                <a16:creationId xmlns:a16="http://schemas.microsoft.com/office/drawing/2014/main" id="{BB8ED37E-DDC1-44DA-BF04-893FB6EADB01}"/>
              </a:ext>
            </a:extLst>
          </p:cNvPr>
          <p:cNvSpPr>
            <a:spLocks xmlns:a="http://schemas.openxmlformats.org/drawingml/2006/main" noGrp="1"/>
          </p:cNvSpPr>
          <p:nvPr/>
        </p:nvSpPr>
        <p:spPr>
          <a:xfrm xmlns:a="http://schemas.openxmlformats.org/drawingml/2006/main" rot="0" flipH="0" flipV="0">
            <a:off x="1121359" y="602357"/>
            <a:ext cx="99669" cy="105549"/>
          </a:xfrm>
          <a:custGeom xmlns:a="http://schemas.openxmlformats.org/drawingml/2006/main">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7" name="Freeform: Shape 46">
            <a:extLst xmlns:a="http://schemas.openxmlformats.org/drawingml/2006/main">
              <a:ext uri="{FF2B5EF4-FFF2-40B4-BE49-F238E27FC236}">
                <a16:creationId xmlns:a16="http://schemas.microsoft.com/office/drawing/2014/main" id="{724B11E2-4EE2-41C4-9CB0-BFA8238F41E1}"/>
              </a:ext>
            </a:extLst>
          </p:cNvPr>
          <p:cNvSpPr>
            <a:spLocks xmlns:a="http://schemas.openxmlformats.org/drawingml/2006/main" noGrp="1"/>
          </p:cNvSpPr>
          <p:nvPr/>
        </p:nvSpPr>
        <p:spPr>
          <a:xfrm xmlns:a="http://schemas.openxmlformats.org/drawingml/2006/main" rot="0" flipH="0" flipV="0">
            <a:off x="1240311" y="602345"/>
            <a:ext cx="84625" cy="105549"/>
          </a:xfrm>
          <a:custGeom xmlns:a="http://schemas.openxmlformats.org/drawingml/2006/main">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8" name="Freeform: Shape 47">
            <a:extLst xmlns:a="http://schemas.openxmlformats.org/drawingml/2006/main">
              <a:ext uri="{FF2B5EF4-FFF2-40B4-BE49-F238E27FC236}">
                <a16:creationId xmlns:a16="http://schemas.microsoft.com/office/drawing/2014/main" id="{D6B95911-5559-432C-84D5-0FA4C442F497}"/>
              </a:ext>
            </a:extLst>
          </p:cNvPr>
          <p:cNvSpPr>
            <a:spLocks xmlns:a="http://schemas.openxmlformats.org/drawingml/2006/main" noGrp="1"/>
          </p:cNvSpPr>
          <p:nvPr/>
        </p:nvSpPr>
        <p:spPr>
          <a:xfrm xmlns:a="http://schemas.openxmlformats.org/drawingml/2006/main" rot="0" flipH="0" flipV="0">
            <a:off x="1354583" y="603165"/>
            <a:ext cx="53803" cy="102915"/>
          </a:xfrm>
          <a:custGeom xmlns:a="http://schemas.openxmlformats.org/drawingml/2006/main">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9" name="Freeform: Shape 48">
            <a:extLst xmlns:a="http://schemas.openxmlformats.org/drawingml/2006/main">
              <a:ext uri="{FF2B5EF4-FFF2-40B4-BE49-F238E27FC236}">
                <a16:creationId xmlns:a16="http://schemas.microsoft.com/office/drawing/2014/main" id="{7DADFDA8-A4C9-4A90-BEAE-B1639DAC11D9}"/>
              </a:ext>
            </a:extLst>
          </p:cNvPr>
          <p:cNvSpPr>
            <a:spLocks xmlns:a="http://schemas.openxmlformats.org/drawingml/2006/main" noGrp="1"/>
          </p:cNvSpPr>
          <p:nvPr/>
        </p:nvSpPr>
        <p:spPr>
          <a:xfrm xmlns:a="http://schemas.openxmlformats.org/drawingml/2006/main" rot="0" flipH="0" flipV="0">
            <a:off x="1419535" y="602357"/>
            <a:ext cx="101090" cy="105549"/>
          </a:xfrm>
          <a:custGeom xmlns:a="http://schemas.openxmlformats.org/drawingml/2006/main">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0" name="Freeform: Shape 49">
            <a:extLst xmlns:a="http://schemas.openxmlformats.org/drawingml/2006/main">
              <a:ext uri="{FF2B5EF4-FFF2-40B4-BE49-F238E27FC236}">
                <a16:creationId xmlns:a16="http://schemas.microsoft.com/office/drawing/2014/main" id="{7A52CEE5-D539-4F76-92DD-650239B04672}"/>
              </a:ext>
            </a:extLst>
          </p:cNvPr>
          <p:cNvSpPr>
            <a:spLocks xmlns:a="http://schemas.openxmlformats.org/drawingml/2006/main" noGrp="1"/>
          </p:cNvSpPr>
          <p:nvPr/>
        </p:nvSpPr>
        <p:spPr>
          <a:xfrm xmlns:a="http://schemas.openxmlformats.org/drawingml/2006/main" rot="0" flipH="0" flipV="0">
            <a:off x="1543142" y="563780"/>
            <a:ext cx="87296" cy="142092"/>
          </a:xfrm>
          <a:custGeom xmlns:a="http://schemas.openxmlformats.org/drawingml/2006/main">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2" name="Espaço Reservado para Texto 6">
            <a:extLst xmlns:a="http://schemas.openxmlformats.org/drawingml/2006/main">
              <a:ext uri="{FF2B5EF4-FFF2-40B4-BE49-F238E27FC236}">
                <a16:creationId xmlns:a16="http://schemas.microsoft.com/office/drawing/2014/main" id="{B4234437-C19A-4839-88DC-46D48AF5A2C4}"/>
              </a:ext>
            </a:extLst>
          </p:cNvPr>
          <p:cNvSpPr>
            <a:spLocks xmlns:a="http://schemas.openxmlformats.org/drawingml/2006/main" noGrp="1"/>
          </p:cNvSpPr>
          <p:nvPr>
            <p:ph type="body" idx="19" hasCustomPrompt="1"/>
          </p:nvPr>
        </p:nvSpPr>
        <p:spPr>
          <a:xfrm xmlns:a="http://schemas.openxmlformats.org/drawingml/2006/main">
            <a:off x="3371691" y="608130"/>
            <a:ext cx="3132139" cy="142093"/>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lgn="r">
              <a:buNone/>
              <a:defRPr sz="1200" b="0">
                <a:solidFill>
                  <a:schemeClr val="bg1"/>
                </a:solidFill>
                <a:latin typeface="Roboto Light"/>
                <a:ea typeface="Roboto Light"/>
                <a:cs typeface="Roboto Light"/>
              </a:defRPr>
            </a:lvl1pPr>
          </a:lstStyle>
          <a:p xmlns:a="http://schemas.openxmlformats.org/drawingml/2006/main">
            <a:pPr lvl="0">
              <a:buNone/>
            </a:pPr>
            <a:r>
              <a:t>Sector / </a:t>
            </a:r>
            <a:r>
              <a:t>Segment</a:t>
            </a:r>
            <a:endParaRPr/>
          </a:p>
        </p:txBody>
      </p:sp>
      <p:sp>
        <p:nvSpPr>
          <p:cNvPr id="53" name="Text Placeholder 4">
            <a:extLst xmlns:a="http://schemas.openxmlformats.org/drawingml/2006/main">
              <a:ext uri="{FF2B5EF4-FFF2-40B4-BE49-F238E27FC236}">
                <a16:creationId xmlns:a16="http://schemas.microsoft.com/office/drawing/2014/main" id="{03A51246-6836-408F-ABF0-EEEEE8E00F14}"/>
              </a:ext>
            </a:extLst>
          </p:cNvPr>
          <p:cNvSpPr>
            <a:spLocks xmlns:a="http://schemas.openxmlformats.org/drawingml/2006/main" noGrp="1"/>
          </p:cNvSpPr>
          <p:nvPr>
            <p:ph type="body" idx="20"/>
          </p:nvPr>
        </p:nvSpPr>
        <p:spPr>
          <a:xfrm xmlns:a="http://schemas.openxmlformats.org/drawingml/2006/main">
            <a:off x="390154" y="2150952"/>
            <a:ext cx="4490940" cy="1772766"/>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57" name="Text Placeholder 4">
            <a:extLst xmlns:a="http://schemas.openxmlformats.org/drawingml/2006/main">
              <a:ext uri="{FF2B5EF4-FFF2-40B4-BE49-F238E27FC236}">
                <a16:creationId xmlns:a16="http://schemas.microsoft.com/office/drawing/2014/main" id="{482CDF78-5160-4CE0-9AED-EF5B81E7C38F}"/>
              </a:ext>
            </a:extLst>
          </p:cNvPr>
          <p:cNvSpPr>
            <a:spLocks xmlns:a="http://schemas.openxmlformats.org/drawingml/2006/main" noGrp="1"/>
          </p:cNvSpPr>
          <p:nvPr>
            <p:ph type="body" idx="23"/>
          </p:nvPr>
        </p:nvSpPr>
        <p:spPr>
          <a:xfrm xmlns:a="http://schemas.openxmlformats.org/drawingml/2006/main">
            <a:off x="390153" y="4060055"/>
            <a:ext cx="6112353" cy="3349806"/>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72" name="Espaço Reservado para Conteúdo 14">
            <a:extLst xmlns:a="http://schemas.openxmlformats.org/drawingml/2006/main">
              <a:ext uri="{FF2B5EF4-FFF2-40B4-BE49-F238E27FC236}">
                <a16:creationId xmlns:a16="http://schemas.microsoft.com/office/drawing/2014/main" id="{7F6E3DBC-5BBD-4436-85AB-82E653F9C656}"/>
              </a:ext>
            </a:extLst>
          </p:cNvPr>
          <p:cNvSpPr>
            <a:spLocks xmlns:a="http://schemas.openxmlformats.org/drawingml/2006/main" noGrp="1"/>
          </p:cNvSpPr>
          <p:nvPr>
            <p:ph idx="21" hasCustomPrompt="1"/>
          </p:nvPr>
        </p:nvSpPr>
        <p:spPr>
          <a:xfrm xmlns:a="http://schemas.openxmlformats.org/drawingml/2006/main">
            <a:off x="382829" y="7896455"/>
            <a:ext cx="2938221" cy="1557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73" name="Espaço Reservado para Conteúdo 14">
            <a:extLst xmlns:a="http://schemas.openxmlformats.org/drawingml/2006/main">
              <a:ext uri="{FF2B5EF4-FFF2-40B4-BE49-F238E27FC236}">
                <a16:creationId xmlns:a16="http://schemas.microsoft.com/office/drawing/2014/main" id="{3405AF30-6481-4177-8C12-0BD1B0028E72}"/>
              </a:ext>
            </a:extLst>
          </p:cNvPr>
          <p:cNvSpPr>
            <a:spLocks xmlns:a="http://schemas.openxmlformats.org/drawingml/2006/main" noGrp="1"/>
          </p:cNvSpPr>
          <p:nvPr>
            <p:ph idx="22" hasCustomPrompt="1"/>
          </p:nvPr>
        </p:nvSpPr>
        <p:spPr>
          <a:xfrm xmlns:a="http://schemas.openxmlformats.org/drawingml/2006/main">
            <a:off x="3536951" y="7896455"/>
            <a:ext cx="2965558" cy="1557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74" name="Espaço Reservado para Conteúdo 14">
            <a:extLst xmlns:a="http://schemas.openxmlformats.org/drawingml/2006/main">
              <a:ext uri="{FF2B5EF4-FFF2-40B4-BE49-F238E27FC236}">
                <a16:creationId xmlns:a16="http://schemas.microsoft.com/office/drawing/2014/main" id="{14ECC719-6B01-4AF5-92A8-682707D600B0}"/>
              </a:ext>
            </a:extLst>
          </p:cNvPr>
          <p:cNvSpPr>
            <a:spLocks xmlns:a="http://schemas.openxmlformats.org/drawingml/2006/main" noGrp="1"/>
          </p:cNvSpPr>
          <p:nvPr>
            <p:ph idx="24" hasCustomPrompt="1"/>
          </p:nvPr>
        </p:nvSpPr>
        <p:spPr>
          <a:xfrm xmlns:a="http://schemas.openxmlformats.org/drawingml/2006/main">
            <a:off x="382829" y="7607837"/>
            <a:ext cx="2938221"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75" name="Espaço Reservado para Conteúdo 14">
            <a:extLst xmlns:a="http://schemas.openxmlformats.org/drawingml/2006/main">
              <a:ext uri="{FF2B5EF4-FFF2-40B4-BE49-F238E27FC236}">
                <a16:creationId xmlns:a16="http://schemas.microsoft.com/office/drawing/2014/main" id="{519BA8D8-2D27-44DB-8406-D6D20B529EED}"/>
              </a:ext>
            </a:extLst>
          </p:cNvPr>
          <p:cNvSpPr>
            <a:spLocks xmlns:a="http://schemas.openxmlformats.org/drawingml/2006/main" noGrp="1"/>
          </p:cNvSpPr>
          <p:nvPr>
            <p:ph idx="25" hasCustomPrompt="1"/>
          </p:nvPr>
        </p:nvSpPr>
        <p:spPr>
          <a:xfrm xmlns:a="http://schemas.openxmlformats.org/drawingml/2006/main">
            <a:off x="3552750" y="7607837"/>
            <a:ext cx="2949758"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27" name="Espaço Reservado para Texto 6">
            <a:extLst xmlns:a="http://schemas.openxmlformats.org/drawingml/2006/main">
              <a:ext uri="{FF2B5EF4-FFF2-40B4-BE49-F238E27FC236}">
                <a16:creationId xmlns:a16="http://schemas.microsoft.com/office/drawing/2014/main" id="{E412BFAB-6ADE-4985-9F8D-1E0D2CE27EE2}"/>
              </a:ext>
            </a:extLst>
          </p:cNvPr>
          <p:cNvSpPr>
            <a:spLocks xmlns:a="http://schemas.openxmlformats.org/drawingml/2006/main" noGrp="1"/>
          </p:cNvSpPr>
          <p:nvPr>
            <p:ph type="body" idx="26"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26" name="Date Placeholder 1">
            <a:extLst xmlns:a="http://schemas.openxmlformats.org/drawingml/2006/main">
              <a:ext uri="{FF2B5EF4-FFF2-40B4-BE49-F238E27FC236}">
                <a16:creationId xmlns:a16="http://schemas.microsoft.com/office/drawing/2014/main" id="{3B4501E0-2CFF-4239-9520-A5B3FF88FAB7}"/>
              </a:ext>
            </a:extLst>
          </p:cNvPr>
          <p:cNvSpPr>
            <a:spLocks xmlns:a="http://schemas.openxmlformats.org/drawingml/2006/main" noGrp="1"/>
          </p:cNvSpPr>
          <p:nvPr>
            <p:ph type="dt" idx="2"/>
          </p:nvPr>
        </p:nvSpPr>
        <p:spPr>
          <a:xfrm xmlns:a="http://schemas.openxmlformats.org/drawingml/2006/main">
            <a:off x="3371691" y="438763"/>
            <a:ext cx="3132139"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accent2"/>
                </a:solidFill>
                <a:latin typeface="Roboto Light"/>
                <a:ea typeface="Roboto Light"/>
                <a:cs typeface="Roboto Light"/>
              </a:defRPr>
            </a:lvl1pPr>
          </a:lstStyle>
          <a:p xmlns:a="http://schemas.openxmlformats.org/drawingml/2006/main">
            <a:fld id="{7C15C50E-5CAF-4D73-A24B-0338FF2E9F05}" type="datetime4">
              <a:t>August 6, 2026</a:t>
            </a:fld>
            <a:endParaRPr/>
          </a:p>
        </p:txBody>
      </p:sp>
      <p:sp>
        <p:nvSpPr>
          <p:cNvPr id="61" name="Text Placeholder 4">
            <a:extLst xmlns:a="http://schemas.openxmlformats.org/drawingml/2006/main">
              <a:ext uri="{FF2B5EF4-FFF2-40B4-BE49-F238E27FC236}">
                <a16:creationId xmlns:a16="http://schemas.microsoft.com/office/drawing/2014/main" id="{318E1824-F862-4308-8D14-9073C9CBAABB}"/>
              </a:ext>
            </a:extLst>
          </p:cNvPr>
          <p:cNvSpPr>
            <a:spLocks xmlns:a="http://schemas.openxmlformats.org/drawingml/2006/main" noGrp="1"/>
          </p:cNvSpPr>
          <p:nvPr>
            <p:ph type="body" idx="27" hasCustomPrompt="1"/>
          </p:nvPr>
        </p:nvSpPr>
        <p:spPr>
          <a:xfrm xmlns:a="http://schemas.openxmlformats.org/drawingml/2006/main">
            <a:off x="5022853" y="2150953"/>
            <a:ext cx="1466848"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2" name="Text Placeholder 4">
            <a:extLst xmlns:a="http://schemas.openxmlformats.org/drawingml/2006/main">
              <a:ext uri="{FF2B5EF4-FFF2-40B4-BE49-F238E27FC236}">
                <a16:creationId xmlns:a16="http://schemas.microsoft.com/office/drawing/2014/main" id="{70E85E6B-BFAA-4953-A2FD-0F731BA0D3A5}"/>
              </a:ext>
            </a:extLst>
          </p:cNvPr>
          <p:cNvSpPr>
            <a:spLocks xmlns:a="http://schemas.openxmlformats.org/drawingml/2006/main" noGrp="1"/>
          </p:cNvSpPr>
          <p:nvPr>
            <p:ph type="body" idx="28" hasCustomPrompt="1"/>
          </p:nvPr>
        </p:nvSpPr>
        <p:spPr>
          <a:xfrm xmlns:a="http://schemas.openxmlformats.org/drawingml/2006/main">
            <a:off x="5022853" y="2312750"/>
            <a:ext cx="1466848"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3" name="Text Placeholder 4">
            <a:extLst xmlns:a="http://schemas.openxmlformats.org/drawingml/2006/main">
              <a:ext uri="{FF2B5EF4-FFF2-40B4-BE49-F238E27FC236}">
                <a16:creationId xmlns:a16="http://schemas.microsoft.com/office/drawing/2014/main" id="{872B6150-F2F3-4EB3-81FD-E06DC0F79813}"/>
              </a:ext>
            </a:extLst>
          </p:cNvPr>
          <p:cNvSpPr>
            <a:spLocks xmlns:a="http://schemas.openxmlformats.org/drawingml/2006/main" noGrp="1"/>
          </p:cNvSpPr>
          <p:nvPr>
            <p:ph type="body" idx="29" hasCustomPrompt="1"/>
          </p:nvPr>
        </p:nvSpPr>
        <p:spPr>
          <a:xfrm xmlns:a="http://schemas.openxmlformats.org/drawingml/2006/main">
            <a:off x="5022853" y="2439622"/>
            <a:ext cx="1466848"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4" name="Text Placeholder 4">
            <a:extLst xmlns:a="http://schemas.openxmlformats.org/drawingml/2006/main">
              <a:ext uri="{FF2B5EF4-FFF2-40B4-BE49-F238E27FC236}">
                <a16:creationId xmlns:a16="http://schemas.microsoft.com/office/drawing/2014/main" id="{B84D6C0E-85B0-4A8A-BB12-F62449DE0DFB}"/>
              </a:ext>
            </a:extLst>
          </p:cNvPr>
          <p:cNvSpPr>
            <a:spLocks xmlns:a="http://schemas.openxmlformats.org/drawingml/2006/main" noGrp="1"/>
          </p:cNvSpPr>
          <p:nvPr>
            <p:ph type="body" idx="30" hasCustomPrompt="1"/>
          </p:nvPr>
        </p:nvSpPr>
        <p:spPr>
          <a:xfrm xmlns:a="http://schemas.openxmlformats.org/drawingml/2006/main">
            <a:off x="5022853" y="2815008"/>
            <a:ext cx="1466848"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5" name="Text Placeholder 4">
            <a:extLst xmlns:a="http://schemas.openxmlformats.org/drawingml/2006/main">
              <a:ext uri="{FF2B5EF4-FFF2-40B4-BE49-F238E27FC236}">
                <a16:creationId xmlns:a16="http://schemas.microsoft.com/office/drawing/2014/main" id="{16C8AB5D-9A5B-4FEA-97F4-734F90CA23F1}"/>
              </a:ext>
            </a:extLst>
          </p:cNvPr>
          <p:cNvSpPr>
            <a:spLocks xmlns:a="http://schemas.openxmlformats.org/drawingml/2006/main" noGrp="1"/>
          </p:cNvSpPr>
          <p:nvPr>
            <p:ph type="body" idx="31" hasCustomPrompt="1"/>
          </p:nvPr>
        </p:nvSpPr>
        <p:spPr>
          <a:xfrm xmlns:a="http://schemas.openxmlformats.org/drawingml/2006/main">
            <a:off x="5022853" y="2976805"/>
            <a:ext cx="1466848"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6" name="Text Placeholder 4">
            <a:extLst xmlns:a="http://schemas.openxmlformats.org/drawingml/2006/main">
              <a:ext uri="{FF2B5EF4-FFF2-40B4-BE49-F238E27FC236}">
                <a16:creationId xmlns:a16="http://schemas.microsoft.com/office/drawing/2014/main" id="{6CAE7113-BC72-4895-ACDF-B01232851A9D}"/>
              </a:ext>
            </a:extLst>
          </p:cNvPr>
          <p:cNvSpPr>
            <a:spLocks xmlns:a="http://schemas.openxmlformats.org/drawingml/2006/main" noGrp="1"/>
          </p:cNvSpPr>
          <p:nvPr>
            <p:ph type="body" idx="32" hasCustomPrompt="1"/>
          </p:nvPr>
        </p:nvSpPr>
        <p:spPr>
          <a:xfrm xmlns:a="http://schemas.openxmlformats.org/drawingml/2006/main">
            <a:off x="5022853" y="3103677"/>
            <a:ext cx="1466848"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7" name="Text Placeholder 4">
            <a:extLst xmlns:a="http://schemas.openxmlformats.org/drawingml/2006/main">
              <a:ext uri="{FF2B5EF4-FFF2-40B4-BE49-F238E27FC236}">
                <a16:creationId xmlns:a16="http://schemas.microsoft.com/office/drawing/2014/main" id="{1D859181-1847-4696-BA25-3FB32D816724}"/>
              </a:ext>
            </a:extLst>
          </p:cNvPr>
          <p:cNvSpPr>
            <a:spLocks xmlns:a="http://schemas.openxmlformats.org/drawingml/2006/main" noGrp="1"/>
          </p:cNvSpPr>
          <p:nvPr>
            <p:ph type="body" idx="33" hasCustomPrompt="1"/>
          </p:nvPr>
        </p:nvSpPr>
        <p:spPr>
          <a:xfrm xmlns:a="http://schemas.openxmlformats.org/drawingml/2006/main">
            <a:off x="5022853" y="3467328"/>
            <a:ext cx="1466848"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8" name="Text Placeholder 4">
            <a:extLst xmlns:a="http://schemas.openxmlformats.org/drawingml/2006/main">
              <a:ext uri="{FF2B5EF4-FFF2-40B4-BE49-F238E27FC236}">
                <a16:creationId xmlns:a16="http://schemas.microsoft.com/office/drawing/2014/main" id="{FC9ED1A2-35DE-4D1D-9CE5-8E2AD672F2D0}"/>
              </a:ext>
            </a:extLst>
          </p:cNvPr>
          <p:cNvSpPr>
            <a:spLocks xmlns:a="http://schemas.openxmlformats.org/drawingml/2006/main" noGrp="1"/>
          </p:cNvSpPr>
          <p:nvPr>
            <p:ph type="body" idx="34" hasCustomPrompt="1"/>
          </p:nvPr>
        </p:nvSpPr>
        <p:spPr>
          <a:xfrm xmlns:a="http://schemas.openxmlformats.org/drawingml/2006/main">
            <a:off x="5022853" y="3629125"/>
            <a:ext cx="1466848"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9" name="Text Placeholder 4">
            <a:extLst xmlns:a="http://schemas.openxmlformats.org/drawingml/2006/main">
              <a:ext uri="{FF2B5EF4-FFF2-40B4-BE49-F238E27FC236}">
                <a16:creationId xmlns:a16="http://schemas.microsoft.com/office/drawing/2014/main" id="{69327E6A-F08C-45E9-819D-C34C53A10A06}"/>
              </a:ext>
            </a:extLst>
          </p:cNvPr>
          <p:cNvSpPr>
            <a:spLocks xmlns:a="http://schemas.openxmlformats.org/drawingml/2006/main" noGrp="1"/>
          </p:cNvSpPr>
          <p:nvPr>
            <p:ph type="body" idx="35" hasCustomPrompt="1"/>
          </p:nvPr>
        </p:nvSpPr>
        <p:spPr>
          <a:xfrm xmlns:a="http://schemas.openxmlformats.org/drawingml/2006/main">
            <a:off x="5022853" y="3755997"/>
            <a:ext cx="1466848"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3" name="Straight Connector 2">
            <a:extLst xmlns:a="http://schemas.openxmlformats.org/drawingml/2006/main">
              <a:ext uri="{FF2B5EF4-FFF2-40B4-BE49-F238E27FC236}">
                <a16:creationId xmlns:a16="http://schemas.microsoft.com/office/drawing/2014/main" id="{0F4C0E89-B1C9-4520-9CA5-9130B2EFB5BB}"/>
              </a:ext>
            </a:extLst>
          </p:cNvPr>
          <p:cNvSpPr>
            <a:spLocks xmlns:a="http://schemas.openxmlformats.org/drawingml/2006/main" noGrp="1"/>
          </p:cNvSpPr>
          <p:nvPr/>
        </p:nvSpPr>
        <p:spPr>
          <a:xfrm xmlns:a="http://schemas.openxmlformats.org/drawingml/2006/main">
            <a:off x="4951973" y="2150952"/>
            <a:ext cx="0" cy="1772766"/>
          </a:xfrm>
          <a:prstGeom xmlns:a="http://schemas.openxmlformats.org/drawingml/2006/main" prst="line">
            <a:avLst/>
          </a:prstGeom>
          <a:ln xmlns:a="http://schemas.openxmlformats.org/drawingml/2006/main">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6" name="Espaço Reservado para Texto 6">
            <a:extLst xmlns:a="http://schemas.openxmlformats.org/drawingml/2006/main">
              <a:ext uri="{FF2B5EF4-FFF2-40B4-BE49-F238E27FC236}">
                <a16:creationId xmlns:a16="http://schemas.microsoft.com/office/drawing/2014/main" id="{984F9560-6699-43C8-BEE0-490CDFCBCF21}"/>
              </a:ext>
            </a:extLst>
          </p:cNvPr>
          <p:cNvSpPr>
            <a:spLocks xmlns:a="http://schemas.openxmlformats.org/drawingml/2006/main" noGrp="1"/>
          </p:cNvSpPr>
          <p:nvPr>
            <p:ph type="body" idx="36" hasCustomPrompt="1"/>
          </p:nvPr>
        </p:nvSpPr>
        <p:spPr>
          <a:xfrm xmlns:a="http://schemas.openxmlformats.org/drawingml/2006/main">
            <a:off x="390154" y="1664358"/>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0">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
        <p:nvSpPr>
          <p:cNvPr id="37" name="Espaço Reservado para Texto 6">
            <a:extLst xmlns:a="http://schemas.openxmlformats.org/drawingml/2006/main">
              <a:ext uri="{FF2B5EF4-FFF2-40B4-BE49-F238E27FC236}">
                <a16:creationId xmlns:a16="http://schemas.microsoft.com/office/drawing/2014/main" id="{580EC9BA-5BCE-49E4-BC4C-E52C56FC5C26}"/>
              </a:ext>
            </a:extLst>
          </p:cNvPr>
          <p:cNvSpPr>
            <a:spLocks xmlns:a="http://schemas.openxmlformats.org/drawingml/2006/main" noGrp="1"/>
          </p:cNvSpPr>
          <p:nvPr>
            <p:ph type="body" idx="37" hasCustomPrompt="1"/>
          </p:nvPr>
        </p:nvSpPr>
        <p:spPr>
          <a:xfrm xmlns:a="http://schemas.openxmlformats.org/drawingml/2006/main">
            <a:off x="390154" y="1406254"/>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1">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Tree>
  </p:cSld>
</p:sldLayout>
</file>

<file path=ppt/slideLayouts/slideLayout3.xml><?xml version="1.0" encoding="utf-8"?>
<p:sldLayout xmlns:p="http://schemas.openxmlformats.org/presentationml/2006/main" preserve="1" userDrawn="1">
  <p:cSld name="Capa Company Update/Report">
    <p:bg>
      <p:bgPr>
        <a:solidFill xmlns:a="http://schemas.openxmlformats.org/drawingml/2006/main">
          <a:schemeClr val="bg1"/>
        </a:solidFill>
      </p:bgPr>
    </p:bg>
    <p:spTree>
      <p:nvGrpSpPr>
        <p:cNvPr id="1" name=""/>
        <p:cNvGrpSpPr/>
        <p:nvPr/>
      </p:nvGrpSpPr>
      <p:grpSpPr>
        <a:xfrm xmlns:a="http://schemas.openxmlformats.org/drawingml/2006/main"/>
      </p:grpSpPr>
      <p:pic>
        <p:nvPicPr>
          <p:cNvPr id="71" name="Picture 38"/>
          <p:cNvPicPr>
            <a:picLocks xmlns:a="http://schemas.openxmlformats.org/drawingml/2006/main" noChangeAspect="1"/>
          </p:cNvPicPr>
          <p:nvPr/>
        </p:nvPicPr>
        <p:blipFill rotWithShape="1">
          <a:blip xmlns:r="http://schemas.openxmlformats.org/officeDocument/2006/relationships" xmlns:a="http://schemas.openxmlformats.org/drawingml/2006/main" r:embed="R82845054b52d40c2"/>
          <a:srcRect xmlns:a="http://schemas.openxmlformats.org/drawingml/2006/main" l="0" t="42776" r="0" b="15443"/>
          <a:stretch xmlns:a="http://schemas.openxmlformats.org/drawingml/2006/main"/>
        </p:blipFill>
        <p:spPr>
          <a:xfrm xmlns:a="http://schemas.openxmlformats.org/drawingml/2006/main">
            <a:off x="0" y="0"/>
            <a:ext cx="6858000" cy="2003469"/>
          </a:xfrm>
        </p:spPr>
      </p:pic>
      <p:sp>
        <p:nvSpPr>
          <p:cNvPr id="15" name="Espaço Reservado para Texto 6">
            <a:extLst xmlns:a="http://schemas.openxmlformats.org/drawingml/2006/main">
              <a:ext uri="{FF2B5EF4-FFF2-40B4-BE49-F238E27FC236}">
                <a16:creationId xmlns:a16="http://schemas.microsoft.com/office/drawing/2014/main" id="{89C55DDC-9BF1-4F19-9DFA-8D99FB29A854}"/>
              </a:ext>
            </a:extLst>
          </p:cNvPr>
          <p:cNvSpPr>
            <a:spLocks xmlns:a="http://schemas.openxmlformats.org/drawingml/2006/main" noGrp="1"/>
          </p:cNvSpPr>
          <p:nvPr>
            <p:ph type="body" idx="16" hasCustomPrompt="1"/>
          </p:nvPr>
        </p:nvSpPr>
        <p:spPr>
          <a:xfrm xmlns:a="http://schemas.openxmlformats.org/drawingml/2006/main">
            <a:off x="390154" y="988484"/>
            <a:ext cx="6112354" cy="346968"/>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2400" b="1" spc="0">
                <a:solidFill>
                  <a:schemeClr val="accent3"/>
                </a:solidFill>
                <a:latin typeface="Roboto"/>
                <a:ea typeface="Roboto"/>
                <a:cs typeface="Roboto"/>
              </a:defRPr>
            </a:lvl1pPr>
          </a:lstStyle>
          <a:p xmlns:a="http://schemas.openxmlformats.org/drawingml/2006/main">
            <a:pPr lvl="0">
              <a:buNone/>
            </a:pPr>
            <a:r>
              <a:t>EDITAR</a:t>
            </a:r>
          </a:p>
        </p:txBody>
      </p:sp>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41" name="Freeform: Shape 40">
            <a:extLst xmlns:a="http://schemas.openxmlformats.org/drawingml/2006/main">
              <a:ext uri="{FF2B5EF4-FFF2-40B4-BE49-F238E27FC236}">
                <a16:creationId xmlns:a16="http://schemas.microsoft.com/office/drawing/2014/main" id="{9CAD89BC-209F-4A84-B643-8391FE84FD63}"/>
              </a:ext>
            </a:extLst>
          </p:cNvPr>
          <p:cNvSpPr>
            <a:spLocks xmlns:a="http://schemas.openxmlformats.org/drawingml/2006/main" noGrp="1"/>
          </p:cNvSpPr>
          <p:nvPr/>
        </p:nvSpPr>
        <p:spPr>
          <a:xfrm xmlns:a="http://schemas.openxmlformats.org/drawingml/2006/main" rot="0" flipH="0" flipV="0">
            <a:off x="390154" y="406178"/>
            <a:ext cx="379041" cy="341910"/>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3" name="Freeform: Shape 42">
            <a:extLst xmlns:a="http://schemas.openxmlformats.org/drawingml/2006/main">
              <a:ext uri="{FF2B5EF4-FFF2-40B4-BE49-F238E27FC236}">
                <a16:creationId xmlns:a16="http://schemas.microsoft.com/office/drawing/2014/main" id="{93C151B8-67D0-4C62-A1CD-C3E1CFD9F305}"/>
              </a:ext>
            </a:extLst>
          </p:cNvPr>
          <p:cNvSpPr>
            <a:spLocks xmlns:a="http://schemas.openxmlformats.org/drawingml/2006/main" noGrp="1"/>
          </p:cNvSpPr>
          <p:nvPr/>
        </p:nvSpPr>
        <p:spPr>
          <a:xfrm xmlns:a="http://schemas.openxmlformats.org/drawingml/2006/main" rot="0" flipH="0" flipV="0">
            <a:off x="840444" y="603165"/>
            <a:ext cx="53804" cy="102915"/>
          </a:xfrm>
          <a:custGeom xmlns:a="http://schemas.openxmlformats.org/drawingml/2006/main">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4" name="Freeform: Shape 43">
            <a:extLst xmlns:a="http://schemas.openxmlformats.org/drawingml/2006/main">
              <a:ext uri="{FF2B5EF4-FFF2-40B4-BE49-F238E27FC236}">
                <a16:creationId xmlns:a16="http://schemas.microsoft.com/office/drawing/2014/main" id="{2D2D96A5-B60E-4CC9-9982-03590D4573EC}"/>
              </a:ext>
            </a:extLst>
          </p:cNvPr>
          <p:cNvSpPr>
            <a:spLocks xmlns:a="http://schemas.openxmlformats.org/drawingml/2006/main" noGrp="1"/>
          </p:cNvSpPr>
          <p:nvPr/>
        </p:nvSpPr>
        <p:spPr>
          <a:xfrm xmlns:a="http://schemas.openxmlformats.org/drawingml/2006/main" rot="0" flipH="0" flipV="0">
            <a:off x="905396" y="602357"/>
            <a:ext cx="99669" cy="105549"/>
          </a:xfrm>
          <a:custGeom xmlns:a="http://schemas.openxmlformats.org/drawingml/2006/main">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5" name="Freeform: Shape 44">
            <a:extLst xmlns:a="http://schemas.openxmlformats.org/drawingml/2006/main">
              <a:ext uri="{FF2B5EF4-FFF2-40B4-BE49-F238E27FC236}">
                <a16:creationId xmlns:a16="http://schemas.microsoft.com/office/drawing/2014/main" id="{4CD03F36-CFD5-42F6-B8F2-CAE7CBCF7AB9}"/>
              </a:ext>
            </a:extLst>
          </p:cNvPr>
          <p:cNvSpPr>
            <a:spLocks xmlns:a="http://schemas.openxmlformats.org/drawingml/2006/main" noGrp="1"/>
          </p:cNvSpPr>
          <p:nvPr/>
        </p:nvSpPr>
        <p:spPr>
          <a:xfrm xmlns:a="http://schemas.openxmlformats.org/drawingml/2006/main" rot="0" flipH="0" flipV="0">
            <a:off x="1021910" y="602345"/>
            <a:ext cx="82004" cy="105552"/>
          </a:xfrm>
          <a:custGeom xmlns:a="http://schemas.openxmlformats.org/drawingml/2006/main">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6" name="Freeform: Shape 45">
            <a:extLst xmlns:a="http://schemas.openxmlformats.org/drawingml/2006/main">
              <a:ext uri="{FF2B5EF4-FFF2-40B4-BE49-F238E27FC236}">
                <a16:creationId xmlns:a16="http://schemas.microsoft.com/office/drawing/2014/main" id="{BB8ED37E-DDC1-44DA-BF04-893FB6EADB01}"/>
              </a:ext>
            </a:extLst>
          </p:cNvPr>
          <p:cNvSpPr>
            <a:spLocks xmlns:a="http://schemas.openxmlformats.org/drawingml/2006/main" noGrp="1"/>
          </p:cNvSpPr>
          <p:nvPr/>
        </p:nvSpPr>
        <p:spPr>
          <a:xfrm xmlns:a="http://schemas.openxmlformats.org/drawingml/2006/main" rot="0" flipH="0" flipV="0">
            <a:off x="1121359" y="602357"/>
            <a:ext cx="99669" cy="105549"/>
          </a:xfrm>
          <a:custGeom xmlns:a="http://schemas.openxmlformats.org/drawingml/2006/main">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7" name="Freeform: Shape 46">
            <a:extLst xmlns:a="http://schemas.openxmlformats.org/drawingml/2006/main">
              <a:ext uri="{FF2B5EF4-FFF2-40B4-BE49-F238E27FC236}">
                <a16:creationId xmlns:a16="http://schemas.microsoft.com/office/drawing/2014/main" id="{724B11E2-4EE2-41C4-9CB0-BFA8238F41E1}"/>
              </a:ext>
            </a:extLst>
          </p:cNvPr>
          <p:cNvSpPr>
            <a:spLocks xmlns:a="http://schemas.openxmlformats.org/drawingml/2006/main" noGrp="1"/>
          </p:cNvSpPr>
          <p:nvPr/>
        </p:nvSpPr>
        <p:spPr>
          <a:xfrm xmlns:a="http://schemas.openxmlformats.org/drawingml/2006/main" rot="0" flipH="0" flipV="0">
            <a:off x="1240311" y="602345"/>
            <a:ext cx="84625" cy="105549"/>
          </a:xfrm>
          <a:custGeom xmlns:a="http://schemas.openxmlformats.org/drawingml/2006/main">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8" name="Freeform: Shape 47">
            <a:extLst xmlns:a="http://schemas.openxmlformats.org/drawingml/2006/main">
              <a:ext uri="{FF2B5EF4-FFF2-40B4-BE49-F238E27FC236}">
                <a16:creationId xmlns:a16="http://schemas.microsoft.com/office/drawing/2014/main" id="{D6B95911-5559-432C-84D5-0FA4C442F497}"/>
              </a:ext>
            </a:extLst>
          </p:cNvPr>
          <p:cNvSpPr>
            <a:spLocks xmlns:a="http://schemas.openxmlformats.org/drawingml/2006/main" noGrp="1"/>
          </p:cNvSpPr>
          <p:nvPr/>
        </p:nvSpPr>
        <p:spPr>
          <a:xfrm xmlns:a="http://schemas.openxmlformats.org/drawingml/2006/main" rot="0" flipH="0" flipV="0">
            <a:off x="1354583" y="603165"/>
            <a:ext cx="53803" cy="102915"/>
          </a:xfrm>
          <a:custGeom xmlns:a="http://schemas.openxmlformats.org/drawingml/2006/main">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9" name="Freeform: Shape 48">
            <a:extLst xmlns:a="http://schemas.openxmlformats.org/drawingml/2006/main">
              <a:ext uri="{FF2B5EF4-FFF2-40B4-BE49-F238E27FC236}">
                <a16:creationId xmlns:a16="http://schemas.microsoft.com/office/drawing/2014/main" id="{7DADFDA8-A4C9-4A90-BEAE-B1639DAC11D9}"/>
              </a:ext>
            </a:extLst>
          </p:cNvPr>
          <p:cNvSpPr>
            <a:spLocks xmlns:a="http://schemas.openxmlformats.org/drawingml/2006/main" noGrp="1"/>
          </p:cNvSpPr>
          <p:nvPr/>
        </p:nvSpPr>
        <p:spPr>
          <a:xfrm xmlns:a="http://schemas.openxmlformats.org/drawingml/2006/main" rot="0" flipH="0" flipV="0">
            <a:off x="1419535" y="602357"/>
            <a:ext cx="101090" cy="105549"/>
          </a:xfrm>
          <a:custGeom xmlns:a="http://schemas.openxmlformats.org/drawingml/2006/main">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0" name="Freeform: Shape 49">
            <a:extLst xmlns:a="http://schemas.openxmlformats.org/drawingml/2006/main">
              <a:ext uri="{FF2B5EF4-FFF2-40B4-BE49-F238E27FC236}">
                <a16:creationId xmlns:a16="http://schemas.microsoft.com/office/drawing/2014/main" id="{7A52CEE5-D539-4F76-92DD-650239B04672}"/>
              </a:ext>
            </a:extLst>
          </p:cNvPr>
          <p:cNvSpPr>
            <a:spLocks xmlns:a="http://schemas.openxmlformats.org/drawingml/2006/main" noGrp="1"/>
          </p:cNvSpPr>
          <p:nvPr/>
        </p:nvSpPr>
        <p:spPr>
          <a:xfrm xmlns:a="http://schemas.openxmlformats.org/drawingml/2006/main" rot="0" flipH="0" flipV="0">
            <a:off x="1543142" y="563780"/>
            <a:ext cx="87296" cy="142092"/>
          </a:xfrm>
          <a:custGeom xmlns:a="http://schemas.openxmlformats.org/drawingml/2006/main">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2" name="Espaço Reservado para Texto 6">
            <a:extLst xmlns:a="http://schemas.openxmlformats.org/drawingml/2006/main">
              <a:ext uri="{FF2B5EF4-FFF2-40B4-BE49-F238E27FC236}">
                <a16:creationId xmlns:a16="http://schemas.microsoft.com/office/drawing/2014/main" id="{B4234437-C19A-4839-88DC-46D48AF5A2C4}"/>
              </a:ext>
            </a:extLst>
          </p:cNvPr>
          <p:cNvSpPr>
            <a:spLocks xmlns:a="http://schemas.openxmlformats.org/drawingml/2006/main" noGrp="1"/>
          </p:cNvSpPr>
          <p:nvPr>
            <p:ph type="body" idx="19" hasCustomPrompt="1"/>
          </p:nvPr>
        </p:nvSpPr>
        <p:spPr>
          <a:xfrm xmlns:a="http://schemas.openxmlformats.org/drawingml/2006/main">
            <a:off x="3371691" y="608130"/>
            <a:ext cx="3132139" cy="142093"/>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lgn="r">
              <a:buNone/>
              <a:defRPr sz="1200" b="0">
                <a:solidFill>
                  <a:schemeClr val="bg1"/>
                </a:solidFill>
                <a:latin typeface="Roboto Light"/>
                <a:ea typeface="Roboto Light"/>
                <a:cs typeface="Roboto Light"/>
              </a:defRPr>
            </a:lvl1pPr>
          </a:lstStyle>
          <a:p xmlns:a="http://schemas.openxmlformats.org/drawingml/2006/main">
            <a:pPr lvl="0">
              <a:buNone/>
            </a:pPr>
            <a:r>
              <a:t>Sector / </a:t>
            </a:r>
            <a:r>
              <a:t>Segment</a:t>
            </a:r>
            <a:endParaRPr/>
          </a:p>
        </p:txBody>
      </p:sp>
      <p:sp>
        <p:nvSpPr>
          <p:cNvPr id="53" name="Text Placeholder 4">
            <a:extLst xmlns:a="http://schemas.openxmlformats.org/drawingml/2006/main">
              <a:ext uri="{FF2B5EF4-FFF2-40B4-BE49-F238E27FC236}">
                <a16:creationId xmlns:a16="http://schemas.microsoft.com/office/drawing/2014/main" id="{03A51246-6836-408F-ABF0-EEEEE8E00F14}"/>
              </a:ext>
            </a:extLst>
          </p:cNvPr>
          <p:cNvSpPr>
            <a:spLocks xmlns:a="http://schemas.openxmlformats.org/drawingml/2006/main" noGrp="1"/>
          </p:cNvSpPr>
          <p:nvPr>
            <p:ph type="body" idx="20"/>
          </p:nvPr>
        </p:nvSpPr>
        <p:spPr>
          <a:xfrm xmlns:a="http://schemas.openxmlformats.org/drawingml/2006/main">
            <a:off x="390154" y="2150951"/>
            <a:ext cx="6099546" cy="1377418"/>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57" name="Text Placeholder 4">
            <a:extLst xmlns:a="http://schemas.openxmlformats.org/drawingml/2006/main">
              <a:ext uri="{FF2B5EF4-FFF2-40B4-BE49-F238E27FC236}">
                <a16:creationId xmlns:a16="http://schemas.microsoft.com/office/drawing/2014/main" id="{482CDF78-5160-4CE0-9AED-EF5B81E7C38F}"/>
              </a:ext>
            </a:extLst>
          </p:cNvPr>
          <p:cNvSpPr>
            <a:spLocks xmlns:a="http://schemas.openxmlformats.org/drawingml/2006/main" noGrp="1"/>
          </p:cNvSpPr>
          <p:nvPr>
            <p:ph type="body" idx="23"/>
          </p:nvPr>
        </p:nvSpPr>
        <p:spPr>
          <a:xfrm xmlns:a="http://schemas.openxmlformats.org/drawingml/2006/main">
            <a:off x="390155" y="3605328"/>
            <a:ext cx="3734170" cy="417458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27" name="Espaço Reservado para Texto 6">
            <a:extLst xmlns:a="http://schemas.openxmlformats.org/drawingml/2006/main">
              <a:ext uri="{FF2B5EF4-FFF2-40B4-BE49-F238E27FC236}">
                <a16:creationId xmlns:a16="http://schemas.microsoft.com/office/drawing/2014/main" id="{E412BFAB-6ADE-4985-9F8D-1E0D2CE27EE2}"/>
              </a:ext>
            </a:extLst>
          </p:cNvPr>
          <p:cNvSpPr>
            <a:spLocks xmlns:a="http://schemas.openxmlformats.org/drawingml/2006/main" noGrp="1"/>
          </p:cNvSpPr>
          <p:nvPr>
            <p:ph type="body" idx="26"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26" name="Date Placeholder 1">
            <a:extLst xmlns:a="http://schemas.openxmlformats.org/drawingml/2006/main">
              <a:ext uri="{FF2B5EF4-FFF2-40B4-BE49-F238E27FC236}">
                <a16:creationId xmlns:a16="http://schemas.microsoft.com/office/drawing/2014/main" id="{3B4501E0-2CFF-4239-9520-A5B3FF88FAB7}"/>
              </a:ext>
            </a:extLst>
          </p:cNvPr>
          <p:cNvSpPr>
            <a:spLocks xmlns:a="http://schemas.openxmlformats.org/drawingml/2006/main" noGrp="1"/>
          </p:cNvSpPr>
          <p:nvPr>
            <p:ph type="dt" idx="2"/>
          </p:nvPr>
        </p:nvSpPr>
        <p:spPr>
          <a:xfrm xmlns:a="http://schemas.openxmlformats.org/drawingml/2006/main">
            <a:off x="3371691" y="438763"/>
            <a:ext cx="3132139"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accent2"/>
                </a:solidFill>
                <a:latin typeface="Roboto Light"/>
                <a:ea typeface="Roboto Light"/>
                <a:cs typeface="Roboto Light"/>
              </a:defRPr>
            </a:lvl1pPr>
          </a:lstStyle>
          <a:p xmlns:a="http://schemas.openxmlformats.org/drawingml/2006/main">
            <a:fld id="{70B93077-DAAC-461F-9674-FC47DD2C4BA2}" type="datetime4">
              <a:t>August 6, 2026</a:t>
            </a:fld>
            <a:endParaRPr/>
          </a:p>
        </p:txBody>
      </p:sp>
      <p:sp>
        <p:nvSpPr>
          <p:cNvPr id="61" name="Text Placeholder 4">
            <a:extLst xmlns:a="http://schemas.openxmlformats.org/drawingml/2006/main">
              <a:ext uri="{FF2B5EF4-FFF2-40B4-BE49-F238E27FC236}">
                <a16:creationId xmlns:a16="http://schemas.microsoft.com/office/drawing/2014/main" id="{318E1824-F862-4308-8D14-9073C9CBAABB}"/>
              </a:ext>
            </a:extLst>
          </p:cNvPr>
          <p:cNvSpPr>
            <a:spLocks xmlns:a="http://schemas.openxmlformats.org/drawingml/2006/main" noGrp="1"/>
          </p:cNvSpPr>
          <p:nvPr>
            <p:ph type="body" idx="27" hasCustomPrompt="1"/>
          </p:nvPr>
        </p:nvSpPr>
        <p:spPr>
          <a:xfrm xmlns:a="http://schemas.openxmlformats.org/drawingml/2006/main">
            <a:off x="4330593" y="3610784"/>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2" name="Text Placeholder 4">
            <a:extLst xmlns:a="http://schemas.openxmlformats.org/drawingml/2006/main">
              <a:ext uri="{FF2B5EF4-FFF2-40B4-BE49-F238E27FC236}">
                <a16:creationId xmlns:a16="http://schemas.microsoft.com/office/drawing/2014/main" id="{70E85E6B-BFAA-4953-A2FD-0F731BA0D3A5}"/>
              </a:ext>
            </a:extLst>
          </p:cNvPr>
          <p:cNvSpPr>
            <a:spLocks xmlns:a="http://schemas.openxmlformats.org/drawingml/2006/main" noGrp="1"/>
          </p:cNvSpPr>
          <p:nvPr>
            <p:ph type="body" idx="28" hasCustomPrompt="1"/>
          </p:nvPr>
        </p:nvSpPr>
        <p:spPr>
          <a:xfrm xmlns:a="http://schemas.openxmlformats.org/drawingml/2006/main">
            <a:off x="4330593" y="3772581"/>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3" name="Text Placeholder 4">
            <a:extLst xmlns:a="http://schemas.openxmlformats.org/drawingml/2006/main">
              <a:ext uri="{FF2B5EF4-FFF2-40B4-BE49-F238E27FC236}">
                <a16:creationId xmlns:a16="http://schemas.microsoft.com/office/drawing/2014/main" id="{872B6150-F2F3-4EB3-81FD-E06DC0F79813}"/>
              </a:ext>
            </a:extLst>
          </p:cNvPr>
          <p:cNvSpPr>
            <a:spLocks xmlns:a="http://schemas.openxmlformats.org/drawingml/2006/main" noGrp="1"/>
          </p:cNvSpPr>
          <p:nvPr>
            <p:ph type="body" idx="29" hasCustomPrompt="1"/>
          </p:nvPr>
        </p:nvSpPr>
        <p:spPr>
          <a:xfrm xmlns:a="http://schemas.openxmlformats.org/drawingml/2006/main">
            <a:off x="4330593" y="3899453"/>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4" name="Text Placeholder 4">
            <a:extLst xmlns:a="http://schemas.openxmlformats.org/drawingml/2006/main">
              <a:ext uri="{FF2B5EF4-FFF2-40B4-BE49-F238E27FC236}">
                <a16:creationId xmlns:a16="http://schemas.microsoft.com/office/drawing/2014/main" id="{B84D6C0E-85B0-4A8A-BB12-F62449DE0DFB}"/>
              </a:ext>
            </a:extLst>
          </p:cNvPr>
          <p:cNvSpPr>
            <a:spLocks xmlns:a="http://schemas.openxmlformats.org/drawingml/2006/main" noGrp="1"/>
          </p:cNvSpPr>
          <p:nvPr>
            <p:ph type="body" idx="30" hasCustomPrompt="1"/>
          </p:nvPr>
        </p:nvSpPr>
        <p:spPr>
          <a:xfrm xmlns:a="http://schemas.openxmlformats.org/drawingml/2006/main">
            <a:off x="4330593" y="4097039"/>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5" name="Text Placeholder 4">
            <a:extLst xmlns:a="http://schemas.openxmlformats.org/drawingml/2006/main">
              <a:ext uri="{FF2B5EF4-FFF2-40B4-BE49-F238E27FC236}">
                <a16:creationId xmlns:a16="http://schemas.microsoft.com/office/drawing/2014/main" id="{16C8AB5D-9A5B-4FEA-97F4-734F90CA23F1}"/>
              </a:ext>
            </a:extLst>
          </p:cNvPr>
          <p:cNvSpPr>
            <a:spLocks xmlns:a="http://schemas.openxmlformats.org/drawingml/2006/main" noGrp="1"/>
          </p:cNvSpPr>
          <p:nvPr>
            <p:ph type="body" idx="31" hasCustomPrompt="1"/>
          </p:nvPr>
        </p:nvSpPr>
        <p:spPr>
          <a:xfrm xmlns:a="http://schemas.openxmlformats.org/drawingml/2006/main">
            <a:off x="4330593" y="4258836"/>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6" name="Text Placeholder 4">
            <a:extLst xmlns:a="http://schemas.openxmlformats.org/drawingml/2006/main">
              <a:ext uri="{FF2B5EF4-FFF2-40B4-BE49-F238E27FC236}">
                <a16:creationId xmlns:a16="http://schemas.microsoft.com/office/drawing/2014/main" id="{6CAE7113-BC72-4895-ACDF-B01232851A9D}"/>
              </a:ext>
            </a:extLst>
          </p:cNvPr>
          <p:cNvSpPr>
            <a:spLocks xmlns:a="http://schemas.openxmlformats.org/drawingml/2006/main" noGrp="1"/>
          </p:cNvSpPr>
          <p:nvPr>
            <p:ph type="body" idx="32" hasCustomPrompt="1"/>
          </p:nvPr>
        </p:nvSpPr>
        <p:spPr>
          <a:xfrm xmlns:a="http://schemas.openxmlformats.org/drawingml/2006/main">
            <a:off x="4330593" y="4385708"/>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7" name="Text Placeholder 4">
            <a:extLst xmlns:a="http://schemas.openxmlformats.org/drawingml/2006/main">
              <a:ext uri="{FF2B5EF4-FFF2-40B4-BE49-F238E27FC236}">
                <a16:creationId xmlns:a16="http://schemas.microsoft.com/office/drawing/2014/main" id="{1D859181-1847-4696-BA25-3FB32D816724}"/>
              </a:ext>
            </a:extLst>
          </p:cNvPr>
          <p:cNvSpPr>
            <a:spLocks xmlns:a="http://schemas.openxmlformats.org/drawingml/2006/main" noGrp="1"/>
          </p:cNvSpPr>
          <p:nvPr>
            <p:ph type="body" idx="33" hasCustomPrompt="1"/>
          </p:nvPr>
        </p:nvSpPr>
        <p:spPr>
          <a:xfrm xmlns:a="http://schemas.openxmlformats.org/drawingml/2006/main">
            <a:off x="4330593" y="4590609"/>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8" name="Text Placeholder 4">
            <a:extLst xmlns:a="http://schemas.openxmlformats.org/drawingml/2006/main">
              <a:ext uri="{FF2B5EF4-FFF2-40B4-BE49-F238E27FC236}">
                <a16:creationId xmlns:a16="http://schemas.microsoft.com/office/drawing/2014/main" id="{FC9ED1A2-35DE-4D1D-9CE5-8E2AD672F2D0}"/>
              </a:ext>
            </a:extLst>
          </p:cNvPr>
          <p:cNvSpPr>
            <a:spLocks xmlns:a="http://schemas.openxmlformats.org/drawingml/2006/main" noGrp="1"/>
          </p:cNvSpPr>
          <p:nvPr>
            <p:ph type="body" idx="34" hasCustomPrompt="1"/>
          </p:nvPr>
        </p:nvSpPr>
        <p:spPr>
          <a:xfrm xmlns:a="http://schemas.openxmlformats.org/drawingml/2006/main">
            <a:off x="4330593" y="4752406"/>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9" name="Text Placeholder 4">
            <a:extLst xmlns:a="http://schemas.openxmlformats.org/drawingml/2006/main">
              <a:ext uri="{FF2B5EF4-FFF2-40B4-BE49-F238E27FC236}">
                <a16:creationId xmlns:a16="http://schemas.microsoft.com/office/drawing/2014/main" id="{69327E6A-F08C-45E9-819D-C34C53A10A06}"/>
              </a:ext>
            </a:extLst>
          </p:cNvPr>
          <p:cNvSpPr>
            <a:spLocks xmlns:a="http://schemas.openxmlformats.org/drawingml/2006/main" noGrp="1"/>
          </p:cNvSpPr>
          <p:nvPr>
            <p:ph type="body" idx="35" hasCustomPrompt="1"/>
          </p:nvPr>
        </p:nvSpPr>
        <p:spPr>
          <a:xfrm xmlns:a="http://schemas.openxmlformats.org/drawingml/2006/main">
            <a:off x="4330593" y="4879278"/>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36" name="Espaço Reservado para Conteúdo 14">
            <a:extLst xmlns:a="http://schemas.openxmlformats.org/drawingml/2006/main">
              <a:ext uri="{FF2B5EF4-FFF2-40B4-BE49-F238E27FC236}">
                <a16:creationId xmlns:a16="http://schemas.microsoft.com/office/drawing/2014/main" id="{FC793E5F-9C0C-468E-8CC6-E5FF5C28A615}"/>
              </a:ext>
            </a:extLst>
          </p:cNvPr>
          <p:cNvSpPr>
            <a:spLocks xmlns:a="http://schemas.openxmlformats.org/drawingml/2006/main" noGrp="1"/>
          </p:cNvSpPr>
          <p:nvPr>
            <p:ph idx="25" hasCustomPrompt="1"/>
          </p:nvPr>
        </p:nvSpPr>
        <p:spPr>
          <a:xfrm xmlns:a="http://schemas.openxmlformats.org/drawingml/2006/main">
            <a:off x="4330594" y="5349815"/>
            <a:ext cx="2159107" cy="966741"/>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7" name="Espaço Reservado para Conteúdo 14">
            <a:extLst xmlns:a="http://schemas.openxmlformats.org/drawingml/2006/main">
              <a:ext uri="{FF2B5EF4-FFF2-40B4-BE49-F238E27FC236}">
                <a16:creationId xmlns:a16="http://schemas.microsoft.com/office/drawing/2014/main" id="{1445B0B9-ADF4-4441-B72F-3BFD45AB8EE6}"/>
              </a:ext>
            </a:extLst>
          </p:cNvPr>
          <p:cNvSpPr>
            <a:spLocks xmlns:a="http://schemas.openxmlformats.org/drawingml/2006/main" noGrp="1"/>
          </p:cNvSpPr>
          <p:nvPr>
            <p:ph idx="36" hasCustomPrompt="1"/>
          </p:nvPr>
        </p:nvSpPr>
        <p:spPr>
          <a:xfrm xmlns:a="http://schemas.openxmlformats.org/drawingml/2006/main">
            <a:off x="4330594" y="5061196"/>
            <a:ext cx="2159107"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8" name="Espaço Reservado para Conteúdo 14">
            <a:extLst xmlns:a="http://schemas.openxmlformats.org/drawingml/2006/main">
              <a:ext uri="{FF2B5EF4-FFF2-40B4-BE49-F238E27FC236}">
                <a16:creationId xmlns:a16="http://schemas.microsoft.com/office/drawing/2014/main" id="{8272B113-2F70-441F-8502-29E6B907995B}"/>
              </a:ext>
            </a:extLst>
          </p:cNvPr>
          <p:cNvSpPr>
            <a:spLocks xmlns:a="http://schemas.openxmlformats.org/drawingml/2006/main" noGrp="1"/>
          </p:cNvSpPr>
          <p:nvPr>
            <p:ph idx="21" hasCustomPrompt="1"/>
          </p:nvPr>
        </p:nvSpPr>
        <p:spPr>
          <a:xfrm xmlns:a="http://schemas.openxmlformats.org/drawingml/2006/main">
            <a:off x="382829" y="8150455"/>
            <a:ext cx="6106871" cy="1303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51" name="Espaço Reservado para Conteúdo 14">
            <a:extLst xmlns:a="http://schemas.openxmlformats.org/drawingml/2006/main">
              <a:ext uri="{FF2B5EF4-FFF2-40B4-BE49-F238E27FC236}">
                <a16:creationId xmlns:a16="http://schemas.microsoft.com/office/drawing/2014/main" id="{1CFB79D6-6CD7-480C-8CD0-27D7ABC00A16}"/>
              </a:ext>
            </a:extLst>
          </p:cNvPr>
          <p:cNvSpPr>
            <a:spLocks xmlns:a="http://schemas.openxmlformats.org/drawingml/2006/main" noGrp="1"/>
          </p:cNvSpPr>
          <p:nvPr>
            <p:ph idx="22" hasCustomPrompt="1"/>
          </p:nvPr>
        </p:nvSpPr>
        <p:spPr>
          <a:xfrm xmlns:a="http://schemas.openxmlformats.org/drawingml/2006/main">
            <a:off x="4330594" y="6752730"/>
            <a:ext cx="2159107" cy="1026692"/>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54" name="Espaço Reservado para Conteúdo 14">
            <a:extLst xmlns:a="http://schemas.openxmlformats.org/drawingml/2006/main">
              <a:ext uri="{FF2B5EF4-FFF2-40B4-BE49-F238E27FC236}">
                <a16:creationId xmlns:a16="http://schemas.microsoft.com/office/drawing/2014/main" id="{0EE29701-9D3A-4B5C-955F-04E8A0E77DFA}"/>
              </a:ext>
            </a:extLst>
          </p:cNvPr>
          <p:cNvSpPr>
            <a:spLocks xmlns:a="http://schemas.openxmlformats.org/drawingml/2006/main" noGrp="1"/>
          </p:cNvSpPr>
          <p:nvPr>
            <p:ph idx="37" hasCustomPrompt="1"/>
          </p:nvPr>
        </p:nvSpPr>
        <p:spPr>
          <a:xfrm xmlns:a="http://schemas.openxmlformats.org/drawingml/2006/main">
            <a:off x="382829" y="7861837"/>
            <a:ext cx="6106871"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55" name="Espaço Reservado para Conteúdo 14">
            <a:extLst xmlns:a="http://schemas.openxmlformats.org/drawingml/2006/main">
              <a:ext uri="{FF2B5EF4-FFF2-40B4-BE49-F238E27FC236}">
                <a16:creationId xmlns:a16="http://schemas.microsoft.com/office/drawing/2014/main" id="{15DB8772-274F-41BA-9159-B7489A8599A7}"/>
              </a:ext>
            </a:extLst>
          </p:cNvPr>
          <p:cNvSpPr>
            <a:spLocks xmlns:a="http://schemas.openxmlformats.org/drawingml/2006/main" noGrp="1"/>
          </p:cNvSpPr>
          <p:nvPr>
            <p:ph idx="24" hasCustomPrompt="1"/>
          </p:nvPr>
        </p:nvSpPr>
        <p:spPr>
          <a:xfrm xmlns:a="http://schemas.openxmlformats.org/drawingml/2006/main">
            <a:off x="4330594" y="6464111"/>
            <a:ext cx="2147604"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56" name="Espaço Reservado para Texto 6">
            <a:extLst xmlns:a="http://schemas.openxmlformats.org/drawingml/2006/main">
              <a:ext uri="{FF2B5EF4-FFF2-40B4-BE49-F238E27FC236}">
                <a16:creationId xmlns:a16="http://schemas.microsoft.com/office/drawing/2014/main" id="{5B35F13F-8F40-465F-949A-882361D6B7D8}"/>
              </a:ext>
            </a:extLst>
          </p:cNvPr>
          <p:cNvSpPr>
            <a:spLocks xmlns:a="http://schemas.openxmlformats.org/drawingml/2006/main" noGrp="1"/>
          </p:cNvSpPr>
          <p:nvPr>
            <p:ph type="body" idx="38" hasCustomPrompt="1"/>
          </p:nvPr>
        </p:nvSpPr>
        <p:spPr>
          <a:xfrm xmlns:a="http://schemas.openxmlformats.org/drawingml/2006/main">
            <a:off x="390154" y="1664358"/>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0">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
        <p:nvSpPr>
          <p:cNvPr id="58" name="Espaço Reservado para Texto 6">
            <a:extLst xmlns:a="http://schemas.openxmlformats.org/drawingml/2006/main">
              <a:ext uri="{FF2B5EF4-FFF2-40B4-BE49-F238E27FC236}">
                <a16:creationId xmlns:a16="http://schemas.microsoft.com/office/drawing/2014/main" id="{891AEF2F-E5F3-40A5-A6BD-124D7FF714E4}"/>
              </a:ext>
            </a:extLst>
          </p:cNvPr>
          <p:cNvSpPr>
            <a:spLocks xmlns:a="http://schemas.openxmlformats.org/drawingml/2006/main" noGrp="1"/>
          </p:cNvSpPr>
          <p:nvPr>
            <p:ph type="body" idx="39" hasCustomPrompt="1"/>
          </p:nvPr>
        </p:nvSpPr>
        <p:spPr>
          <a:xfrm xmlns:a="http://schemas.openxmlformats.org/drawingml/2006/main">
            <a:off x="390154" y="1406254"/>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1">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Tree>
  </p:cSld>
</p:sldLayout>
</file>

<file path=ppt/slideLayouts/slideLayout4.xml><?xml version="1.0" encoding="utf-8"?>
<p:sldLayout xmlns:p="http://schemas.openxmlformats.org/presentationml/2006/main" preserve="1" userDrawn="1">
  <p:cSld name="Capa Company Results">
    <p:bg>
      <p:bgPr>
        <a:solidFill xmlns:a="http://schemas.openxmlformats.org/drawingml/2006/main">
          <a:schemeClr val="bg1"/>
        </a:solidFill>
      </p:bgPr>
    </p:bg>
    <p:spTree>
      <p:nvGrpSpPr>
        <p:cNvPr id="1" name=""/>
        <p:cNvGrpSpPr/>
        <p:nvPr/>
      </p:nvGrpSpPr>
      <p:grpSpPr>
        <a:xfrm xmlns:a="http://schemas.openxmlformats.org/drawingml/2006/main"/>
      </p:grpSpPr>
      <p:pic>
        <p:nvPicPr>
          <p:cNvPr id="71" name="Picture 38"/>
          <p:cNvPicPr>
            <a:picLocks xmlns:a="http://schemas.openxmlformats.org/drawingml/2006/main" noChangeAspect="1"/>
          </p:cNvPicPr>
          <p:nvPr/>
        </p:nvPicPr>
        <p:blipFill rotWithShape="1">
          <a:blip xmlns:r="http://schemas.openxmlformats.org/officeDocument/2006/relationships" xmlns:a="http://schemas.openxmlformats.org/drawingml/2006/main" r:embed="R8bf14af765284278"/>
          <a:srcRect xmlns:a="http://schemas.openxmlformats.org/drawingml/2006/main" l="0" t="42776" r="0" b="15443"/>
          <a:stretch xmlns:a="http://schemas.openxmlformats.org/drawingml/2006/main"/>
        </p:blipFill>
        <p:spPr>
          <a:xfrm xmlns:a="http://schemas.openxmlformats.org/drawingml/2006/main">
            <a:off x="0" y="0"/>
            <a:ext cx="6858000" cy="2003469"/>
          </a:xfrm>
        </p:spPr>
      </p:pic>
      <p:sp>
        <p:nvSpPr>
          <p:cNvPr id="15" name="Espaço Reservado para Texto 6">
            <a:extLst xmlns:a="http://schemas.openxmlformats.org/drawingml/2006/main">
              <a:ext uri="{FF2B5EF4-FFF2-40B4-BE49-F238E27FC236}">
                <a16:creationId xmlns:a16="http://schemas.microsoft.com/office/drawing/2014/main" id="{89C55DDC-9BF1-4F19-9DFA-8D99FB29A854}"/>
              </a:ext>
            </a:extLst>
          </p:cNvPr>
          <p:cNvSpPr>
            <a:spLocks xmlns:a="http://schemas.openxmlformats.org/drawingml/2006/main" noGrp="1"/>
          </p:cNvSpPr>
          <p:nvPr>
            <p:ph type="body" idx="16" hasCustomPrompt="1"/>
          </p:nvPr>
        </p:nvSpPr>
        <p:spPr>
          <a:xfrm xmlns:a="http://schemas.openxmlformats.org/drawingml/2006/main">
            <a:off x="390154" y="988484"/>
            <a:ext cx="6112354" cy="346968"/>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2400" b="1" spc="0">
                <a:solidFill>
                  <a:schemeClr val="accent3"/>
                </a:solidFill>
                <a:latin typeface="Roboto"/>
                <a:ea typeface="Roboto"/>
                <a:cs typeface="Roboto"/>
              </a:defRPr>
            </a:lvl1pPr>
          </a:lstStyle>
          <a:p xmlns:a="http://schemas.openxmlformats.org/drawingml/2006/main">
            <a:pPr lvl="0">
              <a:buNone/>
            </a:pPr>
            <a:r>
              <a:t>EDITAR</a:t>
            </a:r>
          </a:p>
        </p:txBody>
      </p:sp>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41" name="Freeform: Shape 40">
            <a:extLst xmlns:a="http://schemas.openxmlformats.org/drawingml/2006/main">
              <a:ext uri="{FF2B5EF4-FFF2-40B4-BE49-F238E27FC236}">
                <a16:creationId xmlns:a16="http://schemas.microsoft.com/office/drawing/2014/main" id="{9CAD89BC-209F-4A84-B643-8391FE84FD63}"/>
              </a:ext>
            </a:extLst>
          </p:cNvPr>
          <p:cNvSpPr>
            <a:spLocks xmlns:a="http://schemas.openxmlformats.org/drawingml/2006/main" noGrp="1"/>
          </p:cNvSpPr>
          <p:nvPr/>
        </p:nvSpPr>
        <p:spPr>
          <a:xfrm xmlns:a="http://schemas.openxmlformats.org/drawingml/2006/main" rot="0" flipH="0" flipV="0">
            <a:off x="390154" y="406178"/>
            <a:ext cx="379041" cy="341910"/>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3" name="Freeform: Shape 42">
            <a:extLst xmlns:a="http://schemas.openxmlformats.org/drawingml/2006/main">
              <a:ext uri="{FF2B5EF4-FFF2-40B4-BE49-F238E27FC236}">
                <a16:creationId xmlns:a16="http://schemas.microsoft.com/office/drawing/2014/main" id="{93C151B8-67D0-4C62-A1CD-C3E1CFD9F305}"/>
              </a:ext>
            </a:extLst>
          </p:cNvPr>
          <p:cNvSpPr>
            <a:spLocks xmlns:a="http://schemas.openxmlformats.org/drawingml/2006/main" noGrp="1"/>
          </p:cNvSpPr>
          <p:nvPr/>
        </p:nvSpPr>
        <p:spPr>
          <a:xfrm xmlns:a="http://schemas.openxmlformats.org/drawingml/2006/main" rot="0" flipH="0" flipV="0">
            <a:off x="840444" y="603165"/>
            <a:ext cx="53804" cy="102915"/>
          </a:xfrm>
          <a:custGeom xmlns:a="http://schemas.openxmlformats.org/drawingml/2006/main">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4" name="Freeform: Shape 43">
            <a:extLst xmlns:a="http://schemas.openxmlformats.org/drawingml/2006/main">
              <a:ext uri="{FF2B5EF4-FFF2-40B4-BE49-F238E27FC236}">
                <a16:creationId xmlns:a16="http://schemas.microsoft.com/office/drawing/2014/main" id="{2D2D96A5-B60E-4CC9-9982-03590D4573EC}"/>
              </a:ext>
            </a:extLst>
          </p:cNvPr>
          <p:cNvSpPr>
            <a:spLocks xmlns:a="http://schemas.openxmlformats.org/drawingml/2006/main" noGrp="1"/>
          </p:cNvSpPr>
          <p:nvPr/>
        </p:nvSpPr>
        <p:spPr>
          <a:xfrm xmlns:a="http://schemas.openxmlformats.org/drawingml/2006/main" rot="0" flipH="0" flipV="0">
            <a:off x="905396" y="602357"/>
            <a:ext cx="99669" cy="105549"/>
          </a:xfrm>
          <a:custGeom xmlns:a="http://schemas.openxmlformats.org/drawingml/2006/main">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5" name="Freeform: Shape 44">
            <a:extLst xmlns:a="http://schemas.openxmlformats.org/drawingml/2006/main">
              <a:ext uri="{FF2B5EF4-FFF2-40B4-BE49-F238E27FC236}">
                <a16:creationId xmlns:a16="http://schemas.microsoft.com/office/drawing/2014/main" id="{4CD03F36-CFD5-42F6-B8F2-CAE7CBCF7AB9}"/>
              </a:ext>
            </a:extLst>
          </p:cNvPr>
          <p:cNvSpPr>
            <a:spLocks xmlns:a="http://schemas.openxmlformats.org/drawingml/2006/main" noGrp="1"/>
          </p:cNvSpPr>
          <p:nvPr/>
        </p:nvSpPr>
        <p:spPr>
          <a:xfrm xmlns:a="http://schemas.openxmlformats.org/drawingml/2006/main" rot="0" flipH="0" flipV="0">
            <a:off x="1021910" y="602345"/>
            <a:ext cx="82004" cy="105552"/>
          </a:xfrm>
          <a:custGeom xmlns:a="http://schemas.openxmlformats.org/drawingml/2006/main">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6" name="Freeform: Shape 45">
            <a:extLst xmlns:a="http://schemas.openxmlformats.org/drawingml/2006/main">
              <a:ext uri="{FF2B5EF4-FFF2-40B4-BE49-F238E27FC236}">
                <a16:creationId xmlns:a16="http://schemas.microsoft.com/office/drawing/2014/main" id="{BB8ED37E-DDC1-44DA-BF04-893FB6EADB01}"/>
              </a:ext>
            </a:extLst>
          </p:cNvPr>
          <p:cNvSpPr>
            <a:spLocks xmlns:a="http://schemas.openxmlformats.org/drawingml/2006/main" noGrp="1"/>
          </p:cNvSpPr>
          <p:nvPr/>
        </p:nvSpPr>
        <p:spPr>
          <a:xfrm xmlns:a="http://schemas.openxmlformats.org/drawingml/2006/main" rot="0" flipH="0" flipV="0">
            <a:off x="1121359" y="602357"/>
            <a:ext cx="99669" cy="105549"/>
          </a:xfrm>
          <a:custGeom xmlns:a="http://schemas.openxmlformats.org/drawingml/2006/main">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7" name="Freeform: Shape 46">
            <a:extLst xmlns:a="http://schemas.openxmlformats.org/drawingml/2006/main">
              <a:ext uri="{FF2B5EF4-FFF2-40B4-BE49-F238E27FC236}">
                <a16:creationId xmlns:a16="http://schemas.microsoft.com/office/drawing/2014/main" id="{724B11E2-4EE2-41C4-9CB0-BFA8238F41E1}"/>
              </a:ext>
            </a:extLst>
          </p:cNvPr>
          <p:cNvSpPr>
            <a:spLocks xmlns:a="http://schemas.openxmlformats.org/drawingml/2006/main" noGrp="1"/>
          </p:cNvSpPr>
          <p:nvPr/>
        </p:nvSpPr>
        <p:spPr>
          <a:xfrm xmlns:a="http://schemas.openxmlformats.org/drawingml/2006/main" rot="0" flipH="0" flipV="0">
            <a:off x="1240311" y="602345"/>
            <a:ext cx="84625" cy="105549"/>
          </a:xfrm>
          <a:custGeom xmlns:a="http://schemas.openxmlformats.org/drawingml/2006/main">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8" name="Freeform: Shape 47">
            <a:extLst xmlns:a="http://schemas.openxmlformats.org/drawingml/2006/main">
              <a:ext uri="{FF2B5EF4-FFF2-40B4-BE49-F238E27FC236}">
                <a16:creationId xmlns:a16="http://schemas.microsoft.com/office/drawing/2014/main" id="{D6B95911-5559-432C-84D5-0FA4C442F497}"/>
              </a:ext>
            </a:extLst>
          </p:cNvPr>
          <p:cNvSpPr>
            <a:spLocks xmlns:a="http://schemas.openxmlformats.org/drawingml/2006/main" noGrp="1"/>
          </p:cNvSpPr>
          <p:nvPr/>
        </p:nvSpPr>
        <p:spPr>
          <a:xfrm xmlns:a="http://schemas.openxmlformats.org/drawingml/2006/main" rot="0" flipH="0" flipV="0">
            <a:off x="1354583" y="603165"/>
            <a:ext cx="53803" cy="102915"/>
          </a:xfrm>
          <a:custGeom xmlns:a="http://schemas.openxmlformats.org/drawingml/2006/main">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9" name="Freeform: Shape 48">
            <a:extLst xmlns:a="http://schemas.openxmlformats.org/drawingml/2006/main">
              <a:ext uri="{FF2B5EF4-FFF2-40B4-BE49-F238E27FC236}">
                <a16:creationId xmlns:a16="http://schemas.microsoft.com/office/drawing/2014/main" id="{7DADFDA8-A4C9-4A90-BEAE-B1639DAC11D9}"/>
              </a:ext>
            </a:extLst>
          </p:cNvPr>
          <p:cNvSpPr>
            <a:spLocks xmlns:a="http://schemas.openxmlformats.org/drawingml/2006/main" noGrp="1"/>
          </p:cNvSpPr>
          <p:nvPr/>
        </p:nvSpPr>
        <p:spPr>
          <a:xfrm xmlns:a="http://schemas.openxmlformats.org/drawingml/2006/main" rot="0" flipH="0" flipV="0">
            <a:off x="1419535" y="602357"/>
            <a:ext cx="101090" cy="105549"/>
          </a:xfrm>
          <a:custGeom xmlns:a="http://schemas.openxmlformats.org/drawingml/2006/main">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0" name="Freeform: Shape 49">
            <a:extLst xmlns:a="http://schemas.openxmlformats.org/drawingml/2006/main">
              <a:ext uri="{FF2B5EF4-FFF2-40B4-BE49-F238E27FC236}">
                <a16:creationId xmlns:a16="http://schemas.microsoft.com/office/drawing/2014/main" id="{7A52CEE5-D539-4F76-92DD-650239B04672}"/>
              </a:ext>
            </a:extLst>
          </p:cNvPr>
          <p:cNvSpPr>
            <a:spLocks xmlns:a="http://schemas.openxmlformats.org/drawingml/2006/main" noGrp="1"/>
          </p:cNvSpPr>
          <p:nvPr/>
        </p:nvSpPr>
        <p:spPr>
          <a:xfrm xmlns:a="http://schemas.openxmlformats.org/drawingml/2006/main" rot="0" flipH="0" flipV="0">
            <a:off x="1543142" y="563780"/>
            <a:ext cx="87296" cy="142092"/>
          </a:xfrm>
          <a:custGeom xmlns:a="http://schemas.openxmlformats.org/drawingml/2006/main">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2" name="Espaço Reservado para Texto 6">
            <a:extLst xmlns:a="http://schemas.openxmlformats.org/drawingml/2006/main">
              <a:ext uri="{FF2B5EF4-FFF2-40B4-BE49-F238E27FC236}">
                <a16:creationId xmlns:a16="http://schemas.microsoft.com/office/drawing/2014/main" id="{B4234437-C19A-4839-88DC-46D48AF5A2C4}"/>
              </a:ext>
            </a:extLst>
          </p:cNvPr>
          <p:cNvSpPr>
            <a:spLocks xmlns:a="http://schemas.openxmlformats.org/drawingml/2006/main" noGrp="1"/>
          </p:cNvSpPr>
          <p:nvPr>
            <p:ph type="body" idx="19" hasCustomPrompt="1"/>
          </p:nvPr>
        </p:nvSpPr>
        <p:spPr>
          <a:xfrm xmlns:a="http://schemas.openxmlformats.org/drawingml/2006/main">
            <a:off x="3371691" y="608130"/>
            <a:ext cx="3132139" cy="142093"/>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lgn="r">
              <a:buNone/>
              <a:defRPr sz="1200" b="0">
                <a:solidFill>
                  <a:schemeClr val="bg1"/>
                </a:solidFill>
                <a:latin typeface="Roboto Light"/>
                <a:ea typeface="Roboto Light"/>
                <a:cs typeface="Roboto Light"/>
              </a:defRPr>
            </a:lvl1pPr>
          </a:lstStyle>
          <a:p xmlns:a="http://schemas.openxmlformats.org/drawingml/2006/main">
            <a:pPr lvl="0">
              <a:buNone/>
            </a:pPr>
            <a:r>
              <a:t>Sector / </a:t>
            </a:r>
            <a:r>
              <a:t>Segment</a:t>
            </a:r>
            <a:endParaRPr/>
          </a:p>
        </p:txBody>
      </p:sp>
      <p:sp>
        <p:nvSpPr>
          <p:cNvPr id="53" name="Text Placeholder 4">
            <a:extLst xmlns:a="http://schemas.openxmlformats.org/drawingml/2006/main">
              <a:ext uri="{FF2B5EF4-FFF2-40B4-BE49-F238E27FC236}">
                <a16:creationId xmlns:a16="http://schemas.microsoft.com/office/drawing/2014/main" id="{03A51246-6836-408F-ABF0-EEEEE8E00F14}"/>
              </a:ext>
            </a:extLst>
          </p:cNvPr>
          <p:cNvSpPr>
            <a:spLocks xmlns:a="http://schemas.openxmlformats.org/drawingml/2006/main" noGrp="1"/>
          </p:cNvSpPr>
          <p:nvPr>
            <p:ph type="body" idx="20"/>
          </p:nvPr>
        </p:nvSpPr>
        <p:spPr>
          <a:xfrm xmlns:a="http://schemas.openxmlformats.org/drawingml/2006/main">
            <a:off x="390154" y="2150951"/>
            <a:ext cx="6099546" cy="1377418"/>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57" name="Text Placeholder 4">
            <a:extLst xmlns:a="http://schemas.openxmlformats.org/drawingml/2006/main">
              <a:ext uri="{FF2B5EF4-FFF2-40B4-BE49-F238E27FC236}">
                <a16:creationId xmlns:a16="http://schemas.microsoft.com/office/drawing/2014/main" id="{482CDF78-5160-4CE0-9AED-EF5B81E7C38F}"/>
              </a:ext>
            </a:extLst>
          </p:cNvPr>
          <p:cNvSpPr>
            <a:spLocks xmlns:a="http://schemas.openxmlformats.org/drawingml/2006/main" noGrp="1"/>
          </p:cNvSpPr>
          <p:nvPr>
            <p:ph type="body" idx="23"/>
          </p:nvPr>
        </p:nvSpPr>
        <p:spPr>
          <a:xfrm xmlns:a="http://schemas.openxmlformats.org/drawingml/2006/main">
            <a:off x="390155" y="3605328"/>
            <a:ext cx="3734170" cy="417458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27" name="Espaço Reservado para Texto 6">
            <a:extLst xmlns:a="http://schemas.openxmlformats.org/drawingml/2006/main">
              <a:ext uri="{FF2B5EF4-FFF2-40B4-BE49-F238E27FC236}">
                <a16:creationId xmlns:a16="http://schemas.microsoft.com/office/drawing/2014/main" id="{E412BFAB-6ADE-4985-9F8D-1E0D2CE27EE2}"/>
              </a:ext>
            </a:extLst>
          </p:cNvPr>
          <p:cNvSpPr>
            <a:spLocks xmlns:a="http://schemas.openxmlformats.org/drawingml/2006/main" noGrp="1"/>
          </p:cNvSpPr>
          <p:nvPr>
            <p:ph type="body" idx="26"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26" name="Date Placeholder 1">
            <a:extLst xmlns:a="http://schemas.openxmlformats.org/drawingml/2006/main">
              <a:ext uri="{FF2B5EF4-FFF2-40B4-BE49-F238E27FC236}">
                <a16:creationId xmlns:a16="http://schemas.microsoft.com/office/drawing/2014/main" id="{3B4501E0-2CFF-4239-9520-A5B3FF88FAB7}"/>
              </a:ext>
            </a:extLst>
          </p:cNvPr>
          <p:cNvSpPr>
            <a:spLocks xmlns:a="http://schemas.openxmlformats.org/drawingml/2006/main" noGrp="1"/>
          </p:cNvSpPr>
          <p:nvPr>
            <p:ph type="dt" idx="2"/>
          </p:nvPr>
        </p:nvSpPr>
        <p:spPr>
          <a:xfrm xmlns:a="http://schemas.openxmlformats.org/drawingml/2006/main">
            <a:off x="3371691" y="438763"/>
            <a:ext cx="3132139"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accent2"/>
                </a:solidFill>
                <a:latin typeface="Roboto Light"/>
                <a:ea typeface="Roboto Light"/>
                <a:cs typeface="Roboto Light"/>
              </a:defRPr>
            </a:lvl1pPr>
          </a:lstStyle>
          <a:p xmlns:a="http://schemas.openxmlformats.org/drawingml/2006/main">
            <a:fld id="{70B93077-DAAC-461F-9674-FC47DD2C4BA2}" type="datetime4">
              <a:t>August 6, 2026</a:t>
            </a:fld>
            <a:endParaRPr/>
          </a:p>
        </p:txBody>
      </p:sp>
      <p:sp>
        <p:nvSpPr>
          <p:cNvPr id="61" name="Text Placeholder 4">
            <a:extLst xmlns:a="http://schemas.openxmlformats.org/drawingml/2006/main">
              <a:ext uri="{FF2B5EF4-FFF2-40B4-BE49-F238E27FC236}">
                <a16:creationId xmlns:a16="http://schemas.microsoft.com/office/drawing/2014/main" id="{318E1824-F862-4308-8D14-9073C9CBAABB}"/>
              </a:ext>
            </a:extLst>
          </p:cNvPr>
          <p:cNvSpPr>
            <a:spLocks xmlns:a="http://schemas.openxmlformats.org/drawingml/2006/main" noGrp="1"/>
          </p:cNvSpPr>
          <p:nvPr>
            <p:ph type="body" idx="27" hasCustomPrompt="1"/>
          </p:nvPr>
        </p:nvSpPr>
        <p:spPr>
          <a:xfrm xmlns:a="http://schemas.openxmlformats.org/drawingml/2006/main">
            <a:off x="4330593" y="3610784"/>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2" name="Text Placeholder 4">
            <a:extLst xmlns:a="http://schemas.openxmlformats.org/drawingml/2006/main">
              <a:ext uri="{FF2B5EF4-FFF2-40B4-BE49-F238E27FC236}">
                <a16:creationId xmlns:a16="http://schemas.microsoft.com/office/drawing/2014/main" id="{70E85E6B-BFAA-4953-A2FD-0F731BA0D3A5}"/>
              </a:ext>
            </a:extLst>
          </p:cNvPr>
          <p:cNvSpPr>
            <a:spLocks xmlns:a="http://schemas.openxmlformats.org/drawingml/2006/main" noGrp="1"/>
          </p:cNvSpPr>
          <p:nvPr>
            <p:ph type="body" idx="28" hasCustomPrompt="1"/>
          </p:nvPr>
        </p:nvSpPr>
        <p:spPr>
          <a:xfrm xmlns:a="http://schemas.openxmlformats.org/drawingml/2006/main">
            <a:off x="4330593" y="3772581"/>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3" name="Text Placeholder 4">
            <a:extLst xmlns:a="http://schemas.openxmlformats.org/drawingml/2006/main">
              <a:ext uri="{FF2B5EF4-FFF2-40B4-BE49-F238E27FC236}">
                <a16:creationId xmlns:a16="http://schemas.microsoft.com/office/drawing/2014/main" id="{872B6150-F2F3-4EB3-81FD-E06DC0F79813}"/>
              </a:ext>
            </a:extLst>
          </p:cNvPr>
          <p:cNvSpPr>
            <a:spLocks xmlns:a="http://schemas.openxmlformats.org/drawingml/2006/main" noGrp="1"/>
          </p:cNvSpPr>
          <p:nvPr>
            <p:ph type="body" idx="29" hasCustomPrompt="1"/>
          </p:nvPr>
        </p:nvSpPr>
        <p:spPr>
          <a:xfrm xmlns:a="http://schemas.openxmlformats.org/drawingml/2006/main">
            <a:off x="4330593" y="3899453"/>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4" name="Text Placeholder 4">
            <a:extLst xmlns:a="http://schemas.openxmlformats.org/drawingml/2006/main">
              <a:ext uri="{FF2B5EF4-FFF2-40B4-BE49-F238E27FC236}">
                <a16:creationId xmlns:a16="http://schemas.microsoft.com/office/drawing/2014/main" id="{B84D6C0E-85B0-4A8A-BB12-F62449DE0DFB}"/>
              </a:ext>
            </a:extLst>
          </p:cNvPr>
          <p:cNvSpPr>
            <a:spLocks xmlns:a="http://schemas.openxmlformats.org/drawingml/2006/main" noGrp="1"/>
          </p:cNvSpPr>
          <p:nvPr>
            <p:ph type="body" idx="30" hasCustomPrompt="1"/>
          </p:nvPr>
        </p:nvSpPr>
        <p:spPr>
          <a:xfrm xmlns:a="http://schemas.openxmlformats.org/drawingml/2006/main">
            <a:off x="4330593" y="4097039"/>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5" name="Text Placeholder 4">
            <a:extLst xmlns:a="http://schemas.openxmlformats.org/drawingml/2006/main">
              <a:ext uri="{FF2B5EF4-FFF2-40B4-BE49-F238E27FC236}">
                <a16:creationId xmlns:a16="http://schemas.microsoft.com/office/drawing/2014/main" id="{16C8AB5D-9A5B-4FEA-97F4-734F90CA23F1}"/>
              </a:ext>
            </a:extLst>
          </p:cNvPr>
          <p:cNvSpPr>
            <a:spLocks xmlns:a="http://schemas.openxmlformats.org/drawingml/2006/main" noGrp="1"/>
          </p:cNvSpPr>
          <p:nvPr>
            <p:ph type="body" idx="31" hasCustomPrompt="1"/>
          </p:nvPr>
        </p:nvSpPr>
        <p:spPr>
          <a:xfrm xmlns:a="http://schemas.openxmlformats.org/drawingml/2006/main">
            <a:off x="4330593" y="4258836"/>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6" name="Text Placeholder 4">
            <a:extLst xmlns:a="http://schemas.openxmlformats.org/drawingml/2006/main">
              <a:ext uri="{FF2B5EF4-FFF2-40B4-BE49-F238E27FC236}">
                <a16:creationId xmlns:a16="http://schemas.microsoft.com/office/drawing/2014/main" id="{6CAE7113-BC72-4895-ACDF-B01232851A9D}"/>
              </a:ext>
            </a:extLst>
          </p:cNvPr>
          <p:cNvSpPr>
            <a:spLocks xmlns:a="http://schemas.openxmlformats.org/drawingml/2006/main" noGrp="1"/>
          </p:cNvSpPr>
          <p:nvPr>
            <p:ph type="body" idx="32" hasCustomPrompt="1"/>
          </p:nvPr>
        </p:nvSpPr>
        <p:spPr>
          <a:xfrm xmlns:a="http://schemas.openxmlformats.org/drawingml/2006/main">
            <a:off x="4330593" y="4385708"/>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7" name="Text Placeholder 4">
            <a:extLst xmlns:a="http://schemas.openxmlformats.org/drawingml/2006/main">
              <a:ext uri="{FF2B5EF4-FFF2-40B4-BE49-F238E27FC236}">
                <a16:creationId xmlns:a16="http://schemas.microsoft.com/office/drawing/2014/main" id="{1D859181-1847-4696-BA25-3FB32D816724}"/>
              </a:ext>
            </a:extLst>
          </p:cNvPr>
          <p:cNvSpPr>
            <a:spLocks xmlns:a="http://schemas.openxmlformats.org/drawingml/2006/main" noGrp="1"/>
          </p:cNvSpPr>
          <p:nvPr>
            <p:ph type="body" idx="33" hasCustomPrompt="1"/>
          </p:nvPr>
        </p:nvSpPr>
        <p:spPr>
          <a:xfrm xmlns:a="http://schemas.openxmlformats.org/drawingml/2006/main">
            <a:off x="4330593" y="4590609"/>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8" name="Text Placeholder 4">
            <a:extLst xmlns:a="http://schemas.openxmlformats.org/drawingml/2006/main">
              <a:ext uri="{FF2B5EF4-FFF2-40B4-BE49-F238E27FC236}">
                <a16:creationId xmlns:a16="http://schemas.microsoft.com/office/drawing/2014/main" id="{FC9ED1A2-35DE-4D1D-9CE5-8E2AD672F2D0}"/>
              </a:ext>
            </a:extLst>
          </p:cNvPr>
          <p:cNvSpPr>
            <a:spLocks xmlns:a="http://schemas.openxmlformats.org/drawingml/2006/main" noGrp="1"/>
          </p:cNvSpPr>
          <p:nvPr>
            <p:ph type="body" idx="34" hasCustomPrompt="1"/>
          </p:nvPr>
        </p:nvSpPr>
        <p:spPr>
          <a:xfrm xmlns:a="http://schemas.openxmlformats.org/drawingml/2006/main">
            <a:off x="4330593" y="4752406"/>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9" name="Text Placeholder 4">
            <a:extLst xmlns:a="http://schemas.openxmlformats.org/drawingml/2006/main">
              <a:ext uri="{FF2B5EF4-FFF2-40B4-BE49-F238E27FC236}">
                <a16:creationId xmlns:a16="http://schemas.microsoft.com/office/drawing/2014/main" id="{69327E6A-F08C-45E9-819D-C34C53A10A06}"/>
              </a:ext>
            </a:extLst>
          </p:cNvPr>
          <p:cNvSpPr>
            <a:spLocks xmlns:a="http://schemas.openxmlformats.org/drawingml/2006/main" noGrp="1"/>
          </p:cNvSpPr>
          <p:nvPr>
            <p:ph type="body" idx="35" hasCustomPrompt="1"/>
          </p:nvPr>
        </p:nvSpPr>
        <p:spPr>
          <a:xfrm xmlns:a="http://schemas.openxmlformats.org/drawingml/2006/main">
            <a:off x="4330593" y="4879278"/>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3" name="Straight Connector 2">
            <a:extLst xmlns:a="http://schemas.openxmlformats.org/drawingml/2006/main">
              <a:ext uri="{FF2B5EF4-FFF2-40B4-BE49-F238E27FC236}">
                <a16:creationId xmlns:a16="http://schemas.microsoft.com/office/drawing/2014/main" id="{2B958909-67D5-41A5-A95D-4F3FD09C0166}"/>
              </a:ext>
            </a:extLst>
          </p:cNvPr>
          <p:cNvSpPr>
            <a:spLocks xmlns:a="http://schemas.openxmlformats.org/drawingml/2006/main" noGrp="1"/>
          </p:cNvSpPr>
          <p:nvPr/>
        </p:nvSpPr>
        <p:spPr>
          <a:xfrm xmlns:a="http://schemas.openxmlformats.org/drawingml/2006/main">
            <a:off x="4227459" y="3605328"/>
            <a:ext cx="0" cy="4174580"/>
          </a:xfrm>
          <a:prstGeom xmlns:a="http://schemas.openxmlformats.org/drawingml/2006/main" prst="line">
            <a:avLst/>
          </a:prstGeom>
          <a:ln xmlns:a="http://schemas.openxmlformats.org/drawingml/2006/main">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8" name="Espaço Reservado para Conteúdo 14">
            <a:extLst xmlns:a="http://schemas.openxmlformats.org/drawingml/2006/main">
              <a:ext uri="{FF2B5EF4-FFF2-40B4-BE49-F238E27FC236}">
                <a16:creationId xmlns:a16="http://schemas.microsoft.com/office/drawing/2014/main" id="{8272B113-2F70-441F-8502-29E6B907995B}"/>
              </a:ext>
            </a:extLst>
          </p:cNvPr>
          <p:cNvSpPr>
            <a:spLocks xmlns:a="http://schemas.openxmlformats.org/drawingml/2006/main" noGrp="1"/>
          </p:cNvSpPr>
          <p:nvPr>
            <p:ph idx="21" hasCustomPrompt="1"/>
          </p:nvPr>
        </p:nvSpPr>
        <p:spPr>
          <a:xfrm xmlns:a="http://schemas.openxmlformats.org/drawingml/2006/main">
            <a:off x="382829" y="8150455"/>
            <a:ext cx="6106871" cy="1303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51" name="Espaço Reservado para Conteúdo 14">
            <a:extLst xmlns:a="http://schemas.openxmlformats.org/drawingml/2006/main">
              <a:ext uri="{FF2B5EF4-FFF2-40B4-BE49-F238E27FC236}">
                <a16:creationId xmlns:a16="http://schemas.microsoft.com/office/drawing/2014/main" id="{1CFB79D6-6CD7-480C-8CD0-27D7ABC00A16}"/>
              </a:ext>
            </a:extLst>
          </p:cNvPr>
          <p:cNvSpPr>
            <a:spLocks xmlns:a="http://schemas.openxmlformats.org/drawingml/2006/main" noGrp="1"/>
          </p:cNvSpPr>
          <p:nvPr>
            <p:ph idx="22" hasCustomPrompt="1"/>
          </p:nvPr>
        </p:nvSpPr>
        <p:spPr>
          <a:xfrm xmlns:a="http://schemas.openxmlformats.org/drawingml/2006/main">
            <a:off x="4330594" y="6752730"/>
            <a:ext cx="2159107" cy="1026692"/>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54" name="Espaço Reservado para Conteúdo 14">
            <a:extLst xmlns:a="http://schemas.openxmlformats.org/drawingml/2006/main">
              <a:ext uri="{FF2B5EF4-FFF2-40B4-BE49-F238E27FC236}">
                <a16:creationId xmlns:a16="http://schemas.microsoft.com/office/drawing/2014/main" id="{0EE29701-9D3A-4B5C-955F-04E8A0E77DFA}"/>
              </a:ext>
            </a:extLst>
          </p:cNvPr>
          <p:cNvSpPr>
            <a:spLocks xmlns:a="http://schemas.openxmlformats.org/drawingml/2006/main" noGrp="1"/>
          </p:cNvSpPr>
          <p:nvPr>
            <p:ph idx="37" hasCustomPrompt="1"/>
          </p:nvPr>
        </p:nvSpPr>
        <p:spPr>
          <a:xfrm xmlns:a="http://schemas.openxmlformats.org/drawingml/2006/main">
            <a:off x="382829" y="7861837"/>
            <a:ext cx="6106871"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55" name="Espaço Reservado para Conteúdo 14">
            <a:extLst xmlns:a="http://schemas.openxmlformats.org/drawingml/2006/main">
              <a:ext uri="{FF2B5EF4-FFF2-40B4-BE49-F238E27FC236}">
                <a16:creationId xmlns:a16="http://schemas.microsoft.com/office/drawing/2014/main" id="{15DB8772-274F-41BA-9159-B7489A8599A7}"/>
              </a:ext>
            </a:extLst>
          </p:cNvPr>
          <p:cNvSpPr>
            <a:spLocks xmlns:a="http://schemas.openxmlformats.org/drawingml/2006/main" noGrp="1"/>
          </p:cNvSpPr>
          <p:nvPr>
            <p:ph idx="24" hasCustomPrompt="1"/>
          </p:nvPr>
        </p:nvSpPr>
        <p:spPr>
          <a:xfrm xmlns:a="http://schemas.openxmlformats.org/drawingml/2006/main">
            <a:off x="4330594" y="6464111"/>
            <a:ext cx="2147604"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6" name="Espaço Reservado para Texto 6">
            <a:extLst xmlns:a="http://schemas.openxmlformats.org/drawingml/2006/main">
              <a:ext uri="{FF2B5EF4-FFF2-40B4-BE49-F238E27FC236}">
                <a16:creationId xmlns:a16="http://schemas.microsoft.com/office/drawing/2014/main" id="{B935674C-A1AD-4842-93A9-83EA6491755B}"/>
              </a:ext>
            </a:extLst>
          </p:cNvPr>
          <p:cNvSpPr>
            <a:spLocks xmlns:a="http://schemas.openxmlformats.org/drawingml/2006/main" noGrp="1"/>
          </p:cNvSpPr>
          <p:nvPr>
            <p:ph type="body" idx="38" hasCustomPrompt="1"/>
          </p:nvPr>
        </p:nvSpPr>
        <p:spPr>
          <a:xfrm xmlns:a="http://schemas.openxmlformats.org/drawingml/2006/main">
            <a:off x="390154" y="1664358"/>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0">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
        <p:nvSpPr>
          <p:cNvPr id="37" name="Espaço Reservado para Texto 6">
            <a:extLst xmlns:a="http://schemas.openxmlformats.org/drawingml/2006/main">
              <a:ext uri="{FF2B5EF4-FFF2-40B4-BE49-F238E27FC236}">
                <a16:creationId xmlns:a16="http://schemas.microsoft.com/office/drawing/2014/main" id="{5E39DE0F-32BC-41A9-847E-3FD62BFA409F}"/>
              </a:ext>
            </a:extLst>
          </p:cNvPr>
          <p:cNvSpPr>
            <a:spLocks xmlns:a="http://schemas.openxmlformats.org/drawingml/2006/main" noGrp="1"/>
          </p:cNvSpPr>
          <p:nvPr>
            <p:ph type="body" idx="36" hasCustomPrompt="1"/>
          </p:nvPr>
        </p:nvSpPr>
        <p:spPr>
          <a:xfrm xmlns:a="http://schemas.openxmlformats.org/drawingml/2006/main">
            <a:off x="390154" y="1406254"/>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1">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Tree>
  </p:cSld>
</p:sldLayout>
</file>

<file path=ppt/slideLayouts/slideLayout5.xml><?xml version="1.0" encoding="utf-8"?>
<p:sldLayout xmlns:p="http://schemas.openxmlformats.org/presentationml/2006/main" preserve="1" userDrawn="1">
  <p:cSld name="Capa Short Note v1">
    <p:bg>
      <p:bgPr>
        <a:solidFill xmlns:a="http://schemas.openxmlformats.org/drawingml/2006/main">
          <a:schemeClr val="bg1"/>
        </a:solidFill>
      </p:bgPr>
    </p:bg>
    <p:spTree>
      <p:nvGrpSpPr>
        <p:cNvPr id="1" name=""/>
        <p:cNvGrpSpPr/>
        <p:nvPr/>
      </p:nvGrpSpPr>
      <p:grpSpPr>
        <a:xfrm xmlns:a="http://schemas.openxmlformats.org/drawingml/2006/main"/>
      </p:grpSpPr>
      <p:pic>
        <p:nvPicPr>
          <p:cNvPr id="71" name="Picture 38"/>
          <p:cNvPicPr>
            <a:picLocks xmlns:a="http://schemas.openxmlformats.org/drawingml/2006/main" noChangeAspect="1"/>
          </p:cNvPicPr>
          <p:nvPr/>
        </p:nvPicPr>
        <p:blipFill rotWithShape="1">
          <a:blip xmlns:r="http://schemas.openxmlformats.org/officeDocument/2006/relationships" xmlns:a="http://schemas.openxmlformats.org/drawingml/2006/main" r:embed="R9cdde1823e724538"/>
          <a:srcRect xmlns:a="http://schemas.openxmlformats.org/drawingml/2006/main" l="0" t="42776" r="0" b="15443"/>
          <a:stretch xmlns:a="http://schemas.openxmlformats.org/drawingml/2006/main"/>
        </p:blipFill>
        <p:spPr>
          <a:xfrm xmlns:a="http://schemas.openxmlformats.org/drawingml/2006/main">
            <a:off x="0" y="0"/>
            <a:ext cx="6858000" cy="2003469"/>
          </a:xfrm>
        </p:spPr>
      </p:pic>
      <p:sp>
        <p:nvSpPr>
          <p:cNvPr id="15" name="Espaço Reservado para Texto 6">
            <a:extLst xmlns:a="http://schemas.openxmlformats.org/drawingml/2006/main">
              <a:ext uri="{FF2B5EF4-FFF2-40B4-BE49-F238E27FC236}">
                <a16:creationId xmlns:a16="http://schemas.microsoft.com/office/drawing/2014/main" id="{89C55DDC-9BF1-4F19-9DFA-8D99FB29A854}"/>
              </a:ext>
            </a:extLst>
          </p:cNvPr>
          <p:cNvSpPr>
            <a:spLocks xmlns:a="http://schemas.openxmlformats.org/drawingml/2006/main" noGrp="1"/>
          </p:cNvSpPr>
          <p:nvPr>
            <p:ph type="body" idx="16" hasCustomPrompt="1"/>
          </p:nvPr>
        </p:nvSpPr>
        <p:spPr>
          <a:xfrm xmlns:a="http://schemas.openxmlformats.org/drawingml/2006/main">
            <a:off x="390154" y="988484"/>
            <a:ext cx="6112354" cy="346968"/>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2400" b="1" spc="0">
                <a:solidFill>
                  <a:schemeClr val="accent3"/>
                </a:solidFill>
                <a:latin typeface="Roboto"/>
                <a:ea typeface="Roboto"/>
                <a:cs typeface="Roboto"/>
              </a:defRPr>
            </a:lvl1pPr>
          </a:lstStyle>
          <a:p xmlns:a="http://schemas.openxmlformats.org/drawingml/2006/main">
            <a:pPr lvl="0">
              <a:buNone/>
            </a:pPr>
            <a:r>
              <a:t>EDITAR</a:t>
            </a:r>
          </a:p>
        </p:txBody>
      </p:sp>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41" name="Freeform: Shape 40">
            <a:extLst xmlns:a="http://schemas.openxmlformats.org/drawingml/2006/main">
              <a:ext uri="{FF2B5EF4-FFF2-40B4-BE49-F238E27FC236}">
                <a16:creationId xmlns:a16="http://schemas.microsoft.com/office/drawing/2014/main" id="{9CAD89BC-209F-4A84-B643-8391FE84FD63}"/>
              </a:ext>
            </a:extLst>
          </p:cNvPr>
          <p:cNvSpPr>
            <a:spLocks xmlns:a="http://schemas.openxmlformats.org/drawingml/2006/main" noGrp="1"/>
          </p:cNvSpPr>
          <p:nvPr/>
        </p:nvSpPr>
        <p:spPr>
          <a:xfrm xmlns:a="http://schemas.openxmlformats.org/drawingml/2006/main" rot="0" flipH="0" flipV="0">
            <a:off x="390154" y="406178"/>
            <a:ext cx="379041" cy="341910"/>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3" name="Freeform: Shape 42">
            <a:extLst xmlns:a="http://schemas.openxmlformats.org/drawingml/2006/main">
              <a:ext uri="{FF2B5EF4-FFF2-40B4-BE49-F238E27FC236}">
                <a16:creationId xmlns:a16="http://schemas.microsoft.com/office/drawing/2014/main" id="{93C151B8-67D0-4C62-A1CD-C3E1CFD9F305}"/>
              </a:ext>
            </a:extLst>
          </p:cNvPr>
          <p:cNvSpPr>
            <a:spLocks xmlns:a="http://schemas.openxmlformats.org/drawingml/2006/main" noGrp="1"/>
          </p:cNvSpPr>
          <p:nvPr/>
        </p:nvSpPr>
        <p:spPr>
          <a:xfrm xmlns:a="http://schemas.openxmlformats.org/drawingml/2006/main" rot="0" flipH="0" flipV="0">
            <a:off x="840444" y="603165"/>
            <a:ext cx="53804" cy="102915"/>
          </a:xfrm>
          <a:custGeom xmlns:a="http://schemas.openxmlformats.org/drawingml/2006/main">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4" name="Freeform: Shape 43">
            <a:extLst xmlns:a="http://schemas.openxmlformats.org/drawingml/2006/main">
              <a:ext uri="{FF2B5EF4-FFF2-40B4-BE49-F238E27FC236}">
                <a16:creationId xmlns:a16="http://schemas.microsoft.com/office/drawing/2014/main" id="{2D2D96A5-B60E-4CC9-9982-03590D4573EC}"/>
              </a:ext>
            </a:extLst>
          </p:cNvPr>
          <p:cNvSpPr>
            <a:spLocks xmlns:a="http://schemas.openxmlformats.org/drawingml/2006/main" noGrp="1"/>
          </p:cNvSpPr>
          <p:nvPr/>
        </p:nvSpPr>
        <p:spPr>
          <a:xfrm xmlns:a="http://schemas.openxmlformats.org/drawingml/2006/main" rot="0" flipH="0" flipV="0">
            <a:off x="905396" y="602357"/>
            <a:ext cx="99669" cy="105549"/>
          </a:xfrm>
          <a:custGeom xmlns:a="http://schemas.openxmlformats.org/drawingml/2006/main">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5" name="Freeform: Shape 44">
            <a:extLst xmlns:a="http://schemas.openxmlformats.org/drawingml/2006/main">
              <a:ext uri="{FF2B5EF4-FFF2-40B4-BE49-F238E27FC236}">
                <a16:creationId xmlns:a16="http://schemas.microsoft.com/office/drawing/2014/main" id="{4CD03F36-CFD5-42F6-B8F2-CAE7CBCF7AB9}"/>
              </a:ext>
            </a:extLst>
          </p:cNvPr>
          <p:cNvSpPr>
            <a:spLocks xmlns:a="http://schemas.openxmlformats.org/drawingml/2006/main" noGrp="1"/>
          </p:cNvSpPr>
          <p:nvPr/>
        </p:nvSpPr>
        <p:spPr>
          <a:xfrm xmlns:a="http://schemas.openxmlformats.org/drawingml/2006/main" rot="0" flipH="0" flipV="0">
            <a:off x="1021910" y="602345"/>
            <a:ext cx="82004" cy="105552"/>
          </a:xfrm>
          <a:custGeom xmlns:a="http://schemas.openxmlformats.org/drawingml/2006/main">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6" name="Freeform: Shape 45">
            <a:extLst xmlns:a="http://schemas.openxmlformats.org/drawingml/2006/main">
              <a:ext uri="{FF2B5EF4-FFF2-40B4-BE49-F238E27FC236}">
                <a16:creationId xmlns:a16="http://schemas.microsoft.com/office/drawing/2014/main" id="{BB8ED37E-DDC1-44DA-BF04-893FB6EADB01}"/>
              </a:ext>
            </a:extLst>
          </p:cNvPr>
          <p:cNvSpPr>
            <a:spLocks xmlns:a="http://schemas.openxmlformats.org/drawingml/2006/main" noGrp="1"/>
          </p:cNvSpPr>
          <p:nvPr/>
        </p:nvSpPr>
        <p:spPr>
          <a:xfrm xmlns:a="http://schemas.openxmlformats.org/drawingml/2006/main" rot="0" flipH="0" flipV="0">
            <a:off x="1121359" y="602357"/>
            <a:ext cx="99669" cy="105549"/>
          </a:xfrm>
          <a:custGeom xmlns:a="http://schemas.openxmlformats.org/drawingml/2006/main">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7" name="Freeform: Shape 46">
            <a:extLst xmlns:a="http://schemas.openxmlformats.org/drawingml/2006/main">
              <a:ext uri="{FF2B5EF4-FFF2-40B4-BE49-F238E27FC236}">
                <a16:creationId xmlns:a16="http://schemas.microsoft.com/office/drawing/2014/main" id="{724B11E2-4EE2-41C4-9CB0-BFA8238F41E1}"/>
              </a:ext>
            </a:extLst>
          </p:cNvPr>
          <p:cNvSpPr>
            <a:spLocks xmlns:a="http://schemas.openxmlformats.org/drawingml/2006/main" noGrp="1"/>
          </p:cNvSpPr>
          <p:nvPr/>
        </p:nvSpPr>
        <p:spPr>
          <a:xfrm xmlns:a="http://schemas.openxmlformats.org/drawingml/2006/main" rot="0" flipH="0" flipV="0">
            <a:off x="1240311" y="602345"/>
            <a:ext cx="84625" cy="105549"/>
          </a:xfrm>
          <a:custGeom xmlns:a="http://schemas.openxmlformats.org/drawingml/2006/main">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8" name="Freeform: Shape 47">
            <a:extLst xmlns:a="http://schemas.openxmlformats.org/drawingml/2006/main">
              <a:ext uri="{FF2B5EF4-FFF2-40B4-BE49-F238E27FC236}">
                <a16:creationId xmlns:a16="http://schemas.microsoft.com/office/drawing/2014/main" id="{D6B95911-5559-432C-84D5-0FA4C442F497}"/>
              </a:ext>
            </a:extLst>
          </p:cNvPr>
          <p:cNvSpPr>
            <a:spLocks xmlns:a="http://schemas.openxmlformats.org/drawingml/2006/main" noGrp="1"/>
          </p:cNvSpPr>
          <p:nvPr/>
        </p:nvSpPr>
        <p:spPr>
          <a:xfrm xmlns:a="http://schemas.openxmlformats.org/drawingml/2006/main" rot="0" flipH="0" flipV="0">
            <a:off x="1354583" y="603165"/>
            <a:ext cx="53803" cy="102915"/>
          </a:xfrm>
          <a:custGeom xmlns:a="http://schemas.openxmlformats.org/drawingml/2006/main">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9" name="Freeform: Shape 48">
            <a:extLst xmlns:a="http://schemas.openxmlformats.org/drawingml/2006/main">
              <a:ext uri="{FF2B5EF4-FFF2-40B4-BE49-F238E27FC236}">
                <a16:creationId xmlns:a16="http://schemas.microsoft.com/office/drawing/2014/main" id="{7DADFDA8-A4C9-4A90-BEAE-B1639DAC11D9}"/>
              </a:ext>
            </a:extLst>
          </p:cNvPr>
          <p:cNvSpPr>
            <a:spLocks xmlns:a="http://schemas.openxmlformats.org/drawingml/2006/main" noGrp="1"/>
          </p:cNvSpPr>
          <p:nvPr/>
        </p:nvSpPr>
        <p:spPr>
          <a:xfrm xmlns:a="http://schemas.openxmlformats.org/drawingml/2006/main" rot="0" flipH="0" flipV="0">
            <a:off x="1419535" y="602357"/>
            <a:ext cx="101090" cy="105549"/>
          </a:xfrm>
          <a:custGeom xmlns:a="http://schemas.openxmlformats.org/drawingml/2006/main">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0" name="Freeform: Shape 49">
            <a:extLst xmlns:a="http://schemas.openxmlformats.org/drawingml/2006/main">
              <a:ext uri="{FF2B5EF4-FFF2-40B4-BE49-F238E27FC236}">
                <a16:creationId xmlns:a16="http://schemas.microsoft.com/office/drawing/2014/main" id="{7A52CEE5-D539-4F76-92DD-650239B04672}"/>
              </a:ext>
            </a:extLst>
          </p:cNvPr>
          <p:cNvSpPr>
            <a:spLocks xmlns:a="http://schemas.openxmlformats.org/drawingml/2006/main" noGrp="1"/>
          </p:cNvSpPr>
          <p:nvPr/>
        </p:nvSpPr>
        <p:spPr>
          <a:xfrm xmlns:a="http://schemas.openxmlformats.org/drawingml/2006/main" rot="0" flipH="0" flipV="0">
            <a:off x="1543142" y="563780"/>
            <a:ext cx="87296" cy="142092"/>
          </a:xfrm>
          <a:custGeom xmlns:a="http://schemas.openxmlformats.org/drawingml/2006/main">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2" name="Espaço Reservado para Texto 6">
            <a:extLst xmlns:a="http://schemas.openxmlformats.org/drawingml/2006/main">
              <a:ext uri="{FF2B5EF4-FFF2-40B4-BE49-F238E27FC236}">
                <a16:creationId xmlns:a16="http://schemas.microsoft.com/office/drawing/2014/main" id="{B4234437-C19A-4839-88DC-46D48AF5A2C4}"/>
              </a:ext>
            </a:extLst>
          </p:cNvPr>
          <p:cNvSpPr>
            <a:spLocks xmlns:a="http://schemas.openxmlformats.org/drawingml/2006/main" noGrp="1"/>
          </p:cNvSpPr>
          <p:nvPr>
            <p:ph type="body" idx="19" hasCustomPrompt="1"/>
          </p:nvPr>
        </p:nvSpPr>
        <p:spPr>
          <a:xfrm xmlns:a="http://schemas.openxmlformats.org/drawingml/2006/main">
            <a:off x="3371691" y="608130"/>
            <a:ext cx="3132139" cy="142093"/>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lgn="r">
              <a:buNone/>
              <a:defRPr sz="1200" b="0">
                <a:solidFill>
                  <a:schemeClr val="bg1"/>
                </a:solidFill>
                <a:latin typeface="Roboto Light"/>
                <a:ea typeface="Roboto Light"/>
                <a:cs typeface="Roboto Light"/>
              </a:defRPr>
            </a:lvl1pPr>
          </a:lstStyle>
          <a:p xmlns:a="http://schemas.openxmlformats.org/drawingml/2006/main">
            <a:pPr lvl="0">
              <a:buNone/>
            </a:pPr>
            <a:r>
              <a:t>Sector / </a:t>
            </a:r>
            <a:r>
              <a:t>Segment</a:t>
            </a:r>
            <a:endParaRPr/>
          </a:p>
        </p:txBody>
      </p:sp>
      <p:sp>
        <p:nvSpPr>
          <p:cNvPr id="53" name="Text Placeholder 4">
            <a:extLst xmlns:a="http://schemas.openxmlformats.org/drawingml/2006/main">
              <a:ext uri="{FF2B5EF4-FFF2-40B4-BE49-F238E27FC236}">
                <a16:creationId xmlns:a16="http://schemas.microsoft.com/office/drawing/2014/main" id="{03A51246-6836-408F-ABF0-EEEEE8E00F14}"/>
              </a:ext>
            </a:extLst>
          </p:cNvPr>
          <p:cNvSpPr>
            <a:spLocks xmlns:a="http://schemas.openxmlformats.org/drawingml/2006/main" noGrp="1"/>
          </p:cNvSpPr>
          <p:nvPr>
            <p:ph type="body" idx="20"/>
          </p:nvPr>
        </p:nvSpPr>
        <p:spPr>
          <a:xfrm xmlns:a="http://schemas.openxmlformats.org/drawingml/2006/main">
            <a:off x="390154" y="2150951"/>
            <a:ext cx="6099546" cy="1377418"/>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57" name="Text Placeholder 4">
            <a:extLst xmlns:a="http://schemas.openxmlformats.org/drawingml/2006/main">
              <a:ext uri="{FF2B5EF4-FFF2-40B4-BE49-F238E27FC236}">
                <a16:creationId xmlns:a16="http://schemas.microsoft.com/office/drawing/2014/main" id="{482CDF78-5160-4CE0-9AED-EF5B81E7C38F}"/>
              </a:ext>
            </a:extLst>
          </p:cNvPr>
          <p:cNvSpPr>
            <a:spLocks xmlns:a="http://schemas.openxmlformats.org/drawingml/2006/main" noGrp="1"/>
          </p:cNvSpPr>
          <p:nvPr>
            <p:ph type="body" idx="23"/>
          </p:nvPr>
        </p:nvSpPr>
        <p:spPr>
          <a:xfrm xmlns:a="http://schemas.openxmlformats.org/drawingml/2006/main">
            <a:off x="390155" y="3605328"/>
            <a:ext cx="3734170" cy="417458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27" name="Espaço Reservado para Texto 6">
            <a:extLst xmlns:a="http://schemas.openxmlformats.org/drawingml/2006/main">
              <a:ext uri="{FF2B5EF4-FFF2-40B4-BE49-F238E27FC236}">
                <a16:creationId xmlns:a16="http://schemas.microsoft.com/office/drawing/2014/main" id="{E412BFAB-6ADE-4985-9F8D-1E0D2CE27EE2}"/>
              </a:ext>
            </a:extLst>
          </p:cNvPr>
          <p:cNvSpPr>
            <a:spLocks xmlns:a="http://schemas.openxmlformats.org/drawingml/2006/main" noGrp="1"/>
          </p:cNvSpPr>
          <p:nvPr>
            <p:ph type="body" idx="26"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p>
        </p:txBody>
      </p:sp>
      <p:sp>
        <p:nvSpPr>
          <p:cNvPr id="26" name="Date Placeholder 1">
            <a:extLst xmlns:a="http://schemas.openxmlformats.org/drawingml/2006/main">
              <a:ext uri="{FF2B5EF4-FFF2-40B4-BE49-F238E27FC236}">
                <a16:creationId xmlns:a16="http://schemas.microsoft.com/office/drawing/2014/main" id="{3B4501E0-2CFF-4239-9520-A5B3FF88FAB7}"/>
              </a:ext>
            </a:extLst>
          </p:cNvPr>
          <p:cNvSpPr>
            <a:spLocks xmlns:a="http://schemas.openxmlformats.org/drawingml/2006/main" noGrp="1"/>
          </p:cNvSpPr>
          <p:nvPr>
            <p:ph type="dt" idx="2"/>
          </p:nvPr>
        </p:nvSpPr>
        <p:spPr>
          <a:xfrm xmlns:a="http://schemas.openxmlformats.org/drawingml/2006/main">
            <a:off x="3371691" y="438763"/>
            <a:ext cx="3132139"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accent2"/>
                </a:solidFill>
                <a:latin typeface="Roboto Light"/>
                <a:ea typeface="Roboto Light"/>
                <a:cs typeface="Roboto Light"/>
              </a:defRPr>
            </a:lvl1pPr>
          </a:lstStyle>
          <a:p xmlns:a="http://schemas.openxmlformats.org/drawingml/2006/main">
            <a:fld id="{70B93077-DAAC-461F-9674-FC47DD2C4BA2}" type="datetime4">
              <a:t>August 6, 2026</a:t>
            </a:fld>
            <a:endParaRPr/>
          </a:p>
        </p:txBody>
      </p:sp>
      <p:sp>
        <p:nvSpPr>
          <p:cNvPr id="61" name="Text Placeholder 4">
            <a:extLst xmlns:a="http://schemas.openxmlformats.org/drawingml/2006/main">
              <a:ext uri="{FF2B5EF4-FFF2-40B4-BE49-F238E27FC236}">
                <a16:creationId xmlns:a16="http://schemas.microsoft.com/office/drawing/2014/main" id="{318E1824-F862-4308-8D14-9073C9CBAABB}"/>
              </a:ext>
            </a:extLst>
          </p:cNvPr>
          <p:cNvSpPr>
            <a:spLocks xmlns:a="http://schemas.openxmlformats.org/drawingml/2006/main" noGrp="1"/>
          </p:cNvSpPr>
          <p:nvPr>
            <p:ph type="body" idx="27" hasCustomPrompt="1"/>
          </p:nvPr>
        </p:nvSpPr>
        <p:spPr>
          <a:xfrm xmlns:a="http://schemas.openxmlformats.org/drawingml/2006/main">
            <a:off x="4330593" y="3610784"/>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2" name="Text Placeholder 4">
            <a:extLst xmlns:a="http://schemas.openxmlformats.org/drawingml/2006/main">
              <a:ext uri="{FF2B5EF4-FFF2-40B4-BE49-F238E27FC236}">
                <a16:creationId xmlns:a16="http://schemas.microsoft.com/office/drawing/2014/main" id="{70E85E6B-BFAA-4953-A2FD-0F731BA0D3A5}"/>
              </a:ext>
            </a:extLst>
          </p:cNvPr>
          <p:cNvSpPr>
            <a:spLocks xmlns:a="http://schemas.openxmlformats.org/drawingml/2006/main" noGrp="1"/>
          </p:cNvSpPr>
          <p:nvPr>
            <p:ph type="body" idx="28" hasCustomPrompt="1"/>
          </p:nvPr>
        </p:nvSpPr>
        <p:spPr>
          <a:xfrm xmlns:a="http://schemas.openxmlformats.org/drawingml/2006/main">
            <a:off x="4330593" y="3772581"/>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3" name="Text Placeholder 4">
            <a:extLst xmlns:a="http://schemas.openxmlformats.org/drawingml/2006/main">
              <a:ext uri="{FF2B5EF4-FFF2-40B4-BE49-F238E27FC236}">
                <a16:creationId xmlns:a16="http://schemas.microsoft.com/office/drawing/2014/main" id="{872B6150-F2F3-4EB3-81FD-E06DC0F79813}"/>
              </a:ext>
            </a:extLst>
          </p:cNvPr>
          <p:cNvSpPr>
            <a:spLocks xmlns:a="http://schemas.openxmlformats.org/drawingml/2006/main" noGrp="1"/>
          </p:cNvSpPr>
          <p:nvPr>
            <p:ph type="body" idx="29" hasCustomPrompt="1"/>
          </p:nvPr>
        </p:nvSpPr>
        <p:spPr>
          <a:xfrm xmlns:a="http://schemas.openxmlformats.org/drawingml/2006/main">
            <a:off x="4330593" y="3899453"/>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4" name="Text Placeholder 4">
            <a:extLst xmlns:a="http://schemas.openxmlformats.org/drawingml/2006/main">
              <a:ext uri="{FF2B5EF4-FFF2-40B4-BE49-F238E27FC236}">
                <a16:creationId xmlns:a16="http://schemas.microsoft.com/office/drawing/2014/main" id="{B84D6C0E-85B0-4A8A-BB12-F62449DE0DFB}"/>
              </a:ext>
            </a:extLst>
          </p:cNvPr>
          <p:cNvSpPr>
            <a:spLocks xmlns:a="http://schemas.openxmlformats.org/drawingml/2006/main" noGrp="1"/>
          </p:cNvSpPr>
          <p:nvPr>
            <p:ph type="body" idx="30" hasCustomPrompt="1"/>
          </p:nvPr>
        </p:nvSpPr>
        <p:spPr>
          <a:xfrm xmlns:a="http://schemas.openxmlformats.org/drawingml/2006/main">
            <a:off x="4330593" y="4097039"/>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5" name="Text Placeholder 4">
            <a:extLst xmlns:a="http://schemas.openxmlformats.org/drawingml/2006/main">
              <a:ext uri="{FF2B5EF4-FFF2-40B4-BE49-F238E27FC236}">
                <a16:creationId xmlns:a16="http://schemas.microsoft.com/office/drawing/2014/main" id="{16C8AB5D-9A5B-4FEA-97F4-734F90CA23F1}"/>
              </a:ext>
            </a:extLst>
          </p:cNvPr>
          <p:cNvSpPr>
            <a:spLocks xmlns:a="http://schemas.openxmlformats.org/drawingml/2006/main" noGrp="1"/>
          </p:cNvSpPr>
          <p:nvPr>
            <p:ph type="body" idx="31" hasCustomPrompt="1"/>
          </p:nvPr>
        </p:nvSpPr>
        <p:spPr>
          <a:xfrm xmlns:a="http://schemas.openxmlformats.org/drawingml/2006/main">
            <a:off x="4330593" y="4258836"/>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6" name="Text Placeholder 4">
            <a:extLst xmlns:a="http://schemas.openxmlformats.org/drawingml/2006/main">
              <a:ext uri="{FF2B5EF4-FFF2-40B4-BE49-F238E27FC236}">
                <a16:creationId xmlns:a16="http://schemas.microsoft.com/office/drawing/2014/main" id="{6CAE7113-BC72-4895-ACDF-B01232851A9D}"/>
              </a:ext>
            </a:extLst>
          </p:cNvPr>
          <p:cNvSpPr>
            <a:spLocks xmlns:a="http://schemas.openxmlformats.org/drawingml/2006/main" noGrp="1"/>
          </p:cNvSpPr>
          <p:nvPr>
            <p:ph type="body" idx="32" hasCustomPrompt="1"/>
          </p:nvPr>
        </p:nvSpPr>
        <p:spPr>
          <a:xfrm xmlns:a="http://schemas.openxmlformats.org/drawingml/2006/main">
            <a:off x="4330593" y="4385708"/>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7" name="Text Placeholder 4">
            <a:extLst xmlns:a="http://schemas.openxmlformats.org/drawingml/2006/main">
              <a:ext uri="{FF2B5EF4-FFF2-40B4-BE49-F238E27FC236}">
                <a16:creationId xmlns:a16="http://schemas.microsoft.com/office/drawing/2014/main" id="{1D859181-1847-4696-BA25-3FB32D816724}"/>
              </a:ext>
            </a:extLst>
          </p:cNvPr>
          <p:cNvSpPr>
            <a:spLocks xmlns:a="http://schemas.openxmlformats.org/drawingml/2006/main" noGrp="1"/>
          </p:cNvSpPr>
          <p:nvPr>
            <p:ph type="body" idx="33" hasCustomPrompt="1"/>
          </p:nvPr>
        </p:nvSpPr>
        <p:spPr>
          <a:xfrm xmlns:a="http://schemas.openxmlformats.org/drawingml/2006/main">
            <a:off x="4330593" y="4590609"/>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8" name="Text Placeholder 4">
            <a:extLst xmlns:a="http://schemas.openxmlformats.org/drawingml/2006/main">
              <a:ext uri="{FF2B5EF4-FFF2-40B4-BE49-F238E27FC236}">
                <a16:creationId xmlns:a16="http://schemas.microsoft.com/office/drawing/2014/main" id="{FC9ED1A2-35DE-4D1D-9CE5-8E2AD672F2D0}"/>
              </a:ext>
            </a:extLst>
          </p:cNvPr>
          <p:cNvSpPr>
            <a:spLocks xmlns:a="http://schemas.openxmlformats.org/drawingml/2006/main" noGrp="1"/>
          </p:cNvSpPr>
          <p:nvPr>
            <p:ph type="body" idx="34" hasCustomPrompt="1"/>
          </p:nvPr>
        </p:nvSpPr>
        <p:spPr>
          <a:xfrm xmlns:a="http://schemas.openxmlformats.org/drawingml/2006/main">
            <a:off x="4330593" y="4752406"/>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9" name="Text Placeholder 4">
            <a:extLst xmlns:a="http://schemas.openxmlformats.org/drawingml/2006/main">
              <a:ext uri="{FF2B5EF4-FFF2-40B4-BE49-F238E27FC236}">
                <a16:creationId xmlns:a16="http://schemas.microsoft.com/office/drawing/2014/main" id="{69327E6A-F08C-45E9-819D-C34C53A10A06}"/>
              </a:ext>
            </a:extLst>
          </p:cNvPr>
          <p:cNvSpPr>
            <a:spLocks xmlns:a="http://schemas.openxmlformats.org/drawingml/2006/main" noGrp="1"/>
          </p:cNvSpPr>
          <p:nvPr>
            <p:ph type="body" idx="35" hasCustomPrompt="1"/>
          </p:nvPr>
        </p:nvSpPr>
        <p:spPr>
          <a:xfrm xmlns:a="http://schemas.openxmlformats.org/drawingml/2006/main">
            <a:off x="4330593" y="4879278"/>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3" name="Straight Connector 2">
            <a:extLst xmlns:a="http://schemas.openxmlformats.org/drawingml/2006/main">
              <a:ext uri="{FF2B5EF4-FFF2-40B4-BE49-F238E27FC236}">
                <a16:creationId xmlns:a16="http://schemas.microsoft.com/office/drawing/2014/main" id="{5D432A96-DF1F-4061-AA70-4FCBFB1FEEE8}"/>
              </a:ext>
            </a:extLst>
          </p:cNvPr>
          <p:cNvSpPr>
            <a:spLocks xmlns:a="http://schemas.openxmlformats.org/drawingml/2006/main" noGrp="1"/>
          </p:cNvSpPr>
          <p:nvPr/>
        </p:nvSpPr>
        <p:spPr>
          <a:xfrm xmlns:a="http://schemas.openxmlformats.org/drawingml/2006/main">
            <a:off x="4227459" y="3605328"/>
            <a:ext cx="0" cy="4174580"/>
          </a:xfrm>
          <a:prstGeom xmlns:a="http://schemas.openxmlformats.org/drawingml/2006/main" prst="line">
            <a:avLst/>
          </a:prstGeom>
          <a:ln xmlns:a="http://schemas.openxmlformats.org/drawingml/2006/main">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1" name="Espaço Reservado para Conteúdo 14">
            <a:extLst xmlns:a="http://schemas.openxmlformats.org/drawingml/2006/main">
              <a:ext uri="{FF2B5EF4-FFF2-40B4-BE49-F238E27FC236}">
                <a16:creationId xmlns:a16="http://schemas.microsoft.com/office/drawing/2014/main" id="{1CFB79D6-6CD7-480C-8CD0-27D7ABC00A16}"/>
              </a:ext>
            </a:extLst>
          </p:cNvPr>
          <p:cNvSpPr>
            <a:spLocks xmlns:a="http://schemas.openxmlformats.org/drawingml/2006/main" noGrp="1"/>
          </p:cNvSpPr>
          <p:nvPr>
            <p:ph idx="22" hasCustomPrompt="1"/>
          </p:nvPr>
        </p:nvSpPr>
        <p:spPr>
          <a:xfrm xmlns:a="http://schemas.openxmlformats.org/drawingml/2006/main">
            <a:off x="4330594" y="6752730"/>
            <a:ext cx="2159107" cy="1026692"/>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55" name="Espaço Reservado para Conteúdo 14">
            <a:extLst xmlns:a="http://schemas.openxmlformats.org/drawingml/2006/main">
              <a:ext uri="{FF2B5EF4-FFF2-40B4-BE49-F238E27FC236}">
                <a16:creationId xmlns:a16="http://schemas.microsoft.com/office/drawing/2014/main" id="{15DB8772-274F-41BA-9159-B7489A8599A7}"/>
              </a:ext>
            </a:extLst>
          </p:cNvPr>
          <p:cNvSpPr>
            <a:spLocks xmlns:a="http://schemas.openxmlformats.org/drawingml/2006/main" noGrp="1"/>
          </p:cNvSpPr>
          <p:nvPr>
            <p:ph idx="24" hasCustomPrompt="1"/>
          </p:nvPr>
        </p:nvSpPr>
        <p:spPr>
          <a:xfrm xmlns:a="http://schemas.openxmlformats.org/drawingml/2006/main">
            <a:off x="4330594" y="6464111"/>
            <a:ext cx="2147604"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6" name="Espaço Reservado para Conteúdo 14">
            <a:extLst xmlns:a="http://schemas.openxmlformats.org/drawingml/2006/main">
              <a:ext uri="{FF2B5EF4-FFF2-40B4-BE49-F238E27FC236}">
                <a16:creationId xmlns:a16="http://schemas.microsoft.com/office/drawing/2014/main" id="{91EAA875-CDD1-40CF-93C6-C46C988D6819}"/>
              </a:ext>
            </a:extLst>
          </p:cNvPr>
          <p:cNvSpPr>
            <a:spLocks xmlns:a="http://schemas.openxmlformats.org/drawingml/2006/main" noGrp="1"/>
          </p:cNvSpPr>
          <p:nvPr>
            <p:ph idx="21" hasCustomPrompt="1"/>
          </p:nvPr>
        </p:nvSpPr>
        <p:spPr>
          <a:xfrm xmlns:a="http://schemas.openxmlformats.org/drawingml/2006/main">
            <a:off x="382829" y="8150455"/>
            <a:ext cx="2938221" cy="1303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7" name="Espaço Reservado para Conteúdo 14">
            <a:extLst xmlns:a="http://schemas.openxmlformats.org/drawingml/2006/main">
              <a:ext uri="{FF2B5EF4-FFF2-40B4-BE49-F238E27FC236}">
                <a16:creationId xmlns:a16="http://schemas.microsoft.com/office/drawing/2014/main" id="{5F8828C5-9B1E-49A4-9578-F6E2F3FA1C7A}"/>
              </a:ext>
            </a:extLst>
          </p:cNvPr>
          <p:cNvSpPr>
            <a:spLocks xmlns:a="http://schemas.openxmlformats.org/drawingml/2006/main" noGrp="1"/>
          </p:cNvSpPr>
          <p:nvPr>
            <p:ph idx="36" hasCustomPrompt="1"/>
          </p:nvPr>
        </p:nvSpPr>
        <p:spPr>
          <a:xfrm xmlns:a="http://schemas.openxmlformats.org/drawingml/2006/main">
            <a:off x="3536951" y="8150455"/>
            <a:ext cx="2965558" cy="1303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56" name="Espaço Reservado para Conteúdo 14">
            <a:extLst xmlns:a="http://schemas.openxmlformats.org/drawingml/2006/main">
              <a:ext uri="{FF2B5EF4-FFF2-40B4-BE49-F238E27FC236}">
                <a16:creationId xmlns:a16="http://schemas.microsoft.com/office/drawing/2014/main" id="{C8043A8B-C6A0-451F-BCE0-CF376EA84CE7}"/>
              </a:ext>
            </a:extLst>
          </p:cNvPr>
          <p:cNvSpPr>
            <a:spLocks xmlns:a="http://schemas.openxmlformats.org/drawingml/2006/main" noGrp="1"/>
          </p:cNvSpPr>
          <p:nvPr>
            <p:ph idx="37" hasCustomPrompt="1"/>
          </p:nvPr>
        </p:nvSpPr>
        <p:spPr>
          <a:xfrm xmlns:a="http://schemas.openxmlformats.org/drawingml/2006/main">
            <a:off x="382829" y="7861837"/>
            <a:ext cx="2938221"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58" name="Espaço Reservado para Conteúdo 14">
            <a:extLst xmlns:a="http://schemas.openxmlformats.org/drawingml/2006/main">
              <a:ext uri="{FF2B5EF4-FFF2-40B4-BE49-F238E27FC236}">
                <a16:creationId xmlns:a16="http://schemas.microsoft.com/office/drawing/2014/main" id="{313F160D-109A-48C3-A366-CA46AF2EF492}"/>
              </a:ext>
            </a:extLst>
          </p:cNvPr>
          <p:cNvSpPr>
            <a:spLocks xmlns:a="http://schemas.openxmlformats.org/drawingml/2006/main" noGrp="1"/>
          </p:cNvSpPr>
          <p:nvPr>
            <p:ph idx="25" hasCustomPrompt="1"/>
          </p:nvPr>
        </p:nvSpPr>
        <p:spPr>
          <a:xfrm xmlns:a="http://schemas.openxmlformats.org/drawingml/2006/main">
            <a:off x="3552750" y="7861837"/>
            <a:ext cx="2949758"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8" name="Espaço Reservado para Texto 6">
            <a:extLst xmlns:a="http://schemas.openxmlformats.org/drawingml/2006/main">
              <a:ext uri="{FF2B5EF4-FFF2-40B4-BE49-F238E27FC236}">
                <a16:creationId xmlns:a16="http://schemas.microsoft.com/office/drawing/2014/main" id="{46934314-6D62-4693-8E75-BA871E290EE7}"/>
              </a:ext>
            </a:extLst>
          </p:cNvPr>
          <p:cNvSpPr>
            <a:spLocks xmlns:a="http://schemas.openxmlformats.org/drawingml/2006/main" noGrp="1"/>
          </p:cNvSpPr>
          <p:nvPr>
            <p:ph type="body" idx="38" hasCustomPrompt="1"/>
          </p:nvPr>
        </p:nvSpPr>
        <p:spPr>
          <a:xfrm xmlns:a="http://schemas.openxmlformats.org/drawingml/2006/main">
            <a:off x="390154" y="1664358"/>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0">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
        <p:nvSpPr>
          <p:cNvPr id="54" name="Espaço Reservado para Texto 6">
            <a:extLst xmlns:a="http://schemas.openxmlformats.org/drawingml/2006/main">
              <a:ext uri="{FF2B5EF4-FFF2-40B4-BE49-F238E27FC236}">
                <a16:creationId xmlns:a16="http://schemas.microsoft.com/office/drawing/2014/main" id="{84AAEFD1-E87A-45B0-AAA9-B3FEC57B9D27}"/>
              </a:ext>
            </a:extLst>
          </p:cNvPr>
          <p:cNvSpPr>
            <a:spLocks xmlns:a="http://schemas.openxmlformats.org/drawingml/2006/main" noGrp="1"/>
          </p:cNvSpPr>
          <p:nvPr>
            <p:ph type="body" idx="39" hasCustomPrompt="1"/>
          </p:nvPr>
        </p:nvSpPr>
        <p:spPr>
          <a:xfrm xmlns:a="http://schemas.openxmlformats.org/drawingml/2006/main">
            <a:off x="390154" y="1406254"/>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1">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Tree>
  </p:cSld>
</p:sldLayout>
</file>

<file path=ppt/slideLayouts/slideLayout6.xml><?xml version="1.0" encoding="utf-8"?>
<p:sldLayout xmlns:p="http://schemas.openxmlformats.org/presentationml/2006/main" preserve="1" userDrawn="1">
  <p:cSld name="Capa Short Note v2">
    <p:bg>
      <p:bgPr>
        <a:solidFill xmlns:a="http://schemas.openxmlformats.org/drawingml/2006/main">
          <a:schemeClr val="bg1"/>
        </a:solidFill>
      </p:bgPr>
    </p:bg>
    <p:spTree>
      <p:nvGrpSpPr>
        <p:cNvPr id="1" name=""/>
        <p:cNvGrpSpPr/>
        <p:nvPr/>
      </p:nvGrpSpPr>
      <p:grpSpPr>
        <a:xfrm xmlns:a="http://schemas.openxmlformats.org/drawingml/2006/main"/>
      </p:grpSpPr>
      <p:pic>
        <p:nvPicPr>
          <p:cNvPr id="71" name="Picture 38"/>
          <p:cNvPicPr>
            <a:picLocks xmlns:a="http://schemas.openxmlformats.org/drawingml/2006/main" noChangeAspect="1"/>
          </p:cNvPicPr>
          <p:nvPr/>
        </p:nvPicPr>
        <p:blipFill rotWithShape="1">
          <a:blip xmlns:r="http://schemas.openxmlformats.org/officeDocument/2006/relationships" xmlns:a="http://schemas.openxmlformats.org/drawingml/2006/main" r:embed="Rf689a2e5de4c41ac"/>
          <a:srcRect xmlns:a="http://schemas.openxmlformats.org/drawingml/2006/main" l="0" t="42776" r="0" b="15443"/>
          <a:stretch xmlns:a="http://schemas.openxmlformats.org/drawingml/2006/main"/>
        </p:blipFill>
        <p:spPr>
          <a:xfrm xmlns:a="http://schemas.openxmlformats.org/drawingml/2006/main">
            <a:off x="0" y="0"/>
            <a:ext cx="6858000" cy="2003469"/>
          </a:xfrm>
        </p:spPr>
      </p:pic>
      <p:sp>
        <p:nvSpPr>
          <p:cNvPr id="15" name="Espaço Reservado para Texto 6">
            <a:extLst xmlns:a="http://schemas.openxmlformats.org/drawingml/2006/main">
              <a:ext uri="{FF2B5EF4-FFF2-40B4-BE49-F238E27FC236}">
                <a16:creationId xmlns:a16="http://schemas.microsoft.com/office/drawing/2014/main" id="{89C55DDC-9BF1-4F19-9DFA-8D99FB29A854}"/>
              </a:ext>
            </a:extLst>
          </p:cNvPr>
          <p:cNvSpPr>
            <a:spLocks xmlns:a="http://schemas.openxmlformats.org/drawingml/2006/main" noGrp="1"/>
          </p:cNvSpPr>
          <p:nvPr>
            <p:ph type="body" idx="16" hasCustomPrompt="1"/>
          </p:nvPr>
        </p:nvSpPr>
        <p:spPr>
          <a:xfrm xmlns:a="http://schemas.openxmlformats.org/drawingml/2006/main">
            <a:off x="390154" y="988484"/>
            <a:ext cx="6112354" cy="346968"/>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2400" b="1" spc="0">
                <a:solidFill>
                  <a:schemeClr val="accent3"/>
                </a:solidFill>
                <a:latin typeface="Roboto"/>
                <a:ea typeface="Roboto"/>
                <a:cs typeface="Roboto"/>
              </a:defRPr>
            </a:lvl1pPr>
          </a:lstStyle>
          <a:p xmlns:a="http://schemas.openxmlformats.org/drawingml/2006/main">
            <a:pPr lvl="0">
              <a:buNone/>
            </a:pPr>
            <a:r>
              <a:t>EDITAR</a:t>
            </a:r>
          </a:p>
        </p:txBody>
      </p:sp>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41" name="Freeform: Shape 40">
            <a:extLst xmlns:a="http://schemas.openxmlformats.org/drawingml/2006/main">
              <a:ext uri="{FF2B5EF4-FFF2-40B4-BE49-F238E27FC236}">
                <a16:creationId xmlns:a16="http://schemas.microsoft.com/office/drawing/2014/main" id="{9CAD89BC-209F-4A84-B643-8391FE84FD63}"/>
              </a:ext>
            </a:extLst>
          </p:cNvPr>
          <p:cNvSpPr>
            <a:spLocks xmlns:a="http://schemas.openxmlformats.org/drawingml/2006/main" noGrp="1"/>
          </p:cNvSpPr>
          <p:nvPr/>
        </p:nvSpPr>
        <p:spPr>
          <a:xfrm xmlns:a="http://schemas.openxmlformats.org/drawingml/2006/main" rot="0" flipH="0" flipV="0">
            <a:off x="390154" y="406178"/>
            <a:ext cx="379041" cy="341910"/>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3" name="Freeform: Shape 42">
            <a:extLst xmlns:a="http://schemas.openxmlformats.org/drawingml/2006/main">
              <a:ext uri="{FF2B5EF4-FFF2-40B4-BE49-F238E27FC236}">
                <a16:creationId xmlns:a16="http://schemas.microsoft.com/office/drawing/2014/main" id="{93C151B8-67D0-4C62-A1CD-C3E1CFD9F305}"/>
              </a:ext>
            </a:extLst>
          </p:cNvPr>
          <p:cNvSpPr>
            <a:spLocks xmlns:a="http://schemas.openxmlformats.org/drawingml/2006/main" noGrp="1"/>
          </p:cNvSpPr>
          <p:nvPr/>
        </p:nvSpPr>
        <p:spPr>
          <a:xfrm xmlns:a="http://schemas.openxmlformats.org/drawingml/2006/main" rot="0" flipH="0" flipV="0">
            <a:off x="840444" y="603165"/>
            <a:ext cx="53804" cy="102915"/>
          </a:xfrm>
          <a:custGeom xmlns:a="http://schemas.openxmlformats.org/drawingml/2006/main">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4" name="Freeform: Shape 43">
            <a:extLst xmlns:a="http://schemas.openxmlformats.org/drawingml/2006/main">
              <a:ext uri="{FF2B5EF4-FFF2-40B4-BE49-F238E27FC236}">
                <a16:creationId xmlns:a16="http://schemas.microsoft.com/office/drawing/2014/main" id="{2D2D96A5-B60E-4CC9-9982-03590D4573EC}"/>
              </a:ext>
            </a:extLst>
          </p:cNvPr>
          <p:cNvSpPr>
            <a:spLocks xmlns:a="http://schemas.openxmlformats.org/drawingml/2006/main" noGrp="1"/>
          </p:cNvSpPr>
          <p:nvPr/>
        </p:nvSpPr>
        <p:spPr>
          <a:xfrm xmlns:a="http://schemas.openxmlformats.org/drawingml/2006/main" rot="0" flipH="0" flipV="0">
            <a:off x="905396" y="602357"/>
            <a:ext cx="99669" cy="105549"/>
          </a:xfrm>
          <a:custGeom xmlns:a="http://schemas.openxmlformats.org/drawingml/2006/main">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5" name="Freeform: Shape 44">
            <a:extLst xmlns:a="http://schemas.openxmlformats.org/drawingml/2006/main">
              <a:ext uri="{FF2B5EF4-FFF2-40B4-BE49-F238E27FC236}">
                <a16:creationId xmlns:a16="http://schemas.microsoft.com/office/drawing/2014/main" id="{4CD03F36-CFD5-42F6-B8F2-CAE7CBCF7AB9}"/>
              </a:ext>
            </a:extLst>
          </p:cNvPr>
          <p:cNvSpPr>
            <a:spLocks xmlns:a="http://schemas.openxmlformats.org/drawingml/2006/main" noGrp="1"/>
          </p:cNvSpPr>
          <p:nvPr/>
        </p:nvSpPr>
        <p:spPr>
          <a:xfrm xmlns:a="http://schemas.openxmlformats.org/drawingml/2006/main" rot="0" flipH="0" flipV="0">
            <a:off x="1021910" y="602345"/>
            <a:ext cx="82004" cy="105552"/>
          </a:xfrm>
          <a:custGeom xmlns:a="http://schemas.openxmlformats.org/drawingml/2006/main">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6" name="Freeform: Shape 45">
            <a:extLst xmlns:a="http://schemas.openxmlformats.org/drawingml/2006/main">
              <a:ext uri="{FF2B5EF4-FFF2-40B4-BE49-F238E27FC236}">
                <a16:creationId xmlns:a16="http://schemas.microsoft.com/office/drawing/2014/main" id="{BB8ED37E-DDC1-44DA-BF04-893FB6EADB01}"/>
              </a:ext>
            </a:extLst>
          </p:cNvPr>
          <p:cNvSpPr>
            <a:spLocks xmlns:a="http://schemas.openxmlformats.org/drawingml/2006/main" noGrp="1"/>
          </p:cNvSpPr>
          <p:nvPr/>
        </p:nvSpPr>
        <p:spPr>
          <a:xfrm xmlns:a="http://schemas.openxmlformats.org/drawingml/2006/main" rot="0" flipH="0" flipV="0">
            <a:off x="1121359" y="602357"/>
            <a:ext cx="99669" cy="105549"/>
          </a:xfrm>
          <a:custGeom xmlns:a="http://schemas.openxmlformats.org/drawingml/2006/main">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7" name="Freeform: Shape 46">
            <a:extLst xmlns:a="http://schemas.openxmlformats.org/drawingml/2006/main">
              <a:ext uri="{FF2B5EF4-FFF2-40B4-BE49-F238E27FC236}">
                <a16:creationId xmlns:a16="http://schemas.microsoft.com/office/drawing/2014/main" id="{724B11E2-4EE2-41C4-9CB0-BFA8238F41E1}"/>
              </a:ext>
            </a:extLst>
          </p:cNvPr>
          <p:cNvSpPr>
            <a:spLocks xmlns:a="http://schemas.openxmlformats.org/drawingml/2006/main" noGrp="1"/>
          </p:cNvSpPr>
          <p:nvPr/>
        </p:nvSpPr>
        <p:spPr>
          <a:xfrm xmlns:a="http://schemas.openxmlformats.org/drawingml/2006/main" rot="0" flipH="0" flipV="0">
            <a:off x="1240311" y="602345"/>
            <a:ext cx="84625" cy="105549"/>
          </a:xfrm>
          <a:custGeom xmlns:a="http://schemas.openxmlformats.org/drawingml/2006/main">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8" name="Freeform: Shape 47">
            <a:extLst xmlns:a="http://schemas.openxmlformats.org/drawingml/2006/main">
              <a:ext uri="{FF2B5EF4-FFF2-40B4-BE49-F238E27FC236}">
                <a16:creationId xmlns:a16="http://schemas.microsoft.com/office/drawing/2014/main" id="{D6B95911-5559-432C-84D5-0FA4C442F497}"/>
              </a:ext>
            </a:extLst>
          </p:cNvPr>
          <p:cNvSpPr>
            <a:spLocks xmlns:a="http://schemas.openxmlformats.org/drawingml/2006/main" noGrp="1"/>
          </p:cNvSpPr>
          <p:nvPr/>
        </p:nvSpPr>
        <p:spPr>
          <a:xfrm xmlns:a="http://schemas.openxmlformats.org/drawingml/2006/main" rot="0" flipH="0" flipV="0">
            <a:off x="1354583" y="603165"/>
            <a:ext cx="53803" cy="102915"/>
          </a:xfrm>
          <a:custGeom xmlns:a="http://schemas.openxmlformats.org/drawingml/2006/main">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9" name="Freeform: Shape 48">
            <a:extLst xmlns:a="http://schemas.openxmlformats.org/drawingml/2006/main">
              <a:ext uri="{FF2B5EF4-FFF2-40B4-BE49-F238E27FC236}">
                <a16:creationId xmlns:a16="http://schemas.microsoft.com/office/drawing/2014/main" id="{7DADFDA8-A4C9-4A90-BEAE-B1639DAC11D9}"/>
              </a:ext>
            </a:extLst>
          </p:cNvPr>
          <p:cNvSpPr>
            <a:spLocks xmlns:a="http://schemas.openxmlformats.org/drawingml/2006/main" noGrp="1"/>
          </p:cNvSpPr>
          <p:nvPr/>
        </p:nvSpPr>
        <p:spPr>
          <a:xfrm xmlns:a="http://schemas.openxmlformats.org/drawingml/2006/main" rot="0" flipH="0" flipV="0">
            <a:off x="1419535" y="602357"/>
            <a:ext cx="101090" cy="105549"/>
          </a:xfrm>
          <a:custGeom xmlns:a="http://schemas.openxmlformats.org/drawingml/2006/main">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0" name="Freeform: Shape 49">
            <a:extLst xmlns:a="http://schemas.openxmlformats.org/drawingml/2006/main">
              <a:ext uri="{FF2B5EF4-FFF2-40B4-BE49-F238E27FC236}">
                <a16:creationId xmlns:a16="http://schemas.microsoft.com/office/drawing/2014/main" id="{7A52CEE5-D539-4F76-92DD-650239B04672}"/>
              </a:ext>
            </a:extLst>
          </p:cNvPr>
          <p:cNvSpPr>
            <a:spLocks xmlns:a="http://schemas.openxmlformats.org/drawingml/2006/main" noGrp="1"/>
          </p:cNvSpPr>
          <p:nvPr/>
        </p:nvSpPr>
        <p:spPr>
          <a:xfrm xmlns:a="http://schemas.openxmlformats.org/drawingml/2006/main" rot="0" flipH="0" flipV="0">
            <a:off x="1543142" y="563780"/>
            <a:ext cx="87296" cy="142092"/>
          </a:xfrm>
          <a:custGeom xmlns:a="http://schemas.openxmlformats.org/drawingml/2006/main">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2" name="Espaço Reservado para Texto 6">
            <a:extLst xmlns:a="http://schemas.openxmlformats.org/drawingml/2006/main">
              <a:ext uri="{FF2B5EF4-FFF2-40B4-BE49-F238E27FC236}">
                <a16:creationId xmlns:a16="http://schemas.microsoft.com/office/drawing/2014/main" id="{B4234437-C19A-4839-88DC-46D48AF5A2C4}"/>
              </a:ext>
            </a:extLst>
          </p:cNvPr>
          <p:cNvSpPr>
            <a:spLocks xmlns:a="http://schemas.openxmlformats.org/drawingml/2006/main" noGrp="1"/>
          </p:cNvSpPr>
          <p:nvPr>
            <p:ph type="body" idx="19" hasCustomPrompt="1"/>
          </p:nvPr>
        </p:nvSpPr>
        <p:spPr>
          <a:xfrm xmlns:a="http://schemas.openxmlformats.org/drawingml/2006/main">
            <a:off x="3371691" y="608130"/>
            <a:ext cx="3132139" cy="142093"/>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lgn="r">
              <a:buNone/>
              <a:defRPr sz="1200" b="0">
                <a:solidFill>
                  <a:schemeClr val="bg1"/>
                </a:solidFill>
                <a:latin typeface="Roboto Light"/>
                <a:ea typeface="Roboto Light"/>
                <a:cs typeface="Roboto Light"/>
              </a:defRPr>
            </a:lvl1pPr>
          </a:lstStyle>
          <a:p xmlns:a="http://schemas.openxmlformats.org/drawingml/2006/main">
            <a:pPr lvl="0">
              <a:buNone/>
            </a:pPr>
            <a:r>
              <a:t>Sector / </a:t>
            </a:r>
            <a:r>
              <a:t>Segment</a:t>
            </a:r>
            <a:endParaRPr/>
          </a:p>
        </p:txBody>
      </p:sp>
      <p:sp>
        <p:nvSpPr>
          <p:cNvPr id="53" name="Text Placeholder 4">
            <a:extLst xmlns:a="http://schemas.openxmlformats.org/drawingml/2006/main">
              <a:ext uri="{FF2B5EF4-FFF2-40B4-BE49-F238E27FC236}">
                <a16:creationId xmlns:a16="http://schemas.microsoft.com/office/drawing/2014/main" id="{03A51246-6836-408F-ABF0-EEEEE8E00F14}"/>
              </a:ext>
            </a:extLst>
          </p:cNvPr>
          <p:cNvSpPr>
            <a:spLocks xmlns:a="http://schemas.openxmlformats.org/drawingml/2006/main" noGrp="1"/>
          </p:cNvSpPr>
          <p:nvPr>
            <p:ph type="body" idx="20"/>
          </p:nvPr>
        </p:nvSpPr>
        <p:spPr>
          <a:xfrm xmlns:a="http://schemas.openxmlformats.org/drawingml/2006/main">
            <a:off x="390154" y="2150951"/>
            <a:ext cx="6099546" cy="1377418"/>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57" name="Text Placeholder 4">
            <a:extLst xmlns:a="http://schemas.openxmlformats.org/drawingml/2006/main">
              <a:ext uri="{FF2B5EF4-FFF2-40B4-BE49-F238E27FC236}">
                <a16:creationId xmlns:a16="http://schemas.microsoft.com/office/drawing/2014/main" id="{482CDF78-5160-4CE0-9AED-EF5B81E7C38F}"/>
              </a:ext>
            </a:extLst>
          </p:cNvPr>
          <p:cNvSpPr>
            <a:spLocks xmlns:a="http://schemas.openxmlformats.org/drawingml/2006/main" noGrp="1"/>
          </p:cNvSpPr>
          <p:nvPr>
            <p:ph type="body" idx="23"/>
          </p:nvPr>
        </p:nvSpPr>
        <p:spPr>
          <a:xfrm xmlns:a="http://schemas.openxmlformats.org/drawingml/2006/main">
            <a:off x="390155" y="3605327"/>
            <a:ext cx="3734170" cy="5848235"/>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27" name="Espaço Reservado para Texto 6">
            <a:extLst xmlns:a="http://schemas.openxmlformats.org/drawingml/2006/main">
              <a:ext uri="{FF2B5EF4-FFF2-40B4-BE49-F238E27FC236}">
                <a16:creationId xmlns:a16="http://schemas.microsoft.com/office/drawing/2014/main" id="{E412BFAB-6ADE-4985-9F8D-1E0D2CE27EE2}"/>
              </a:ext>
            </a:extLst>
          </p:cNvPr>
          <p:cNvSpPr>
            <a:spLocks xmlns:a="http://schemas.openxmlformats.org/drawingml/2006/main" noGrp="1"/>
          </p:cNvSpPr>
          <p:nvPr>
            <p:ph type="body" idx="26"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p>
        </p:txBody>
      </p:sp>
      <p:sp>
        <p:nvSpPr>
          <p:cNvPr id="26" name="Date Placeholder 1">
            <a:extLst xmlns:a="http://schemas.openxmlformats.org/drawingml/2006/main">
              <a:ext uri="{FF2B5EF4-FFF2-40B4-BE49-F238E27FC236}">
                <a16:creationId xmlns:a16="http://schemas.microsoft.com/office/drawing/2014/main" id="{3B4501E0-2CFF-4239-9520-A5B3FF88FAB7}"/>
              </a:ext>
            </a:extLst>
          </p:cNvPr>
          <p:cNvSpPr>
            <a:spLocks xmlns:a="http://schemas.openxmlformats.org/drawingml/2006/main" noGrp="1"/>
          </p:cNvSpPr>
          <p:nvPr>
            <p:ph type="dt" idx="2"/>
          </p:nvPr>
        </p:nvSpPr>
        <p:spPr>
          <a:xfrm xmlns:a="http://schemas.openxmlformats.org/drawingml/2006/main">
            <a:off x="3371691" y="438763"/>
            <a:ext cx="3132139"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accent2"/>
                </a:solidFill>
                <a:latin typeface="Roboto Light"/>
                <a:ea typeface="Roboto Light"/>
                <a:cs typeface="Roboto Light"/>
              </a:defRPr>
            </a:lvl1pPr>
          </a:lstStyle>
          <a:p xmlns:a="http://schemas.openxmlformats.org/drawingml/2006/main">
            <a:fld id="{70B93077-DAAC-461F-9674-FC47DD2C4BA2}" type="datetime4">
              <a:t>August 6, 2026</a:t>
            </a:fld>
            <a:endParaRPr/>
          </a:p>
        </p:txBody>
      </p:sp>
      <p:sp>
        <p:nvSpPr>
          <p:cNvPr id="61" name="Text Placeholder 4">
            <a:extLst xmlns:a="http://schemas.openxmlformats.org/drawingml/2006/main">
              <a:ext uri="{FF2B5EF4-FFF2-40B4-BE49-F238E27FC236}">
                <a16:creationId xmlns:a16="http://schemas.microsoft.com/office/drawing/2014/main" id="{318E1824-F862-4308-8D14-9073C9CBAABB}"/>
              </a:ext>
            </a:extLst>
          </p:cNvPr>
          <p:cNvSpPr>
            <a:spLocks xmlns:a="http://schemas.openxmlformats.org/drawingml/2006/main" noGrp="1"/>
          </p:cNvSpPr>
          <p:nvPr>
            <p:ph type="body" idx="27" hasCustomPrompt="1"/>
          </p:nvPr>
        </p:nvSpPr>
        <p:spPr>
          <a:xfrm xmlns:a="http://schemas.openxmlformats.org/drawingml/2006/main">
            <a:off x="4330593" y="3610784"/>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2" name="Text Placeholder 4">
            <a:extLst xmlns:a="http://schemas.openxmlformats.org/drawingml/2006/main">
              <a:ext uri="{FF2B5EF4-FFF2-40B4-BE49-F238E27FC236}">
                <a16:creationId xmlns:a16="http://schemas.microsoft.com/office/drawing/2014/main" id="{70E85E6B-BFAA-4953-A2FD-0F731BA0D3A5}"/>
              </a:ext>
            </a:extLst>
          </p:cNvPr>
          <p:cNvSpPr>
            <a:spLocks xmlns:a="http://schemas.openxmlformats.org/drawingml/2006/main" noGrp="1"/>
          </p:cNvSpPr>
          <p:nvPr>
            <p:ph type="body" idx="28" hasCustomPrompt="1"/>
          </p:nvPr>
        </p:nvSpPr>
        <p:spPr>
          <a:xfrm xmlns:a="http://schemas.openxmlformats.org/drawingml/2006/main">
            <a:off x="4330593" y="3772581"/>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3" name="Text Placeholder 4">
            <a:extLst xmlns:a="http://schemas.openxmlformats.org/drawingml/2006/main">
              <a:ext uri="{FF2B5EF4-FFF2-40B4-BE49-F238E27FC236}">
                <a16:creationId xmlns:a16="http://schemas.microsoft.com/office/drawing/2014/main" id="{872B6150-F2F3-4EB3-81FD-E06DC0F79813}"/>
              </a:ext>
            </a:extLst>
          </p:cNvPr>
          <p:cNvSpPr>
            <a:spLocks xmlns:a="http://schemas.openxmlformats.org/drawingml/2006/main" noGrp="1"/>
          </p:cNvSpPr>
          <p:nvPr>
            <p:ph type="body" idx="29" hasCustomPrompt="1"/>
          </p:nvPr>
        </p:nvSpPr>
        <p:spPr>
          <a:xfrm xmlns:a="http://schemas.openxmlformats.org/drawingml/2006/main">
            <a:off x="4330593" y="3899453"/>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4" name="Text Placeholder 4">
            <a:extLst xmlns:a="http://schemas.openxmlformats.org/drawingml/2006/main">
              <a:ext uri="{FF2B5EF4-FFF2-40B4-BE49-F238E27FC236}">
                <a16:creationId xmlns:a16="http://schemas.microsoft.com/office/drawing/2014/main" id="{B84D6C0E-85B0-4A8A-BB12-F62449DE0DFB}"/>
              </a:ext>
            </a:extLst>
          </p:cNvPr>
          <p:cNvSpPr>
            <a:spLocks xmlns:a="http://schemas.openxmlformats.org/drawingml/2006/main" noGrp="1"/>
          </p:cNvSpPr>
          <p:nvPr>
            <p:ph type="body" idx="30" hasCustomPrompt="1"/>
          </p:nvPr>
        </p:nvSpPr>
        <p:spPr>
          <a:xfrm xmlns:a="http://schemas.openxmlformats.org/drawingml/2006/main">
            <a:off x="4330593" y="4097039"/>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5" name="Text Placeholder 4">
            <a:extLst xmlns:a="http://schemas.openxmlformats.org/drawingml/2006/main">
              <a:ext uri="{FF2B5EF4-FFF2-40B4-BE49-F238E27FC236}">
                <a16:creationId xmlns:a16="http://schemas.microsoft.com/office/drawing/2014/main" id="{16C8AB5D-9A5B-4FEA-97F4-734F90CA23F1}"/>
              </a:ext>
            </a:extLst>
          </p:cNvPr>
          <p:cNvSpPr>
            <a:spLocks xmlns:a="http://schemas.openxmlformats.org/drawingml/2006/main" noGrp="1"/>
          </p:cNvSpPr>
          <p:nvPr>
            <p:ph type="body" idx="31" hasCustomPrompt="1"/>
          </p:nvPr>
        </p:nvSpPr>
        <p:spPr>
          <a:xfrm xmlns:a="http://schemas.openxmlformats.org/drawingml/2006/main">
            <a:off x="4330593" y="4258836"/>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6" name="Text Placeholder 4">
            <a:extLst xmlns:a="http://schemas.openxmlformats.org/drawingml/2006/main">
              <a:ext uri="{FF2B5EF4-FFF2-40B4-BE49-F238E27FC236}">
                <a16:creationId xmlns:a16="http://schemas.microsoft.com/office/drawing/2014/main" id="{6CAE7113-BC72-4895-ACDF-B01232851A9D}"/>
              </a:ext>
            </a:extLst>
          </p:cNvPr>
          <p:cNvSpPr>
            <a:spLocks xmlns:a="http://schemas.openxmlformats.org/drawingml/2006/main" noGrp="1"/>
          </p:cNvSpPr>
          <p:nvPr>
            <p:ph type="body" idx="32" hasCustomPrompt="1"/>
          </p:nvPr>
        </p:nvSpPr>
        <p:spPr>
          <a:xfrm xmlns:a="http://schemas.openxmlformats.org/drawingml/2006/main">
            <a:off x="4330593" y="4385708"/>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7" name="Text Placeholder 4">
            <a:extLst xmlns:a="http://schemas.openxmlformats.org/drawingml/2006/main">
              <a:ext uri="{FF2B5EF4-FFF2-40B4-BE49-F238E27FC236}">
                <a16:creationId xmlns:a16="http://schemas.microsoft.com/office/drawing/2014/main" id="{1D859181-1847-4696-BA25-3FB32D816724}"/>
              </a:ext>
            </a:extLst>
          </p:cNvPr>
          <p:cNvSpPr>
            <a:spLocks xmlns:a="http://schemas.openxmlformats.org/drawingml/2006/main" noGrp="1"/>
          </p:cNvSpPr>
          <p:nvPr>
            <p:ph type="body" idx="33" hasCustomPrompt="1"/>
          </p:nvPr>
        </p:nvSpPr>
        <p:spPr>
          <a:xfrm xmlns:a="http://schemas.openxmlformats.org/drawingml/2006/main">
            <a:off x="4330593" y="4590609"/>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8" name="Text Placeholder 4">
            <a:extLst xmlns:a="http://schemas.openxmlformats.org/drawingml/2006/main">
              <a:ext uri="{FF2B5EF4-FFF2-40B4-BE49-F238E27FC236}">
                <a16:creationId xmlns:a16="http://schemas.microsoft.com/office/drawing/2014/main" id="{FC9ED1A2-35DE-4D1D-9CE5-8E2AD672F2D0}"/>
              </a:ext>
            </a:extLst>
          </p:cNvPr>
          <p:cNvSpPr>
            <a:spLocks xmlns:a="http://schemas.openxmlformats.org/drawingml/2006/main" noGrp="1"/>
          </p:cNvSpPr>
          <p:nvPr>
            <p:ph type="body" idx="34" hasCustomPrompt="1"/>
          </p:nvPr>
        </p:nvSpPr>
        <p:spPr>
          <a:xfrm xmlns:a="http://schemas.openxmlformats.org/drawingml/2006/main">
            <a:off x="4330593" y="4752406"/>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9" name="Text Placeholder 4">
            <a:extLst xmlns:a="http://schemas.openxmlformats.org/drawingml/2006/main">
              <a:ext uri="{FF2B5EF4-FFF2-40B4-BE49-F238E27FC236}">
                <a16:creationId xmlns:a16="http://schemas.microsoft.com/office/drawing/2014/main" id="{69327E6A-F08C-45E9-819D-C34C53A10A06}"/>
              </a:ext>
            </a:extLst>
          </p:cNvPr>
          <p:cNvSpPr>
            <a:spLocks xmlns:a="http://schemas.openxmlformats.org/drawingml/2006/main" noGrp="1"/>
          </p:cNvSpPr>
          <p:nvPr>
            <p:ph type="body" idx="35" hasCustomPrompt="1"/>
          </p:nvPr>
        </p:nvSpPr>
        <p:spPr>
          <a:xfrm xmlns:a="http://schemas.openxmlformats.org/drawingml/2006/main">
            <a:off x="4330593" y="4879278"/>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3" name="Straight Connector 2">
            <a:extLst xmlns:a="http://schemas.openxmlformats.org/drawingml/2006/main">
              <a:ext uri="{FF2B5EF4-FFF2-40B4-BE49-F238E27FC236}">
                <a16:creationId xmlns:a16="http://schemas.microsoft.com/office/drawing/2014/main" id="{C3698A5E-7ED7-4891-9501-F197E95B593D}"/>
              </a:ext>
            </a:extLst>
          </p:cNvPr>
          <p:cNvSpPr>
            <a:spLocks xmlns:a="http://schemas.openxmlformats.org/drawingml/2006/main" noGrp="1"/>
          </p:cNvSpPr>
          <p:nvPr/>
        </p:nvSpPr>
        <p:spPr>
          <a:xfrm xmlns:a="http://schemas.openxmlformats.org/drawingml/2006/main">
            <a:off x="4227459" y="3605328"/>
            <a:ext cx="0" cy="5848234"/>
          </a:xfrm>
          <a:prstGeom xmlns:a="http://schemas.openxmlformats.org/drawingml/2006/main" prst="line">
            <a:avLst/>
          </a:prstGeom>
          <a:ln xmlns:a="http://schemas.openxmlformats.org/drawingml/2006/main">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1" name="Espaço Reservado para Conteúdo 14">
            <a:extLst xmlns:a="http://schemas.openxmlformats.org/drawingml/2006/main">
              <a:ext uri="{FF2B5EF4-FFF2-40B4-BE49-F238E27FC236}">
                <a16:creationId xmlns:a16="http://schemas.microsoft.com/office/drawing/2014/main" id="{1CFB79D6-6CD7-480C-8CD0-27D7ABC00A16}"/>
              </a:ext>
            </a:extLst>
          </p:cNvPr>
          <p:cNvSpPr>
            <a:spLocks xmlns:a="http://schemas.openxmlformats.org/drawingml/2006/main" noGrp="1"/>
          </p:cNvSpPr>
          <p:nvPr>
            <p:ph idx="22" hasCustomPrompt="1"/>
          </p:nvPr>
        </p:nvSpPr>
        <p:spPr>
          <a:xfrm xmlns:a="http://schemas.openxmlformats.org/drawingml/2006/main">
            <a:off x="4330594" y="8429130"/>
            <a:ext cx="2159107" cy="1026692"/>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55" name="Espaço Reservado para Conteúdo 14">
            <a:extLst xmlns:a="http://schemas.openxmlformats.org/drawingml/2006/main">
              <a:ext uri="{FF2B5EF4-FFF2-40B4-BE49-F238E27FC236}">
                <a16:creationId xmlns:a16="http://schemas.microsoft.com/office/drawing/2014/main" id="{15DB8772-274F-41BA-9159-B7489A8599A7}"/>
              </a:ext>
            </a:extLst>
          </p:cNvPr>
          <p:cNvSpPr>
            <a:spLocks xmlns:a="http://schemas.openxmlformats.org/drawingml/2006/main" noGrp="1"/>
          </p:cNvSpPr>
          <p:nvPr>
            <p:ph idx="24" hasCustomPrompt="1"/>
          </p:nvPr>
        </p:nvSpPr>
        <p:spPr>
          <a:xfrm xmlns:a="http://schemas.openxmlformats.org/drawingml/2006/main">
            <a:off x="4330594" y="8140511"/>
            <a:ext cx="2147604"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4" name="Espaço Reservado para Texto 6">
            <a:extLst xmlns:a="http://schemas.openxmlformats.org/drawingml/2006/main">
              <a:ext uri="{FF2B5EF4-FFF2-40B4-BE49-F238E27FC236}">
                <a16:creationId xmlns:a16="http://schemas.microsoft.com/office/drawing/2014/main" id="{3C2377C1-5302-4095-B1EF-BCFAB3F7EA2C}"/>
              </a:ext>
            </a:extLst>
          </p:cNvPr>
          <p:cNvSpPr>
            <a:spLocks xmlns:a="http://schemas.openxmlformats.org/drawingml/2006/main" noGrp="1"/>
          </p:cNvSpPr>
          <p:nvPr>
            <p:ph type="body" idx="36" hasCustomPrompt="1"/>
          </p:nvPr>
        </p:nvSpPr>
        <p:spPr>
          <a:xfrm xmlns:a="http://schemas.openxmlformats.org/drawingml/2006/main">
            <a:off x="390154" y="1664358"/>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0">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
        <p:nvSpPr>
          <p:cNvPr id="35" name="Espaço Reservado para Texto 6">
            <a:extLst xmlns:a="http://schemas.openxmlformats.org/drawingml/2006/main">
              <a:ext uri="{FF2B5EF4-FFF2-40B4-BE49-F238E27FC236}">
                <a16:creationId xmlns:a16="http://schemas.microsoft.com/office/drawing/2014/main" id="{EE3879DA-CAD4-4DDD-A957-A5A9C7A21942}"/>
              </a:ext>
            </a:extLst>
          </p:cNvPr>
          <p:cNvSpPr>
            <a:spLocks xmlns:a="http://schemas.openxmlformats.org/drawingml/2006/main" noGrp="1"/>
          </p:cNvSpPr>
          <p:nvPr>
            <p:ph type="body" idx="37" hasCustomPrompt="1"/>
          </p:nvPr>
        </p:nvSpPr>
        <p:spPr>
          <a:xfrm xmlns:a="http://schemas.openxmlformats.org/drawingml/2006/main">
            <a:off x="390154" y="1406254"/>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1">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
        <p:nvSpPr>
          <p:cNvPr id="2" name="Espaço Reservado para Conteúdo 14">
            <a:extLst xmlns:a="http://schemas.openxmlformats.org/drawingml/2006/main">
              <a:ext uri="{FF2B5EF4-FFF2-40B4-BE49-F238E27FC236}">
                <a16:creationId xmlns:a16="http://schemas.microsoft.com/office/drawing/2014/main" id="{0C3B0BBF-0180-E669-01B6-1ED0D3247D9F}"/>
              </a:ext>
            </a:extLst>
          </p:cNvPr>
          <p:cNvSpPr>
            <a:spLocks xmlns:a="http://schemas.openxmlformats.org/drawingml/2006/main" noGrp="1"/>
          </p:cNvSpPr>
          <p:nvPr>
            <p:ph idx="38" hasCustomPrompt="1"/>
          </p:nvPr>
        </p:nvSpPr>
        <p:spPr>
          <a:xfrm xmlns:a="http://schemas.openxmlformats.org/drawingml/2006/main">
            <a:off x="4330594" y="6928943"/>
            <a:ext cx="2159107" cy="1026692"/>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4" name="Espaço Reservado para Conteúdo 14">
            <a:extLst xmlns:a="http://schemas.openxmlformats.org/drawingml/2006/main">
              <a:ext uri="{FF2B5EF4-FFF2-40B4-BE49-F238E27FC236}">
                <a16:creationId xmlns:a16="http://schemas.microsoft.com/office/drawing/2014/main" id="{73418C2F-AF1B-6403-E505-EE107BB19802}"/>
              </a:ext>
            </a:extLst>
          </p:cNvPr>
          <p:cNvSpPr>
            <a:spLocks xmlns:a="http://schemas.openxmlformats.org/drawingml/2006/main" noGrp="1"/>
          </p:cNvSpPr>
          <p:nvPr>
            <p:ph idx="39" hasCustomPrompt="1"/>
          </p:nvPr>
        </p:nvSpPr>
        <p:spPr>
          <a:xfrm xmlns:a="http://schemas.openxmlformats.org/drawingml/2006/main">
            <a:off x="4330594" y="6640324"/>
            <a:ext cx="2147604"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Tree>
  </p:cSld>
</p:sldLayout>
</file>

<file path=ppt/slideLayouts/slideLayout7.xml><?xml version="1.0" encoding="utf-8"?>
<p:sldLayout xmlns:p="http://schemas.openxmlformats.org/presentationml/2006/main" preserve="1" userDrawn="1">
  <p:cSld name="Capa Short Note Sector">
    <p:bg>
      <p:bgPr>
        <a:solidFill xmlns:a="http://schemas.openxmlformats.org/drawingml/2006/main">
          <a:schemeClr val="bg1"/>
        </a:solidFill>
      </p:bgPr>
    </p:bg>
    <p:spTree>
      <p:nvGrpSpPr>
        <p:cNvPr id="1" name=""/>
        <p:cNvGrpSpPr/>
        <p:nvPr/>
      </p:nvGrpSpPr>
      <p:grpSpPr>
        <a:xfrm xmlns:a="http://schemas.openxmlformats.org/drawingml/2006/main"/>
      </p:grpSpPr>
      <p:pic>
        <p:nvPicPr>
          <p:cNvPr id="71" name="Picture 38"/>
          <p:cNvPicPr>
            <a:picLocks xmlns:a="http://schemas.openxmlformats.org/drawingml/2006/main" noChangeAspect="1"/>
          </p:cNvPicPr>
          <p:nvPr/>
        </p:nvPicPr>
        <p:blipFill rotWithShape="1">
          <a:blip xmlns:r="http://schemas.openxmlformats.org/officeDocument/2006/relationships" xmlns:a="http://schemas.openxmlformats.org/drawingml/2006/main" r:embed="Ref772c5b119b42ab"/>
          <a:srcRect xmlns:a="http://schemas.openxmlformats.org/drawingml/2006/main" l="0" t="42776" r="0" b="15443"/>
          <a:stretch xmlns:a="http://schemas.openxmlformats.org/drawingml/2006/main"/>
        </p:blipFill>
        <p:spPr>
          <a:xfrm xmlns:a="http://schemas.openxmlformats.org/drawingml/2006/main">
            <a:off x="0" y="0"/>
            <a:ext cx="6858000" cy="2003469"/>
          </a:xfrm>
        </p:spPr>
      </p:pic>
      <p:sp>
        <p:nvSpPr>
          <p:cNvPr id="15" name="Espaço Reservado para Texto 6">
            <a:extLst xmlns:a="http://schemas.openxmlformats.org/drawingml/2006/main">
              <a:ext uri="{FF2B5EF4-FFF2-40B4-BE49-F238E27FC236}">
                <a16:creationId xmlns:a16="http://schemas.microsoft.com/office/drawing/2014/main" id="{89C55DDC-9BF1-4F19-9DFA-8D99FB29A854}"/>
              </a:ext>
            </a:extLst>
          </p:cNvPr>
          <p:cNvSpPr>
            <a:spLocks xmlns:a="http://schemas.openxmlformats.org/drawingml/2006/main" noGrp="1"/>
          </p:cNvSpPr>
          <p:nvPr>
            <p:ph type="body" idx="16" hasCustomPrompt="1"/>
          </p:nvPr>
        </p:nvSpPr>
        <p:spPr>
          <a:xfrm xmlns:a="http://schemas.openxmlformats.org/drawingml/2006/main">
            <a:off x="390154" y="988484"/>
            <a:ext cx="6112354" cy="346968"/>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2400" b="1" spc="0">
                <a:solidFill>
                  <a:schemeClr val="accent3"/>
                </a:solidFill>
                <a:latin typeface="Roboto"/>
                <a:ea typeface="Roboto"/>
                <a:cs typeface="Roboto"/>
              </a:defRPr>
            </a:lvl1pPr>
          </a:lstStyle>
          <a:p xmlns:a="http://schemas.openxmlformats.org/drawingml/2006/main">
            <a:pPr lvl="0">
              <a:buNone/>
            </a:pPr>
            <a:r>
              <a:t>EDITAR</a:t>
            </a:r>
          </a:p>
        </p:txBody>
      </p:sp>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41" name="Freeform: Shape 40">
            <a:extLst xmlns:a="http://schemas.openxmlformats.org/drawingml/2006/main">
              <a:ext uri="{FF2B5EF4-FFF2-40B4-BE49-F238E27FC236}">
                <a16:creationId xmlns:a16="http://schemas.microsoft.com/office/drawing/2014/main" id="{9CAD89BC-209F-4A84-B643-8391FE84FD63}"/>
              </a:ext>
            </a:extLst>
          </p:cNvPr>
          <p:cNvSpPr>
            <a:spLocks xmlns:a="http://schemas.openxmlformats.org/drawingml/2006/main" noGrp="1"/>
          </p:cNvSpPr>
          <p:nvPr/>
        </p:nvSpPr>
        <p:spPr>
          <a:xfrm xmlns:a="http://schemas.openxmlformats.org/drawingml/2006/main" rot="0" flipH="0" flipV="0">
            <a:off x="390154" y="406178"/>
            <a:ext cx="379041" cy="341910"/>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3" name="Freeform: Shape 42">
            <a:extLst xmlns:a="http://schemas.openxmlformats.org/drawingml/2006/main">
              <a:ext uri="{FF2B5EF4-FFF2-40B4-BE49-F238E27FC236}">
                <a16:creationId xmlns:a16="http://schemas.microsoft.com/office/drawing/2014/main" id="{93C151B8-67D0-4C62-A1CD-C3E1CFD9F305}"/>
              </a:ext>
            </a:extLst>
          </p:cNvPr>
          <p:cNvSpPr>
            <a:spLocks xmlns:a="http://schemas.openxmlformats.org/drawingml/2006/main" noGrp="1"/>
          </p:cNvSpPr>
          <p:nvPr/>
        </p:nvSpPr>
        <p:spPr>
          <a:xfrm xmlns:a="http://schemas.openxmlformats.org/drawingml/2006/main" rot="0" flipH="0" flipV="0">
            <a:off x="840444" y="603165"/>
            <a:ext cx="53804" cy="102915"/>
          </a:xfrm>
          <a:custGeom xmlns:a="http://schemas.openxmlformats.org/drawingml/2006/main">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4" name="Freeform: Shape 43">
            <a:extLst xmlns:a="http://schemas.openxmlformats.org/drawingml/2006/main">
              <a:ext uri="{FF2B5EF4-FFF2-40B4-BE49-F238E27FC236}">
                <a16:creationId xmlns:a16="http://schemas.microsoft.com/office/drawing/2014/main" id="{2D2D96A5-B60E-4CC9-9982-03590D4573EC}"/>
              </a:ext>
            </a:extLst>
          </p:cNvPr>
          <p:cNvSpPr>
            <a:spLocks xmlns:a="http://schemas.openxmlformats.org/drawingml/2006/main" noGrp="1"/>
          </p:cNvSpPr>
          <p:nvPr/>
        </p:nvSpPr>
        <p:spPr>
          <a:xfrm xmlns:a="http://schemas.openxmlformats.org/drawingml/2006/main" rot="0" flipH="0" flipV="0">
            <a:off x="905396" y="602357"/>
            <a:ext cx="99669" cy="105549"/>
          </a:xfrm>
          <a:custGeom xmlns:a="http://schemas.openxmlformats.org/drawingml/2006/main">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5" name="Freeform: Shape 44">
            <a:extLst xmlns:a="http://schemas.openxmlformats.org/drawingml/2006/main">
              <a:ext uri="{FF2B5EF4-FFF2-40B4-BE49-F238E27FC236}">
                <a16:creationId xmlns:a16="http://schemas.microsoft.com/office/drawing/2014/main" id="{4CD03F36-CFD5-42F6-B8F2-CAE7CBCF7AB9}"/>
              </a:ext>
            </a:extLst>
          </p:cNvPr>
          <p:cNvSpPr>
            <a:spLocks xmlns:a="http://schemas.openxmlformats.org/drawingml/2006/main" noGrp="1"/>
          </p:cNvSpPr>
          <p:nvPr/>
        </p:nvSpPr>
        <p:spPr>
          <a:xfrm xmlns:a="http://schemas.openxmlformats.org/drawingml/2006/main" rot="0" flipH="0" flipV="0">
            <a:off x="1021910" y="602345"/>
            <a:ext cx="82004" cy="105552"/>
          </a:xfrm>
          <a:custGeom xmlns:a="http://schemas.openxmlformats.org/drawingml/2006/main">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6" name="Freeform: Shape 45">
            <a:extLst xmlns:a="http://schemas.openxmlformats.org/drawingml/2006/main">
              <a:ext uri="{FF2B5EF4-FFF2-40B4-BE49-F238E27FC236}">
                <a16:creationId xmlns:a16="http://schemas.microsoft.com/office/drawing/2014/main" id="{BB8ED37E-DDC1-44DA-BF04-893FB6EADB01}"/>
              </a:ext>
            </a:extLst>
          </p:cNvPr>
          <p:cNvSpPr>
            <a:spLocks xmlns:a="http://schemas.openxmlformats.org/drawingml/2006/main" noGrp="1"/>
          </p:cNvSpPr>
          <p:nvPr/>
        </p:nvSpPr>
        <p:spPr>
          <a:xfrm xmlns:a="http://schemas.openxmlformats.org/drawingml/2006/main" rot="0" flipH="0" flipV="0">
            <a:off x="1121359" y="602357"/>
            <a:ext cx="99669" cy="105549"/>
          </a:xfrm>
          <a:custGeom xmlns:a="http://schemas.openxmlformats.org/drawingml/2006/main">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7" name="Freeform: Shape 46">
            <a:extLst xmlns:a="http://schemas.openxmlformats.org/drawingml/2006/main">
              <a:ext uri="{FF2B5EF4-FFF2-40B4-BE49-F238E27FC236}">
                <a16:creationId xmlns:a16="http://schemas.microsoft.com/office/drawing/2014/main" id="{724B11E2-4EE2-41C4-9CB0-BFA8238F41E1}"/>
              </a:ext>
            </a:extLst>
          </p:cNvPr>
          <p:cNvSpPr>
            <a:spLocks xmlns:a="http://schemas.openxmlformats.org/drawingml/2006/main" noGrp="1"/>
          </p:cNvSpPr>
          <p:nvPr/>
        </p:nvSpPr>
        <p:spPr>
          <a:xfrm xmlns:a="http://schemas.openxmlformats.org/drawingml/2006/main" rot="0" flipH="0" flipV="0">
            <a:off x="1240311" y="602345"/>
            <a:ext cx="84625" cy="105549"/>
          </a:xfrm>
          <a:custGeom xmlns:a="http://schemas.openxmlformats.org/drawingml/2006/main">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8" name="Freeform: Shape 47">
            <a:extLst xmlns:a="http://schemas.openxmlformats.org/drawingml/2006/main">
              <a:ext uri="{FF2B5EF4-FFF2-40B4-BE49-F238E27FC236}">
                <a16:creationId xmlns:a16="http://schemas.microsoft.com/office/drawing/2014/main" id="{D6B95911-5559-432C-84D5-0FA4C442F497}"/>
              </a:ext>
            </a:extLst>
          </p:cNvPr>
          <p:cNvSpPr>
            <a:spLocks xmlns:a="http://schemas.openxmlformats.org/drawingml/2006/main" noGrp="1"/>
          </p:cNvSpPr>
          <p:nvPr/>
        </p:nvSpPr>
        <p:spPr>
          <a:xfrm xmlns:a="http://schemas.openxmlformats.org/drawingml/2006/main" rot="0" flipH="0" flipV="0">
            <a:off x="1354583" y="603165"/>
            <a:ext cx="53803" cy="102915"/>
          </a:xfrm>
          <a:custGeom xmlns:a="http://schemas.openxmlformats.org/drawingml/2006/main">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9" name="Freeform: Shape 48">
            <a:extLst xmlns:a="http://schemas.openxmlformats.org/drawingml/2006/main">
              <a:ext uri="{FF2B5EF4-FFF2-40B4-BE49-F238E27FC236}">
                <a16:creationId xmlns:a16="http://schemas.microsoft.com/office/drawing/2014/main" id="{7DADFDA8-A4C9-4A90-BEAE-B1639DAC11D9}"/>
              </a:ext>
            </a:extLst>
          </p:cNvPr>
          <p:cNvSpPr>
            <a:spLocks xmlns:a="http://schemas.openxmlformats.org/drawingml/2006/main" noGrp="1"/>
          </p:cNvSpPr>
          <p:nvPr/>
        </p:nvSpPr>
        <p:spPr>
          <a:xfrm xmlns:a="http://schemas.openxmlformats.org/drawingml/2006/main" rot="0" flipH="0" flipV="0">
            <a:off x="1419535" y="602357"/>
            <a:ext cx="101090" cy="105549"/>
          </a:xfrm>
          <a:custGeom xmlns:a="http://schemas.openxmlformats.org/drawingml/2006/main">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0" name="Freeform: Shape 49">
            <a:extLst xmlns:a="http://schemas.openxmlformats.org/drawingml/2006/main">
              <a:ext uri="{FF2B5EF4-FFF2-40B4-BE49-F238E27FC236}">
                <a16:creationId xmlns:a16="http://schemas.microsoft.com/office/drawing/2014/main" id="{7A52CEE5-D539-4F76-92DD-650239B04672}"/>
              </a:ext>
            </a:extLst>
          </p:cNvPr>
          <p:cNvSpPr>
            <a:spLocks xmlns:a="http://schemas.openxmlformats.org/drawingml/2006/main" noGrp="1"/>
          </p:cNvSpPr>
          <p:nvPr/>
        </p:nvSpPr>
        <p:spPr>
          <a:xfrm xmlns:a="http://schemas.openxmlformats.org/drawingml/2006/main" rot="0" flipH="0" flipV="0">
            <a:off x="1543142" y="563780"/>
            <a:ext cx="87296" cy="142092"/>
          </a:xfrm>
          <a:custGeom xmlns:a="http://schemas.openxmlformats.org/drawingml/2006/main">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2" name="Espaço Reservado para Texto 6">
            <a:extLst xmlns:a="http://schemas.openxmlformats.org/drawingml/2006/main">
              <a:ext uri="{FF2B5EF4-FFF2-40B4-BE49-F238E27FC236}">
                <a16:creationId xmlns:a16="http://schemas.microsoft.com/office/drawing/2014/main" id="{B4234437-C19A-4839-88DC-46D48AF5A2C4}"/>
              </a:ext>
            </a:extLst>
          </p:cNvPr>
          <p:cNvSpPr>
            <a:spLocks xmlns:a="http://schemas.openxmlformats.org/drawingml/2006/main" noGrp="1"/>
          </p:cNvSpPr>
          <p:nvPr>
            <p:ph type="body" idx="19" hasCustomPrompt="1"/>
          </p:nvPr>
        </p:nvSpPr>
        <p:spPr>
          <a:xfrm xmlns:a="http://schemas.openxmlformats.org/drawingml/2006/main">
            <a:off x="3371691" y="608130"/>
            <a:ext cx="3132139" cy="142093"/>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lgn="r">
              <a:buNone/>
              <a:defRPr sz="1200" b="0">
                <a:solidFill>
                  <a:schemeClr val="bg1"/>
                </a:solidFill>
                <a:latin typeface="Roboto Light"/>
                <a:ea typeface="Roboto Light"/>
                <a:cs typeface="Roboto Light"/>
              </a:defRPr>
            </a:lvl1pPr>
          </a:lstStyle>
          <a:p xmlns:a="http://schemas.openxmlformats.org/drawingml/2006/main">
            <a:pPr lvl="0">
              <a:buNone/>
            </a:pPr>
            <a:r>
              <a:t>Sector / </a:t>
            </a:r>
            <a:r>
              <a:t>Segment</a:t>
            </a:r>
            <a:endParaRPr/>
          </a:p>
        </p:txBody>
      </p:sp>
      <p:sp>
        <p:nvSpPr>
          <p:cNvPr id="53" name="Text Placeholder 4">
            <a:extLst xmlns:a="http://schemas.openxmlformats.org/drawingml/2006/main">
              <a:ext uri="{FF2B5EF4-FFF2-40B4-BE49-F238E27FC236}">
                <a16:creationId xmlns:a16="http://schemas.microsoft.com/office/drawing/2014/main" id="{03A51246-6836-408F-ABF0-EEEEE8E00F14}"/>
              </a:ext>
            </a:extLst>
          </p:cNvPr>
          <p:cNvSpPr>
            <a:spLocks xmlns:a="http://schemas.openxmlformats.org/drawingml/2006/main" noGrp="1"/>
          </p:cNvSpPr>
          <p:nvPr>
            <p:ph type="body" idx="20"/>
          </p:nvPr>
        </p:nvSpPr>
        <p:spPr>
          <a:xfrm xmlns:a="http://schemas.openxmlformats.org/drawingml/2006/main">
            <a:off x="390154" y="2150951"/>
            <a:ext cx="6099546" cy="1377418"/>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57" name="Text Placeholder 4">
            <a:extLst xmlns:a="http://schemas.openxmlformats.org/drawingml/2006/main">
              <a:ext uri="{FF2B5EF4-FFF2-40B4-BE49-F238E27FC236}">
                <a16:creationId xmlns:a16="http://schemas.microsoft.com/office/drawing/2014/main" id="{482CDF78-5160-4CE0-9AED-EF5B81E7C38F}"/>
              </a:ext>
            </a:extLst>
          </p:cNvPr>
          <p:cNvSpPr>
            <a:spLocks xmlns:a="http://schemas.openxmlformats.org/drawingml/2006/main" noGrp="1"/>
          </p:cNvSpPr>
          <p:nvPr>
            <p:ph type="body" idx="23"/>
          </p:nvPr>
        </p:nvSpPr>
        <p:spPr>
          <a:xfrm xmlns:a="http://schemas.openxmlformats.org/drawingml/2006/main">
            <a:off x="390155" y="3605328"/>
            <a:ext cx="3734170" cy="417458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27" name="Espaço Reservado para Texto 6">
            <a:extLst xmlns:a="http://schemas.openxmlformats.org/drawingml/2006/main">
              <a:ext uri="{FF2B5EF4-FFF2-40B4-BE49-F238E27FC236}">
                <a16:creationId xmlns:a16="http://schemas.microsoft.com/office/drawing/2014/main" id="{E412BFAB-6ADE-4985-9F8D-1E0D2CE27EE2}"/>
              </a:ext>
            </a:extLst>
          </p:cNvPr>
          <p:cNvSpPr>
            <a:spLocks xmlns:a="http://schemas.openxmlformats.org/drawingml/2006/main" noGrp="1"/>
          </p:cNvSpPr>
          <p:nvPr>
            <p:ph type="body" idx="26"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26" name="Date Placeholder 1">
            <a:extLst xmlns:a="http://schemas.openxmlformats.org/drawingml/2006/main">
              <a:ext uri="{FF2B5EF4-FFF2-40B4-BE49-F238E27FC236}">
                <a16:creationId xmlns:a16="http://schemas.microsoft.com/office/drawing/2014/main" id="{3B4501E0-2CFF-4239-9520-A5B3FF88FAB7}"/>
              </a:ext>
            </a:extLst>
          </p:cNvPr>
          <p:cNvSpPr>
            <a:spLocks xmlns:a="http://schemas.openxmlformats.org/drawingml/2006/main" noGrp="1"/>
          </p:cNvSpPr>
          <p:nvPr>
            <p:ph type="dt" idx="2"/>
          </p:nvPr>
        </p:nvSpPr>
        <p:spPr>
          <a:xfrm xmlns:a="http://schemas.openxmlformats.org/drawingml/2006/main">
            <a:off x="3371691" y="438763"/>
            <a:ext cx="3132139"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accent2"/>
                </a:solidFill>
                <a:latin typeface="Roboto Light"/>
                <a:ea typeface="Roboto Light"/>
                <a:cs typeface="Roboto Light"/>
              </a:defRPr>
            </a:lvl1pPr>
          </a:lstStyle>
          <a:p xmlns:a="http://schemas.openxmlformats.org/drawingml/2006/main">
            <a:fld id="{70B93077-DAAC-461F-9674-FC47DD2C4BA2}" type="datetime4">
              <a:t>August 6, 2026</a:t>
            </a:fld>
            <a:endParaRPr/>
          </a:p>
        </p:txBody>
      </p:sp>
      <p:sp>
        <p:nvSpPr>
          <p:cNvPr id="61" name="Text Placeholder 4">
            <a:extLst xmlns:a="http://schemas.openxmlformats.org/drawingml/2006/main">
              <a:ext uri="{FF2B5EF4-FFF2-40B4-BE49-F238E27FC236}">
                <a16:creationId xmlns:a16="http://schemas.microsoft.com/office/drawing/2014/main" id="{318E1824-F862-4308-8D14-9073C9CBAABB}"/>
              </a:ext>
            </a:extLst>
          </p:cNvPr>
          <p:cNvSpPr>
            <a:spLocks xmlns:a="http://schemas.openxmlformats.org/drawingml/2006/main" noGrp="1"/>
          </p:cNvSpPr>
          <p:nvPr>
            <p:ph type="body" idx="27" hasCustomPrompt="1"/>
          </p:nvPr>
        </p:nvSpPr>
        <p:spPr>
          <a:xfrm xmlns:a="http://schemas.openxmlformats.org/drawingml/2006/main">
            <a:off x="4330593" y="3610784"/>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2" name="Text Placeholder 4">
            <a:extLst xmlns:a="http://schemas.openxmlformats.org/drawingml/2006/main">
              <a:ext uri="{FF2B5EF4-FFF2-40B4-BE49-F238E27FC236}">
                <a16:creationId xmlns:a16="http://schemas.microsoft.com/office/drawing/2014/main" id="{70E85E6B-BFAA-4953-A2FD-0F731BA0D3A5}"/>
              </a:ext>
            </a:extLst>
          </p:cNvPr>
          <p:cNvSpPr>
            <a:spLocks xmlns:a="http://schemas.openxmlformats.org/drawingml/2006/main" noGrp="1"/>
          </p:cNvSpPr>
          <p:nvPr>
            <p:ph type="body" idx="28" hasCustomPrompt="1"/>
          </p:nvPr>
        </p:nvSpPr>
        <p:spPr>
          <a:xfrm xmlns:a="http://schemas.openxmlformats.org/drawingml/2006/main">
            <a:off x="4330593" y="3772581"/>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3" name="Text Placeholder 4">
            <a:extLst xmlns:a="http://schemas.openxmlformats.org/drawingml/2006/main">
              <a:ext uri="{FF2B5EF4-FFF2-40B4-BE49-F238E27FC236}">
                <a16:creationId xmlns:a16="http://schemas.microsoft.com/office/drawing/2014/main" id="{872B6150-F2F3-4EB3-81FD-E06DC0F79813}"/>
              </a:ext>
            </a:extLst>
          </p:cNvPr>
          <p:cNvSpPr>
            <a:spLocks xmlns:a="http://schemas.openxmlformats.org/drawingml/2006/main" noGrp="1"/>
          </p:cNvSpPr>
          <p:nvPr>
            <p:ph type="body" idx="29" hasCustomPrompt="1"/>
          </p:nvPr>
        </p:nvSpPr>
        <p:spPr>
          <a:xfrm xmlns:a="http://schemas.openxmlformats.org/drawingml/2006/main">
            <a:off x="4330593" y="3899453"/>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4" name="Text Placeholder 4">
            <a:extLst xmlns:a="http://schemas.openxmlformats.org/drawingml/2006/main">
              <a:ext uri="{FF2B5EF4-FFF2-40B4-BE49-F238E27FC236}">
                <a16:creationId xmlns:a16="http://schemas.microsoft.com/office/drawing/2014/main" id="{B84D6C0E-85B0-4A8A-BB12-F62449DE0DFB}"/>
              </a:ext>
            </a:extLst>
          </p:cNvPr>
          <p:cNvSpPr>
            <a:spLocks xmlns:a="http://schemas.openxmlformats.org/drawingml/2006/main" noGrp="1"/>
          </p:cNvSpPr>
          <p:nvPr>
            <p:ph type="body" idx="30" hasCustomPrompt="1"/>
          </p:nvPr>
        </p:nvSpPr>
        <p:spPr>
          <a:xfrm xmlns:a="http://schemas.openxmlformats.org/drawingml/2006/main">
            <a:off x="4330593" y="4097039"/>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5" name="Text Placeholder 4">
            <a:extLst xmlns:a="http://schemas.openxmlformats.org/drawingml/2006/main">
              <a:ext uri="{FF2B5EF4-FFF2-40B4-BE49-F238E27FC236}">
                <a16:creationId xmlns:a16="http://schemas.microsoft.com/office/drawing/2014/main" id="{16C8AB5D-9A5B-4FEA-97F4-734F90CA23F1}"/>
              </a:ext>
            </a:extLst>
          </p:cNvPr>
          <p:cNvSpPr>
            <a:spLocks xmlns:a="http://schemas.openxmlformats.org/drawingml/2006/main" noGrp="1"/>
          </p:cNvSpPr>
          <p:nvPr>
            <p:ph type="body" idx="31" hasCustomPrompt="1"/>
          </p:nvPr>
        </p:nvSpPr>
        <p:spPr>
          <a:xfrm xmlns:a="http://schemas.openxmlformats.org/drawingml/2006/main">
            <a:off x="4330593" y="4258836"/>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6" name="Text Placeholder 4">
            <a:extLst xmlns:a="http://schemas.openxmlformats.org/drawingml/2006/main">
              <a:ext uri="{FF2B5EF4-FFF2-40B4-BE49-F238E27FC236}">
                <a16:creationId xmlns:a16="http://schemas.microsoft.com/office/drawing/2014/main" id="{6CAE7113-BC72-4895-ACDF-B01232851A9D}"/>
              </a:ext>
            </a:extLst>
          </p:cNvPr>
          <p:cNvSpPr>
            <a:spLocks xmlns:a="http://schemas.openxmlformats.org/drawingml/2006/main" noGrp="1"/>
          </p:cNvSpPr>
          <p:nvPr>
            <p:ph type="body" idx="32" hasCustomPrompt="1"/>
          </p:nvPr>
        </p:nvSpPr>
        <p:spPr>
          <a:xfrm xmlns:a="http://schemas.openxmlformats.org/drawingml/2006/main">
            <a:off x="4330593" y="4385708"/>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7" name="Text Placeholder 4">
            <a:extLst xmlns:a="http://schemas.openxmlformats.org/drawingml/2006/main">
              <a:ext uri="{FF2B5EF4-FFF2-40B4-BE49-F238E27FC236}">
                <a16:creationId xmlns:a16="http://schemas.microsoft.com/office/drawing/2014/main" id="{1D859181-1847-4696-BA25-3FB32D816724}"/>
              </a:ext>
            </a:extLst>
          </p:cNvPr>
          <p:cNvSpPr>
            <a:spLocks xmlns:a="http://schemas.openxmlformats.org/drawingml/2006/main" noGrp="1"/>
          </p:cNvSpPr>
          <p:nvPr>
            <p:ph type="body" idx="33" hasCustomPrompt="1"/>
          </p:nvPr>
        </p:nvSpPr>
        <p:spPr>
          <a:xfrm xmlns:a="http://schemas.openxmlformats.org/drawingml/2006/main">
            <a:off x="4330593" y="4590609"/>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8" name="Text Placeholder 4">
            <a:extLst xmlns:a="http://schemas.openxmlformats.org/drawingml/2006/main">
              <a:ext uri="{FF2B5EF4-FFF2-40B4-BE49-F238E27FC236}">
                <a16:creationId xmlns:a16="http://schemas.microsoft.com/office/drawing/2014/main" id="{FC9ED1A2-35DE-4D1D-9CE5-8E2AD672F2D0}"/>
              </a:ext>
            </a:extLst>
          </p:cNvPr>
          <p:cNvSpPr>
            <a:spLocks xmlns:a="http://schemas.openxmlformats.org/drawingml/2006/main" noGrp="1"/>
          </p:cNvSpPr>
          <p:nvPr>
            <p:ph type="body" idx="34" hasCustomPrompt="1"/>
          </p:nvPr>
        </p:nvSpPr>
        <p:spPr>
          <a:xfrm xmlns:a="http://schemas.openxmlformats.org/drawingml/2006/main">
            <a:off x="4330593" y="4752406"/>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9" name="Text Placeholder 4">
            <a:extLst xmlns:a="http://schemas.openxmlformats.org/drawingml/2006/main">
              <a:ext uri="{FF2B5EF4-FFF2-40B4-BE49-F238E27FC236}">
                <a16:creationId xmlns:a16="http://schemas.microsoft.com/office/drawing/2014/main" id="{69327E6A-F08C-45E9-819D-C34C53A10A06}"/>
              </a:ext>
            </a:extLst>
          </p:cNvPr>
          <p:cNvSpPr>
            <a:spLocks xmlns:a="http://schemas.openxmlformats.org/drawingml/2006/main" noGrp="1"/>
          </p:cNvSpPr>
          <p:nvPr>
            <p:ph type="body" idx="35" hasCustomPrompt="1"/>
          </p:nvPr>
        </p:nvSpPr>
        <p:spPr>
          <a:xfrm xmlns:a="http://schemas.openxmlformats.org/drawingml/2006/main">
            <a:off x="4330593" y="4879278"/>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3" name="Straight Connector 2">
            <a:extLst xmlns:a="http://schemas.openxmlformats.org/drawingml/2006/main">
              <a:ext uri="{FF2B5EF4-FFF2-40B4-BE49-F238E27FC236}">
                <a16:creationId xmlns:a16="http://schemas.microsoft.com/office/drawing/2014/main" id="{DDBF0CF5-2FB8-4316-9418-2602BB356A91}"/>
              </a:ext>
            </a:extLst>
          </p:cNvPr>
          <p:cNvSpPr>
            <a:spLocks xmlns:a="http://schemas.openxmlformats.org/drawingml/2006/main" noGrp="1"/>
          </p:cNvSpPr>
          <p:nvPr/>
        </p:nvSpPr>
        <p:spPr>
          <a:xfrm xmlns:a="http://schemas.openxmlformats.org/drawingml/2006/main">
            <a:off x="4227459" y="3605328"/>
            <a:ext cx="0" cy="4174580"/>
          </a:xfrm>
          <a:prstGeom xmlns:a="http://schemas.openxmlformats.org/drawingml/2006/main" prst="line">
            <a:avLst/>
          </a:prstGeom>
          <a:ln xmlns:a="http://schemas.openxmlformats.org/drawingml/2006/main">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8" name="Espaço Reservado para Conteúdo 14">
            <a:extLst xmlns:a="http://schemas.openxmlformats.org/drawingml/2006/main">
              <a:ext uri="{FF2B5EF4-FFF2-40B4-BE49-F238E27FC236}">
                <a16:creationId xmlns:a16="http://schemas.microsoft.com/office/drawing/2014/main" id="{8272B113-2F70-441F-8502-29E6B907995B}"/>
              </a:ext>
            </a:extLst>
          </p:cNvPr>
          <p:cNvSpPr>
            <a:spLocks xmlns:a="http://schemas.openxmlformats.org/drawingml/2006/main" noGrp="1"/>
          </p:cNvSpPr>
          <p:nvPr>
            <p:ph idx="21" hasCustomPrompt="1"/>
          </p:nvPr>
        </p:nvSpPr>
        <p:spPr>
          <a:xfrm xmlns:a="http://schemas.openxmlformats.org/drawingml/2006/main">
            <a:off x="382829" y="8150455"/>
            <a:ext cx="6106871" cy="1303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54" name="Espaço Reservado para Conteúdo 14">
            <a:extLst xmlns:a="http://schemas.openxmlformats.org/drawingml/2006/main">
              <a:ext uri="{FF2B5EF4-FFF2-40B4-BE49-F238E27FC236}">
                <a16:creationId xmlns:a16="http://schemas.microsoft.com/office/drawing/2014/main" id="{0EE29701-9D3A-4B5C-955F-04E8A0E77DFA}"/>
              </a:ext>
            </a:extLst>
          </p:cNvPr>
          <p:cNvSpPr>
            <a:spLocks xmlns:a="http://schemas.openxmlformats.org/drawingml/2006/main" noGrp="1"/>
          </p:cNvSpPr>
          <p:nvPr>
            <p:ph idx="37" hasCustomPrompt="1"/>
          </p:nvPr>
        </p:nvSpPr>
        <p:spPr>
          <a:xfrm xmlns:a="http://schemas.openxmlformats.org/drawingml/2006/main">
            <a:off x="382829" y="7861837"/>
            <a:ext cx="6106871"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4" name="Espaço Reservado para Texto 6">
            <a:extLst xmlns:a="http://schemas.openxmlformats.org/drawingml/2006/main">
              <a:ext uri="{FF2B5EF4-FFF2-40B4-BE49-F238E27FC236}">
                <a16:creationId xmlns:a16="http://schemas.microsoft.com/office/drawing/2014/main" id="{ACB57286-315D-4256-A485-D81372E0374A}"/>
              </a:ext>
            </a:extLst>
          </p:cNvPr>
          <p:cNvSpPr>
            <a:spLocks xmlns:a="http://schemas.openxmlformats.org/drawingml/2006/main" noGrp="1"/>
          </p:cNvSpPr>
          <p:nvPr>
            <p:ph type="body" idx="38" hasCustomPrompt="1"/>
          </p:nvPr>
        </p:nvSpPr>
        <p:spPr>
          <a:xfrm xmlns:a="http://schemas.openxmlformats.org/drawingml/2006/main">
            <a:off x="390154" y="1664358"/>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0">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
        <p:nvSpPr>
          <p:cNvPr id="35" name="Espaço Reservado para Texto 6">
            <a:extLst xmlns:a="http://schemas.openxmlformats.org/drawingml/2006/main">
              <a:ext uri="{FF2B5EF4-FFF2-40B4-BE49-F238E27FC236}">
                <a16:creationId xmlns:a16="http://schemas.microsoft.com/office/drawing/2014/main" id="{25C0A81E-C51A-4118-9E4E-C1BE395DDC0C}"/>
              </a:ext>
            </a:extLst>
          </p:cNvPr>
          <p:cNvSpPr>
            <a:spLocks xmlns:a="http://schemas.openxmlformats.org/drawingml/2006/main" noGrp="1"/>
          </p:cNvSpPr>
          <p:nvPr>
            <p:ph type="body" idx="36" hasCustomPrompt="1"/>
          </p:nvPr>
        </p:nvSpPr>
        <p:spPr>
          <a:xfrm xmlns:a="http://schemas.openxmlformats.org/drawingml/2006/main">
            <a:off x="390154" y="1406254"/>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1">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Tree>
  </p:cSld>
</p:sldLayout>
</file>

<file path=ppt/slideLayouts/slideLayout8.xml><?xml version="1.0" encoding="utf-8"?>
<p:sldLayout xmlns:p="http://schemas.openxmlformats.org/presentationml/2006/main" preserve="1" userDrawn="1">
  <p:cSld name="1_Sumário">
    <p:bg>
      <p:bgPr>
        <a:solidFill xmlns:a="http://schemas.openxmlformats.org/drawingml/2006/main">
          <a:schemeClr val="bg1"/>
        </a:solidFill>
      </p:bgPr>
    </p:bg>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255ABAB3-1FBB-57E6-0929-966611730DAE}"/>
              </a:ext>
            </a:extLst>
          </p:cNvPr>
          <p:cNvSpPr>
            <a:spLocks xmlns:a="http://schemas.openxmlformats.org/drawingml/2006/main" noGrp="1"/>
          </p:cNvSpPr>
          <p:nvPr/>
        </p:nvSpPr>
        <p:spPr>
          <a:xfrm xmlns:a="http://schemas.openxmlformats.org/drawingml/2006/main">
            <a:off x="-2" y="0"/>
            <a:ext cx="6877283" cy="990600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solidFill>
                <a:schemeClr val="bg1"/>
              </a:solidFill>
              <a:latin typeface="+mj-lt"/>
              <a:ea typeface="+mj-lt"/>
              <a:cs typeface="+mj-lt"/>
            </a:endParaRPr>
          </a:p>
        </p:txBody>
      </p:sp>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70" name="CaixaDeTexto 4">
            <a:extLst xmlns:a="http://schemas.openxmlformats.org/drawingml/2006/main">
              <a:ext uri="{FF2B5EF4-FFF2-40B4-BE49-F238E27FC236}">
                <a16:creationId xmlns:a16="http://schemas.microsoft.com/office/drawing/2014/main" id="{B62B5412-17EF-418D-8B6E-BF6ED9EC7C15}"/>
              </a:ext>
            </a:extLst>
          </p:cNvPr>
          <p:cNvSpPr>
            <a:spLocks xmlns:a="http://schemas.openxmlformats.org/drawingml/2006/main" noGrp="1"/>
          </p:cNvSpPr>
          <p:nvPr/>
        </p:nvSpPr>
        <p:spPr>
          <a:xfrm xmlns:a="http://schemas.openxmlformats.org/drawingml/2006/main">
            <a:off x="2551077" y="368602"/>
            <a:ext cx="3733609" cy="430887"/>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p xmlns:a="http://schemas.openxmlformats.org/drawingml/2006/main">
            <a:r>
              <a:rPr sz="2800">
                <a:solidFill>
                  <a:schemeClr val="accent3"/>
                </a:solidFill>
                <a:latin typeface="+mj-lt"/>
                <a:ea typeface="+mj-lt"/>
                <a:cs typeface="+mj-lt"/>
              </a:rPr>
              <a:t>Summary</a:t>
            </a:r>
            <a:endParaRPr sz="2800">
              <a:solidFill>
                <a:schemeClr val="accent3"/>
              </a:solidFill>
              <a:latin typeface="+mj-lt"/>
              <a:ea typeface="+mj-lt"/>
              <a:cs typeface="+mj-lt"/>
            </a:endParaRPr>
          </a:p>
        </p:txBody>
      </p:sp>
      <p:sp>
        <p:nvSpPr>
          <p:cNvPr id="71" name="Espaço Reservado para Texto 6">
            <a:extLst xmlns:a="http://schemas.openxmlformats.org/drawingml/2006/main">
              <a:ext uri="{FF2B5EF4-FFF2-40B4-BE49-F238E27FC236}">
                <a16:creationId xmlns:a16="http://schemas.microsoft.com/office/drawing/2014/main" id="{03A9C79B-A9AE-450D-ABDB-D007A473C085}"/>
              </a:ext>
            </a:extLst>
          </p:cNvPr>
          <p:cNvSpPr>
            <a:spLocks xmlns:a="http://schemas.openxmlformats.org/drawingml/2006/main" noGrp="1"/>
          </p:cNvSpPr>
          <p:nvPr>
            <p:ph type="body" idx="17" hasCustomPrompt="1"/>
          </p:nvPr>
        </p:nvSpPr>
        <p:spPr>
          <a:xfrm xmlns:a="http://schemas.openxmlformats.org/drawingml/2006/main">
            <a:off x="2551077" y="1155618"/>
            <a:ext cx="3938623" cy="338554"/>
          </a:xfrm>
          <a:prstGeom xmlns:a="http://schemas.openxmlformats.org/drawingml/2006/main" prst="rect">
            <a:avLst/>
          </a:prstGeom>
        </p:spPr>
        <p:txBody>
          <a:bodyPr xmlns:a="http://schemas.openxmlformats.org/drawingml/2006/main" vert="horz" lIns="0" tIns="45720" rIns="91440" bIns="45720" anchor="t">
            <a:noAutofit/>
          </a:bodyPr>
          <a:lstStyle xmlns:a="http://schemas.openxmlformats.org/drawingml/2006/main">
            <a:lvl1pPr algn="l">
              <a:buNone/>
              <a:defRPr sz="1800" b="0">
                <a:solidFill>
                  <a:schemeClr val="accent3">
                    <a:lumMod val="20000"/>
                    <a:lumOff val="80000"/>
                  </a:schemeClr>
                </a:solidFill>
                <a:latin typeface="+mj-lt"/>
                <a:ea typeface="+mj-lt"/>
                <a:cs typeface="+mj-lt"/>
              </a:defRPr>
            </a:lvl1pPr>
          </a:lstStyle>
          <a:p xmlns:a="http://schemas.openxmlformats.org/drawingml/2006/main">
            <a:pPr lvl="0">
              <a:lnSpc>
                <a:spcPct val="100000"/>
              </a:lnSpc>
              <a:spcBef>
                <a:spcPts val="0"/>
              </a:spcBef>
              <a:buNone/>
            </a:pPr>
            <a:r>
              <a:t>Inserir Seção</a:t>
            </a:r>
          </a:p>
        </p:txBody>
      </p:sp>
      <p:sp>
        <p:nvSpPr>
          <p:cNvPr id="73" name="Espaço Reservado para Texto 6">
            <a:extLst xmlns:a="http://schemas.openxmlformats.org/drawingml/2006/main">
              <a:ext uri="{FF2B5EF4-FFF2-40B4-BE49-F238E27FC236}">
                <a16:creationId xmlns:a16="http://schemas.microsoft.com/office/drawing/2014/main" id="{0A91C08B-11B6-4949-955F-D55D9CBDCDD4}"/>
              </a:ext>
            </a:extLst>
          </p:cNvPr>
          <p:cNvSpPr>
            <a:spLocks xmlns:a="http://schemas.openxmlformats.org/drawingml/2006/main" noGrp="1"/>
          </p:cNvSpPr>
          <p:nvPr>
            <p:ph type="body" idx="19" hasCustomPrompt="1"/>
          </p:nvPr>
        </p:nvSpPr>
        <p:spPr>
          <a:xfrm xmlns:a="http://schemas.openxmlformats.org/drawingml/2006/main">
            <a:off x="2551077" y="1782876"/>
            <a:ext cx="3938623" cy="338554"/>
          </a:xfrm>
          <a:prstGeom xmlns:a="http://schemas.openxmlformats.org/drawingml/2006/main" prst="rect">
            <a:avLst/>
          </a:prstGeom>
        </p:spPr>
        <p:txBody>
          <a:bodyPr xmlns:a="http://schemas.openxmlformats.org/drawingml/2006/main" vert="horz" lIns="0" tIns="45720" rIns="91440" bIns="45720" anchor="t">
            <a:noAutofit/>
          </a:bodyPr>
          <a:lstStyle xmlns:a="http://schemas.openxmlformats.org/drawingml/2006/main">
            <a:lvl1pPr algn="l">
              <a:buNone/>
              <a:defRPr sz="1800" b="0">
                <a:solidFill>
                  <a:schemeClr val="accent3">
                    <a:lumMod val="20000"/>
                    <a:lumOff val="80000"/>
                  </a:schemeClr>
                </a:solidFill>
                <a:latin typeface="+mj-lt"/>
                <a:ea typeface="+mj-lt"/>
                <a:cs typeface="+mj-lt"/>
              </a:defRPr>
            </a:lvl1pPr>
          </a:lstStyle>
          <a:p xmlns:a="http://schemas.openxmlformats.org/drawingml/2006/main">
            <a:pPr lvl="0">
              <a:lnSpc>
                <a:spcPct val="100000"/>
              </a:lnSpc>
              <a:spcBef>
                <a:spcPts val="0"/>
              </a:spcBef>
              <a:buNone/>
            </a:pPr>
            <a:r>
              <a:t>Inserir Seção</a:t>
            </a:r>
          </a:p>
        </p:txBody>
      </p:sp>
      <p:sp>
        <p:nvSpPr>
          <p:cNvPr id="75" name="Espaço Reservado para Texto 6">
            <a:extLst xmlns:a="http://schemas.openxmlformats.org/drawingml/2006/main">
              <a:ext uri="{FF2B5EF4-FFF2-40B4-BE49-F238E27FC236}">
                <a16:creationId xmlns:a16="http://schemas.microsoft.com/office/drawing/2014/main" id="{55260DBC-11EE-4FC0-8B7C-0A2E6E95D846}"/>
              </a:ext>
            </a:extLst>
          </p:cNvPr>
          <p:cNvSpPr>
            <a:spLocks xmlns:a="http://schemas.openxmlformats.org/drawingml/2006/main" noGrp="1"/>
          </p:cNvSpPr>
          <p:nvPr>
            <p:ph type="body" idx="21" hasCustomPrompt="1"/>
          </p:nvPr>
        </p:nvSpPr>
        <p:spPr>
          <a:xfrm xmlns:a="http://schemas.openxmlformats.org/drawingml/2006/main">
            <a:off x="2551077" y="2410134"/>
            <a:ext cx="3938623" cy="338554"/>
          </a:xfrm>
          <a:prstGeom xmlns:a="http://schemas.openxmlformats.org/drawingml/2006/main" prst="rect">
            <a:avLst/>
          </a:prstGeom>
        </p:spPr>
        <p:txBody>
          <a:bodyPr xmlns:a="http://schemas.openxmlformats.org/drawingml/2006/main" vert="horz" lIns="0" tIns="45720" rIns="91440" bIns="45720" anchor="t">
            <a:noAutofit/>
          </a:bodyPr>
          <a:lstStyle xmlns:a="http://schemas.openxmlformats.org/drawingml/2006/main">
            <a:lvl1pPr algn="l">
              <a:buNone/>
              <a:defRPr sz="1800" b="0">
                <a:solidFill>
                  <a:schemeClr val="accent3">
                    <a:lumMod val="20000"/>
                    <a:lumOff val="80000"/>
                  </a:schemeClr>
                </a:solidFill>
                <a:latin typeface="+mj-lt"/>
                <a:ea typeface="+mj-lt"/>
                <a:cs typeface="+mj-lt"/>
              </a:defRPr>
            </a:lvl1pPr>
          </a:lstStyle>
          <a:p xmlns:a="http://schemas.openxmlformats.org/drawingml/2006/main">
            <a:pPr lvl="0">
              <a:lnSpc>
                <a:spcPct val="100000"/>
              </a:lnSpc>
              <a:spcBef>
                <a:spcPts val="0"/>
              </a:spcBef>
              <a:buNone/>
            </a:pPr>
            <a:r>
              <a:t>Inserir Seção</a:t>
            </a:r>
          </a:p>
        </p:txBody>
      </p:sp>
      <p:sp>
        <p:nvSpPr>
          <p:cNvPr id="77" name="Espaço Reservado para Texto 6">
            <a:extLst xmlns:a="http://schemas.openxmlformats.org/drawingml/2006/main">
              <a:ext uri="{FF2B5EF4-FFF2-40B4-BE49-F238E27FC236}">
                <a16:creationId xmlns:a16="http://schemas.microsoft.com/office/drawing/2014/main" id="{91B87D7C-F3BF-4C21-A351-A0BDE3AC1780}"/>
              </a:ext>
            </a:extLst>
          </p:cNvPr>
          <p:cNvSpPr>
            <a:spLocks xmlns:a="http://schemas.openxmlformats.org/drawingml/2006/main" noGrp="1"/>
          </p:cNvSpPr>
          <p:nvPr>
            <p:ph type="body" idx="23" hasCustomPrompt="1"/>
          </p:nvPr>
        </p:nvSpPr>
        <p:spPr>
          <a:xfrm xmlns:a="http://schemas.openxmlformats.org/drawingml/2006/main">
            <a:off x="2551077" y="3664650"/>
            <a:ext cx="3938623" cy="338554"/>
          </a:xfrm>
          <a:prstGeom xmlns:a="http://schemas.openxmlformats.org/drawingml/2006/main" prst="rect">
            <a:avLst/>
          </a:prstGeom>
        </p:spPr>
        <p:txBody>
          <a:bodyPr xmlns:a="http://schemas.openxmlformats.org/drawingml/2006/main" vert="horz" lIns="0" tIns="45720" rIns="91440" bIns="45720" anchor="t">
            <a:noAutofit/>
          </a:bodyPr>
          <a:lstStyle xmlns:a="http://schemas.openxmlformats.org/drawingml/2006/main">
            <a:lvl1pPr algn="l">
              <a:buNone/>
              <a:defRPr sz="1800" b="0">
                <a:solidFill>
                  <a:schemeClr val="accent3">
                    <a:lumMod val="20000"/>
                    <a:lumOff val="80000"/>
                  </a:schemeClr>
                </a:solidFill>
                <a:latin typeface="+mj-lt"/>
                <a:ea typeface="+mj-lt"/>
                <a:cs typeface="+mj-lt"/>
              </a:defRPr>
            </a:lvl1pPr>
          </a:lstStyle>
          <a:p xmlns:a="http://schemas.openxmlformats.org/drawingml/2006/main">
            <a:pPr lvl="0">
              <a:lnSpc>
                <a:spcPct val="100000"/>
              </a:lnSpc>
              <a:spcBef>
                <a:spcPts val="0"/>
              </a:spcBef>
              <a:buNone/>
            </a:pPr>
            <a:r>
              <a:t>Inserir Seção</a:t>
            </a:r>
          </a:p>
        </p:txBody>
      </p:sp>
      <p:sp>
        <p:nvSpPr>
          <p:cNvPr id="79" name="Espaço Reservado para Texto 6">
            <a:extLst xmlns:a="http://schemas.openxmlformats.org/drawingml/2006/main">
              <a:ext uri="{FF2B5EF4-FFF2-40B4-BE49-F238E27FC236}">
                <a16:creationId xmlns:a16="http://schemas.microsoft.com/office/drawing/2014/main" id="{DBE90486-65C0-4DE3-B772-E75BDCB11A71}"/>
              </a:ext>
            </a:extLst>
          </p:cNvPr>
          <p:cNvSpPr>
            <a:spLocks xmlns:a="http://schemas.openxmlformats.org/drawingml/2006/main" noGrp="1"/>
          </p:cNvSpPr>
          <p:nvPr>
            <p:ph type="body" idx="25" hasCustomPrompt="1"/>
          </p:nvPr>
        </p:nvSpPr>
        <p:spPr>
          <a:xfrm xmlns:a="http://schemas.openxmlformats.org/drawingml/2006/main">
            <a:off x="2551077" y="4919166"/>
            <a:ext cx="3938623" cy="338554"/>
          </a:xfrm>
          <a:prstGeom xmlns:a="http://schemas.openxmlformats.org/drawingml/2006/main" prst="rect">
            <a:avLst/>
          </a:prstGeom>
        </p:spPr>
        <p:txBody>
          <a:bodyPr xmlns:a="http://schemas.openxmlformats.org/drawingml/2006/main" vert="horz" lIns="0" tIns="45720" rIns="91440" bIns="45720" anchor="t">
            <a:noAutofit/>
          </a:bodyPr>
          <a:lstStyle xmlns:a="http://schemas.openxmlformats.org/drawingml/2006/main">
            <a:lvl1pPr algn="l">
              <a:buNone/>
              <a:defRPr sz="1800" b="0">
                <a:solidFill>
                  <a:schemeClr val="accent3">
                    <a:lumMod val="20000"/>
                    <a:lumOff val="80000"/>
                  </a:schemeClr>
                </a:solidFill>
                <a:latin typeface="+mj-lt"/>
                <a:ea typeface="+mj-lt"/>
                <a:cs typeface="+mj-lt"/>
              </a:defRPr>
            </a:lvl1pPr>
          </a:lstStyle>
          <a:p xmlns:a="http://schemas.openxmlformats.org/drawingml/2006/main">
            <a:pPr lvl="0">
              <a:lnSpc>
                <a:spcPct val="100000"/>
              </a:lnSpc>
              <a:spcBef>
                <a:spcPts val="0"/>
              </a:spcBef>
              <a:buNone/>
            </a:pPr>
            <a:r>
              <a:t>Inserir Seção</a:t>
            </a:r>
          </a:p>
        </p:txBody>
      </p:sp>
      <p:sp>
        <p:nvSpPr>
          <p:cNvPr id="82" name="Espaço Reservado para Texto 6">
            <a:extLst xmlns:a="http://schemas.openxmlformats.org/drawingml/2006/main">
              <a:ext uri="{FF2B5EF4-FFF2-40B4-BE49-F238E27FC236}">
                <a16:creationId xmlns:a16="http://schemas.microsoft.com/office/drawing/2014/main" id="{55F89238-ABFA-4DE5-BEEE-C9A02D0C172F}"/>
              </a:ext>
            </a:extLst>
          </p:cNvPr>
          <p:cNvSpPr>
            <a:spLocks xmlns:a="http://schemas.openxmlformats.org/drawingml/2006/main" noGrp="1"/>
          </p:cNvSpPr>
          <p:nvPr>
            <p:ph type="body" idx="27" hasCustomPrompt="1"/>
          </p:nvPr>
        </p:nvSpPr>
        <p:spPr>
          <a:xfrm xmlns:a="http://schemas.openxmlformats.org/drawingml/2006/main">
            <a:off x="2551077" y="6173682"/>
            <a:ext cx="3938623" cy="338554"/>
          </a:xfrm>
          <a:prstGeom xmlns:a="http://schemas.openxmlformats.org/drawingml/2006/main" prst="rect">
            <a:avLst/>
          </a:prstGeom>
        </p:spPr>
        <p:txBody>
          <a:bodyPr xmlns:a="http://schemas.openxmlformats.org/drawingml/2006/main" vert="horz" lIns="0" tIns="45720" rIns="91440" bIns="45720" anchor="t">
            <a:noAutofit/>
          </a:bodyPr>
          <a:lstStyle xmlns:a="http://schemas.openxmlformats.org/drawingml/2006/main">
            <a:lvl1pPr algn="l">
              <a:buNone/>
              <a:defRPr sz="1800" b="0">
                <a:solidFill>
                  <a:schemeClr val="accent3">
                    <a:lumMod val="20000"/>
                    <a:lumOff val="80000"/>
                  </a:schemeClr>
                </a:solidFill>
                <a:latin typeface="+mj-lt"/>
                <a:ea typeface="+mj-lt"/>
                <a:cs typeface="+mj-lt"/>
              </a:defRPr>
            </a:lvl1pPr>
          </a:lstStyle>
          <a:p xmlns:a="http://schemas.openxmlformats.org/drawingml/2006/main">
            <a:pPr lvl="0">
              <a:lnSpc>
                <a:spcPct val="100000"/>
              </a:lnSpc>
              <a:spcBef>
                <a:spcPts val="0"/>
              </a:spcBef>
              <a:buNone/>
            </a:pPr>
            <a:r>
              <a:t>Inserir Seção</a:t>
            </a:r>
          </a:p>
        </p:txBody>
      </p:sp>
      <p:sp>
        <p:nvSpPr>
          <p:cNvPr id="86" name="CaixaDeTexto 9">
            <a:extLst xmlns:a="http://schemas.openxmlformats.org/drawingml/2006/main">
              <a:ext uri="{FF2B5EF4-FFF2-40B4-BE49-F238E27FC236}">
                <a16:creationId xmlns:a16="http://schemas.microsoft.com/office/drawing/2014/main" id="{50BF8A2C-093E-471E-8719-A576D404CF14}"/>
              </a:ext>
            </a:extLst>
          </p:cNvPr>
          <p:cNvSpPr>
            <a:spLocks xmlns:a="http://schemas.openxmlformats.org/drawingml/2006/main" noGrp="1"/>
          </p:cNvSpPr>
          <p:nvPr/>
        </p:nvSpPr>
        <p:spPr>
          <a:xfrm xmlns:a="http://schemas.openxmlformats.org/drawingml/2006/main">
            <a:off x="6328029" y="9584374"/>
            <a:ext cx="148017" cy="127755"/>
          </a:xfrm>
          <a:prstGeom xmlns:a="http://schemas.openxmlformats.org/drawingml/2006/main" prst="rect">
            <a:avLst/>
          </a:prstGeom>
        </p:spPr>
        <p:txBody>
          <a:bodyPr xmlns:a="http://schemas.openxmlformats.org/drawingml/2006/main" vert="horz" wrap="square" lIns="0" tIns="25718" rIns="0" bIns="25718" anchor="ctr"/>
          <a:lstStyle xmlns:a="http://schemas.openxmlformats.org/drawingml/2006/main">
            <a:lvl1pPr algn="r">
              <a:buNone/>
              <a:defRPr sz="900" b="1">
                <a:solidFill>
                  <a:srgbClr val="606163"/>
                </a:solidFill>
              </a:defRPr>
            </a:lvl1pPr>
          </a:lstStyle>
          <a:p xmlns:a="http://schemas.openxmlformats.org/drawingml/2006/main">
            <a:pPr lvl="0" algn="ctr">
              <a:buNone/>
            </a:pPr>
            <a:fld id="{9B9BAEC2-C893-4510-BAEC-A634F6DBFF95}" type="slidenum">
              <a:rPr sz="800" b="0">
                <a:solidFill>
                  <a:schemeClr val="accent3">
                    <a:lumMod val="20000"/>
                    <a:lumOff val="80000"/>
                  </a:schemeClr>
                </a:solidFill>
                <a:latin typeface="Roboto"/>
                <a:ea typeface="Roboto"/>
                <a:cs typeface="Roboto"/>
              </a:rPr>
              <a:t>‹#›</a:t>
            </a:fld>
            <a:endParaRPr sz="800" b="0">
              <a:solidFill>
                <a:schemeClr val="accent3">
                  <a:lumMod val="20000"/>
                  <a:lumOff val="80000"/>
                </a:schemeClr>
              </a:solidFill>
              <a:latin typeface="Roboto"/>
              <a:ea typeface="Roboto"/>
              <a:cs typeface="Roboto"/>
            </a:endParaRPr>
          </a:p>
        </p:txBody>
      </p:sp>
      <p:pic>
        <p:nvPicPr>
          <p:cNvPr id="98" name="Picture 3"/>
          <p:cNvPicPr>
            <a:picLocks xmlns:a="http://schemas.openxmlformats.org/drawingml/2006/main" noChangeAspect="1"/>
          </p:cNvPicPr>
          <p:nvPr/>
        </p:nvPicPr>
        <p:blipFill>
          <a:blip xmlns:r="http://schemas.openxmlformats.org/officeDocument/2006/relationships" xmlns:a="http://schemas.openxmlformats.org/drawingml/2006/main" r:embed="R115ebdf5ef9a4c9b"/>
          <a:srcRect xmlns:a="http://schemas.openxmlformats.org/drawingml/2006/main" l="21588" t="857" r="51562" b="0"/>
          <a:stretch xmlns:a="http://schemas.openxmlformats.org/drawingml/2006/main">
            <a:fillRect l="0" t="0" r="0" b="0"/>
          </a:stretch>
        </p:blipFill>
        <p:spPr>
          <a:xfrm xmlns:a="http://schemas.openxmlformats.org/drawingml/2006/main">
            <a:off x="368301" y="0"/>
            <a:ext cx="1795196" cy="9906000"/>
          </a:xfrm>
        </p:spPr>
      </p:pic>
      <p:sp>
        <p:nvSpPr>
          <p:cNvPr id="7" name="Espaço Reservado para Texto 6">
            <a:extLst xmlns:a="http://schemas.openxmlformats.org/drawingml/2006/main">
              <a:ext uri="{FF2B5EF4-FFF2-40B4-BE49-F238E27FC236}">
                <a16:creationId xmlns:a16="http://schemas.microsoft.com/office/drawing/2014/main" id="{CFE9CEAD-420B-5563-57CB-B4D7B7C51F88}"/>
              </a:ext>
            </a:extLst>
          </p:cNvPr>
          <p:cNvSpPr>
            <a:spLocks xmlns:a="http://schemas.openxmlformats.org/drawingml/2006/main" noGrp="1"/>
          </p:cNvSpPr>
          <p:nvPr>
            <p:ph type="body" idx="28" hasCustomPrompt="1"/>
          </p:nvPr>
        </p:nvSpPr>
        <p:spPr>
          <a:xfrm xmlns:a="http://schemas.openxmlformats.org/drawingml/2006/main">
            <a:off x="2551077" y="3037392"/>
            <a:ext cx="3938623" cy="338554"/>
          </a:xfrm>
          <a:prstGeom xmlns:a="http://schemas.openxmlformats.org/drawingml/2006/main" prst="rect">
            <a:avLst/>
          </a:prstGeom>
        </p:spPr>
        <p:txBody>
          <a:bodyPr xmlns:a="http://schemas.openxmlformats.org/drawingml/2006/main" vert="horz" lIns="0" tIns="45720" rIns="91440" bIns="45720" anchor="t">
            <a:noAutofit/>
          </a:bodyPr>
          <a:lstStyle xmlns:a="http://schemas.openxmlformats.org/drawingml/2006/main">
            <a:lvl1pPr algn="l">
              <a:buNone/>
              <a:defRPr sz="1800" b="0">
                <a:solidFill>
                  <a:schemeClr val="accent3">
                    <a:lumMod val="20000"/>
                    <a:lumOff val="80000"/>
                  </a:schemeClr>
                </a:solidFill>
                <a:latin typeface="+mj-lt"/>
                <a:ea typeface="+mj-lt"/>
                <a:cs typeface="+mj-lt"/>
              </a:defRPr>
            </a:lvl1pPr>
          </a:lstStyle>
          <a:p xmlns:a="http://schemas.openxmlformats.org/drawingml/2006/main">
            <a:pPr lvl="0">
              <a:lnSpc>
                <a:spcPct val="100000"/>
              </a:lnSpc>
              <a:spcBef>
                <a:spcPts val="0"/>
              </a:spcBef>
              <a:buNone/>
            </a:pPr>
            <a:r>
              <a:t>Inserir Seção</a:t>
            </a:r>
          </a:p>
        </p:txBody>
      </p:sp>
      <p:sp>
        <p:nvSpPr>
          <p:cNvPr id="8" name="Espaço Reservado para Texto 6">
            <a:extLst xmlns:a="http://schemas.openxmlformats.org/drawingml/2006/main">
              <a:ext uri="{FF2B5EF4-FFF2-40B4-BE49-F238E27FC236}">
                <a16:creationId xmlns:a16="http://schemas.microsoft.com/office/drawing/2014/main" id="{645A7C54-0B59-5D9B-B09A-62731B982251}"/>
              </a:ext>
            </a:extLst>
          </p:cNvPr>
          <p:cNvSpPr>
            <a:spLocks xmlns:a="http://schemas.openxmlformats.org/drawingml/2006/main" noGrp="1"/>
          </p:cNvSpPr>
          <p:nvPr>
            <p:ph type="body" idx="29" hasCustomPrompt="1"/>
          </p:nvPr>
        </p:nvSpPr>
        <p:spPr>
          <a:xfrm xmlns:a="http://schemas.openxmlformats.org/drawingml/2006/main">
            <a:off x="2551077" y="4291908"/>
            <a:ext cx="3938623" cy="338554"/>
          </a:xfrm>
          <a:prstGeom xmlns:a="http://schemas.openxmlformats.org/drawingml/2006/main" prst="rect">
            <a:avLst/>
          </a:prstGeom>
        </p:spPr>
        <p:txBody>
          <a:bodyPr xmlns:a="http://schemas.openxmlformats.org/drawingml/2006/main" vert="horz" lIns="0" tIns="45720" rIns="91440" bIns="45720" anchor="t">
            <a:noAutofit/>
          </a:bodyPr>
          <a:lstStyle xmlns:a="http://schemas.openxmlformats.org/drawingml/2006/main">
            <a:lvl1pPr algn="l">
              <a:buNone/>
              <a:defRPr sz="1800" b="0">
                <a:solidFill>
                  <a:schemeClr val="accent3">
                    <a:lumMod val="20000"/>
                    <a:lumOff val="80000"/>
                  </a:schemeClr>
                </a:solidFill>
                <a:latin typeface="+mj-lt"/>
                <a:ea typeface="+mj-lt"/>
                <a:cs typeface="+mj-lt"/>
              </a:defRPr>
            </a:lvl1pPr>
          </a:lstStyle>
          <a:p xmlns:a="http://schemas.openxmlformats.org/drawingml/2006/main">
            <a:pPr lvl="0">
              <a:lnSpc>
                <a:spcPct val="100000"/>
              </a:lnSpc>
              <a:spcBef>
                <a:spcPts val="0"/>
              </a:spcBef>
              <a:buNone/>
            </a:pPr>
            <a:r>
              <a:t>Inserir Seção</a:t>
            </a:r>
          </a:p>
        </p:txBody>
      </p:sp>
      <p:sp>
        <p:nvSpPr>
          <p:cNvPr id="9" name="Espaço Reservado para Texto 6">
            <a:extLst xmlns:a="http://schemas.openxmlformats.org/drawingml/2006/main">
              <a:ext uri="{FF2B5EF4-FFF2-40B4-BE49-F238E27FC236}">
                <a16:creationId xmlns:a16="http://schemas.microsoft.com/office/drawing/2014/main" id="{37A1B30C-630D-8100-D0C9-9E9B408CBC96}"/>
              </a:ext>
            </a:extLst>
          </p:cNvPr>
          <p:cNvSpPr>
            <a:spLocks xmlns:a="http://schemas.openxmlformats.org/drawingml/2006/main" noGrp="1"/>
          </p:cNvSpPr>
          <p:nvPr>
            <p:ph type="body" idx="30" hasCustomPrompt="1"/>
          </p:nvPr>
        </p:nvSpPr>
        <p:spPr>
          <a:xfrm xmlns:a="http://schemas.openxmlformats.org/drawingml/2006/main">
            <a:off x="2551077" y="5546424"/>
            <a:ext cx="3938623" cy="338554"/>
          </a:xfrm>
          <a:prstGeom xmlns:a="http://schemas.openxmlformats.org/drawingml/2006/main" prst="rect">
            <a:avLst/>
          </a:prstGeom>
        </p:spPr>
        <p:txBody>
          <a:bodyPr xmlns:a="http://schemas.openxmlformats.org/drawingml/2006/main" vert="horz" lIns="0" tIns="45720" rIns="91440" bIns="45720" anchor="t">
            <a:noAutofit/>
          </a:bodyPr>
          <a:lstStyle xmlns:a="http://schemas.openxmlformats.org/drawingml/2006/main">
            <a:lvl1pPr algn="l">
              <a:buNone/>
              <a:defRPr sz="1800" b="0">
                <a:solidFill>
                  <a:schemeClr val="accent3">
                    <a:lumMod val="20000"/>
                    <a:lumOff val="80000"/>
                  </a:schemeClr>
                </a:solidFill>
                <a:latin typeface="+mj-lt"/>
                <a:ea typeface="+mj-lt"/>
                <a:cs typeface="+mj-lt"/>
              </a:defRPr>
            </a:lvl1pPr>
          </a:lstStyle>
          <a:p xmlns:a="http://schemas.openxmlformats.org/drawingml/2006/main">
            <a:pPr lvl="0">
              <a:lnSpc>
                <a:spcPct val="100000"/>
              </a:lnSpc>
              <a:spcBef>
                <a:spcPts val="0"/>
              </a:spcBef>
              <a:buNone/>
            </a:pPr>
            <a:r>
              <a:t>Inserir Seção</a:t>
            </a:r>
          </a:p>
        </p:txBody>
      </p:sp>
      <p:sp>
        <p:nvSpPr>
          <p:cNvPr id="10" name="Espaço Reservado para Texto 6">
            <a:extLst xmlns:a="http://schemas.openxmlformats.org/drawingml/2006/main">
              <a:ext uri="{FF2B5EF4-FFF2-40B4-BE49-F238E27FC236}">
                <a16:creationId xmlns:a16="http://schemas.microsoft.com/office/drawing/2014/main" id="{F723D90D-8A43-92DE-5129-C456EC542509}"/>
              </a:ext>
            </a:extLst>
          </p:cNvPr>
          <p:cNvSpPr>
            <a:spLocks xmlns:a="http://schemas.openxmlformats.org/drawingml/2006/main" noGrp="1"/>
          </p:cNvSpPr>
          <p:nvPr>
            <p:ph type="body" idx="31" hasCustomPrompt="1"/>
          </p:nvPr>
        </p:nvSpPr>
        <p:spPr>
          <a:xfrm xmlns:a="http://schemas.openxmlformats.org/drawingml/2006/main">
            <a:off x="2551077" y="6800940"/>
            <a:ext cx="3938623" cy="338554"/>
          </a:xfrm>
          <a:prstGeom xmlns:a="http://schemas.openxmlformats.org/drawingml/2006/main" prst="rect">
            <a:avLst/>
          </a:prstGeom>
        </p:spPr>
        <p:txBody>
          <a:bodyPr xmlns:a="http://schemas.openxmlformats.org/drawingml/2006/main" vert="horz" lIns="0" tIns="45720" rIns="91440" bIns="45720" anchor="t">
            <a:noAutofit/>
          </a:bodyPr>
          <a:lstStyle xmlns:a="http://schemas.openxmlformats.org/drawingml/2006/main">
            <a:lvl1pPr algn="l">
              <a:buNone/>
              <a:defRPr sz="1800" b="0">
                <a:solidFill>
                  <a:schemeClr val="accent3">
                    <a:lumMod val="20000"/>
                    <a:lumOff val="80000"/>
                  </a:schemeClr>
                </a:solidFill>
                <a:latin typeface="+mj-lt"/>
                <a:ea typeface="+mj-lt"/>
                <a:cs typeface="+mj-lt"/>
              </a:defRPr>
            </a:lvl1pPr>
          </a:lstStyle>
          <a:p xmlns:a="http://schemas.openxmlformats.org/drawingml/2006/main">
            <a:pPr lvl="0">
              <a:lnSpc>
                <a:spcPct val="100000"/>
              </a:lnSpc>
              <a:spcBef>
                <a:spcPts val="0"/>
              </a:spcBef>
              <a:buNone/>
            </a:pPr>
            <a:r>
              <a:t>Inserir Seção</a:t>
            </a:r>
          </a:p>
        </p:txBody>
      </p:sp>
      <p:sp>
        <p:nvSpPr>
          <p:cNvPr id="12" name="Espaço Reservado para Texto 6">
            <a:extLst xmlns:a="http://schemas.openxmlformats.org/drawingml/2006/main">
              <a:ext uri="{FF2B5EF4-FFF2-40B4-BE49-F238E27FC236}">
                <a16:creationId xmlns:a16="http://schemas.microsoft.com/office/drawing/2014/main" id="{01DC6775-BC08-63E6-440D-8591AFAF77A2}"/>
              </a:ext>
            </a:extLst>
          </p:cNvPr>
          <p:cNvSpPr>
            <a:spLocks xmlns:a="http://schemas.openxmlformats.org/drawingml/2006/main" noGrp="1"/>
          </p:cNvSpPr>
          <p:nvPr>
            <p:ph type="body" idx="32" hasCustomPrompt="1"/>
          </p:nvPr>
        </p:nvSpPr>
        <p:spPr>
          <a:xfrm xmlns:a="http://schemas.openxmlformats.org/drawingml/2006/main">
            <a:off x="2551077" y="7428198"/>
            <a:ext cx="3938623" cy="338554"/>
          </a:xfrm>
          <a:prstGeom xmlns:a="http://schemas.openxmlformats.org/drawingml/2006/main" prst="rect">
            <a:avLst/>
          </a:prstGeom>
        </p:spPr>
        <p:txBody>
          <a:bodyPr xmlns:a="http://schemas.openxmlformats.org/drawingml/2006/main" vert="horz" lIns="0" tIns="45720" rIns="91440" bIns="45720" anchor="t">
            <a:noAutofit/>
          </a:bodyPr>
          <a:lstStyle xmlns:a="http://schemas.openxmlformats.org/drawingml/2006/main">
            <a:lvl1pPr algn="l">
              <a:buNone/>
              <a:defRPr sz="1800" b="0">
                <a:solidFill>
                  <a:schemeClr val="accent3">
                    <a:lumMod val="20000"/>
                    <a:lumOff val="80000"/>
                  </a:schemeClr>
                </a:solidFill>
                <a:latin typeface="+mj-lt"/>
                <a:ea typeface="+mj-lt"/>
                <a:cs typeface="+mj-lt"/>
              </a:defRPr>
            </a:lvl1pPr>
          </a:lstStyle>
          <a:p xmlns:a="http://schemas.openxmlformats.org/drawingml/2006/main">
            <a:pPr lvl="0">
              <a:lnSpc>
                <a:spcPct val="100000"/>
              </a:lnSpc>
              <a:spcBef>
                <a:spcPts val="0"/>
              </a:spcBef>
              <a:buNone/>
            </a:pPr>
            <a:r>
              <a:t>Inserir Seção</a:t>
            </a:r>
          </a:p>
        </p:txBody>
      </p:sp>
      <p:sp>
        <p:nvSpPr>
          <p:cNvPr id="13" name="Espaço Reservado para Texto 6">
            <a:extLst xmlns:a="http://schemas.openxmlformats.org/drawingml/2006/main">
              <a:ext uri="{FF2B5EF4-FFF2-40B4-BE49-F238E27FC236}">
                <a16:creationId xmlns:a16="http://schemas.microsoft.com/office/drawing/2014/main" id="{668237A1-2B6F-F911-F1DF-17F0486A74F5}"/>
              </a:ext>
            </a:extLst>
          </p:cNvPr>
          <p:cNvSpPr>
            <a:spLocks xmlns:a="http://schemas.openxmlformats.org/drawingml/2006/main" noGrp="1"/>
          </p:cNvSpPr>
          <p:nvPr>
            <p:ph type="body" idx="33" hasCustomPrompt="1"/>
          </p:nvPr>
        </p:nvSpPr>
        <p:spPr>
          <a:xfrm xmlns:a="http://schemas.openxmlformats.org/drawingml/2006/main">
            <a:off x="2551077" y="8055456"/>
            <a:ext cx="3938623" cy="338554"/>
          </a:xfrm>
          <a:prstGeom xmlns:a="http://schemas.openxmlformats.org/drawingml/2006/main" prst="rect">
            <a:avLst/>
          </a:prstGeom>
        </p:spPr>
        <p:txBody>
          <a:bodyPr xmlns:a="http://schemas.openxmlformats.org/drawingml/2006/main" vert="horz" lIns="0" tIns="45720" rIns="91440" bIns="45720" anchor="t">
            <a:noAutofit/>
          </a:bodyPr>
          <a:lstStyle xmlns:a="http://schemas.openxmlformats.org/drawingml/2006/main">
            <a:lvl1pPr algn="l">
              <a:buNone/>
              <a:defRPr sz="1800" b="0">
                <a:solidFill>
                  <a:schemeClr val="accent3">
                    <a:lumMod val="20000"/>
                    <a:lumOff val="80000"/>
                  </a:schemeClr>
                </a:solidFill>
                <a:latin typeface="+mj-lt"/>
                <a:ea typeface="+mj-lt"/>
                <a:cs typeface="+mj-lt"/>
              </a:defRPr>
            </a:lvl1pPr>
          </a:lstStyle>
          <a:p xmlns:a="http://schemas.openxmlformats.org/drawingml/2006/main">
            <a:pPr lvl="0">
              <a:lnSpc>
                <a:spcPct val="100000"/>
              </a:lnSpc>
              <a:spcBef>
                <a:spcPts val="0"/>
              </a:spcBef>
              <a:buNone/>
            </a:pPr>
            <a:r>
              <a:t>Inserir Seção</a:t>
            </a:r>
          </a:p>
        </p:txBody>
      </p:sp>
      <p:sp>
        <p:nvSpPr>
          <p:cNvPr id="14" name="Espaço Reservado para Texto 6">
            <a:extLst xmlns:a="http://schemas.openxmlformats.org/drawingml/2006/main">
              <a:ext uri="{FF2B5EF4-FFF2-40B4-BE49-F238E27FC236}">
                <a16:creationId xmlns:a16="http://schemas.microsoft.com/office/drawing/2014/main" id="{6B97FB10-D036-3D81-1643-EDAA0BE12ECC}"/>
              </a:ext>
            </a:extLst>
          </p:cNvPr>
          <p:cNvSpPr>
            <a:spLocks xmlns:a="http://schemas.openxmlformats.org/drawingml/2006/main" noGrp="1"/>
          </p:cNvSpPr>
          <p:nvPr>
            <p:ph type="body" idx="34" hasCustomPrompt="1"/>
          </p:nvPr>
        </p:nvSpPr>
        <p:spPr>
          <a:xfrm xmlns:a="http://schemas.openxmlformats.org/drawingml/2006/main">
            <a:off x="2551077" y="8682716"/>
            <a:ext cx="3938623" cy="338554"/>
          </a:xfrm>
          <a:prstGeom xmlns:a="http://schemas.openxmlformats.org/drawingml/2006/main" prst="rect">
            <a:avLst/>
          </a:prstGeom>
        </p:spPr>
        <p:txBody>
          <a:bodyPr xmlns:a="http://schemas.openxmlformats.org/drawingml/2006/main" vert="horz" lIns="0" tIns="45720" rIns="91440" bIns="45720" anchor="t">
            <a:noAutofit/>
          </a:bodyPr>
          <a:lstStyle xmlns:a="http://schemas.openxmlformats.org/drawingml/2006/main">
            <a:lvl1pPr algn="l">
              <a:buNone/>
              <a:defRPr sz="1800" b="0">
                <a:solidFill>
                  <a:schemeClr val="accent3">
                    <a:lumMod val="20000"/>
                    <a:lumOff val="80000"/>
                  </a:schemeClr>
                </a:solidFill>
                <a:latin typeface="+mj-lt"/>
                <a:ea typeface="+mj-lt"/>
                <a:cs typeface="+mj-lt"/>
              </a:defRPr>
            </a:lvl1pPr>
          </a:lstStyle>
          <a:p xmlns:a="http://schemas.openxmlformats.org/drawingml/2006/main">
            <a:pPr lvl="0">
              <a:lnSpc>
                <a:spcPct val="100000"/>
              </a:lnSpc>
              <a:spcBef>
                <a:spcPts val="0"/>
              </a:spcBef>
              <a:buNone/>
            </a:pPr>
            <a:r>
              <a:t>Inserir Seção</a:t>
            </a:r>
          </a:p>
        </p:txBody>
      </p:sp>
    </p:spTree>
  </p:cSld>
</p:sldLayout>
</file>

<file path=ppt/slideLayouts/slideLayout9.xml><?xml version="1.0" encoding="utf-8"?>
<p:sldLayout xmlns:p="http://schemas.openxmlformats.org/presentationml/2006/main" preserve="1" userDrawn="1">
  <p:cSld name="1_Divisória">
    <p:bg>
      <p:bgPr>
        <a:solidFill xmlns:a="http://schemas.openxmlformats.org/drawingml/2006/main">
          <a:schemeClr val="bg1"/>
        </a:solidFill>
      </p:bgPr>
    </p:bg>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CBE99EC5-C1F7-8DBE-7E0C-10982BC6E1DC}"/>
              </a:ext>
            </a:extLst>
          </p:cNvPr>
          <p:cNvSpPr>
            <a:spLocks xmlns:a="http://schemas.openxmlformats.org/drawingml/2006/main" noGrp="1"/>
          </p:cNvSpPr>
          <p:nvPr/>
        </p:nvSpPr>
        <p:spPr>
          <a:xfrm xmlns:a="http://schemas.openxmlformats.org/drawingml/2006/main">
            <a:off x="-2" y="0"/>
            <a:ext cx="6877283" cy="990600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solidFill>
                <a:schemeClr val="bg1"/>
              </a:solidFill>
              <a:latin typeface="Roboto"/>
              <a:ea typeface="Roboto"/>
              <a:cs typeface="Roboto"/>
            </a:endParaRPr>
          </a:p>
        </p:txBody>
      </p:sp>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53" name="Freeform: Shape 52">
            <a:extLst xmlns:a="http://schemas.openxmlformats.org/drawingml/2006/main">
              <a:ext uri="{FF2B5EF4-FFF2-40B4-BE49-F238E27FC236}">
                <a16:creationId xmlns:a16="http://schemas.microsoft.com/office/drawing/2014/main" id="{C0D7674D-49E8-4FD1-8EE6-775A8BFD963D}"/>
              </a:ext>
            </a:extLst>
          </p:cNvPr>
          <p:cNvSpPr>
            <a:spLocks xmlns:a="http://schemas.openxmlformats.org/drawingml/2006/main" noGrp="1"/>
          </p:cNvSpPr>
          <p:nvPr/>
        </p:nvSpPr>
        <p:spPr>
          <a:xfrm xmlns:a="http://schemas.openxmlformats.org/drawingml/2006/main" rot="0" flipH="0" flipV="0">
            <a:off x="368300" y="244970"/>
            <a:ext cx="379041" cy="341910"/>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5" name="Freeform: Shape 54">
            <a:extLst xmlns:a="http://schemas.openxmlformats.org/drawingml/2006/main">
              <a:ext uri="{FF2B5EF4-FFF2-40B4-BE49-F238E27FC236}">
                <a16:creationId xmlns:a16="http://schemas.microsoft.com/office/drawing/2014/main" id="{273D17AC-608D-476F-91F6-CBDB227934BC}"/>
              </a:ext>
            </a:extLst>
          </p:cNvPr>
          <p:cNvSpPr>
            <a:spLocks xmlns:a="http://schemas.openxmlformats.org/drawingml/2006/main" noGrp="1"/>
          </p:cNvSpPr>
          <p:nvPr/>
        </p:nvSpPr>
        <p:spPr>
          <a:xfrm xmlns:a="http://schemas.openxmlformats.org/drawingml/2006/main" rot="0" flipH="0" flipV="0">
            <a:off x="818590" y="441957"/>
            <a:ext cx="53804" cy="102915"/>
          </a:xfrm>
          <a:custGeom xmlns:a="http://schemas.openxmlformats.org/drawingml/2006/main">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7" name="Freeform: Shape 56">
            <a:extLst xmlns:a="http://schemas.openxmlformats.org/drawingml/2006/main">
              <a:ext uri="{FF2B5EF4-FFF2-40B4-BE49-F238E27FC236}">
                <a16:creationId xmlns:a16="http://schemas.microsoft.com/office/drawing/2014/main" id="{89D56B08-E8EB-4273-9F75-1A42800FD143}"/>
              </a:ext>
            </a:extLst>
          </p:cNvPr>
          <p:cNvSpPr>
            <a:spLocks xmlns:a="http://schemas.openxmlformats.org/drawingml/2006/main" noGrp="1"/>
          </p:cNvSpPr>
          <p:nvPr/>
        </p:nvSpPr>
        <p:spPr>
          <a:xfrm xmlns:a="http://schemas.openxmlformats.org/drawingml/2006/main" rot="0" flipH="0" flipV="0">
            <a:off x="883542" y="441149"/>
            <a:ext cx="99669" cy="105549"/>
          </a:xfrm>
          <a:custGeom xmlns:a="http://schemas.openxmlformats.org/drawingml/2006/main">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1" name="Freeform: Shape 60">
            <a:extLst xmlns:a="http://schemas.openxmlformats.org/drawingml/2006/main">
              <a:ext uri="{FF2B5EF4-FFF2-40B4-BE49-F238E27FC236}">
                <a16:creationId xmlns:a16="http://schemas.microsoft.com/office/drawing/2014/main" id="{20671906-27FC-42C4-A9E6-35A63345C057}"/>
              </a:ext>
            </a:extLst>
          </p:cNvPr>
          <p:cNvSpPr>
            <a:spLocks xmlns:a="http://schemas.openxmlformats.org/drawingml/2006/main" noGrp="1"/>
          </p:cNvSpPr>
          <p:nvPr/>
        </p:nvSpPr>
        <p:spPr>
          <a:xfrm xmlns:a="http://schemas.openxmlformats.org/drawingml/2006/main" rot="0" flipH="0" flipV="0">
            <a:off x="1000056" y="441137"/>
            <a:ext cx="82004" cy="105552"/>
          </a:xfrm>
          <a:custGeom xmlns:a="http://schemas.openxmlformats.org/drawingml/2006/main">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2" name="Freeform: Shape 61">
            <a:extLst xmlns:a="http://schemas.openxmlformats.org/drawingml/2006/main">
              <a:ext uri="{FF2B5EF4-FFF2-40B4-BE49-F238E27FC236}">
                <a16:creationId xmlns:a16="http://schemas.microsoft.com/office/drawing/2014/main" id="{69454B6E-7FD0-4912-A22A-33AE78094B3B}"/>
              </a:ext>
            </a:extLst>
          </p:cNvPr>
          <p:cNvSpPr>
            <a:spLocks xmlns:a="http://schemas.openxmlformats.org/drawingml/2006/main" noGrp="1"/>
          </p:cNvSpPr>
          <p:nvPr/>
        </p:nvSpPr>
        <p:spPr>
          <a:xfrm xmlns:a="http://schemas.openxmlformats.org/drawingml/2006/main" rot="0" flipH="0" flipV="0">
            <a:off x="1099505" y="441149"/>
            <a:ext cx="99669" cy="105549"/>
          </a:xfrm>
          <a:custGeom xmlns:a="http://schemas.openxmlformats.org/drawingml/2006/main">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3" name="Freeform: Shape 62">
            <a:extLst xmlns:a="http://schemas.openxmlformats.org/drawingml/2006/main">
              <a:ext uri="{FF2B5EF4-FFF2-40B4-BE49-F238E27FC236}">
                <a16:creationId xmlns:a16="http://schemas.microsoft.com/office/drawing/2014/main" id="{E0AD0E05-3DF2-467D-BDF2-ED8EC44AA42A}"/>
              </a:ext>
            </a:extLst>
          </p:cNvPr>
          <p:cNvSpPr>
            <a:spLocks xmlns:a="http://schemas.openxmlformats.org/drawingml/2006/main" noGrp="1"/>
          </p:cNvSpPr>
          <p:nvPr/>
        </p:nvSpPr>
        <p:spPr>
          <a:xfrm xmlns:a="http://schemas.openxmlformats.org/drawingml/2006/main" rot="0" flipH="0" flipV="0">
            <a:off x="1218457" y="441137"/>
            <a:ext cx="84625" cy="105549"/>
          </a:xfrm>
          <a:custGeom xmlns:a="http://schemas.openxmlformats.org/drawingml/2006/main">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4" name="Freeform: Shape 63">
            <a:extLst xmlns:a="http://schemas.openxmlformats.org/drawingml/2006/main">
              <a:ext uri="{FF2B5EF4-FFF2-40B4-BE49-F238E27FC236}">
                <a16:creationId xmlns:a16="http://schemas.microsoft.com/office/drawing/2014/main" id="{6766A6D9-B62B-4E0B-8E9A-9861449C93B9}"/>
              </a:ext>
            </a:extLst>
          </p:cNvPr>
          <p:cNvSpPr>
            <a:spLocks xmlns:a="http://schemas.openxmlformats.org/drawingml/2006/main" noGrp="1"/>
          </p:cNvSpPr>
          <p:nvPr/>
        </p:nvSpPr>
        <p:spPr>
          <a:xfrm xmlns:a="http://schemas.openxmlformats.org/drawingml/2006/main" rot="0" flipH="0" flipV="0">
            <a:off x="1332729" y="441957"/>
            <a:ext cx="53803" cy="102915"/>
          </a:xfrm>
          <a:custGeom xmlns:a="http://schemas.openxmlformats.org/drawingml/2006/main">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5" name="Freeform: Shape 64">
            <a:extLst xmlns:a="http://schemas.openxmlformats.org/drawingml/2006/main">
              <a:ext uri="{FF2B5EF4-FFF2-40B4-BE49-F238E27FC236}">
                <a16:creationId xmlns:a16="http://schemas.microsoft.com/office/drawing/2014/main" id="{2449AA0B-9870-42BD-AFAC-DE917DC4535C}"/>
              </a:ext>
            </a:extLst>
          </p:cNvPr>
          <p:cNvSpPr>
            <a:spLocks xmlns:a="http://schemas.openxmlformats.org/drawingml/2006/main" noGrp="1"/>
          </p:cNvSpPr>
          <p:nvPr/>
        </p:nvSpPr>
        <p:spPr>
          <a:xfrm xmlns:a="http://schemas.openxmlformats.org/drawingml/2006/main" rot="0" flipH="0" flipV="0">
            <a:off x="1397681" y="441149"/>
            <a:ext cx="101090" cy="105549"/>
          </a:xfrm>
          <a:custGeom xmlns:a="http://schemas.openxmlformats.org/drawingml/2006/main">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6" name="Freeform: Shape 65">
            <a:extLst xmlns:a="http://schemas.openxmlformats.org/drawingml/2006/main">
              <a:ext uri="{FF2B5EF4-FFF2-40B4-BE49-F238E27FC236}">
                <a16:creationId xmlns:a16="http://schemas.microsoft.com/office/drawing/2014/main" id="{5219A594-2CF0-4BDD-8434-C0E75A7F1753}"/>
              </a:ext>
            </a:extLst>
          </p:cNvPr>
          <p:cNvSpPr>
            <a:spLocks xmlns:a="http://schemas.openxmlformats.org/drawingml/2006/main" noGrp="1"/>
          </p:cNvSpPr>
          <p:nvPr/>
        </p:nvSpPr>
        <p:spPr>
          <a:xfrm xmlns:a="http://schemas.openxmlformats.org/drawingml/2006/main" rot="0" flipH="0" flipV="0">
            <a:off x="1521288" y="402572"/>
            <a:ext cx="87296" cy="142092"/>
          </a:xfrm>
          <a:custGeom xmlns:a="http://schemas.openxmlformats.org/drawingml/2006/main">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88" name="CaixaDeTexto 9">
            <a:extLst xmlns:a="http://schemas.openxmlformats.org/drawingml/2006/main">
              <a:ext uri="{FF2B5EF4-FFF2-40B4-BE49-F238E27FC236}">
                <a16:creationId xmlns:a16="http://schemas.microsoft.com/office/drawing/2014/main" id="{2FF21D72-7D65-4AA3-AE03-41BAE5375E8C}"/>
              </a:ext>
            </a:extLst>
          </p:cNvPr>
          <p:cNvSpPr>
            <a:spLocks xmlns:a="http://schemas.openxmlformats.org/drawingml/2006/main" noGrp="1"/>
          </p:cNvSpPr>
          <p:nvPr/>
        </p:nvSpPr>
        <p:spPr>
          <a:xfrm xmlns:a="http://schemas.openxmlformats.org/drawingml/2006/main">
            <a:off x="6328029" y="9584374"/>
            <a:ext cx="148017" cy="127755"/>
          </a:xfrm>
          <a:prstGeom xmlns:a="http://schemas.openxmlformats.org/drawingml/2006/main" prst="rect">
            <a:avLst/>
          </a:prstGeom>
        </p:spPr>
        <p:txBody>
          <a:bodyPr xmlns:a="http://schemas.openxmlformats.org/drawingml/2006/main" vert="horz" wrap="square" lIns="0" tIns="25718" rIns="0" bIns="25718" anchor="ctr"/>
          <a:lstStyle xmlns:a="http://schemas.openxmlformats.org/drawingml/2006/main">
            <a:lvl1pPr algn="r">
              <a:buNone/>
              <a:defRPr sz="900" b="1">
                <a:solidFill>
                  <a:srgbClr val="606163"/>
                </a:solidFill>
              </a:defRPr>
            </a:lvl1pPr>
          </a:lstStyle>
          <a:p xmlns:a="http://schemas.openxmlformats.org/drawingml/2006/main">
            <a:pPr lvl="0" algn="ctr">
              <a:buNone/>
            </a:pPr>
            <a:fld id="{9B9BAEC2-C893-4510-BAEC-A634F6DBFF95}" type="slidenum">
              <a:rPr sz="800" b="0">
                <a:solidFill>
                  <a:schemeClr val="bg1"/>
                </a:solidFill>
                <a:latin typeface="Roboto"/>
                <a:ea typeface="Roboto"/>
                <a:cs typeface="Roboto"/>
              </a:rPr>
              <a:t>‹#›</a:t>
            </a:fld>
            <a:endParaRPr sz="800" b="0">
              <a:solidFill>
                <a:schemeClr val="bg1"/>
              </a:solidFill>
              <a:latin typeface="Roboto"/>
              <a:ea typeface="Roboto"/>
              <a:cs typeface="Roboto"/>
            </a:endParaRPr>
          </a:p>
        </p:txBody>
      </p:sp>
    </p:spTree>
  </p:cSld>
</p:sldLayout>
</file>

<file path=ppt/slideLayouts/slideLayout10.xml><?xml version="1.0" encoding="utf-8"?>
<p:sldLayout xmlns:p="http://schemas.openxmlformats.org/presentationml/2006/main" preserve="1" userDrawn="1">
  <p:cSld name="2_Divisória">
    <p:bg>
      <p:bgPr>
        <a:solidFill xmlns:a="http://schemas.openxmlformats.org/drawingml/2006/main">
          <a:schemeClr val="bg1"/>
        </a:solidFill>
      </p:bgPr>
    </p:bg>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CBE99EC5-C1F7-8DBE-7E0C-10982BC6E1DC}"/>
              </a:ext>
            </a:extLst>
          </p:cNvPr>
          <p:cNvSpPr>
            <a:spLocks xmlns:a="http://schemas.openxmlformats.org/drawingml/2006/main" noGrp="1"/>
          </p:cNvSpPr>
          <p:nvPr/>
        </p:nvSpPr>
        <p:spPr>
          <a:xfrm xmlns:a="http://schemas.openxmlformats.org/drawingml/2006/main">
            <a:off x="-2" y="0"/>
            <a:ext cx="6877283" cy="990600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solidFill>
                <a:schemeClr val="bg1"/>
              </a:solidFill>
              <a:latin typeface="Roboto"/>
              <a:ea typeface="Roboto"/>
              <a:cs typeface="Roboto"/>
            </a:endParaRPr>
          </a:p>
        </p:txBody>
      </p:sp>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53" name="Freeform: Shape 52">
            <a:extLst xmlns:a="http://schemas.openxmlformats.org/drawingml/2006/main">
              <a:ext uri="{FF2B5EF4-FFF2-40B4-BE49-F238E27FC236}">
                <a16:creationId xmlns:a16="http://schemas.microsoft.com/office/drawing/2014/main" id="{C0D7674D-49E8-4FD1-8EE6-775A8BFD963D}"/>
              </a:ext>
            </a:extLst>
          </p:cNvPr>
          <p:cNvSpPr>
            <a:spLocks xmlns:a="http://schemas.openxmlformats.org/drawingml/2006/main" noGrp="1"/>
          </p:cNvSpPr>
          <p:nvPr/>
        </p:nvSpPr>
        <p:spPr>
          <a:xfrm xmlns:a="http://schemas.openxmlformats.org/drawingml/2006/main" rot="0" flipH="0" flipV="0">
            <a:off x="368300" y="739775"/>
            <a:ext cx="379041" cy="341910"/>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5" name="Freeform: Shape 54">
            <a:extLst xmlns:a="http://schemas.openxmlformats.org/drawingml/2006/main">
              <a:ext uri="{FF2B5EF4-FFF2-40B4-BE49-F238E27FC236}">
                <a16:creationId xmlns:a16="http://schemas.microsoft.com/office/drawing/2014/main" id="{273D17AC-608D-476F-91F6-CBDB227934BC}"/>
              </a:ext>
            </a:extLst>
          </p:cNvPr>
          <p:cNvSpPr>
            <a:spLocks xmlns:a="http://schemas.openxmlformats.org/drawingml/2006/main" noGrp="1"/>
          </p:cNvSpPr>
          <p:nvPr/>
        </p:nvSpPr>
        <p:spPr>
          <a:xfrm xmlns:a="http://schemas.openxmlformats.org/drawingml/2006/main" rot="0" flipH="0" flipV="0">
            <a:off x="818590" y="936762"/>
            <a:ext cx="53804" cy="102915"/>
          </a:xfrm>
          <a:custGeom xmlns:a="http://schemas.openxmlformats.org/drawingml/2006/main">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7" name="Freeform: Shape 56">
            <a:extLst xmlns:a="http://schemas.openxmlformats.org/drawingml/2006/main">
              <a:ext uri="{FF2B5EF4-FFF2-40B4-BE49-F238E27FC236}">
                <a16:creationId xmlns:a16="http://schemas.microsoft.com/office/drawing/2014/main" id="{89D56B08-E8EB-4273-9F75-1A42800FD143}"/>
              </a:ext>
            </a:extLst>
          </p:cNvPr>
          <p:cNvSpPr>
            <a:spLocks xmlns:a="http://schemas.openxmlformats.org/drawingml/2006/main" noGrp="1"/>
          </p:cNvSpPr>
          <p:nvPr/>
        </p:nvSpPr>
        <p:spPr>
          <a:xfrm xmlns:a="http://schemas.openxmlformats.org/drawingml/2006/main" rot="0" flipH="0" flipV="0">
            <a:off x="883542" y="935954"/>
            <a:ext cx="99669" cy="105549"/>
          </a:xfrm>
          <a:custGeom xmlns:a="http://schemas.openxmlformats.org/drawingml/2006/main">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1" name="Freeform: Shape 60">
            <a:extLst xmlns:a="http://schemas.openxmlformats.org/drawingml/2006/main">
              <a:ext uri="{FF2B5EF4-FFF2-40B4-BE49-F238E27FC236}">
                <a16:creationId xmlns:a16="http://schemas.microsoft.com/office/drawing/2014/main" id="{20671906-27FC-42C4-A9E6-35A63345C057}"/>
              </a:ext>
            </a:extLst>
          </p:cNvPr>
          <p:cNvSpPr>
            <a:spLocks xmlns:a="http://schemas.openxmlformats.org/drawingml/2006/main" noGrp="1"/>
          </p:cNvSpPr>
          <p:nvPr/>
        </p:nvSpPr>
        <p:spPr>
          <a:xfrm xmlns:a="http://schemas.openxmlformats.org/drawingml/2006/main" rot="0" flipH="0" flipV="0">
            <a:off x="1000056" y="935942"/>
            <a:ext cx="82004" cy="105552"/>
          </a:xfrm>
          <a:custGeom xmlns:a="http://schemas.openxmlformats.org/drawingml/2006/main">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2" name="Freeform: Shape 61">
            <a:extLst xmlns:a="http://schemas.openxmlformats.org/drawingml/2006/main">
              <a:ext uri="{FF2B5EF4-FFF2-40B4-BE49-F238E27FC236}">
                <a16:creationId xmlns:a16="http://schemas.microsoft.com/office/drawing/2014/main" id="{69454B6E-7FD0-4912-A22A-33AE78094B3B}"/>
              </a:ext>
            </a:extLst>
          </p:cNvPr>
          <p:cNvSpPr>
            <a:spLocks xmlns:a="http://schemas.openxmlformats.org/drawingml/2006/main" noGrp="1"/>
          </p:cNvSpPr>
          <p:nvPr/>
        </p:nvSpPr>
        <p:spPr>
          <a:xfrm xmlns:a="http://schemas.openxmlformats.org/drawingml/2006/main" rot="0" flipH="0" flipV="0">
            <a:off x="1099505" y="935954"/>
            <a:ext cx="99669" cy="105549"/>
          </a:xfrm>
          <a:custGeom xmlns:a="http://schemas.openxmlformats.org/drawingml/2006/main">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3" name="Freeform: Shape 62">
            <a:extLst xmlns:a="http://schemas.openxmlformats.org/drawingml/2006/main">
              <a:ext uri="{FF2B5EF4-FFF2-40B4-BE49-F238E27FC236}">
                <a16:creationId xmlns:a16="http://schemas.microsoft.com/office/drawing/2014/main" id="{E0AD0E05-3DF2-467D-BDF2-ED8EC44AA42A}"/>
              </a:ext>
            </a:extLst>
          </p:cNvPr>
          <p:cNvSpPr>
            <a:spLocks xmlns:a="http://schemas.openxmlformats.org/drawingml/2006/main" noGrp="1"/>
          </p:cNvSpPr>
          <p:nvPr/>
        </p:nvSpPr>
        <p:spPr>
          <a:xfrm xmlns:a="http://schemas.openxmlformats.org/drawingml/2006/main" rot="0" flipH="0" flipV="0">
            <a:off x="1218457" y="935942"/>
            <a:ext cx="84625" cy="105549"/>
          </a:xfrm>
          <a:custGeom xmlns:a="http://schemas.openxmlformats.org/drawingml/2006/main">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4" name="Freeform: Shape 63">
            <a:extLst xmlns:a="http://schemas.openxmlformats.org/drawingml/2006/main">
              <a:ext uri="{FF2B5EF4-FFF2-40B4-BE49-F238E27FC236}">
                <a16:creationId xmlns:a16="http://schemas.microsoft.com/office/drawing/2014/main" id="{6766A6D9-B62B-4E0B-8E9A-9861449C93B9}"/>
              </a:ext>
            </a:extLst>
          </p:cNvPr>
          <p:cNvSpPr>
            <a:spLocks xmlns:a="http://schemas.openxmlformats.org/drawingml/2006/main" noGrp="1"/>
          </p:cNvSpPr>
          <p:nvPr/>
        </p:nvSpPr>
        <p:spPr>
          <a:xfrm xmlns:a="http://schemas.openxmlformats.org/drawingml/2006/main" rot="0" flipH="0" flipV="0">
            <a:off x="1332729" y="936762"/>
            <a:ext cx="53803" cy="102915"/>
          </a:xfrm>
          <a:custGeom xmlns:a="http://schemas.openxmlformats.org/drawingml/2006/main">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5" name="Freeform: Shape 64">
            <a:extLst xmlns:a="http://schemas.openxmlformats.org/drawingml/2006/main">
              <a:ext uri="{FF2B5EF4-FFF2-40B4-BE49-F238E27FC236}">
                <a16:creationId xmlns:a16="http://schemas.microsoft.com/office/drawing/2014/main" id="{2449AA0B-9870-42BD-AFAC-DE917DC4535C}"/>
              </a:ext>
            </a:extLst>
          </p:cNvPr>
          <p:cNvSpPr>
            <a:spLocks xmlns:a="http://schemas.openxmlformats.org/drawingml/2006/main" noGrp="1"/>
          </p:cNvSpPr>
          <p:nvPr/>
        </p:nvSpPr>
        <p:spPr>
          <a:xfrm xmlns:a="http://schemas.openxmlformats.org/drawingml/2006/main" rot="0" flipH="0" flipV="0">
            <a:off x="1397681" y="935954"/>
            <a:ext cx="101090" cy="105549"/>
          </a:xfrm>
          <a:custGeom xmlns:a="http://schemas.openxmlformats.org/drawingml/2006/main">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6" name="Freeform: Shape 65">
            <a:extLst xmlns:a="http://schemas.openxmlformats.org/drawingml/2006/main">
              <a:ext uri="{FF2B5EF4-FFF2-40B4-BE49-F238E27FC236}">
                <a16:creationId xmlns:a16="http://schemas.microsoft.com/office/drawing/2014/main" id="{5219A594-2CF0-4BDD-8434-C0E75A7F1753}"/>
              </a:ext>
            </a:extLst>
          </p:cNvPr>
          <p:cNvSpPr>
            <a:spLocks xmlns:a="http://schemas.openxmlformats.org/drawingml/2006/main" noGrp="1"/>
          </p:cNvSpPr>
          <p:nvPr/>
        </p:nvSpPr>
        <p:spPr>
          <a:xfrm xmlns:a="http://schemas.openxmlformats.org/drawingml/2006/main" rot="0" flipH="0" flipV="0">
            <a:off x="1521288" y="897377"/>
            <a:ext cx="87296" cy="142092"/>
          </a:xfrm>
          <a:custGeom xmlns:a="http://schemas.openxmlformats.org/drawingml/2006/main">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88" name="CaixaDeTexto 9">
            <a:extLst xmlns:a="http://schemas.openxmlformats.org/drawingml/2006/main">
              <a:ext uri="{FF2B5EF4-FFF2-40B4-BE49-F238E27FC236}">
                <a16:creationId xmlns:a16="http://schemas.microsoft.com/office/drawing/2014/main" id="{2FF21D72-7D65-4AA3-AE03-41BAE5375E8C}"/>
              </a:ext>
            </a:extLst>
          </p:cNvPr>
          <p:cNvSpPr>
            <a:spLocks xmlns:a="http://schemas.openxmlformats.org/drawingml/2006/main" noGrp="1"/>
          </p:cNvSpPr>
          <p:nvPr/>
        </p:nvSpPr>
        <p:spPr>
          <a:xfrm xmlns:a="http://schemas.openxmlformats.org/drawingml/2006/main">
            <a:off x="6328029" y="9584374"/>
            <a:ext cx="148017" cy="127755"/>
          </a:xfrm>
          <a:prstGeom xmlns:a="http://schemas.openxmlformats.org/drawingml/2006/main" prst="rect">
            <a:avLst/>
          </a:prstGeom>
        </p:spPr>
        <p:txBody>
          <a:bodyPr xmlns:a="http://schemas.openxmlformats.org/drawingml/2006/main" vert="horz" wrap="square" lIns="0" tIns="25718" rIns="0" bIns="25718" anchor="ctr"/>
          <a:lstStyle xmlns:a="http://schemas.openxmlformats.org/drawingml/2006/main">
            <a:lvl1pPr algn="r">
              <a:buNone/>
              <a:defRPr sz="900" b="1">
                <a:solidFill>
                  <a:srgbClr val="606163"/>
                </a:solidFill>
              </a:defRPr>
            </a:lvl1pPr>
          </a:lstStyle>
          <a:p xmlns:a="http://schemas.openxmlformats.org/drawingml/2006/main">
            <a:pPr lvl="0" algn="ctr">
              <a:buNone/>
            </a:pPr>
            <a:fld id="{9B9BAEC2-C893-4510-BAEC-A634F6DBFF95}" type="slidenum">
              <a:rPr sz="800" b="0">
                <a:solidFill>
                  <a:schemeClr val="bg1"/>
                </a:solidFill>
                <a:latin typeface="Roboto"/>
                <a:ea typeface="Roboto"/>
                <a:cs typeface="Roboto"/>
              </a:rPr>
              <a:t>‹#›</a:t>
            </a:fld>
            <a:endParaRPr sz="800" b="0">
              <a:solidFill>
                <a:schemeClr val="bg1"/>
              </a:solidFill>
              <a:latin typeface="Roboto"/>
              <a:ea typeface="Roboto"/>
              <a:cs typeface="Roboto"/>
            </a:endParaRPr>
          </a:p>
        </p:txBody>
      </p:sp>
      <p:pic>
        <p:nvPicPr>
          <p:cNvPr id="102" name="Picture 2"/>
          <p:cNvPicPr>
            <a:picLocks xmlns:a="http://schemas.openxmlformats.org/drawingml/2006/main" noChangeAspect="1"/>
          </p:cNvPicPr>
          <p:nvPr/>
        </p:nvPicPr>
        <p:blipFill>
          <a:blip xmlns:r="http://schemas.openxmlformats.org/officeDocument/2006/relationships" xmlns:a="http://schemas.openxmlformats.org/drawingml/2006/main" r:embed="Rb54a9e6e09eb4e26"/>
          <a:srcRect xmlns:a="http://schemas.openxmlformats.org/drawingml/2006/main" l="31805" t="0" r="31805" b="0"/>
          <a:stretch xmlns:a="http://schemas.openxmlformats.org/drawingml/2006/main"/>
        </p:blipFill>
        <p:spPr>
          <a:xfrm xmlns:a="http://schemas.openxmlformats.org/drawingml/2006/main">
            <a:off x="3858863" y="0"/>
            <a:ext cx="2398777" cy="9906000"/>
          </a:xfrm>
        </p:spPr>
      </p:pic>
      <p:sp>
        <p:nvSpPr>
          <p:cNvPr id="6" name="Text Placeholder 40">
            <a:extLst xmlns:a="http://schemas.openxmlformats.org/drawingml/2006/main">
              <a:ext uri="{FF2B5EF4-FFF2-40B4-BE49-F238E27FC236}">
                <a16:creationId xmlns:a16="http://schemas.microsoft.com/office/drawing/2014/main" id="{F792CDF5-AC91-158F-8621-CA915E9C733E}"/>
              </a:ext>
            </a:extLst>
          </p:cNvPr>
          <p:cNvSpPr>
            <a:spLocks xmlns:a="http://schemas.openxmlformats.org/drawingml/2006/main" noGrp="1"/>
          </p:cNvSpPr>
          <p:nvPr>
            <p:ph type="body" idx="11" hasCustomPrompt="1"/>
          </p:nvPr>
        </p:nvSpPr>
        <p:spPr>
          <a:xfrm xmlns:a="http://schemas.openxmlformats.org/drawingml/2006/main">
            <a:off x="368299" y="1928155"/>
            <a:ext cx="3168651" cy="104192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lvl1pPr algn="l">
              <a:buNone/>
              <a:defRPr sz="3200" b="0" i="0">
                <a:solidFill>
                  <a:schemeClr val="bg1"/>
                </a:solidFill>
                <a:latin typeface="+mj-lt"/>
                <a:ea typeface="+mj-lt"/>
                <a:cs typeface="+mj-lt"/>
              </a:defRPr>
            </a:lvl1pPr>
          </a:lstStyle>
          <a:p xmlns:a="http://schemas.openxmlformats.org/drawingml/2006/main">
            <a:pPr lvl="0" algn="ctr" defTabSz="914400">
              <a:lnSpc>
                <a:spcPct val="80000"/>
              </a:lnSpc>
              <a:spcBef>
                <a:spcPts val="1200"/>
              </a:spcBef>
              <a:buNone/>
            </a:pPr>
            <a:r>
              <a:t>Edit</a:t>
            </a:r>
            <a:endParaRPr/>
          </a:p>
        </p:txBody>
      </p:sp>
      <p:sp>
        <p:nvSpPr>
          <p:cNvPr id="7" name="Text Placeholder 40">
            <a:extLst xmlns:a="http://schemas.openxmlformats.org/drawingml/2006/main">
              <a:ext uri="{FF2B5EF4-FFF2-40B4-BE49-F238E27FC236}">
                <a16:creationId xmlns:a16="http://schemas.microsoft.com/office/drawing/2014/main" id="{E5CAFCEF-14C8-ABEA-674A-21690E34FFB8}"/>
              </a:ext>
            </a:extLst>
          </p:cNvPr>
          <p:cNvSpPr>
            <a:spLocks xmlns:a="http://schemas.openxmlformats.org/drawingml/2006/main" noGrp="1"/>
          </p:cNvSpPr>
          <p:nvPr>
            <p:ph type="body" idx="12" hasCustomPrompt="1"/>
          </p:nvPr>
        </p:nvSpPr>
        <p:spPr>
          <a:xfrm xmlns:a="http://schemas.openxmlformats.org/drawingml/2006/main">
            <a:off x="368300" y="1509004"/>
            <a:ext cx="3168650" cy="3360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lvl1pPr algn="l">
              <a:buNone/>
              <a:defRPr sz="1800" b="0" i="0">
                <a:solidFill>
                  <a:schemeClr val="accent2"/>
                </a:solidFill>
                <a:latin typeface="+mj-lt"/>
                <a:ea typeface="+mj-lt"/>
                <a:cs typeface="+mj-lt"/>
              </a:defRPr>
            </a:lvl1pPr>
          </a:lstStyle>
          <a:p xmlns:a="http://schemas.openxmlformats.org/drawingml/2006/main">
            <a:pPr lvl="0" algn="ctr" defTabSz="914400">
              <a:lnSpc>
                <a:spcPct val="80000"/>
              </a:lnSpc>
              <a:spcBef>
                <a:spcPts val="1200"/>
              </a:spcBef>
              <a:buNone/>
            </a:pPr>
            <a:r>
              <a:t>Section</a:t>
            </a:r>
            <a:endParaRPr/>
          </a:p>
        </p:txBody>
      </p:sp>
    </p:spTree>
  </p:cSld>
</p:sldLayout>
</file>

<file path=ppt/slideLayouts/slideLayout11.xml><?xml version="1.0" encoding="utf-8"?>
<p:sldLayout xmlns:p="http://schemas.openxmlformats.org/presentationml/2006/main" preserve="1" userDrawn="1">
  <p:cSld name="3_Divisória">
    <p:bg>
      <p:bgPr>
        <a:solidFill xmlns:a="http://schemas.openxmlformats.org/drawingml/2006/main">
          <a:schemeClr val="bg1"/>
        </a:solidFill>
      </p:bgPr>
    </p:bg>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CBE99EC5-C1F7-8DBE-7E0C-10982BC6E1DC}"/>
              </a:ext>
            </a:extLst>
          </p:cNvPr>
          <p:cNvSpPr>
            <a:spLocks xmlns:a="http://schemas.openxmlformats.org/drawingml/2006/main" noGrp="1"/>
          </p:cNvSpPr>
          <p:nvPr/>
        </p:nvSpPr>
        <p:spPr>
          <a:xfrm xmlns:a="http://schemas.openxmlformats.org/drawingml/2006/main">
            <a:off x="-2" y="0"/>
            <a:ext cx="6877283" cy="990600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solidFill>
                <a:schemeClr val="bg1"/>
              </a:solidFill>
              <a:latin typeface="Roboto"/>
              <a:ea typeface="Roboto"/>
              <a:cs typeface="Roboto"/>
            </a:endParaRPr>
          </a:p>
        </p:txBody>
      </p:sp>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53" name="Freeform: Shape 52">
            <a:extLst xmlns:a="http://schemas.openxmlformats.org/drawingml/2006/main">
              <a:ext uri="{FF2B5EF4-FFF2-40B4-BE49-F238E27FC236}">
                <a16:creationId xmlns:a16="http://schemas.microsoft.com/office/drawing/2014/main" id="{C0D7674D-49E8-4FD1-8EE6-775A8BFD963D}"/>
              </a:ext>
            </a:extLst>
          </p:cNvPr>
          <p:cNvSpPr>
            <a:spLocks xmlns:a="http://schemas.openxmlformats.org/drawingml/2006/main" noGrp="1"/>
          </p:cNvSpPr>
          <p:nvPr/>
        </p:nvSpPr>
        <p:spPr>
          <a:xfrm xmlns:a="http://schemas.openxmlformats.org/drawingml/2006/main" rot="0" flipH="0" flipV="0">
            <a:off x="368300" y="739775"/>
            <a:ext cx="379041" cy="341910"/>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5" name="Freeform: Shape 54">
            <a:extLst xmlns:a="http://schemas.openxmlformats.org/drawingml/2006/main">
              <a:ext uri="{FF2B5EF4-FFF2-40B4-BE49-F238E27FC236}">
                <a16:creationId xmlns:a16="http://schemas.microsoft.com/office/drawing/2014/main" id="{273D17AC-608D-476F-91F6-CBDB227934BC}"/>
              </a:ext>
            </a:extLst>
          </p:cNvPr>
          <p:cNvSpPr>
            <a:spLocks xmlns:a="http://schemas.openxmlformats.org/drawingml/2006/main" noGrp="1"/>
          </p:cNvSpPr>
          <p:nvPr/>
        </p:nvSpPr>
        <p:spPr>
          <a:xfrm xmlns:a="http://schemas.openxmlformats.org/drawingml/2006/main" rot="0" flipH="0" flipV="0">
            <a:off x="818590" y="936762"/>
            <a:ext cx="53804" cy="102915"/>
          </a:xfrm>
          <a:custGeom xmlns:a="http://schemas.openxmlformats.org/drawingml/2006/main">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7" name="Freeform: Shape 56">
            <a:extLst xmlns:a="http://schemas.openxmlformats.org/drawingml/2006/main">
              <a:ext uri="{FF2B5EF4-FFF2-40B4-BE49-F238E27FC236}">
                <a16:creationId xmlns:a16="http://schemas.microsoft.com/office/drawing/2014/main" id="{89D56B08-E8EB-4273-9F75-1A42800FD143}"/>
              </a:ext>
            </a:extLst>
          </p:cNvPr>
          <p:cNvSpPr>
            <a:spLocks xmlns:a="http://schemas.openxmlformats.org/drawingml/2006/main" noGrp="1"/>
          </p:cNvSpPr>
          <p:nvPr/>
        </p:nvSpPr>
        <p:spPr>
          <a:xfrm xmlns:a="http://schemas.openxmlformats.org/drawingml/2006/main" rot="0" flipH="0" flipV="0">
            <a:off x="883542" y="935954"/>
            <a:ext cx="99669" cy="105549"/>
          </a:xfrm>
          <a:custGeom xmlns:a="http://schemas.openxmlformats.org/drawingml/2006/main">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1" name="Freeform: Shape 60">
            <a:extLst xmlns:a="http://schemas.openxmlformats.org/drawingml/2006/main">
              <a:ext uri="{FF2B5EF4-FFF2-40B4-BE49-F238E27FC236}">
                <a16:creationId xmlns:a16="http://schemas.microsoft.com/office/drawing/2014/main" id="{20671906-27FC-42C4-A9E6-35A63345C057}"/>
              </a:ext>
            </a:extLst>
          </p:cNvPr>
          <p:cNvSpPr>
            <a:spLocks xmlns:a="http://schemas.openxmlformats.org/drawingml/2006/main" noGrp="1"/>
          </p:cNvSpPr>
          <p:nvPr/>
        </p:nvSpPr>
        <p:spPr>
          <a:xfrm xmlns:a="http://schemas.openxmlformats.org/drawingml/2006/main" rot="0" flipH="0" flipV="0">
            <a:off x="1000056" y="935942"/>
            <a:ext cx="82004" cy="105552"/>
          </a:xfrm>
          <a:custGeom xmlns:a="http://schemas.openxmlformats.org/drawingml/2006/main">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2" name="Freeform: Shape 61">
            <a:extLst xmlns:a="http://schemas.openxmlformats.org/drawingml/2006/main">
              <a:ext uri="{FF2B5EF4-FFF2-40B4-BE49-F238E27FC236}">
                <a16:creationId xmlns:a16="http://schemas.microsoft.com/office/drawing/2014/main" id="{69454B6E-7FD0-4912-A22A-33AE78094B3B}"/>
              </a:ext>
            </a:extLst>
          </p:cNvPr>
          <p:cNvSpPr>
            <a:spLocks xmlns:a="http://schemas.openxmlformats.org/drawingml/2006/main" noGrp="1"/>
          </p:cNvSpPr>
          <p:nvPr/>
        </p:nvSpPr>
        <p:spPr>
          <a:xfrm xmlns:a="http://schemas.openxmlformats.org/drawingml/2006/main" rot="0" flipH="0" flipV="0">
            <a:off x="1099505" y="935954"/>
            <a:ext cx="99669" cy="105549"/>
          </a:xfrm>
          <a:custGeom xmlns:a="http://schemas.openxmlformats.org/drawingml/2006/main">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3" name="Freeform: Shape 62">
            <a:extLst xmlns:a="http://schemas.openxmlformats.org/drawingml/2006/main">
              <a:ext uri="{FF2B5EF4-FFF2-40B4-BE49-F238E27FC236}">
                <a16:creationId xmlns:a16="http://schemas.microsoft.com/office/drawing/2014/main" id="{E0AD0E05-3DF2-467D-BDF2-ED8EC44AA42A}"/>
              </a:ext>
            </a:extLst>
          </p:cNvPr>
          <p:cNvSpPr>
            <a:spLocks xmlns:a="http://schemas.openxmlformats.org/drawingml/2006/main" noGrp="1"/>
          </p:cNvSpPr>
          <p:nvPr/>
        </p:nvSpPr>
        <p:spPr>
          <a:xfrm xmlns:a="http://schemas.openxmlformats.org/drawingml/2006/main" rot="0" flipH="0" flipV="0">
            <a:off x="1218457" y="935942"/>
            <a:ext cx="84625" cy="105549"/>
          </a:xfrm>
          <a:custGeom xmlns:a="http://schemas.openxmlformats.org/drawingml/2006/main">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4" name="Freeform: Shape 63">
            <a:extLst xmlns:a="http://schemas.openxmlformats.org/drawingml/2006/main">
              <a:ext uri="{FF2B5EF4-FFF2-40B4-BE49-F238E27FC236}">
                <a16:creationId xmlns:a16="http://schemas.microsoft.com/office/drawing/2014/main" id="{6766A6D9-B62B-4E0B-8E9A-9861449C93B9}"/>
              </a:ext>
            </a:extLst>
          </p:cNvPr>
          <p:cNvSpPr>
            <a:spLocks xmlns:a="http://schemas.openxmlformats.org/drawingml/2006/main" noGrp="1"/>
          </p:cNvSpPr>
          <p:nvPr/>
        </p:nvSpPr>
        <p:spPr>
          <a:xfrm xmlns:a="http://schemas.openxmlformats.org/drawingml/2006/main" rot="0" flipH="0" flipV="0">
            <a:off x="1332729" y="936762"/>
            <a:ext cx="53803" cy="102915"/>
          </a:xfrm>
          <a:custGeom xmlns:a="http://schemas.openxmlformats.org/drawingml/2006/main">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5" name="Freeform: Shape 64">
            <a:extLst xmlns:a="http://schemas.openxmlformats.org/drawingml/2006/main">
              <a:ext uri="{FF2B5EF4-FFF2-40B4-BE49-F238E27FC236}">
                <a16:creationId xmlns:a16="http://schemas.microsoft.com/office/drawing/2014/main" id="{2449AA0B-9870-42BD-AFAC-DE917DC4535C}"/>
              </a:ext>
            </a:extLst>
          </p:cNvPr>
          <p:cNvSpPr>
            <a:spLocks xmlns:a="http://schemas.openxmlformats.org/drawingml/2006/main" noGrp="1"/>
          </p:cNvSpPr>
          <p:nvPr/>
        </p:nvSpPr>
        <p:spPr>
          <a:xfrm xmlns:a="http://schemas.openxmlformats.org/drawingml/2006/main" rot="0" flipH="0" flipV="0">
            <a:off x="1397681" y="935954"/>
            <a:ext cx="101090" cy="105549"/>
          </a:xfrm>
          <a:custGeom xmlns:a="http://schemas.openxmlformats.org/drawingml/2006/main">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6" name="Freeform: Shape 65">
            <a:extLst xmlns:a="http://schemas.openxmlformats.org/drawingml/2006/main">
              <a:ext uri="{FF2B5EF4-FFF2-40B4-BE49-F238E27FC236}">
                <a16:creationId xmlns:a16="http://schemas.microsoft.com/office/drawing/2014/main" id="{5219A594-2CF0-4BDD-8434-C0E75A7F1753}"/>
              </a:ext>
            </a:extLst>
          </p:cNvPr>
          <p:cNvSpPr>
            <a:spLocks xmlns:a="http://schemas.openxmlformats.org/drawingml/2006/main" noGrp="1"/>
          </p:cNvSpPr>
          <p:nvPr/>
        </p:nvSpPr>
        <p:spPr>
          <a:xfrm xmlns:a="http://schemas.openxmlformats.org/drawingml/2006/main" rot="0" flipH="0" flipV="0">
            <a:off x="1521288" y="897377"/>
            <a:ext cx="87296" cy="142092"/>
          </a:xfrm>
          <a:custGeom xmlns:a="http://schemas.openxmlformats.org/drawingml/2006/main">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88" name="CaixaDeTexto 9">
            <a:extLst xmlns:a="http://schemas.openxmlformats.org/drawingml/2006/main">
              <a:ext uri="{FF2B5EF4-FFF2-40B4-BE49-F238E27FC236}">
                <a16:creationId xmlns:a16="http://schemas.microsoft.com/office/drawing/2014/main" id="{2FF21D72-7D65-4AA3-AE03-41BAE5375E8C}"/>
              </a:ext>
            </a:extLst>
          </p:cNvPr>
          <p:cNvSpPr>
            <a:spLocks xmlns:a="http://schemas.openxmlformats.org/drawingml/2006/main" noGrp="1"/>
          </p:cNvSpPr>
          <p:nvPr/>
        </p:nvSpPr>
        <p:spPr>
          <a:xfrm xmlns:a="http://schemas.openxmlformats.org/drawingml/2006/main">
            <a:off x="6328029" y="9584374"/>
            <a:ext cx="148017" cy="127755"/>
          </a:xfrm>
          <a:prstGeom xmlns:a="http://schemas.openxmlformats.org/drawingml/2006/main" prst="rect">
            <a:avLst/>
          </a:prstGeom>
        </p:spPr>
        <p:txBody>
          <a:bodyPr xmlns:a="http://schemas.openxmlformats.org/drawingml/2006/main" vert="horz" wrap="square" lIns="0" tIns="25718" rIns="0" bIns="25718" anchor="ctr"/>
          <a:lstStyle xmlns:a="http://schemas.openxmlformats.org/drawingml/2006/main">
            <a:lvl1pPr algn="r">
              <a:buNone/>
              <a:defRPr sz="900" b="1">
                <a:solidFill>
                  <a:srgbClr val="606163"/>
                </a:solidFill>
              </a:defRPr>
            </a:lvl1pPr>
          </a:lstStyle>
          <a:p xmlns:a="http://schemas.openxmlformats.org/drawingml/2006/main">
            <a:pPr lvl="0" algn="ctr">
              <a:buNone/>
            </a:pPr>
            <a:fld id="{9B9BAEC2-C893-4510-BAEC-A634F6DBFF95}" type="slidenum">
              <a:rPr sz="800" b="0">
                <a:solidFill>
                  <a:schemeClr val="bg1"/>
                </a:solidFill>
                <a:latin typeface="Roboto"/>
                <a:ea typeface="Roboto"/>
                <a:cs typeface="Roboto"/>
              </a:rPr>
              <a:t>‹#›</a:t>
            </a:fld>
            <a:endParaRPr sz="800" b="0">
              <a:solidFill>
                <a:schemeClr val="bg1"/>
              </a:solidFill>
              <a:latin typeface="Roboto"/>
              <a:ea typeface="Roboto"/>
              <a:cs typeface="Roboto"/>
            </a:endParaRPr>
          </a:p>
        </p:txBody>
      </p:sp>
      <p:pic>
        <p:nvPicPr>
          <p:cNvPr id="102" name="Picture 2"/>
          <p:cNvPicPr>
            <a:picLocks xmlns:a="http://schemas.openxmlformats.org/drawingml/2006/main" noChangeAspect="1"/>
          </p:cNvPicPr>
          <p:nvPr/>
        </p:nvPicPr>
        <p:blipFill>
          <a:blip xmlns:r="http://schemas.openxmlformats.org/officeDocument/2006/relationships" xmlns:a="http://schemas.openxmlformats.org/drawingml/2006/main" r:embed="Rad79d68dbb8049fe"/>
          <a:srcRect xmlns:a="http://schemas.openxmlformats.org/drawingml/2006/main" l="47384" t="10910" r="23161" b="8146"/>
          <a:stretch xmlns:a="http://schemas.openxmlformats.org/drawingml/2006/main">
            <a:fillRect l="0" t="0" r="0" b="0"/>
          </a:stretch>
        </p:blipFill>
        <p:spPr>
          <a:xfrm xmlns:a="http://schemas.openxmlformats.org/drawingml/2006/main">
            <a:off x="3858863" y="0"/>
            <a:ext cx="2398777" cy="9906000"/>
          </a:xfrm>
        </p:spPr>
      </p:pic>
      <p:sp>
        <p:nvSpPr>
          <p:cNvPr id="5" name="Text Placeholder 40">
            <a:extLst xmlns:a="http://schemas.openxmlformats.org/drawingml/2006/main">
              <a:ext uri="{FF2B5EF4-FFF2-40B4-BE49-F238E27FC236}">
                <a16:creationId xmlns:a16="http://schemas.microsoft.com/office/drawing/2014/main" id="{142D597C-9C1B-94A8-002B-ACBDBA177029}"/>
              </a:ext>
            </a:extLst>
          </p:cNvPr>
          <p:cNvSpPr>
            <a:spLocks xmlns:a="http://schemas.openxmlformats.org/drawingml/2006/main" noGrp="1"/>
          </p:cNvSpPr>
          <p:nvPr>
            <p:ph type="body" idx="11" hasCustomPrompt="1"/>
          </p:nvPr>
        </p:nvSpPr>
        <p:spPr>
          <a:xfrm xmlns:a="http://schemas.openxmlformats.org/drawingml/2006/main">
            <a:off x="368299" y="1928155"/>
            <a:ext cx="3168651" cy="104192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lvl1pPr algn="l">
              <a:buNone/>
              <a:defRPr sz="3200" b="0" i="0">
                <a:solidFill>
                  <a:schemeClr val="bg1"/>
                </a:solidFill>
                <a:latin typeface="+mj-lt"/>
                <a:ea typeface="+mj-lt"/>
                <a:cs typeface="+mj-lt"/>
              </a:defRPr>
            </a:lvl1pPr>
          </a:lstStyle>
          <a:p xmlns:a="http://schemas.openxmlformats.org/drawingml/2006/main">
            <a:pPr lvl="0" algn="ctr" defTabSz="914400">
              <a:lnSpc>
                <a:spcPct val="80000"/>
              </a:lnSpc>
              <a:spcBef>
                <a:spcPts val="1200"/>
              </a:spcBef>
              <a:buNone/>
            </a:pPr>
            <a:r>
              <a:t>Edit</a:t>
            </a:r>
            <a:endParaRPr/>
          </a:p>
        </p:txBody>
      </p:sp>
      <p:sp>
        <p:nvSpPr>
          <p:cNvPr id="6" name="Text Placeholder 40">
            <a:extLst xmlns:a="http://schemas.openxmlformats.org/drawingml/2006/main">
              <a:ext uri="{FF2B5EF4-FFF2-40B4-BE49-F238E27FC236}">
                <a16:creationId xmlns:a16="http://schemas.microsoft.com/office/drawing/2014/main" id="{A622348D-9413-9272-F39E-C281BE11418D}"/>
              </a:ext>
            </a:extLst>
          </p:cNvPr>
          <p:cNvSpPr>
            <a:spLocks xmlns:a="http://schemas.openxmlformats.org/drawingml/2006/main" noGrp="1"/>
          </p:cNvSpPr>
          <p:nvPr>
            <p:ph type="body" idx="12" hasCustomPrompt="1"/>
          </p:nvPr>
        </p:nvSpPr>
        <p:spPr>
          <a:xfrm xmlns:a="http://schemas.openxmlformats.org/drawingml/2006/main">
            <a:off x="368300" y="1509004"/>
            <a:ext cx="3168650" cy="3360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lvl1pPr algn="l">
              <a:buNone/>
              <a:defRPr sz="1800" b="0" i="0">
                <a:solidFill>
                  <a:schemeClr val="accent2"/>
                </a:solidFill>
                <a:latin typeface="+mj-lt"/>
                <a:ea typeface="+mj-lt"/>
                <a:cs typeface="+mj-lt"/>
              </a:defRPr>
            </a:lvl1pPr>
          </a:lstStyle>
          <a:p xmlns:a="http://schemas.openxmlformats.org/drawingml/2006/main">
            <a:pPr lvl="0" algn="ctr" defTabSz="914400">
              <a:lnSpc>
                <a:spcPct val="80000"/>
              </a:lnSpc>
              <a:spcBef>
                <a:spcPts val="1200"/>
              </a:spcBef>
              <a:buNone/>
            </a:pPr>
            <a:r>
              <a:t>Section</a:t>
            </a:r>
            <a:endParaRPr/>
          </a:p>
        </p:txBody>
      </p:sp>
    </p:spTree>
  </p:cSld>
</p:sldLayout>
</file>

<file path=ppt/slideLayouts/slideLayout12.xml><?xml version="1.0" encoding="utf-8"?>
<p:sldLayout xmlns:p="http://schemas.openxmlformats.org/presentationml/2006/main" preserve="1" userDrawn="1">
  <p:cSld name="1 Gráfico">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35" name="Espaço Reservado para Conteúdo 14">
            <a:extLst xmlns:a="http://schemas.openxmlformats.org/drawingml/2006/main">
              <a:ext uri="{FF2B5EF4-FFF2-40B4-BE49-F238E27FC236}">
                <a16:creationId xmlns:a16="http://schemas.microsoft.com/office/drawing/2014/main" id="{D8D9FAC2-6A16-4A54-B55B-FEED7719F70A}"/>
              </a:ext>
            </a:extLst>
          </p:cNvPr>
          <p:cNvSpPr>
            <a:spLocks xmlns:a="http://schemas.openxmlformats.org/drawingml/2006/main" noGrp="1"/>
          </p:cNvSpPr>
          <p:nvPr>
            <p:ph idx="29" hasCustomPrompt="1"/>
          </p:nvPr>
        </p:nvSpPr>
        <p:spPr>
          <a:xfrm xmlns:a="http://schemas.openxmlformats.org/drawingml/2006/main">
            <a:off x="382829" y="1798335"/>
            <a:ext cx="6105737" cy="7668901"/>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6" name="Espaço Reservado para Conteúdo 14">
            <a:extLst xmlns:a="http://schemas.openxmlformats.org/drawingml/2006/main">
              <a:ext uri="{FF2B5EF4-FFF2-40B4-BE49-F238E27FC236}">
                <a16:creationId xmlns:a16="http://schemas.microsoft.com/office/drawing/2014/main" id="{F03016C5-25C3-487A-A063-9D5AE9126411}"/>
              </a:ext>
            </a:extLst>
          </p:cNvPr>
          <p:cNvSpPr>
            <a:spLocks xmlns:a="http://schemas.openxmlformats.org/drawingml/2006/main" noGrp="1"/>
          </p:cNvSpPr>
          <p:nvPr>
            <p:ph idx="30" hasCustomPrompt="1"/>
          </p:nvPr>
        </p:nvSpPr>
        <p:spPr>
          <a:xfrm xmlns:a="http://schemas.openxmlformats.org/drawingml/2006/main">
            <a:off x="382829" y="1509718"/>
            <a:ext cx="6099547"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22" name="Straight Connector 21">
            <a:extLst xmlns:a="http://schemas.openxmlformats.org/drawingml/2006/main">
              <a:ext uri="{FF2B5EF4-FFF2-40B4-BE49-F238E27FC236}">
                <a16:creationId xmlns:a16="http://schemas.microsoft.com/office/drawing/2014/main" id="{2356208E-6502-41C9-BEA4-3AE9DA442C32}"/>
              </a:ext>
            </a:extLst>
          </p:cNvPr>
          <p:cNvSpPr>
            <a:spLocks xmlns:a="http://schemas.openxmlformats.org/drawingml/2006/main" noGrp="1"/>
          </p:cNvSpPr>
          <p:nvPr/>
        </p:nvSpPr>
        <p:spPr>
          <a:xfrm xmlns:a="http://schemas.openxmlformats.org/drawingml/2006/main">
            <a:off x="390154" y="734469"/>
            <a:ext cx="6099546"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Espaço Reservado para Texto 6">
            <a:extLst xmlns:a="http://schemas.openxmlformats.org/drawingml/2006/main">
              <a:ext uri="{FF2B5EF4-FFF2-40B4-BE49-F238E27FC236}">
                <a16:creationId xmlns:a16="http://schemas.microsoft.com/office/drawing/2014/main" id="{63243072-4DA0-4C3A-B73A-671A2BEE8737}"/>
              </a:ext>
            </a:extLst>
          </p:cNvPr>
          <p:cNvSpPr>
            <a:spLocks xmlns:a="http://schemas.openxmlformats.org/drawingml/2006/main" noGrp="1"/>
          </p:cNvSpPr>
          <p:nvPr>
            <p:ph type="body" idx="16" hasCustomPrompt="1"/>
          </p:nvPr>
        </p:nvSpPr>
        <p:spPr>
          <a:xfrm xmlns:a="http://schemas.openxmlformats.org/drawingml/2006/main">
            <a:off x="390153" y="814312"/>
            <a:ext cx="6099547" cy="262500"/>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1900" b="1" spc="0">
                <a:solidFill>
                  <a:schemeClr val="tx2"/>
                </a:solidFill>
                <a:latin typeface="Roboto"/>
                <a:ea typeface="Roboto"/>
                <a:cs typeface="Roboto"/>
              </a:defRPr>
            </a:lvl1pPr>
          </a:lstStyle>
          <a:p xmlns:a="http://schemas.openxmlformats.org/drawingml/2006/main">
            <a:pPr lvl="0">
              <a:buNone/>
            </a:pPr>
            <a:r>
              <a:t>EDITAR</a:t>
            </a:r>
          </a:p>
        </p:txBody>
      </p:sp>
      <p:sp>
        <p:nvSpPr>
          <p:cNvPr id="13" name="Espaço Reservado para Texto 6">
            <a:extLst xmlns:a="http://schemas.openxmlformats.org/drawingml/2006/main">
              <a:ext uri="{FF2B5EF4-FFF2-40B4-BE49-F238E27FC236}">
                <a16:creationId xmlns:a16="http://schemas.microsoft.com/office/drawing/2014/main" id="{6194D149-E2F1-4BF9-A8EC-BA08D0C1D8BC}"/>
              </a:ext>
            </a:extLst>
          </p:cNvPr>
          <p:cNvSpPr>
            <a:spLocks xmlns:a="http://schemas.openxmlformats.org/drawingml/2006/main" noGrp="1"/>
          </p:cNvSpPr>
          <p:nvPr>
            <p:ph type="body" idx="17" hasCustomPrompt="1"/>
          </p:nvPr>
        </p:nvSpPr>
        <p:spPr>
          <a:xfrm xmlns:a="http://schemas.openxmlformats.org/drawingml/2006/main">
            <a:off x="390154" y="1119209"/>
            <a:ext cx="6099545" cy="30457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600" b="0">
                <a:solidFill>
                  <a:schemeClr val="tx2"/>
                </a:solidFill>
                <a:latin typeface="Roboto Light"/>
                <a:ea typeface="Roboto Light"/>
                <a:cs typeface="Roboto Light"/>
              </a:defRPr>
            </a:lvl1pPr>
          </a:lstStyle>
          <a:p xmlns:a="http://schemas.openxmlformats.org/drawingml/2006/main">
            <a:pPr lvl="0">
              <a:buNone/>
            </a:pPr>
            <a:r>
              <a:t>Clique para editar o texto mestre</a:t>
            </a:r>
          </a:p>
        </p:txBody>
      </p:sp>
      <p:sp>
        <p:nvSpPr>
          <p:cNvPr id="14" name="Espaço Reservado para Texto 6">
            <a:extLst xmlns:a="http://schemas.openxmlformats.org/drawingml/2006/main">
              <a:ext uri="{FF2B5EF4-FFF2-40B4-BE49-F238E27FC236}">
                <a16:creationId xmlns:a16="http://schemas.microsoft.com/office/drawing/2014/main" id="{2B30E5FD-9051-4E1E-8485-CF615FEFF1FB}"/>
              </a:ext>
            </a:extLst>
          </p:cNvPr>
          <p:cNvSpPr>
            <a:spLocks xmlns:a="http://schemas.openxmlformats.org/drawingml/2006/main" noGrp="1"/>
          </p:cNvSpPr>
          <p:nvPr>
            <p:ph type="body" idx="26"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15" name="Date Placeholder 1">
            <a:extLst xmlns:a="http://schemas.openxmlformats.org/drawingml/2006/main">
              <a:ext uri="{FF2B5EF4-FFF2-40B4-BE49-F238E27FC236}">
                <a16:creationId xmlns:a16="http://schemas.microsoft.com/office/drawing/2014/main" id="{CEDF22C0-1511-410D-B4C2-53B4E4FE64CB}"/>
              </a:ext>
            </a:extLst>
          </p:cNvPr>
          <p:cNvSpPr>
            <a:spLocks xmlns:a="http://schemas.openxmlformats.org/drawingml/2006/main" noGrp="1"/>
          </p:cNvSpPr>
          <p:nvPr>
            <p:ph type="dt" idx="2"/>
          </p:nvPr>
        </p:nvSpPr>
        <p:spPr>
          <a:xfrm xmlns:a="http://schemas.openxmlformats.org/drawingml/2006/main">
            <a:off x="3957639" y="438763"/>
            <a:ext cx="2532062"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bg2"/>
                </a:solidFill>
                <a:latin typeface="Roboto Light"/>
                <a:ea typeface="Roboto Light"/>
                <a:cs typeface="Roboto Light"/>
              </a:defRPr>
            </a:lvl1pPr>
          </a:lstStyle>
          <a:p xmlns:a="http://schemas.openxmlformats.org/drawingml/2006/main">
            <a:fld id="{698D2F29-33FD-47A7-AB10-B1FA6BDB1599}" type="datetime4">
              <a:t>August 6, 2026</a:t>
            </a:fld>
            <a:endParaRPr/>
          </a:p>
        </p:txBody>
      </p:sp>
    </p:spTree>
  </p:cSld>
</p:sldLayout>
</file>

<file path=ppt/slideLayouts/slideLayout13.xml><?xml version="1.0" encoding="utf-8"?>
<p:sldLayout xmlns:p="http://schemas.openxmlformats.org/presentationml/2006/main" preserve="1" userDrawn="1">
  <p:cSld name="2 Gráficos">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53" name="Text Placeholder 4">
            <a:extLst xmlns:a="http://schemas.openxmlformats.org/drawingml/2006/main">
              <a:ext uri="{FF2B5EF4-FFF2-40B4-BE49-F238E27FC236}">
                <a16:creationId xmlns:a16="http://schemas.microsoft.com/office/drawing/2014/main" id="{03A51246-6836-408F-ABF0-EEEEE8E00F14}"/>
              </a:ext>
            </a:extLst>
          </p:cNvPr>
          <p:cNvSpPr>
            <a:spLocks xmlns:a="http://schemas.openxmlformats.org/drawingml/2006/main" noGrp="1"/>
          </p:cNvSpPr>
          <p:nvPr>
            <p:ph type="body" idx="20"/>
          </p:nvPr>
        </p:nvSpPr>
        <p:spPr>
          <a:xfrm xmlns:a="http://schemas.openxmlformats.org/drawingml/2006/main">
            <a:off x="382828" y="1497015"/>
            <a:ext cx="6106871" cy="3948034"/>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27" name="Espaço Reservado para Conteúdo 14">
            <a:extLst xmlns:a="http://schemas.openxmlformats.org/drawingml/2006/main">
              <a:ext uri="{FF2B5EF4-FFF2-40B4-BE49-F238E27FC236}">
                <a16:creationId xmlns:a16="http://schemas.microsoft.com/office/drawing/2014/main" id="{7459543B-5D1A-4593-B70A-B3031D0AB289}"/>
              </a:ext>
            </a:extLst>
          </p:cNvPr>
          <p:cNvSpPr>
            <a:spLocks xmlns:a="http://schemas.openxmlformats.org/drawingml/2006/main" noGrp="1"/>
          </p:cNvSpPr>
          <p:nvPr>
            <p:ph idx="21" hasCustomPrompt="1"/>
          </p:nvPr>
        </p:nvSpPr>
        <p:spPr>
          <a:xfrm xmlns:a="http://schemas.openxmlformats.org/drawingml/2006/main">
            <a:off x="382829" y="7896455"/>
            <a:ext cx="6106871" cy="1557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29" name="Espaço Reservado para Conteúdo 14">
            <a:extLst xmlns:a="http://schemas.openxmlformats.org/drawingml/2006/main">
              <a:ext uri="{FF2B5EF4-FFF2-40B4-BE49-F238E27FC236}">
                <a16:creationId xmlns:a16="http://schemas.microsoft.com/office/drawing/2014/main" id="{F5CC7ACC-9FC6-43CE-AF39-B94FD98BF6E6}"/>
              </a:ext>
            </a:extLst>
          </p:cNvPr>
          <p:cNvSpPr>
            <a:spLocks xmlns:a="http://schemas.openxmlformats.org/drawingml/2006/main" noGrp="1"/>
          </p:cNvSpPr>
          <p:nvPr>
            <p:ph idx="23" hasCustomPrompt="1"/>
          </p:nvPr>
        </p:nvSpPr>
        <p:spPr>
          <a:xfrm xmlns:a="http://schemas.openxmlformats.org/drawingml/2006/main">
            <a:off x="382829" y="7607837"/>
            <a:ext cx="6106871"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5" name="Espaço Reservado para Conteúdo 14">
            <a:extLst xmlns:a="http://schemas.openxmlformats.org/drawingml/2006/main">
              <a:ext uri="{FF2B5EF4-FFF2-40B4-BE49-F238E27FC236}">
                <a16:creationId xmlns:a16="http://schemas.microsoft.com/office/drawing/2014/main" id="{D8D9FAC2-6A16-4A54-B55B-FEED7719F70A}"/>
              </a:ext>
            </a:extLst>
          </p:cNvPr>
          <p:cNvSpPr>
            <a:spLocks xmlns:a="http://schemas.openxmlformats.org/drawingml/2006/main" noGrp="1"/>
          </p:cNvSpPr>
          <p:nvPr>
            <p:ph idx="29" hasCustomPrompt="1"/>
          </p:nvPr>
        </p:nvSpPr>
        <p:spPr>
          <a:xfrm xmlns:a="http://schemas.openxmlformats.org/drawingml/2006/main">
            <a:off x="382829" y="5927315"/>
            <a:ext cx="6105737" cy="1578834"/>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6" name="Espaço Reservado para Conteúdo 14">
            <a:extLst xmlns:a="http://schemas.openxmlformats.org/drawingml/2006/main">
              <a:ext uri="{FF2B5EF4-FFF2-40B4-BE49-F238E27FC236}">
                <a16:creationId xmlns:a16="http://schemas.microsoft.com/office/drawing/2014/main" id="{F03016C5-25C3-487A-A063-9D5AE9126411}"/>
              </a:ext>
            </a:extLst>
          </p:cNvPr>
          <p:cNvSpPr>
            <a:spLocks xmlns:a="http://schemas.openxmlformats.org/drawingml/2006/main" noGrp="1"/>
          </p:cNvSpPr>
          <p:nvPr>
            <p:ph idx="30" hasCustomPrompt="1"/>
          </p:nvPr>
        </p:nvSpPr>
        <p:spPr>
          <a:xfrm xmlns:a="http://schemas.openxmlformats.org/drawingml/2006/main">
            <a:off x="382829" y="5638697"/>
            <a:ext cx="6099547"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22" name="Straight Connector 21">
            <a:extLst xmlns:a="http://schemas.openxmlformats.org/drawingml/2006/main">
              <a:ext uri="{FF2B5EF4-FFF2-40B4-BE49-F238E27FC236}">
                <a16:creationId xmlns:a16="http://schemas.microsoft.com/office/drawing/2014/main" id="{9E1F8173-8358-4F1A-940D-89F95B25AAF7}"/>
              </a:ext>
            </a:extLst>
          </p:cNvPr>
          <p:cNvSpPr>
            <a:spLocks xmlns:a="http://schemas.openxmlformats.org/drawingml/2006/main" noGrp="1"/>
          </p:cNvSpPr>
          <p:nvPr/>
        </p:nvSpPr>
        <p:spPr>
          <a:xfrm xmlns:a="http://schemas.openxmlformats.org/drawingml/2006/main">
            <a:off x="390154" y="734469"/>
            <a:ext cx="6099546"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6" name="Espaço Reservado para Texto 6">
            <a:extLst xmlns:a="http://schemas.openxmlformats.org/drawingml/2006/main">
              <a:ext uri="{FF2B5EF4-FFF2-40B4-BE49-F238E27FC236}">
                <a16:creationId xmlns:a16="http://schemas.microsoft.com/office/drawing/2014/main" id="{F0727637-B56E-4C1E-9D50-4D5CB2A21C4F}"/>
              </a:ext>
            </a:extLst>
          </p:cNvPr>
          <p:cNvSpPr>
            <a:spLocks xmlns:a="http://schemas.openxmlformats.org/drawingml/2006/main" noGrp="1"/>
          </p:cNvSpPr>
          <p:nvPr>
            <p:ph type="body" idx="16" hasCustomPrompt="1"/>
          </p:nvPr>
        </p:nvSpPr>
        <p:spPr>
          <a:xfrm xmlns:a="http://schemas.openxmlformats.org/drawingml/2006/main">
            <a:off x="390153" y="814312"/>
            <a:ext cx="6099547" cy="262500"/>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1900" b="1" spc="0">
                <a:solidFill>
                  <a:schemeClr val="tx2"/>
                </a:solidFill>
                <a:latin typeface="Roboto"/>
                <a:ea typeface="Roboto"/>
                <a:cs typeface="Roboto"/>
              </a:defRPr>
            </a:lvl1pPr>
          </a:lstStyle>
          <a:p xmlns:a="http://schemas.openxmlformats.org/drawingml/2006/main">
            <a:pPr lvl="0">
              <a:buNone/>
            </a:pPr>
            <a:r>
              <a:t>EDITAR</a:t>
            </a:r>
          </a:p>
        </p:txBody>
      </p:sp>
      <p:sp>
        <p:nvSpPr>
          <p:cNvPr id="37" name="Espaço Reservado para Texto 6">
            <a:extLst xmlns:a="http://schemas.openxmlformats.org/drawingml/2006/main">
              <a:ext uri="{FF2B5EF4-FFF2-40B4-BE49-F238E27FC236}">
                <a16:creationId xmlns:a16="http://schemas.microsoft.com/office/drawing/2014/main" id="{6A52A1EC-A892-4253-A152-66B87248D94E}"/>
              </a:ext>
            </a:extLst>
          </p:cNvPr>
          <p:cNvSpPr>
            <a:spLocks xmlns:a="http://schemas.openxmlformats.org/drawingml/2006/main" noGrp="1"/>
          </p:cNvSpPr>
          <p:nvPr>
            <p:ph type="body" idx="17" hasCustomPrompt="1"/>
          </p:nvPr>
        </p:nvSpPr>
        <p:spPr>
          <a:xfrm xmlns:a="http://schemas.openxmlformats.org/drawingml/2006/main">
            <a:off x="390154" y="1119209"/>
            <a:ext cx="6099545" cy="30457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600" b="0">
                <a:solidFill>
                  <a:schemeClr val="tx2"/>
                </a:solidFill>
                <a:latin typeface="Roboto Light"/>
                <a:ea typeface="Roboto Light"/>
                <a:cs typeface="Roboto Light"/>
              </a:defRPr>
            </a:lvl1pPr>
          </a:lstStyle>
          <a:p xmlns:a="http://schemas.openxmlformats.org/drawingml/2006/main">
            <a:pPr lvl="0">
              <a:buNone/>
            </a:pPr>
            <a:r>
              <a:t>Clique para editar o texto mestre</a:t>
            </a:r>
          </a:p>
        </p:txBody>
      </p:sp>
      <p:sp>
        <p:nvSpPr>
          <p:cNvPr id="14" name="Espaço Reservado para Texto 6">
            <a:extLst xmlns:a="http://schemas.openxmlformats.org/drawingml/2006/main">
              <a:ext uri="{FF2B5EF4-FFF2-40B4-BE49-F238E27FC236}">
                <a16:creationId xmlns:a16="http://schemas.microsoft.com/office/drawing/2014/main" id="{7905309A-7F3E-4A7B-816E-100D4419AC95}"/>
              </a:ext>
            </a:extLst>
          </p:cNvPr>
          <p:cNvSpPr>
            <a:spLocks xmlns:a="http://schemas.openxmlformats.org/drawingml/2006/main" noGrp="1"/>
          </p:cNvSpPr>
          <p:nvPr>
            <p:ph type="body" idx="26"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15" name="Date Placeholder 1">
            <a:extLst xmlns:a="http://schemas.openxmlformats.org/drawingml/2006/main">
              <a:ext uri="{FF2B5EF4-FFF2-40B4-BE49-F238E27FC236}">
                <a16:creationId xmlns:a16="http://schemas.microsoft.com/office/drawing/2014/main" id="{F553351A-90B3-4CE5-942E-AE4248858838}"/>
              </a:ext>
            </a:extLst>
          </p:cNvPr>
          <p:cNvSpPr>
            <a:spLocks xmlns:a="http://schemas.openxmlformats.org/drawingml/2006/main" noGrp="1"/>
          </p:cNvSpPr>
          <p:nvPr>
            <p:ph type="dt" idx="2"/>
          </p:nvPr>
        </p:nvSpPr>
        <p:spPr>
          <a:xfrm xmlns:a="http://schemas.openxmlformats.org/drawingml/2006/main">
            <a:off x="3971925" y="438763"/>
            <a:ext cx="2517775"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bg2"/>
                </a:solidFill>
                <a:latin typeface="Roboto Light"/>
                <a:ea typeface="Roboto Light"/>
                <a:cs typeface="Roboto Light"/>
              </a:defRPr>
            </a:lvl1pPr>
          </a:lstStyle>
          <a:p xmlns:a="http://schemas.openxmlformats.org/drawingml/2006/main">
            <a:fld id="{0AD01827-9A36-4138-95B8-B0189D2D0C96}" type="datetime4">
              <a:t>August 6, 2026</a:t>
            </a:fld>
            <a:endParaRPr/>
          </a:p>
        </p:txBody>
      </p:sp>
    </p:spTree>
  </p:cSld>
</p:sldLayout>
</file>

<file path=ppt/slideLayouts/slideLayout14.xml><?xml version="1.0" encoding="utf-8"?>
<p:sldLayout xmlns:p="http://schemas.openxmlformats.org/presentationml/2006/main" preserve="1" userDrawn="1">
  <p:cSld name="3 Gráficos">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53" name="Text Placeholder 4">
            <a:extLst xmlns:a="http://schemas.openxmlformats.org/drawingml/2006/main">
              <a:ext uri="{FF2B5EF4-FFF2-40B4-BE49-F238E27FC236}">
                <a16:creationId xmlns:a16="http://schemas.microsoft.com/office/drawing/2014/main" id="{03A51246-6836-408F-ABF0-EEEEE8E00F14}"/>
              </a:ext>
            </a:extLst>
          </p:cNvPr>
          <p:cNvSpPr>
            <a:spLocks xmlns:a="http://schemas.openxmlformats.org/drawingml/2006/main" noGrp="1"/>
          </p:cNvSpPr>
          <p:nvPr>
            <p:ph type="body" idx="20"/>
          </p:nvPr>
        </p:nvSpPr>
        <p:spPr>
          <a:xfrm xmlns:a="http://schemas.openxmlformats.org/drawingml/2006/main">
            <a:off x="382829" y="1497013"/>
            <a:ext cx="2923563" cy="2616675"/>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31" name="Espaço Reservado para Conteúdo 14">
            <a:extLst xmlns:a="http://schemas.openxmlformats.org/drawingml/2006/main">
              <a:ext uri="{FF2B5EF4-FFF2-40B4-BE49-F238E27FC236}">
                <a16:creationId xmlns:a16="http://schemas.microsoft.com/office/drawing/2014/main" id="{B4A8E0CC-AF6D-4249-B907-8B90F14E6EEE}"/>
              </a:ext>
            </a:extLst>
          </p:cNvPr>
          <p:cNvSpPr>
            <a:spLocks xmlns:a="http://schemas.openxmlformats.org/drawingml/2006/main" noGrp="1"/>
          </p:cNvSpPr>
          <p:nvPr>
            <p:ph idx="25" hasCustomPrompt="1"/>
          </p:nvPr>
        </p:nvSpPr>
        <p:spPr>
          <a:xfrm xmlns:a="http://schemas.openxmlformats.org/drawingml/2006/main">
            <a:off x="382829" y="4581387"/>
            <a:ext cx="6119679" cy="208201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2" name="Espaço Reservado para Conteúdo 14">
            <a:extLst xmlns:a="http://schemas.openxmlformats.org/drawingml/2006/main">
              <a:ext uri="{FF2B5EF4-FFF2-40B4-BE49-F238E27FC236}">
                <a16:creationId xmlns:a16="http://schemas.microsoft.com/office/drawing/2014/main" id="{D196756B-2AE4-4A67-89B3-B66A7F1396F6}"/>
              </a:ext>
            </a:extLst>
          </p:cNvPr>
          <p:cNvSpPr>
            <a:spLocks xmlns:a="http://schemas.openxmlformats.org/drawingml/2006/main" noGrp="1"/>
          </p:cNvSpPr>
          <p:nvPr>
            <p:ph idx="26" hasCustomPrompt="1"/>
          </p:nvPr>
        </p:nvSpPr>
        <p:spPr>
          <a:xfrm xmlns:a="http://schemas.openxmlformats.org/drawingml/2006/main">
            <a:off x="3536951" y="1836751"/>
            <a:ext cx="2965558" cy="2276937"/>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3" name="Espaço Reservado para Conteúdo 14">
            <a:extLst xmlns:a="http://schemas.openxmlformats.org/drawingml/2006/main">
              <a:ext uri="{FF2B5EF4-FFF2-40B4-BE49-F238E27FC236}">
                <a16:creationId xmlns:a16="http://schemas.microsoft.com/office/drawing/2014/main" id="{B149349D-4017-411D-A6E4-6FA59E261E07}"/>
              </a:ext>
            </a:extLst>
          </p:cNvPr>
          <p:cNvSpPr>
            <a:spLocks xmlns:a="http://schemas.openxmlformats.org/drawingml/2006/main" noGrp="1"/>
          </p:cNvSpPr>
          <p:nvPr>
            <p:ph idx="27" hasCustomPrompt="1"/>
          </p:nvPr>
        </p:nvSpPr>
        <p:spPr>
          <a:xfrm xmlns:a="http://schemas.openxmlformats.org/drawingml/2006/main">
            <a:off x="382829" y="4292769"/>
            <a:ext cx="6119679"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4" name="Espaço Reservado para Conteúdo 14">
            <a:extLst xmlns:a="http://schemas.openxmlformats.org/drawingml/2006/main">
              <a:ext uri="{FF2B5EF4-FFF2-40B4-BE49-F238E27FC236}">
                <a16:creationId xmlns:a16="http://schemas.microsoft.com/office/drawing/2014/main" id="{849E52CD-1DB8-4809-A80A-ECC086DFD60E}"/>
              </a:ext>
            </a:extLst>
          </p:cNvPr>
          <p:cNvSpPr>
            <a:spLocks xmlns:a="http://schemas.openxmlformats.org/drawingml/2006/main" noGrp="1"/>
          </p:cNvSpPr>
          <p:nvPr>
            <p:ph idx="28" hasCustomPrompt="1"/>
          </p:nvPr>
        </p:nvSpPr>
        <p:spPr>
          <a:xfrm xmlns:a="http://schemas.openxmlformats.org/drawingml/2006/main">
            <a:off x="3552750" y="1548134"/>
            <a:ext cx="2949758"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20" name="Text Placeholder 4">
            <a:extLst xmlns:a="http://schemas.openxmlformats.org/drawingml/2006/main">
              <a:ext uri="{FF2B5EF4-FFF2-40B4-BE49-F238E27FC236}">
                <a16:creationId xmlns:a16="http://schemas.microsoft.com/office/drawing/2014/main" id="{92D80794-D9BD-4233-9669-1606A39695D6}"/>
              </a:ext>
            </a:extLst>
          </p:cNvPr>
          <p:cNvSpPr>
            <a:spLocks xmlns:a="http://schemas.openxmlformats.org/drawingml/2006/main" noGrp="1"/>
          </p:cNvSpPr>
          <p:nvPr>
            <p:ph type="body" idx="29"/>
          </p:nvPr>
        </p:nvSpPr>
        <p:spPr>
          <a:xfrm xmlns:a="http://schemas.openxmlformats.org/drawingml/2006/main">
            <a:off x="390154" y="6866857"/>
            <a:ext cx="2923563" cy="2584765"/>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21" name="Espaço Reservado para Conteúdo 14">
            <a:extLst xmlns:a="http://schemas.openxmlformats.org/drawingml/2006/main">
              <a:ext uri="{FF2B5EF4-FFF2-40B4-BE49-F238E27FC236}">
                <a16:creationId xmlns:a16="http://schemas.microsoft.com/office/drawing/2014/main" id="{A6CB413F-84EF-44DF-BD40-B9F876AF8DE8}"/>
              </a:ext>
            </a:extLst>
          </p:cNvPr>
          <p:cNvSpPr>
            <a:spLocks xmlns:a="http://schemas.openxmlformats.org/drawingml/2006/main" noGrp="1"/>
          </p:cNvSpPr>
          <p:nvPr>
            <p:ph idx="30" hasCustomPrompt="1"/>
          </p:nvPr>
        </p:nvSpPr>
        <p:spPr>
          <a:xfrm xmlns:a="http://schemas.openxmlformats.org/drawingml/2006/main">
            <a:off x="3544276" y="7190300"/>
            <a:ext cx="2965558" cy="2263264"/>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22" name="Espaço Reservado para Conteúdo 14">
            <a:extLst xmlns:a="http://schemas.openxmlformats.org/drawingml/2006/main">
              <a:ext uri="{FF2B5EF4-FFF2-40B4-BE49-F238E27FC236}">
                <a16:creationId xmlns:a16="http://schemas.microsoft.com/office/drawing/2014/main" id="{81B1184E-C2A9-4D89-B81A-04C67DFDFC84}"/>
              </a:ext>
            </a:extLst>
          </p:cNvPr>
          <p:cNvSpPr>
            <a:spLocks xmlns:a="http://schemas.openxmlformats.org/drawingml/2006/main" noGrp="1"/>
          </p:cNvSpPr>
          <p:nvPr>
            <p:ph idx="31" hasCustomPrompt="1"/>
          </p:nvPr>
        </p:nvSpPr>
        <p:spPr>
          <a:xfrm xmlns:a="http://schemas.openxmlformats.org/drawingml/2006/main">
            <a:off x="3560075" y="6901682"/>
            <a:ext cx="2949758"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23" name="Straight Connector 22">
            <a:extLst xmlns:a="http://schemas.openxmlformats.org/drawingml/2006/main">
              <a:ext uri="{FF2B5EF4-FFF2-40B4-BE49-F238E27FC236}">
                <a16:creationId xmlns:a16="http://schemas.microsoft.com/office/drawing/2014/main" id="{433938AE-7DC9-44F7-AC8E-3021689C18CB}"/>
              </a:ext>
            </a:extLst>
          </p:cNvPr>
          <p:cNvSpPr>
            <a:spLocks xmlns:a="http://schemas.openxmlformats.org/drawingml/2006/main" noGrp="1"/>
          </p:cNvSpPr>
          <p:nvPr/>
        </p:nvSpPr>
        <p:spPr>
          <a:xfrm xmlns:a="http://schemas.openxmlformats.org/drawingml/2006/main">
            <a:off x="390154" y="734469"/>
            <a:ext cx="6099546"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Espaço Reservado para Texto 6">
            <a:extLst xmlns:a="http://schemas.openxmlformats.org/drawingml/2006/main">
              <a:ext uri="{FF2B5EF4-FFF2-40B4-BE49-F238E27FC236}">
                <a16:creationId xmlns:a16="http://schemas.microsoft.com/office/drawing/2014/main" id="{667A78A2-6B0A-4B79-B91F-864FAEBDF306}"/>
              </a:ext>
            </a:extLst>
          </p:cNvPr>
          <p:cNvSpPr>
            <a:spLocks xmlns:a="http://schemas.openxmlformats.org/drawingml/2006/main" noGrp="1"/>
          </p:cNvSpPr>
          <p:nvPr>
            <p:ph type="body" idx="16" hasCustomPrompt="1"/>
          </p:nvPr>
        </p:nvSpPr>
        <p:spPr>
          <a:xfrm xmlns:a="http://schemas.openxmlformats.org/drawingml/2006/main">
            <a:off x="390153" y="814312"/>
            <a:ext cx="6099547" cy="262500"/>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1900" b="1" spc="0">
                <a:solidFill>
                  <a:schemeClr val="tx2"/>
                </a:solidFill>
                <a:latin typeface="Roboto"/>
                <a:ea typeface="Roboto"/>
                <a:cs typeface="Roboto"/>
              </a:defRPr>
            </a:lvl1pPr>
          </a:lstStyle>
          <a:p xmlns:a="http://schemas.openxmlformats.org/drawingml/2006/main">
            <a:pPr lvl="0">
              <a:buNone/>
            </a:pPr>
            <a:r>
              <a:t>EDITAR</a:t>
            </a:r>
          </a:p>
        </p:txBody>
      </p:sp>
      <p:sp>
        <p:nvSpPr>
          <p:cNvPr id="18" name="Espaço Reservado para Texto 6">
            <a:extLst xmlns:a="http://schemas.openxmlformats.org/drawingml/2006/main">
              <a:ext uri="{FF2B5EF4-FFF2-40B4-BE49-F238E27FC236}">
                <a16:creationId xmlns:a16="http://schemas.microsoft.com/office/drawing/2014/main" id="{C057AED6-8480-40FD-AA17-1DD8BA77D1B9}"/>
              </a:ext>
            </a:extLst>
          </p:cNvPr>
          <p:cNvSpPr>
            <a:spLocks xmlns:a="http://schemas.openxmlformats.org/drawingml/2006/main" noGrp="1"/>
          </p:cNvSpPr>
          <p:nvPr>
            <p:ph type="body" idx="17" hasCustomPrompt="1"/>
          </p:nvPr>
        </p:nvSpPr>
        <p:spPr>
          <a:xfrm xmlns:a="http://schemas.openxmlformats.org/drawingml/2006/main">
            <a:off x="390154" y="1119209"/>
            <a:ext cx="6099545" cy="30457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600" b="0">
                <a:solidFill>
                  <a:schemeClr val="tx2"/>
                </a:solidFill>
                <a:latin typeface="Roboto Light"/>
                <a:ea typeface="Roboto Light"/>
                <a:cs typeface="Roboto Light"/>
              </a:defRPr>
            </a:lvl1pPr>
          </a:lstStyle>
          <a:p xmlns:a="http://schemas.openxmlformats.org/drawingml/2006/main">
            <a:pPr lvl="0">
              <a:buNone/>
            </a:pPr>
            <a:r>
              <a:t>Clique para editar o texto mestre</a:t>
            </a:r>
          </a:p>
        </p:txBody>
      </p:sp>
      <p:sp>
        <p:nvSpPr>
          <p:cNvPr id="19" name="Espaço Reservado para Texto 6">
            <a:extLst xmlns:a="http://schemas.openxmlformats.org/drawingml/2006/main">
              <a:ext uri="{FF2B5EF4-FFF2-40B4-BE49-F238E27FC236}">
                <a16:creationId xmlns:a16="http://schemas.microsoft.com/office/drawing/2014/main" id="{D8173AC5-D6F2-4007-9E85-9CC5D5ECAF90}"/>
              </a:ext>
            </a:extLst>
          </p:cNvPr>
          <p:cNvSpPr>
            <a:spLocks xmlns:a="http://schemas.openxmlformats.org/drawingml/2006/main" noGrp="1"/>
          </p:cNvSpPr>
          <p:nvPr>
            <p:ph type="body" idx="32"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24" name="Date Placeholder 1">
            <a:extLst xmlns:a="http://schemas.openxmlformats.org/drawingml/2006/main">
              <a:ext uri="{FF2B5EF4-FFF2-40B4-BE49-F238E27FC236}">
                <a16:creationId xmlns:a16="http://schemas.microsoft.com/office/drawing/2014/main" id="{907C5A98-0307-4E77-A8F5-55605CF6F9F6}"/>
              </a:ext>
            </a:extLst>
          </p:cNvPr>
          <p:cNvSpPr>
            <a:spLocks xmlns:a="http://schemas.openxmlformats.org/drawingml/2006/main" noGrp="1"/>
          </p:cNvSpPr>
          <p:nvPr>
            <p:ph type="dt" idx="2"/>
          </p:nvPr>
        </p:nvSpPr>
        <p:spPr>
          <a:xfrm xmlns:a="http://schemas.openxmlformats.org/drawingml/2006/main">
            <a:off x="3971925" y="438763"/>
            <a:ext cx="2517775"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bg2"/>
                </a:solidFill>
                <a:latin typeface="Roboto Light"/>
                <a:ea typeface="Roboto Light"/>
                <a:cs typeface="Roboto Light"/>
              </a:defRPr>
            </a:lvl1pPr>
          </a:lstStyle>
          <a:p xmlns:a="http://schemas.openxmlformats.org/drawingml/2006/main">
            <a:fld id="{5EBDDC5B-631B-4336-9543-98257A1F05F5}" type="datetime4">
              <a:t>August 6, 2026</a:t>
            </a:fld>
            <a:endParaRPr/>
          </a:p>
        </p:txBody>
      </p:sp>
    </p:spTree>
  </p:cSld>
</p:sldLayout>
</file>

<file path=ppt/slideLayouts/slideLayout15.xml><?xml version="1.0" encoding="utf-8"?>
<p:sldLayout xmlns:p="http://schemas.openxmlformats.org/presentationml/2006/main" preserve="1" userDrawn="1">
  <p:cSld name="4 Gráficos">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20" name="Text Placeholder 4">
            <a:extLst xmlns:a="http://schemas.openxmlformats.org/drawingml/2006/main">
              <a:ext uri="{FF2B5EF4-FFF2-40B4-BE49-F238E27FC236}">
                <a16:creationId xmlns:a16="http://schemas.microsoft.com/office/drawing/2014/main" id="{49A1E59E-08DB-45E6-A0D5-7C78A54C869F}"/>
              </a:ext>
            </a:extLst>
          </p:cNvPr>
          <p:cNvSpPr>
            <a:spLocks xmlns:a="http://schemas.openxmlformats.org/drawingml/2006/main" noGrp="1"/>
          </p:cNvSpPr>
          <p:nvPr>
            <p:ph type="body" idx="20"/>
          </p:nvPr>
        </p:nvSpPr>
        <p:spPr>
          <a:xfrm xmlns:a="http://schemas.openxmlformats.org/drawingml/2006/main">
            <a:off x="382829" y="1497013"/>
            <a:ext cx="2923563" cy="4079539"/>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21" name="Espaço Reservado para Conteúdo 14">
            <a:extLst xmlns:a="http://schemas.openxmlformats.org/drawingml/2006/main">
              <a:ext uri="{FF2B5EF4-FFF2-40B4-BE49-F238E27FC236}">
                <a16:creationId xmlns:a16="http://schemas.microsoft.com/office/drawing/2014/main" id="{85B528AB-0607-4A82-934E-C1C7106546B5}"/>
              </a:ext>
            </a:extLst>
          </p:cNvPr>
          <p:cNvSpPr>
            <a:spLocks xmlns:a="http://schemas.openxmlformats.org/drawingml/2006/main" noGrp="1"/>
          </p:cNvSpPr>
          <p:nvPr>
            <p:ph idx="26" hasCustomPrompt="1"/>
          </p:nvPr>
        </p:nvSpPr>
        <p:spPr>
          <a:xfrm xmlns:a="http://schemas.openxmlformats.org/drawingml/2006/main">
            <a:off x="3536951" y="1831799"/>
            <a:ext cx="2965558" cy="3744754"/>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22" name="Espaço Reservado para Conteúdo 14">
            <a:extLst xmlns:a="http://schemas.openxmlformats.org/drawingml/2006/main">
              <a:ext uri="{FF2B5EF4-FFF2-40B4-BE49-F238E27FC236}">
                <a16:creationId xmlns:a16="http://schemas.microsoft.com/office/drawing/2014/main" id="{5294E6AB-735D-48F4-9AC8-EF3781FB2746}"/>
              </a:ext>
            </a:extLst>
          </p:cNvPr>
          <p:cNvSpPr>
            <a:spLocks xmlns:a="http://schemas.openxmlformats.org/drawingml/2006/main" noGrp="1"/>
          </p:cNvSpPr>
          <p:nvPr>
            <p:ph idx="28" hasCustomPrompt="1"/>
          </p:nvPr>
        </p:nvSpPr>
        <p:spPr>
          <a:xfrm xmlns:a="http://schemas.openxmlformats.org/drawingml/2006/main">
            <a:off x="3552750" y="1543180"/>
            <a:ext cx="2949758"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23" name="Espaço Reservado para Conteúdo 14">
            <a:extLst xmlns:a="http://schemas.openxmlformats.org/drawingml/2006/main">
              <a:ext uri="{FF2B5EF4-FFF2-40B4-BE49-F238E27FC236}">
                <a16:creationId xmlns:a16="http://schemas.microsoft.com/office/drawing/2014/main" id="{6B9EB78B-FD20-4719-A056-235ADA20204A}"/>
              </a:ext>
            </a:extLst>
          </p:cNvPr>
          <p:cNvSpPr>
            <a:spLocks xmlns:a="http://schemas.openxmlformats.org/drawingml/2006/main" noGrp="1"/>
          </p:cNvSpPr>
          <p:nvPr>
            <p:ph idx="25" hasCustomPrompt="1"/>
          </p:nvPr>
        </p:nvSpPr>
        <p:spPr>
          <a:xfrm xmlns:a="http://schemas.openxmlformats.org/drawingml/2006/main">
            <a:off x="382829" y="6010940"/>
            <a:ext cx="6119679" cy="1466185"/>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25" name="Espaço Reservado para Conteúdo 14">
            <a:extLst xmlns:a="http://schemas.openxmlformats.org/drawingml/2006/main">
              <a:ext uri="{FF2B5EF4-FFF2-40B4-BE49-F238E27FC236}">
                <a16:creationId xmlns:a16="http://schemas.microsoft.com/office/drawing/2014/main" id="{378CEBA8-7472-47EB-BC4A-EA019A667AE5}"/>
              </a:ext>
            </a:extLst>
          </p:cNvPr>
          <p:cNvSpPr>
            <a:spLocks xmlns:a="http://schemas.openxmlformats.org/drawingml/2006/main" noGrp="1"/>
          </p:cNvSpPr>
          <p:nvPr>
            <p:ph idx="27" hasCustomPrompt="1"/>
          </p:nvPr>
        </p:nvSpPr>
        <p:spPr>
          <a:xfrm xmlns:a="http://schemas.openxmlformats.org/drawingml/2006/main">
            <a:off x="382829" y="5722322"/>
            <a:ext cx="6119679"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26" name="Espaço Reservado para Conteúdo 14">
            <a:extLst xmlns:a="http://schemas.openxmlformats.org/drawingml/2006/main">
              <a:ext uri="{FF2B5EF4-FFF2-40B4-BE49-F238E27FC236}">
                <a16:creationId xmlns:a16="http://schemas.microsoft.com/office/drawing/2014/main" id="{88102008-164E-4847-B70E-2DA2859EB5FA}"/>
              </a:ext>
            </a:extLst>
          </p:cNvPr>
          <p:cNvSpPr>
            <a:spLocks xmlns:a="http://schemas.openxmlformats.org/drawingml/2006/main" noGrp="1"/>
          </p:cNvSpPr>
          <p:nvPr>
            <p:ph idx="21" hasCustomPrompt="1"/>
          </p:nvPr>
        </p:nvSpPr>
        <p:spPr>
          <a:xfrm xmlns:a="http://schemas.openxmlformats.org/drawingml/2006/main">
            <a:off x="382829" y="7896455"/>
            <a:ext cx="2938221" cy="1557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7" name="Espaço Reservado para Conteúdo 14">
            <a:extLst xmlns:a="http://schemas.openxmlformats.org/drawingml/2006/main">
              <a:ext uri="{FF2B5EF4-FFF2-40B4-BE49-F238E27FC236}">
                <a16:creationId xmlns:a16="http://schemas.microsoft.com/office/drawing/2014/main" id="{1DAFB6F6-C902-48DE-A854-209EE1401B64}"/>
              </a:ext>
            </a:extLst>
          </p:cNvPr>
          <p:cNvSpPr>
            <a:spLocks xmlns:a="http://schemas.openxmlformats.org/drawingml/2006/main" noGrp="1"/>
          </p:cNvSpPr>
          <p:nvPr>
            <p:ph idx="22" hasCustomPrompt="1"/>
          </p:nvPr>
        </p:nvSpPr>
        <p:spPr>
          <a:xfrm xmlns:a="http://schemas.openxmlformats.org/drawingml/2006/main">
            <a:off x="3536951" y="7896455"/>
            <a:ext cx="2965558" cy="1557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8" name="Espaço Reservado para Conteúdo 14">
            <a:extLst xmlns:a="http://schemas.openxmlformats.org/drawingml/2006/main">
              <a:ext uri="{FF2B5EF4-FFF2-40B4-BE49-F238E27FC236}">
                <a16:creationId xmlns:a16="http://schemas.microsoft.com/office/drawing/2014/main" id="{B4F7A4B0-6A5B-48E7-93D0-A6438A15CF56}"/>
              </a:ext>
            </a:extLst>
          </p:cNvPr>
          <p:cNvSpPr>
            <a:spLocks xmlns:a="http://schemas.openxmlformats.org/drawingml/2006/main" noGrp="1"/>
          </p:cNvSpPr>
          <p:nvPr>
            <p:ph idx="23" hasCustomPrompt="1"/>
          </p:nvPr>
        </p:nvSpPr>
        <p:spPr>
          <a:xfrm xmlns:a="http://schemas.openxmlformats.org/drawingml/2006/main">
            <a:off x="382829" y="7607837"/>
            <a:ext cx="2938221"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9" name="Espaço Reservado para Conteúdo 14">
            <a:extLst xmlns:a="http://schemas.openxmlformats.org/drawingml/2006/main">
              <a:ext uri="{FF2B5EF4-FFF2-40B4-BE49-F238E27FC236}">
                <a16:creationId xmlns:a16="http://schemas.microsoft.com/office/drawing/2014/main" id="{C64B94EB-9494-4B55-92F4-166DEF48DB35}"/>
              </a:ext>
            </a:extLst>
          </p:cNvPr>
          <p:cNvSpPr>
            <a:spLocks xmlns:a="http://schemas.openxmlformats.org/drawingml/2006/main" noGrp="1"/>
          </p:cNvSpPr>
          <p:nvPr>
            <p:ph idx="24" hasCustomPrompt="1"/>
          </p:nvPr>
        </p:nvSpPr>
        <p:spPr>
          <a:xfrm xmlns:a="http://schemas.openxmlformats.org/drawingml/2006/main">
            <a:off x="3552750" y="7607837"/>
            <a:ext cx="2949758"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42" name="Straight Connector 41">
            <a:extLst xmlns:a="http://schemas.openxmlformats.org/drawingml/2006/main">
              <a:ext uri="{FF2B5EF4-FFF2-40B4-BE49-F238E27FC236}">
                <a16:creationId xmlns:a16="http://schemas.microsoft.com/office/drawing/2014/main" id="{0776C2C8-2C8C-4383-A978-2C81AAE5A001}"/>
              </a:ext>
            </a:extLst>
          </p:cNvPr>
          <p:cNvSpPr>
            <a:spLocks xmlns:a="http://schemas.openxmlformats.org/drawingml/2006/main" noGrp="1"/>
          </p:cNvSpPr>
          <p:nvPr/>
        </p:nvSpPr>
        <p:spPr>
          <a:xfrm xmlns:a="http://schemas.openxmlformats.org/drawingml/2006/main">
            <a:off x="390154" y="734469"/>
            <a:ext cx="6099546"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Espaço Reservado para Texto 6">
            <a:extLst xmlns:a="http://schemas.openxmlformats.org/drawingml/2006/main">
              <a:ext uri="{FF2B5EF4-FFF2-40B4-BE49-F238E27FC236}">
                <a16:creationId xmlns:a16="http://schemas.microsoft.com/office/drawing/2014/main" id="{E9006F28-0FC5-4C17-84E9-DDB1DE717662}"/>
              </a:ext>
            </a:extLst>
          </p:cNvPr>
          <p:cNvSpPr>
            <a:spLocks xmlns:a="http://schemas.openxmlformats.org/drawingml/2006/main" noGrp="1"/>
          </p:cNvSpPr>
          <p:nvPr>
            <p:ph type="body" idx="16" hasCustomPrompt="1"/>
          </p:nvPr>
        </p:nvSpPr>
        <p:spPr>
          <a:xfrm xmlns:a="http://schemas.openxmlformats.org/drawingml/2006/main">
            <a:off x="390153" y="814312"/>
            <a:ext cx="6099547" cy="262500"/>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1900" b="1" spc="0">
                <a:solidFill>
                  <a:schemeClr val="tx2"/>
                </a:solidFill>
                <a:latin typeface="Roboto"/>
                <a:ea typeface="Roboto"/>
                <a:cs typeface="Roboto"/>
              </a:defRPr>
            </a:lvl1pPr>
          </a:lstStyle>
          <a:p xmlns:a="http://schemas.openxmlformats.org/drawingml/2006/main">
            <a:pPr lvl="0">
              <a:buNone/>
            </a:pPr>
            <a:r>
              <a:t>EDITAR</a:t>
            </a:r>
          </a:p>
        </p:txBody>
      </p:sp>
      <p:sp>
        <p:nvSpPr>
          <p:cNvPr id="19" name="Espaço Reservado para Texto 6">
            <a:extLst xmlns:a="http://schemas.openxmlformats.org/drawingml/2006/main">
              <a:ext uri="{FF2B5EF4-FFF2-40B4-BE49-F238E27FC236}">
                <a16:creationId xmlns:a16="http://schemas.microsoft.com/office/drawing/2014/main" id="{840CD343-D27F-44CB-9F5D-7257A48DB76E}"/>
              </a:ext>
            </a:extLst>
          </p:cNvPr>
          <p:cNvSpPr>
            <a:spLocks xmlns:a="http://schemas.openxmlformats.org/drawingml/2006/main" noGrp="1"/>
          </p:cNvSpPr>
          <p:nvPr>
            <p:ph type="body" idx="17" hasCustomPrompt="1"/>
          </p:nvPr>
        </p:nvSpPr>
        <p:spPr>
          <a:xfrm xmlns:a="http://schemas.openxmlformats.org/drawingml/2006/main">
            <a:off x="390154" y="1119209"/>
            <a:ext cx="6099545" cy="30457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600" b="0">
                <a:solidFill>
                  <a:schemeClr val="tx2"/>
                </a:solidFill>
                <a:latin typeface="Roboto Light"/>
                <a:ea typeface="Roboto Light"/>
                <a:cs typeface="Roboto Light"/>
              </a:defRPr>
            </a:lvl1pPr>
          </a:lstStyle>
          <a:p xmlns:a="http://schemas.openxmlformats.org/drawingml/2006/main">
            <a:pPr lvl="0">
              <a:buNone/>
            </a:pPr>
            <a:r>
              <a:t>Clique para editar o texto mestre</a:t>
            </a:r>
          </a:p>
        </p:txBody>
      </p:sp>
      <p:sp>
        <p:nvSpPr>
          <p:cNvPr id="17" name="Espaço Reservado para Texto 6">
            <a:extLst xmlns:a="http://schemas.openxmlformats.org/drawingml/2006/main">
              <a:ext uri="{FF2B5EF4-FFF2-40B4-BE49-F238E27FC236}">
                <a16:creationId xmlns:a16="http://schemas.microsoft.com/office/drawing/2014/main" id="{522774F4-0A02-4D7F-A169-A0935028BEB7}"/>
              </a:ext>
            </a:extLst>
          </p:cNvPr>
          <p:cNvSpPr>
            <a:spLocks xmlns:a="http://schemas.openxmlformats.org/drawingml/2006/main" noGrp="1"/>
          </p:cNvSpPr>
          <p:nvPr>
            <p:ph type="body" idx="29"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24" name="Date Placeholder 1">
            <a:extLst xmlns:a="http://schemas.openxmlformats.org/drawingml/2006/main">
              <a:ext uri="{FF2B5EF4-FFF2-40B4-BE49-F238E27FC236}">
                <a16:creationId xmlns:a16="http://schemas.microsoft.com/office/drawing/2014/main" id="{41D27BDA-0B7B-4B7B-98DE-F04BF5B3804F}"/>
              </a:ext>
            </a:extLst>
          </p:cNvPr>
          <p:cNvSpPr>
            <a:spLocks xmlns:a="http://schemas.openxmlformats.org/drawingml/2006/main" noGrp="1"/>
          </p:cNvSpPr>
          <p:nvPr>
            <p:ph type="dt" idx="2"/>
          </p:nvPr>
        </p:nvSpPr>
        <p:spPr>
          <a:xfrm xmlns:a="http://schemas.openxmlformats.org/drawingml/2006/main">
            <a:off x="3971925" y="438763"/>
            <a:ext cx="2517775"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bg2"/>
                </a:solidFill>
                <a:latin typeface="Roboto Light"/>
                <a:ea typeface="Roboto Light"/>
                <a:cs typeface="Roboto Light"/>
              </a:defRPr>
            </a:lvl1pPr>
          </a:lstStyle>
          <a:p xmlns:a="http://schemas.openxmlformats.org/drawingml/2006/main">
            <a:fld id="{9A406CDC-6C73-4F07-BA2F-100422012497}" type="datetime4">
              <a:t>August 6, 2026</a:t>
            </a:fld>
            <a:endParaRPr/>
          </a:p>
        </p:txBody>
      </p:sp>
    </p:spTree>
  </p:cSld>
</p:sldLayout>
</file>

<file path=ppt/slideLayouts/slideLayout16.xml><?xml version="1.0" encoding="utf-8"?>
<p:sldLayout xmlns:p="http://schemas.openxmlformats.org/presentationml/2006/main" preserve="1" userDrawn="1">
  <p:cSld name="5 Gráficos">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53" name="Text Placeholder 4">
            <a:extLst xmlns:a="http://schemas.openxmlformats.org/drawingml/2006/main">
              <a:ext uri="{FF2B5EF4-FFF2-40B4-BE49-F238E27FC236}">
                <a16:creationId xmlns:a16="http://schemas.microsoft.com/office/drawing/2014/main" id="{03A51246-6836-408F-ABF0-EEEEE8E00F14}"/>
              </a:ext>
            </a:extLst>
          </p:cNvPr>
          <p:cNvSpPr>
            <a:spLocks xmlns:a="http://schemas.openxmlformats.org/drawingml/2006/main" noGrp="1"/>
          </p:cNvSpPr>
          <p:nvPr>
            <p:ph type="body" idx="20"/>
          </p:nvPr>
        </p:nvSpPr>
        <p:spPr>
          <a:xfrm xmlns:a="http://schemas.openxmlformats.org/drawingml/2006/main">
            <a:off x="382829" y="1500036"/>
            <a:ext cx="6063034" cy="2027390"/>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3" name="Straight Connector 2">
            <a:extLst xmlns:a="http://schemas.openxmlformats.org/drawingml/2006/main">
              <a:ext uri="{FF2B5EF4-FFF2-40B4-BE49-F238E27FC236}">
                <a16:creationId xmlns:a16="http://schemas.microsoft.com/office/drawing/2014/main" id="{E094E620-BFCC-46EE-BAE1-A684CA7B6789}"/>
              </a:ext>
            </a:extLst>
          </p:cNvPr>
          <p:cNvSpPr>
            <a:spLocks xmlns:a="http://schemas.openxmlformats.org/drawingml/2006/main" noGrp="1"/>
          </p:cNvSpPr>
          <p:nvPr/>
        </p:nvSpPr>
        <p:spPr>
          <a:xfrm xmlns:a="http://schemas.openxmlformats.org/drawingml/2006/main">
            <a:off x="390154" y="734469"/>
            <a:ext cx="6099546"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7" name="Espaço Reservado para Conteúdo 14">
            <a:extLst xmlns:a="http://schemas.openxmlformats.org/drawingml/2006/main">
              <a:ext uri="{FF2B5EF4-FFF2-40B4-BE49-F238E27FC236}">
                <a16:creationId xmlns:a16="http://schemas.microsoft.com/office/drawing/2014/main" id="{7459543B-5D1A-4593-B70A-B3031D0AB289}"/>
              </a:ext>
            </a:extLst>
          </p:cNvPr>
          <p:cNvSpPr>
            <a:spLocks xmlns:a="http://schemas.openxmlformats.org/drawingml/2006/main" noGrp="1"/>
          </p:cNvSpPr>
          <p:nvPr>
            <p:ph idx="21" hasCustomPrompt="1"/>
          </p:nvPr>
        </p:nvSpPr>
        <p:spPr>
          <a:xfrm xmlns:a="http://schemas.openxmlformats.org/drawingml/2006/main">
            <a:off x="382829" y="7896455"/>
            <a:ext cx="2938221" cy="1557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28" name="Espaço Reservado para Conteúdo 14">
            <a:extLst xmlns:a="http://schemas.openxmlformats.org/drawingml/2006/main">
              <a:ext uri="{FF2B5EF4-FFF2-40B4-BE49-F238E27FC236}">
                <a16:creationId xmlns:a16="http://schemas.microsoft.com/office/drawing/2014/main" id="{90F6C72D-8B37-43A2-8FA6-85DFDDE86A1B}"/>
              </a:ext>
            </a:extLst>
          </p:cNvPr>
          <p:cNvSpPr>
            <a:spLocks xmlns:a="http://schemas.openxmlformats.org/drawingml/2006/main" noGrp="1"/>
          </p:cNvSpPr>
          <p:nvPr>
            <p:ph idx="22" hasCustomPrompt="1"/>
          </p:nvPr>
        </p:nvSpPr>
        <p:spPr>
          <a:xfrm xmlns:a="http://schemas.openxmlformats.org/drawingml/2006/main">
            <a:off x="3536951" y="7896455"/>
            <a:ext cx="2965558" cy="1557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29" name="Espaço Reservado para Conteúdo 14">
            <a:extLst xmlns:a="http://schemas.openxmlformats.org/drawingml/2006/main">
              <a:ext uri="{FF2B5EF4-FFF2-40B4-BE49-F238E27FC236}">
                <a16:creationId xmlns:a16="http://schemas.microsoft.com/office/drawing/2014/main" id="{F5CC7ACC-9FC6-43CE-AF39-B94FD98BF6E6}"/>
              </a:ext>
            </a:extLst>
          </p:cNvPr>
          <p:cNvSpPr>
            <a:spLocks xmlns:a="http://schemas.openxmlformats.org/drawingml/2006/main" noGrp="1"/>
          </p:cNvSpPr>
          <p:nvPr>
            <p:ph idx="23" hasCustomPrompt="1"/>
          </p:nvPr>
        </p:nvSpPr>
        <p:spPr>
          <a:xfrm xmlns:a="http://schemas.openxmlformats.org/drawingml/2006/main">
            <a:off x="382829" y="7607837"/>
            <a:ext cx="2938221"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0" name="Espaço Reservado para Conteúdo 14">
            <a:extLst xmlns:a="http://schemas.openxmlformats.org/drawingml/2006/main">
              <a:ext uri="{FF2B5EF4-FFF2-40B4-BE49-F238E27FC236}">
                <a16:creationId xmlns:a16="http://schemas.microsoft.com/office/drawing/2014/main" id="{24118CA0-014C-422D-9DAA-777D7AB184F5}"/>
              </a:ext>
            </a:extLst>
          </p:cNvPr>
          <p:cNvSpPr>
            <a:spLocks xmlns:a="http://schemas.openxmlformats.org/drawingml/2006/main" noGrp="1"/>
          </p:cNvSpPr>
          <p:nvPr>
            <p:ph idx="24" hasCustomPrompt="1"/>
          </p:nvPr>
        </p:nvSpPr>
        <p:spPr>
          <a:xfrm xmlns:a="http://schemas.openxmlformats.org/drawingml/2006/main">
            <a:off x="3552750" y="7607837"/>
            <a:ext cx="2949758"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1" name="Espaço Reservado para Conteúdo 14">
            <a:extLst xmlns:a="http://schemas.openxmlformats.org/drawingml/2006/main">
              <a:ext uri="{FF2B5EF4-FFF2-40B4-BE49-F238E27FC236}">
                <a16:creationId xmlns:a16="http://schemas.microsoft.com/office/drawing/2014/main" id="{B4A8E0CC-AF6D-4249-B907-8B90F14E6EEE}"/>
              </a:ext>
            </a:extLst>
          </p:cNvPr>
          <p:cNvSpPr>
            <a:spLocks xmlns:a="http://schemas.openxmlformats.org/drawingml/2006/main" noGrp="1"/>
          </p:cNvSpPr>
          <p:nvPr>
            <p:ph idx="25" hasCustomPrompt="1"/>
          </p:nvPr>
        </p:nvSpPr>
        <p:spPr>
          <a:xfrm xmlns:a="http://schemas.openxmlformats.org/drawingml/2006/main">
            <a:off x="382829" y="3937440"/>
            <a:ext cx="2938221" cy="1578834"/>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2" name="Espaço Reservado para Conteúdo 14">
            <a:extLst xmlns:a="http://schemas.openxmlformats.org/drawingml/2006/main">
              <a:ext uri="{FF2B5EF4-FFF2-40B4-BE49-F238E27FC236}">
                <a16:creationId xmlns:a16="http://schemas.microsoft.com/office/drawing/2014/main" id="{D196756B-2AE4-4A67-89B3-B66A7F1396F6}"/>
              </a:ext>
            </a:extLst>
          </p:cNvPr>
          <p:cNvSpPr>
            <a:spLocks xmlns:a="http://schemas.openxmlformats.org/drawingml/2006/main" noGrp="1"/>
          </p:cNvSpPr>
          <p:nvPr>
            <p:ph idx="26" hasCustomPrompt="1"/>
          </p:nvPr>
        </p:nvSpPr>
        <p:spPr>
          <a:xfrm xmlns:a="http://schemas.openxmlformats.org/drawingml/2006/main">
            <a:off x="3536951" y="3937440"/>
            <a:ext cx="2965558" cy="1578834"/>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3" name="Espaço Reservado para Conteúdo 14">
            <a:extLst xmlns:a="http://schemas.openxmlformats.org/drawingml/2006/main">
              <a:ext uri="{FF2B5EF4-FFF2-40B4-BE49-F238E27FC236}">
                <a16:creationId xmlns:a16="http://schemas.microsoft.com/office/drawing/2014/main" id="{B149349D-4017-411D-A6E4-6FA59E261E07}"/>
              </a:ext>
            </a:extLst>
          </p:cNvPr>
          <p:cNvSpPr>
            <a:spLocks xmlns:a="http://schemas.openxmlformats.org/drawingml/2006/main" noGrp="1"/>
          </p:cNvSpPr>
          <p:nvPr>
            <p:ph idx="27" hasCustomPrompt="1"/>
          </p:nvPr>
        </p:nvSpPr>
        <p:spPr>
          <a:xfrm xmlns:a="http://schemas.openxmlformats.org/drawingml/2006/main">
            <a:off x="382829" y="3648822"/>
            <a:ext cx="2938221"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4" name="Espaço Reservado para Conteúdo 14">
            <a:extLst xmlns:a="http://schemas.openxmlformats.org/drawingml/2006/main">
              <a:ext uri="{FF2B5EF4-FFF2-40B4-BE49-F238E27FC236}">
                <a16:creationId xmlns:a16="http://schemas.microsoft.com/office/drawing/2014/main" id="{849E52CD-1DB8-4809-A80A-ECC086DFD60E}"/>
              </a:ext>
            </a:extLst>
          </p:cNvPr>
          <p:cNvSpPr>
            <a:spLocks xmlns:a="http://schemas.openxmlformats.org/drawingml/2006/main" noGrp="1"/>
          </p:cNvSpPr>
          <p:nvPr>
            <p:ph idx="28" hasCustomPrompt="1"/>
          </p:nvPr>
        </p:nvSpPr>
        <p:spPr>
          <a:xfrm xmlns:a="http://schemas.openxmlformats.org/drawingml/2006/main">
            <a:off x="3552750" y="3648822"/>
            <a:ext cx="2949758"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5" name="Espaço Reservado para Conteúdo 14">
            <a:extLst xmlns:a="http://schemas.openxmlformats.org/drawingml/2006/main">
              <a:ext uri="{FF2B5EF4-FFF2-40B4-BE49-F238E27FC236}">
                <a16:creationId xmlns:a16="http://schemas.microsoft.com/office/drawing/2014/main" id="{D8D9FAC2-6A16-4A54-B55B-FEED7719F70A}"/>
              </a:ext>
            </a:extLst>
          </p:cNvPr>
          <p:cNvSpPr>
            <a:spLocks xmlns:a="http://schemas.openxmlformats.org/drawingml/2006/main" noGrp="1"/>
          </p:cNvSpPr>
          <p:nvPr>
            <p:ph idx="29" hasCustomPrompt="1"/>
          </p:nvPr>
        </p:nvSpPr>
        <p:spPr>
          <a:xfrm xmlns:a="http://schemas.openxmlformats.org/drawingml/2006/main">
            <a:off x="382829" y="5927315"/>
            <a:ext cx="6105737" cy="1578834"/>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6" name="Espaço Reservado para Conteúdo 14">
            <a:extLst xmlns:a="http://schemas.openxmlformats.org/drawingml/2006/main">
              <a:ext uri="{FF2B5EF4-FFF2-40B4-BE49-F238E27FC236}">
                <a16:creationId xmlns:a16="http://schemas.microsoft.com/office/drawing/2014/main" id="{F03016C5-25C3-487A-A063-9D5AE9126411}"/>
              </a:ext>
            </a:extLst>
          </p:cNvPr>
          <p:cNvSpPr>
            <a:spLocks xmlns:a="http://schemas.openxmlformats.org/drawingml/2006/main" noGrp="1"/>
          </p:cNvSpPr>
          <p:nvPr>
            <p:ph idx="30" hasCustomPrompt="1"/>
          </p:nvPr>
        </p:nvSpPr>
        <p:spPr>
          <a:xfrm xmlns:a="http://schemas.openxmlformats.org/drawingml/2006/main">
            <a:off x="382829" y="5638697"/>
            <a:ext cx="6099547"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20" name="Espaço Reservado para Texto 6">
            <a:extLst xmlns:a="http://schemas.openxmlformats.org/drawingml/2006/main">
              <a:ext uri="{FF2B5EF4-FFF2-40B4-BE49-F238E27FC236}">
                <a16:creationId xmlns:a16="http://schemas.microsoft.com/office/drawing/2014/main" id="{91D8F271-5DD6-476D-87DF-62D9F494BA28}"/>
              </a:ext>
            </a:extLst>
          </p:cNvPr>
          <p:cNvSpPr>
            <a:spLocks xmlns:a="http://schemas.openxmlformats.org/drawingml/2006/main" noGrp="1"/>
          </p:cNvSpPr>
          <p:nvPr>
            <p:ph type="body" idx="16" hasCustomPrompt="1"/>
          </p:nvPr>
        </p:nvSpPr>
        <p:spPr>
          <a:xfrm xmlns:a="http://schemas.openxmlformats.org/drawingml/2006/main">
            <a:off x="390153" y="814312"/>
            <a:ext cx="6099547" cy="262500"/>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1900" b="1" spc="0">
                <a:solidFill>
                  <a:schemeClr val="tx2"/>
                </a:solidFill>
                <a:latin typeface="Roboto"/>
                <a:ea typeface="Roboto"/>
                <a:cs typeface="Roboto"/>
              </a:defRPr>
            </a:lvl1pPr>
          </a:lstStyle>
          <a:p xmlns:a="http://schemas.openxmlformats.org/drawingml/2006/main">
            <a:pPr lvl="0">
              <a:buNone/>
            </a:pPr>
            <a:r>
              <a:t>EDITAR</a:t>
            </a:r>
          </a:p>
        </p:txBody>
      </p:sp>
      <p:sp>
        <p:nvSpPr>
          <p:cNvPr id="21" name="Espaço Reservado para Texto 6">
            <a:extLst xmlns:a="http://schemas.openxmlformats.org/drawingml/2006/main">
              <a:ext uri="{FF2B5EF4-FFF2-40B4-BE49-F238E27FC236}">
                <a16:creationId xmlns:a16="http://schemas.microsoft.com/office/drawing/2014/main" id="{AF9F85D2-CE44-4122-A483-C9E0FDD6786F}"/>
              </a:ext>
            </a:extLst>
          </p:cNvPr>
          <p:cNvSpPr>
            <a:spLocks xmlns:a="http://schemas.openxmlformats.org/drawingml/2006/main" noGrp="1"/>
          </p:cNvSpPr>
          <p:nvPr>
            <p:ph type="body" idx="17" hasCustomPrompt="1"/>
          </p:nvPr>
        </p:nvSpPr>
        <p:spPr>
          <a:xfrm xmlns:a="http://schemas.openxmlformats.org/drawingml/2006/main">
            <a:off x="390154" y="1119209"/>
            <a:ext cx="6099545" cy="30457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600" b="0">
                <a:solidFill>
                  <a:schemeClr val="tx2"/>
                </a:solidFill>
                <a:latin typeface="Roboto Light"/>
                <a:ea typeface="Roboto Light"/>
                <a:cs typeface="Roboto Light"/>
              </a:defRPr>
            </a:lvl1pPr>
          </a:lstStyle>
          <a:p xmlns:a="http://schemas.openxmlformats.org/drawingml/2006/main">
            <a:pPr lvl="0">
              <a:buNone/>
            </a:pPr>
            <a:r>
              <a:t>Clique para editar o texto mestre</a:t>
            </a:r>
          </a:p>
        </p:txBody>
      </p:sp>
      <p:sp>
        <p:nvSpPr>
          <p:cNvPr id="22" name="Espaço Reservado para Texto 6">
            <a:extLst xmlns:a="http://schemas.openxmlformats.org/drawingml/2006/main">
              <a:ext uri="{FF2B5EF4-FFF2-40B4-BE49-F238E27FC236}">
                <a16:creationId xmlns:a16="http://schemas.microsoft.com/office/drawing/2014/main" id="{74EB01E9-4823-42ED-A528-F9EFE6F730DC}"/>
              </a:ext>
            </a:extLst>
          </p:cNvPr>
          <p:cNvSpPr>
            <a:spLocks xmlns:a="http://schemas.openxmlformats.org/drawingml/2006/main" noGrp="1"/>
          </p:cNvSpPr>
          <p:nvPr>
            <p:ph type="body" idx="31"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23" name="Date Placeholder 1">
            <a:extLst xmlns:a="http://schemas.openxmlformats.org/drawingml/2006/main">
              <a:ext uri="{FF2B5EF4-FFF2-40B4-BE49-F238E27FC236}">
                <a16:creationId xmlns:a16="http://schemas.microsoft.com/office/drawing/2014/main" id="{8D52D738-8B55-415F-BAF5-54C848910AF7}"/>
              </a:ext>
            </a:extLst>
          </p:cNvPr>
          <p:cNvSpPr>
            <a:spLocks xmlns:a="http://schemas.openxmlformats.org/drawingml/2006/main" noGrp="1"/>
          </p:cNvSpPr>
          <p:nvPr>
            <p:ph type="dt" idx="2"/>
          </p:nvPr>
        </p:nvSpPr>
        <p:spPr>
          <a:xfrm xmlns:a="http://schemas.openxmlformats.org/drawingml/2006/main">
            <a:off x="3971925" y="438763"/>
            <a:ext cx="2517775"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bg2"/>
                </a:solidFill>
                <a:latin typeface="Roboto Light"/>
                <a:ea typeface="Roboto Light"/>
                <a:cs typeface="Roboto Light"/>
              </a:defRPr>
            </a:lvl1pPr>
          </a:lstStyle>
          <a:p xmlns:a="http://schemas.openxmlformats.org/drawingml/2006/main">
            <a:fld id="{944B1522-D64F-491F-B357-196ED417A415}" type="datetime4">
              <a:t>August 6, 2026</a:t>
            </a:fld>
            <a:endParaRPr/>
          </a:p>
        </p:txBody>
      </p:sp>
    </p:spTree>
  </p:cSld>
</p:sldLayout>
</file>

<file path=ppt/slideLayouts/slideLayout17.xml><?xml version="1.0" encoding="utf-8"?>
<p:sldLayout xmlns:p="http://schemas.openxmlformats.org/presentationml/2006/main" preserve="1" userDrawn="1">
  <p:cSld name="5 Gráficos v2">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53" name="Text Placeholder 4">
            <a:extLst xmlns:a="http://schemas.openxmlformats.org/drawingml/2006/main">
              <a:ext uri="{FF2B5EF4-FFF2-40B4-BE49-F238E27FC236}">
                <a16:creationId xmlns:a16="http://schemas.microsoft.com/office/drawing/2014/main" id="{03A51246-6836-408F-ABF0-EEEEE8E00F14}"/>
              </a:ext>
            </a:extLst>
          </p:cNvPr>
          <p:cNvSpPr>
            <a:spLocks xmlns:a="http://schemas.openxmlformats.org/drawingml/2006/main" noGrp="1"/>
          </p:cNvSpPr>
          <p:nvPr>
            <p:ph type="body" idx="20"/>
          </p:nvPr>
        </p:nvSpPr>
        <p:spPr>
          <a:xfrm xmlns:a="http://schemas.openxmlformats.org/drawingml/2006/main">
            <a:off x="382829" y="1498177"/>
            <a:ext cx="6063034" cy="2029248"/>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27" name="Espaço Reservado para Conteúdo 14">
            <a:extLst xmlns:a="http://schemas.openxmlformats.org/drawingml/2006/main">
              <a:ext uri="{FF2B5EF4-FFF2-40B4-BE49-F238E27FC236}">
                <a16:creationId xmlns:a16="http://schemas.microsoft.com/office/drawing/2014/main" id="{7459543B-5D1A-4593-B70A-B3031D0AB289}"/>
              </a:ext>
            </a:extLst>
          </p:cNvPr>
          <p:cNvSpPr>
            <a:spLocks xmlns:a="http://schemas.openxmlformats.org/drawingml/2006/main" noGrp="1"/>
          </p:cNvSpPr>
          <p:nvPr>
            <p:ph idx="21" hasCustomPrompt="1"/>
          </p:nvPr>
        </p:nvSpPr>
        <p:spPr>
          <a:xfrm xmlns:a="http://schemas.openxmlformats.org/drawingml/2006/main">
            <a:off x="382829" y="7896455"/>
            <a:ext cx="2938221" cy="1557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28" name="Espaço Reservado para Conteúdo 14">
            <a:extLst xmlns:a="http://schemas.openxmlformats.org/drawingml/2006/main">
              <a:ext uri="{FF2B5EF4-FFF2-40B4-BE49-F238E27FC236}">
                <a16:creationId xmlns:a16="http://schemas.microsoft.com/office/drawing/2014/main" id="{90F6C72D-8B37-43A2-8FA6-85DFDDE86A1B}"/>
              </a:ext>
            </a:extLst>
          </p:cNvPr>
          <p:cNvSpPr>
            <a:spLocks xmlns:a="http://schemas.openxmlformats.org/drawingml/2006/main" noGrp="1"/>
          </p:cNvSpPr>
          <p:nvPr>
            <p:ph idx="22" hasCustomPrompt="1"/>
          </p:nvPr>
        </p:nvSpPr>
        <p:spPr>
          <a:xfrm xmlns:a="http://schemas.openxmlformats.org/drawingml/2006/main">
            <a:off x="3536951" y="7896455"/>
            <a:ext cx="2965558" cy="1557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29" name="Espaço Reservado para Conteúdo 14">
            <a:extLst xmlns:a="http://schemas.openxmlformats.org/drawingml/2006/main">
              <a:ext uri="{FF2B5EF4-FFF2-40B4-BE49-F238E27FC236}">
                <a16:creationId xmlns:a16="http://schemas.microsoft.com/office/drawing/2014/main" id="{F5CC7ACC-9FC6-43CE-AF39-B94FD98BF6E6}"/>
              </a:ext>
            </a:extLst>
          </p:cNvPr>
          <p:cNvSpPr>
            <a:spLocks xmlns:a="http://schemas.openxmlformats.org/drawingml/2006/main" noGrp="1"/>
          </p:cNvSpPr>
          <p:nvPr>
            <p:ph idx="23" hasCustomPrompt="1"/>
          </p:nvPr>
        </p:nvSpPr>
        <p:spPr>
          <a:xfrm xmlns:a="http://schemas.openxmlformats.org/drawingml/2006/main">
            <a:off x="382829" y="7607837"/>
            <a:ext cx="2938221"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0" name="Espaço Reservado para Conteúdo 14">
            <a:extLst xmlns:a="http://schemas.openxmlformats.org/drawingml/2006/main">
              <a:ext uri="{FF2B5EF4-FFF2-40B4-BE49-F238E27FC236}">
                <a16:creationId xmlns:a16="http://schemas.microsoft.com/office/drawing/2014/main" id="{24118CA0-014C-422D-9DAA-777D7AB184F5}"/>
              </a:ext>
            </a:extLst>
          </p:cNvPr>
          <p:cNvSpPr>
            <a:spLocks xmlns:a="http://schemas.openxmlformats.org/drawingml/2006/main" noGrp="1"/>
          </p:cNvSpPr>
          <p:nvPr>
            <p:ph idx="24" hasCustomPrompt="1"/>
          </p:nvPr>
        </p:nvSpPr>
        <p:spPr>
          <a:xfrm xmlns:a="http://schemas.openxmlformats.org/drawingml/2006/main">
            <a:off x="3552750" y="7607837"/>
            <a:ext cx="2949758"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1" name="Espaço Reservado para Conteúdo 14">
            <a:extLst xmlns:a="http://schemas.openxmlformats.org/drawingml/2006/main">
              <a:ext uri="{FF2B5EF4-FFF2-40B4-BE49-F238E27FC236}">
                <a16:creationId xmlns:a16="http://schemas.microsoft.com/office/drawing/2014/main" id="{B4A8E0CC-AF6D-4249-B907-8B90F14E6EEE}"/>
              </a:ext>
            </a:extLst>
          </p:cNvPr>
          <p:cNvSpPr>
            <a:spLocks xmlns:a="http://schemas.openxmlformats.org/drawingml/2006/main" noGrp="1"/>
          </p:cNvSpPr>
          <p:nvPr>
            <p:ph idx="25" hasCustomPrompt="1"/>
          </p:nvPr>
        </p:nvSpPr>
        <p:spPr>
          <a:xfrm xmlns:a="http://schemas.openxmlformats.org/drawingml/2006/main">
            <a:off x="377825" y="5908439"/>
            <a:ext cx="2938221" cy="1578834"/>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2" name="Espaço Reservado para Conteúdo 14">
            <a:extLst xmlns:a="http://schemas.openxmlformats.org/drawingml/2006/main">
              <a:ext uri="{FF2B5EF4-FFF2-40B4-BE49-F238E27FC236}">
                <a16:creationId xmlns:a16="http://schemas.microsoft.com/office/drawing/2014/main" id="{D196756B-2AE4-4A67-89B3-B66A7F1396F6}"/>
              </a:ext>
            </a:extLst>
          </p:cNvPr>
          <p:cNvSpPr>
            <a:spLocks xmlns:a="http://schemas.openxmlformats.org/drawingml/2006/main" noGrp="1"/>
          </p:cNvSpPr>
          <p:nvPr>
            <p:ph idx="26" hasCustomPrompt="1"/>
          </p:nvPr>
        </p:nvSpPr>
        <p:spPr>
          <a:xfrm xmlns:a="http://schemas.openxmlformats.org/drawingml/2006/main">
            <a:off x="3531947" y="5908439"/>
            <a:ext cx="2965558" cy="1578834"/>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3" name="Espaço Reservado para Conteúdo 14">
            <a:extLst xmlns:a="http://schemas.openxmlformats.org/drawingml/2006/main">
              <a:ext uri="{FF2B5EF4-FFF2-40B4-BE49-F238E27FC236}">
                <a16:creationId xmlns:a16="http://schemas.microsoft.com/office/drawing/2014/main" id="{B149349D-4017-411D-A6E4-6FA59E261E07}"/>
              </a:ext>
            </a:extLst>
          </p:cNvPr>
          <p:cNvSpPr>
            <a:spLocks xmlns:a="http://schemas.openxmlformats.org/drawingml/2006/main" noGrp="1"/>
          </p:cNvSpPr>
          <p:nvPr>
            <p:ph idx="27" hasCustomPrompt="1"/>
          </p:nvPr>
        </p:nvSpPr>
        <p:spPr>
          <a:xfrm xmlns:a="http://schemas.openxmlformats.org/drawingml/2006/main">
            <a:off x="377825" y="5619821"/>
            <a:ext cx="2938221"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4" name="Espaço Reservado para Conteúdo 14">
            <a:extLst xmlns:a="http://schemas.openxmlformats.org/drawingml/2006/main">
              <a:ext uri="{FF2B5EF4-FFF2-40B4-BE49-F238E27FC236}">
                <a16:creationId xmlns:a16="http://schemas.microsoft.com/office/drawing/2014/main" id="{849E52CD-1DB8-4809-A80A-ECC086DFD60E}"/>
              </a:ext>
            </a:extLst>
          </p:cNvPr>
          <p:cNvSpPr>
            <a:spLocks xmlns:a="http://schemas.openxmlformats.org/drawingml/2006/main" noGrp="1"/>
          </p:cNvSpPr>
          <p:nvPr>
            <p:ph idx="28" hasCustomPrompt="1"/>
          </p:nvPr>
        </p:nvSpPr>
        <p:spPr>
          <a:xfrm xmlns:a="http://schemas.openxmlformats.org/drawingml/2006/main">
            <a:off x="3547746" y="5619821"/>
            <a:ext cx="2949758"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5" name="Espaço Reservado para Conteúdo 14">
            <a:extLst xmlns:a="http://schemas.openxmlformats.org/drawingml/2006/main">
              <a:ext uri="{FF2B5EF4-FFF2-40B4-BE49-F238E27FC236}">
                <a16:creationId xmlns:a16="http://schemas.microsoft.com/office/drawing/2014/main" id="{D8D9FAC2-6A16-4A54-B55B-FEED7719F70A}"/>
              </a:ext>
            </a:extLst>
          </p:cNvPr>
          <p:cNvSpPr>
            <a:spLocks xmlns:a="http://schemas.openxmlformats.org/drawingml/2006/main" noGrp="1"/>
          </p:cNvSpPr>
          <p:nvPr>
            <p:ph idx="29" hasCustomPrompt="1"/>
          </p:nvPr>
        </p:nvSpPr>
        <p:spPr>
          <a:xfrm xmlns:a="http://schemas.openxmlformats.org/drawingml/2006/main">
            <a:off x="382829" y="3929789"/>
            <a:ext cx="6105737" cy="1578834"/>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6" name="Espaço Reservado para Conteúdo 14">
            <a:extLst xmlns:a="http://schemas.openxmlformats.org/drawingml/2006/main">
              <a:ext uri="{FF2B5EF4-FFF2-40B4-BE49-F238E27FC236}">
                <a16:creationId xmlns:a16="http://schemas.microsoft.com/office/drawing/2014/main" id="{F03016C5-25C3-487A-A063-9D5AE9126411}"/>
              </a:ext>
            </a:extLst>
          </p:cNvPr>
          <p:cNvSpPr>
            <a:spLocks xmlns:a="http://schemas.openxmlformats.org/drawingml/2006/main" noGrp="1"/>
          </p:cNvSpPr>
          <p:nvPr>
            <p:ph idx="30" hasCustomPrompt="1"/>
          </p:nvPr>
        </p:nvSpPr>
        <p:spPr>
          <a:xfrm xmlns:a="http://schemas.openxmlformats.org/drawingml/2006/main">
            <a:off x="382829" y="3641171"/>
            <a:ext cx="6099547"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22" name="Straight Connector 21">
            <a:extLst xmlns:a="http://schemas.openxmlformats.org/drawingml/2006/main">
              <a:ext uri="{FF2B5EF4-FFF2-40B4-BE49-F238E27FC236}">
                <a16:creationId xmlns:a16="http://schemas.microsoft.com/office/drawing/2014/main" id="{A5040590-5559-4BDC-A295-DBC1278F31DF}"/>
              </a:ext>
            </a:extLst>
          </p:cNvPr>
          <p:cNvSpPr>
            <a:spLocks xmlns:a="http://schemas.openxmlformats.org/drawingml/2006/main" noGrp="1"/>
          </p:cNvSpPr>
          <p:nvPr/>
        </p:nvSpPr>
        <p:spPr>
          <a:xfrm xmlns:a="http://schemas.openxmlformats.org/drawingml/2006/main">
            <a:off x="390154" y="734469"/>
            <a:ext cx="6099546"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0" name="Espaço Reservado para Texto 6">
            <a:extLst xmlns:a="http://schemas.openxmlformats.org/drawingml/2006/main">
              <a:ext uri="{FF2B5EF4-FFF2-40B4-BE49-F238E27FC236}">
                <a16:creationId xmlns:a16="http://schemas.microsoft.com/office/drawing/2014/main" id="{C5901B80-52C0-495B-B245-C86EC38FA663}"/>
              </a:ext>
            </a:extLst>
          </p:cNvPr>
          <p:cNvSpPr>
            <a:spLocks xmlns:a="http://schemas.openxmlformats.org/drawingml/2006/main" noGrp="1"/>
          </p:cNvSpPr>
          <p:nvPr>
            <p:ph type="body" idx="16" hasCustomPrompt="1"/>
          </p:nvPr>
        </p:nvSpPr>
        <p:spPr>
          <a:xfrm xmlns:a="http://schemas.openxmlformats.org/drawingml/2006/main">
            <a:off x="390153" y="814312"/>
            <a:ext cx="6099547" cy="262500"/>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1900" b="1" spc="0">
                <a:solidFill>
                  <a:schemeClr val="tx2"/>
                </a:solidFill>
                <a:latin typeface="Roboto"/>
                <a:ea typeface="Roboto"/>
                <a:cs typeface="Roboto"/>
              </a:defRPr>
            </a:lvl1pPr>
          </a:lstStyle>
          <a:p xmlns:a="http://schemas.openxmlformats.org/drawingml/2006/main">
            <a:pPr lvl="0">
              <a:buNone/>
            </a:pPr>
            <a:r>
              <a:t>EDITAR</a:t>
            </a:r>
          </a:p>
        </p:txBody>
      </p:sp>
      <p:sp>
        <p:nvSpPr>
          <p:cNvPr id="21" name="Espaço Reservado para Texto 6">
            <a:extLst xmlns:a="http://schemas.openxmlformats.org/drawingml/2006/main">
              <a:ext uri="{FF2B5EF4-FFF2-40B4-BE49-F238E27FC236}">
                <a16:creationId xmlns:a16="http://schemas.microsoft.com/office/drawing/2014/main" id="{12A1DB4F-E711-4954-BA2E-C3355075992F}"/>
              </a:ext>
            </a:extLst>
          </p:cNvPr>
          <p:cNvSpPr>
            <a:spLocks xmlns:a="http://schemas.openxmlformats.org/drawingml/2006/main" noGrp="1"/>
          </p:cNvSpPr>
          <p:nvPr>
            <p:ph type="body" idx="17" hasCustomPrompt="1"/>
          </p:nvPr>
        </p:nvSpPr>
        <p:spPr>
          <a:xfrm xmlns:a="http://schemas.openxmlformats.org/drawingml/2006/main">
            <a:off x="390154" y="1119209"/>
            <a:ext cx="6099545" cy="30457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600" b="0">
                <a:solidFill>
                  <a:schemeClr val="tx2"/>
                </a:solidFill>
                <a:latin typeface="Roboto Light"/>
                <a:ea typeface="Roboto Light"/>
                <a:cs typeface="Roboto Light"/>
              </a:defRPr>
            </a:lvl1pPr>
          </a:lstStyle>
          <a:p xmlns:a="http://schemas.openxmlformats.org/drawingml/2006/main">
            <a:pPr lvl="0">
              <a:buNone/>
            </a:pPr>
            <a:r>
              <a:t>Clique para editar o texto mestre</a:t>
            </a:r>
          </a:p>
        </p:txBody>
      </p:sp>
      <p:sp>
        <p:nvSpPr>
          <p:cNvPr id="23" name="Espaço Reservado para Texto 6">
            <a:extLst xmlns:a="http://schemas.openxmlformats.org/drawingml/2006/main">
              <a:ext uri="{FF2B5EF4-FFF2-40B4-BE49-F238E27FC236}">
                <a16:creationId xmlns:a16="http://schemas.microsoft.com/office/drawing/2014/main" id="{8578E20C-E30C-41E8-BD4E-471F9D9B43F9}"/>
              </a:ext>
            </a:extLst>
          </p:cNvPr>
          <p:cNvSpPr>
            <a:spLocks xmlns:a="http://schemas.openxmlformats.org/drawingml/2006/main" noGrp="1"/>
          </p:cNvSpPr>
          <p:nvPr>
            <p:ph type="body" idx="31"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24" name="Date Placeholder 1">
            <a:extLst xmlns:a="http://schemas.openxmlformats.org/drawingml/2006/main">
              <a:ext uri="{FF2B5EF4-FFF2-40B4-BE49-F238E27FC236}">
                <a16:creationId xmlns:a16="http://schemas.microsoft.com/office/drawing/2014/main" id="{BEDC87FD-5664-4739-BE21-72F2918833A4}"/>
              </a:ext>
            </a:extLst>
          </p:cNvPr>
          <p:cNvSpPr>
            <a:spLocks xmlns:a="http://schemas.openxmlformats.org/drawingml/2006/main" noGrp="1"/>
          </p:cNvSpPr>
          <p:nvPr>
            <p:ph type="dt" idx="2"/>
          </p:nvPr>
        </p:nvSpPr>
        <p:spPr>
          <a:xfrm xmlns:a="http://schemas.openxmlformats.org/drawingml/2006/main">
            <a:off x="3971925" y="438763"/>
            <a:ext cx="2517776"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bg2"/>
                </a:solidFill>
                <a:latin typeface="Roboto Light"/>
                <a:ea typeface="Roboto Light"/>
                <a:cs typeface="Roboto Light"/>
              </a:defRPr>
            </a:lvl1pPr>
          </a:lstStyle>
          <a:p xmlns:a="http://schemas.openxmlformats.org/drawingml/2006/main">
            <a:fld id="{8BA8F4B9-B6C6-4F2E-BC07-C261BB51569F}" type="datetime4">
              <a:t>August 6, 2026</a:t>
            </a:fld>
            <a:endParaRPr/>
          </a:p>
        </p:txBody>
      </p:sp>
    </p:spTree>
  </p:cSld>
</p:sldLayout>
</file>

<file path=ppt/slideLayouts/slideLayout18.xml><?xml version="1.0" encoding="utf-8"?>
<p:sldLayout xmlns:p="http://schemas.openxmlformats.org/presentationml/2006/main" preserve="1" userDrawn="1">
  <p:cSld name="Thesis Charts">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35" name="Espaço Reservado para Conteúdo 14">
            <a:extLst xmlns:a="http://schemas.openxmlformats.org/drawingml/2006/main">
              <a:ext uri="{FF2B5EF4-FFF2-40B4-BE49-F238E27FC236}">
                <a16:creationId xmlns:a16="http://schemas.microsoft.com/office/drawing/2014/main" id="{D8D9FAC2-6A16-4A54-B55B-FEED7719F70A}"/>
              </a:ext>
            </a:extLst>
          </p:cNvPr>
          <p:cNvSpPr>
            <a:spLocks xmlns:a="http://schemas.openxmlformats.org/drawingml/2006/main" noGrp="1"/>
          </p:cNvSpPr>
          <p:nvPr>
            <p:ph idx="29" hasCustomPrompt="1"/>
          </p:nvPr>
        </p:nvSpPr>
        <p:spPr>
          <a:xfrm xmlns:a="http://schemas.openxmlformats.org/drawingml/2006/main">
            <a:off x="382829" y="1791895"/>
            <a:ext cx="2923573" cy="1565267"/>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6" name="Espaço Reservado para Conteúdo 14">
            <a:extLst xmlns:a="http://schemas.openxmlformats.org/drawingml/2006/main">
              <a:ext uri="{FF2B5EF4-FFF2-40B4-BE49-F238E27FC236}">
                <a16:creationId xmlns:a16="http://schemas.microsoft.com/office/drawing/2014/main" id="{F03016C5-25C3-487A-A063-9D5AE9126411}"/>
              </a:ext>
            </a:extLst>
          </p:cNvPr>
          <p:cNvSpPr>
            <a:spLocks xmlns:a="http://schemas.openxmlformats.org/drawingml/2006/main" noGrp="1"/>
          </p:cNvSpPr>
          <p:nvPr>
            <p:ph idx="30" hasCustomPrompt="1"/>
          </p:nvPr>
        </p:nvSpPr>
        <p:spPr>
          <a:xfrm xmlns:a="http://schemas.openxmlformats.org/drawingml/2006/main">
            <a:off x="382829" y="1503277"/>
            <a:ext cx="6099547"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22" name="Straight Connector 21">
            <a:extLst xmlns:a="http://schemas.openxmlformats.org/drawingml/2006/main">
              <a:ext uri="{FF2B5EF4-FFF2-40B4-BE49-F238E27FC236}">
                <a16:creationId xmlns:a16="http://schemas.microsoft.com/office/drawing/2014/main" id="{ABF01936-7591-4965-9541-B461CED0A364}"/>
              </a:ext>
            </a:extLst>
          </p:cNvPr>
          <p:cNvSpPr>
            <a:spLocks xmlns:a="http://schemas.openxmlformats.org/drawingml/2006/main" noGrp="1"/>
          </p:cNvSpPr>
          <p:nvPr/>
        </p:nvSpPr>
        <p:spPr>
          <a:xfrm xmlns:a="http://schemas.openxmlformats.org/drawingml/2006/main">
            <a:off x="390154" y="734469"/>
            <a:ext cx="6099546"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0" name="Espaço Reservado para Texto 6">
            <a:extLst xmlns:a="http://schemas.openxmlformats.org/drawingml/2006/main">
              <a:ext uri="{FF2B5EF4-FFF2-40B4-BE49-F238E27FC236}">
                <a16:creationId xmlns:a16="http://schemas.microsoft.com/office/drawing/2014/main" id="{C5901B80-52C0-495B-B245-C86EC38FA663}"/>
              </a:ext>
            </a:extLst>
          </p:cNvPr>
          <p:cNvSpPr>
            <a:spLocks xmlns:a="http://schemas.openxmlformats.org/drawingml/2006/main" noGrp="1"/>
          </p:cNvSpPr>
          <p:nvPr>
            <p:ph type="body" idx="16" hasCustomPrompt="1"/>
          </p:nvPr>
        </p:nvSpPr>
        <p:spPr>
          <a:xfrm xmlns:a="http://schemas.openxmlformats.org/drawingml/2006/main">
            <a:off x="390153" y="814312"/>
            <a:ext cx="6099547" cy="262500"/>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1900" b="1" spc="0">
                <a:solidFill>
                  <a:schemeClr val="tx2"/>
                </a:solidFill>
                <a:latin typeface="Roboto"/>
                <a:ea typeface="Roboto"/>
                <a:cs typeface="Roboto"/>
              </a:defRPr>
            </a:lvl1pPr>
          </a:lstStyle>
          <a:p xmlns:a="http://schemas.openxmlformats.org/drawingml/2006/main">
            <a:pPr lvl="0">
              <a:buNone/>
            </a:pPr>
            <a:r>
              <a:t>EDITAR</a:t>
            </a:r>
          </a:p>
        </p:txBody>
      </p:sp>
      <p:sp>
        <p:nvSpPr>
          <p:cNvPr id="21" name="Espaço Reservado para Texto 6">
            <a:extLst xmlns:a="http://schemas.openxmlformats.org/drawingml/2006/main">
              <a:ext uri="{FF2B5EF4-FFF2-40B4-BE49-F238E27FC236}">
                <a16:creationId xmlns:a16="http://schemas.microsoft.com/office/drawing/2014/main" id="{12A1DB4F-E711-4954-BA2E-C3355075992F}"/>
              </a:ext>
            </a:extLst>
          </p:cNvPr>
          <p:cNvSpPr>
            <a:spLocks xmlns:a="http://schemas.openxmlformats.org/drawingml/2006/main" noGrp="1"/>
          </p:cNvSpPr>
          <p:nvPr>
            <p:ph type="body" idx="17" hasCustomPrompt="1"/>
          </p:nvPr>
        </p:nvSpPr>
        <p:spPr>
          <a:xfrm xmlns:a="http://schemas.openxmlformats.org/drawingml/2006/main">
            <a:off x="390154" y="1119209"/>
            <a:ext cx="6099545" cy="30457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600" b="0">
                <a:solidFill>
                  <a:schemeClr val="tx2"/>
                </a:solidFill>
                <a:latin typeface="Roboto Light"/>
                <a:ea typeface="Roboto Light"/>
                <a:cs typeface="Roboto Light"/>
              </a:defRPr>
            </a:lvl1pPr>
          </a:lstStyle>
          <a:p xmlns:a="http://schemas.openxmlformats.org/drawingml/2006/main">
            <a:pPr lvl="0">
              <a:buNone/>
            </a:pPr>
            <a:r>
              <a:t>Clique para editar o texto mestre</a:t>
            </a:r>
          </a:p>
        </p:txBody>
      </p:sp>
      <p:sp>
        <p:nvSpPr>
          <p:cNvPr id="23" name="Espaço Reservado para Texto 6">
            <a:extLst xmlns:a="http://schemas.openxmlformats.org/drawingml/2006/main">
              <a:ext uri="{FF2B5EF4-FFF2-40B4-BE49-F238E27FC236}">
                <a16:creationId xmlns:a16="http://schemas.microsoft.com/office/drawing/2014/main" id="{8578E20C-E30C-41E8-BD4E-471F9D9B43F9}"/>
              </a:ext>
            </a:extLst>
          </p:cNvPr>
          <p:cNvSpPr>
            <a:spLocks xmlns:a="http://schemas.openxmlformats.org/drawingml/2006/main" noGrp="1"/>
          </p:cNvSpPr>
          <p:nvPr>
            <p:ph type="body" idx="31"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24" name="Date Placeholder 1">
            <a:extLst xmlns:a="http://schemas.openxmlformats.org/drawingml/2006/main">
              <a:ext uri="{FF2B5EF4-FFF2-40B4-BE49-F238E27FC236}">
                <a16:creationId xmlns:a16="http://schemas.microsoft.com/office/drawing/2014/main" id="{BEDC87FD-5664-4739-BE21-72F2918833A4}"/>
              </a:ext>
            </a:extLst>
          </p:cNvPr>
          <p:cNvSpPr>
            <a:spLocks xmlns:a="http://schemas.openxmlformats.org/drawingml/2006/main" noGrp="1"/>
          </p:cNvSpPr>
          <p:nvPr>
            <p:ph type="dt" idx="2"/>
          </p:nvPr>
        </p:nvSpPr>
        <p:spPr>
          <a:xfrm xmlns:a="http://schemas.openxmlformats.org/drawingml/2006/main">
            <a:off x="3971925" y="438763"/>
            <a:ext cx="2517776"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bg2"/>
                </a:solidFill>
                <a:latin typeface="Roboto Light"/>
                <a:ea typeface="Roboto Light"/>
                <a:cs typeface="Roboto Light"/>
              </a:defRPr>
            </a:lvl1pPr>
          </a:lstStyle>
          <a:p xmlns:a="http://schemas.openxmlformats.org/drawingml/2006/main">
            <a:fld id="{8BA8F4B9-B6C6-4F2E-BC07-C261BB51569F}" type="datetime4">
              <a:t>August 6, 2026</a:t>
            </a:fld>
            <a:endParaRPr/>
          </a:p>
        </p:txBody>
      </p:sp>
      <p:sp>
        <p:nvSpPr>
          <p:cNvPr id="19" name="Espaço Reservado para Conteúdo 14">
            <a:extLst xmlns:a="http://schemas.openxmlformats.org/drawingml/2006/main">
              <a:ext uri="{FF2B5EF4-FFF2-40B4-BE49-F238E27FC236}">
                <a16:creationId xmlns:a16="http://schemas.microsoft.com/office/drawing/2014/main" id="{D23B7F16-8ADE-42C2-B1EE-5684155EC67C}"/>
              </a:ext>
            </a:extLst>
          </p:cNvPr>
          <p:cNvSpPr>
            <a:spLocks xmlns:a="http://schemas.openxmlformats.org/drawingml/2006/main" noGrp="1"/>
          </p:cNvSpPr>
          <p:nvPr>
            <p:ph idx="32" hasCustomPrompt="1"/>
          </p:nvPr>
        </p:nvSpPr>
        <p:spPr>
          <a:xfrm xmlns:a="http://schemas.openxmlformats.org/drawingml/2006/main">
            <a:off x="390153" y="3838161"/>
            <a:ext cx="2923573" cy="1565267"/>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25" name="Espaço Reservado para Conteúdo 14">
            <a:extLst xmlns:a="http://schemas.openxmlformats.org/drawingml/2006/main">
              <a:ext uri="{FF2B5EF4-FFF2-40B4-BE49-F238E27FC236}">
                <a16:creationId xmlns:a16="http://schemas.microsoft.com/office/drawing/2014/main" id="{8D21CE70-9138-4D56-899D-1BFC170ACCAA}"/>
              </a:ext>
            </a:extLst>
          </p:cNvPr>
          <p:cNvSpPr>
            <a:spLocks xmlns:a="http://schemas.openxmlformats.org/drawingml/2006/main" noGrp="1"/>
          </p:cNvSpPr>
          <p:nvPr>
            <p:ph idx="33" hasCustomPrompt="1"/>
          </p:nvPr>
        </p:nvSpPr>
        <p:spPr>
          <a:xfrm xmlns:a="http://schemas.openxmlformats.org/drawingml/2006/main">
            <a:off x="390153" y="3549543"/>
            <a:ext cx="6099547"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26" name="Espaço Reservado para Conteúdo 14">
            <a:extLst xmlns:a="http://schemas.openxmlformats.org/drawingml/2006/main">
              <a:ext uri="{FF2B5EF4-FFF2-40B4-BE49-F238E27FC236}">
                <a16:creationId xmlns:a16="http://schemas.microsoft.com/office/drawing/2014/main" id="{DA0FF651-C1F8-494C-8441-58B8D108DFB0}"/>
              </a:ext>
            </a:extLst>
          </p:cNvPr>
          <p:cNvSpPr>
            <a:spLocks xmlns:a="http://schemas.openxmlformats.org/drawingml/2006/main" noGrp="1"/>
          </p:cNvSpPr>
          <p:nvPr>
            <p:ph idx="34" hasCustomPrompt="1"/>
          </p:nvPr>
        </p:nvSpPr>
        <p:spPr>
          <a:xfrm xmlns:a="http://schemas.openxmlformats.org/drawingml/2006/main">
            <a:off x="390153" y="5842030"/>
            <a:ext cx="2923573" cy="1565267"/>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7" name="Espaço Reservado para Conteúdo 14">
            <a:extLst xmlns:a="http://schemas.openxmlformats.org/drawingml/2006/main">
              <a:ext uri="{FF2B5EF4-FFF2-40B4-BE49-F238E27FC236}">
                <a16:creationId xmlns:a16="http://schemas.microsoft.com/office/drawing/2014/main" id="{EA6A1D37-C00C-4212-9602-D8F29782C38B}"/>
              </a:ext>
            </a:extLst>
          </p:cNvPr>
          <p:cNvSpPr>
            <a:spLocks xmlns:a="http://schemas.openxmlformats.org/drawingml/2006/main" noGrp="1"/>
          </p:cNvSpPr>
          <p:nvPr>
            <p:ph idx="35" hasCustomPrompt="1"/>
          </p:nvPr>
        </p:nvSpPr>
        <p:spPr>
          <a:xfrm xmlns:a="http://schemas.openxmlformats.org/drawingml/2006/main">
            <a:off x="390153" y="5553412"/>
            <a:ext cx="6099547"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8" name="Espaço Reservado para Conteúdo 14">
            <a:extLst xmlns:a="http://schemas.openxmlformats.org/drawingml/2006/main">
              <a:ext uri="{FF2B5EF4-FFF2-40B4-BE49-F238E27FC236}">
                <a16:creationId xmlns:a16="http://schemas.microsoft.com/office/drawing/2014/main" id="{9BD0D569-187E-435F-84F7-4A907AB05F06}"/>
              </a:ext>
            </a:extLst>
          </p:cNvPr>
          <p:cNvSpPr>
            <a:spLocks xmlns:a="http://schemas.openxmlformats.org/drawingml/2006/main" noGrp="1"/>
          </p:cNvSpPr>
          <p:nvPr>
            <p:ph idx="36" hasCustomPrompt="1"/>
          </p:nvPr>
        </p:nvSpPr>
        <p:spPr>
          <a:xfrm xmlns:a="http://schemas.openxmlformats.org/drawingml/2006/main">
            <a:off x="397477" y="7888296"/>
            <a:ext cx="2923573" cy="1565267"/>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9" name="Espaço Reservado para Conteúdo 14">
            <a:extLst xmlns:a="http://schemas.openxmlformats.org/drawingml/2006/main">
              <a:ext uri="{FF2B5EF4-FFF2-40B4-BE49-F238E27FC236}">
                <a16:creationId xmlns:a16="http://schemas.microsoft.com/office/drawing/2014/main" id="{BD578F19-77CA-4807-93D6-DF0C8142271F}"/>
              </a:ext>
            </a:extLst>
          </p:cNvPr>
          <p:cNvSpPr>
            <a:spLocks xmlns:a="http://schemas.openxmlformats.org/drawingml/2006/main" noGrp="1"/>
          </p:cNvSpPr>
          <p:nvPr>
            <p:ph idx="37" hasCustomPrompt="1"/>
          </p:nvPr>
        </p:nvSpPr>
        <p:spPr>
          <a:xfrm xmlns:a="http://schemas.openxmlformats.org/drawingml/2006/main">
            <a:off x="397477" y="7599678"/>
            <a:ext cx="6099547"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40" name="Espaço Reservado para Conteúdo 14">
            <a:extLst xmlns:a="http://schemas.openxmlformats.org/drawingml/2006/main">
              <a:ext uri="{FF2B5EF4-FFF2-40B4-BE49-F238E27FC236}">
                <a16:creationId xmlns:a16="http://schemas.microsoft.com/office/drawing/2014/main" id="{008E7608-0ADC-4C74-A591-69DB8C22030C}"/>
              </a:ext>
            </a:extLst>
          </p:cNvPr>
          <p:cNvSpPr>
            <a:spLocks xmlns:a="http://schemas.openxmlformats.org/drawingml/2006/main" noGrp="1"/>
          </p:cNvSpPr>
          <p:nvPr>
            <p:ph idx="38" hasCustomPrompt="1"/>
          </p:nvPr>
        </p:nvSpPr>
        <p:spPr>
          <a:xfrm xmlns:a="http://schemas.openxmlformats.org/drawingml/2006/main">
            <a:off x="3536952" y="1791895"/>
            <a:ext cx="2923573" cy="1565267"/>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41" name="Espaço Reservado para Conteúdo 14">
            <a:extLst xmlns:a="http://schemas.openxmlformats.org/drawingml/2006/main">
              <a:ext uri="{FF2B5EF4-FFF2-40B4-BE49-F238E27FC236}">
                <a16:creationId xmlns:a16="http://schemas.microsoft.com/office/drawing/2014/main" id="{34DA8105-E242-4DA6-910E-D486433DF87A}"/>
              </a:ext>
            </a:extLst>
          </p:cNvPr>
          <p:cNvSpPr>
            <a:spLocks xmlns:a="http://schemas.openxmlformats.org/drawingml/2006/main" noGrp="1"/>
          </p:cNvSpPr>
          <p:nvPr>
            <p:ph idx="39" hasCustomPrompt="1"/>
          </p:nvPr>
        </p:nvSpPr>
        <p:spPr>
          <a:xfrm xmlns:a="http://schemas.openxmlformats.org/drawingml/2006/main">
            <a:off x="3544276" y="3838161"/>
            <a:ext cx="2923573" cy="1565267"/>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42" name="Espaço Reservado para Conteúdo 14">
            <a:extLst xmlns:a="http://schemas.openxmlformats.org/drawingml/2006/main">
              <a:ext uri="{FF2B5EF4-FFF2-40B4-BE49-F238E27FC236}">
                <a16:creationId xmlns:a16="http://schemas.microsoft.com/office/drawing/2014/main" id="{581288D2-722F-44A9-937B-2A51CBC81940}"/>
              </a:ext>
            </a:extLst>
          </p:cNvPr>
          <p:cNvSpPr>
            <a:spLocks xmlns:a="http://schemas.openxmlformats.org/drawingml/2006/main" noGrp="1"/>
          </p:cNvSpPr>
          <p:nvPr>
            <p:ph idx="40" hasCustomPrompt="1"/>
          </p:nvPr>
        </p:nvSpPr>
        <p:spPr>
          <a:xfrm xmlns:a="http://schemas.openxmlformats.org/drawingml/2006/main">
            <a:off x="3544276" y="5842030"/>
            <a:ext cx="2923573" cy="1565267"/>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43" name="Espaço Reservado para Conteúdo 14">
            <a:extLst xmlns:a="http://schemas.openxmlformats.org/drawingml/2006/main">
              <a:ext uri="{FF2B5EF4-FFF2-40B4-BE49-F238E27FC236}">
                <a16:creationId xmlns:a16="http://schemas.microsoft.com/office/drawing/2014/main" id="{0A7E3758-611C-4779-8E92-7476EE614506}"/>
              </a:ext>
            </a:extLst>
          </p:cNvPr>
          <p:cNvSpPr>
            <a:spLocks xmlns:a="http://schemas.openxmlformats.org/drawingml/2006/main" noGrp="1"/>
          </p:cNvSpPr>
          <p:nvPr>
            <p:ph idx="41" hasCustomPrompt="1"/>
          </p:nvPr>
        </p:nvSpPr>
        <p:spPr>
          <a:xfrm xmlns:a="http://schemas.openxmlformats.org/drawingml/2006/main">
            <a:off x="3551600" y="7888296"/>
            <a:ext cx="2923573" cy="1565267"/>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Tree>
  </p:cSld>
</p:sldLayout>
</file>

<file path=ppt/slideLayouts/slideLayout19.xml><?xml version="1.0" encoding="utf-8"?>
<p:sldLayout xmlns:p="http://schemas.openxmlformats.org/presentationml/2006/main" preserve="1" userDrawn="1">
  <p:cSld name="Disclaimer">
    <p:bg>
      <p:bgPr>
        <a:solidFill xmlns:a="http://schemas.openxmlformats.org/drawingml/2006/main">
          <a:schemeClr val="bg1"/>
        </a:solidFill>
      </p:bgPr>
    </p:bg>
    <p:spTree>
      <p:nvGrpSpPr>
        <p:cNvPr id="1" name=""/>
        <p:cNvGrpSpPr/>
        <p:nvPr/>
      </p:nvGrpSpPr>
      <p:grpSpPr>
        <a:xfrm xmlns:a="http://schemas.openxmlformats.org/drawingml/2006/main"/>
      </p:grpSpPr>
      <p:sp>
        <p:nvSpPr>
          <p:cNvPr id="17" name="TextBox 16">
            <a:extLst xmlns:a="http://schemas.openxmlformats.org/drawingml/2006/main">
              <a:ext uri="{FF2B5EF4-FFF2-40B4-BE49-F238E27FC236}">
                <a16:creationId xmlns:a16="http://schemas.microsoft.com/office/drawing/2014/main" id="{3B476172-FCCC-4217-B659-E252FC48877E}"/>
              </a:ext>
            </a:extLst>
          </p:cNvPr>
          <p:cNvSpPr>
            <a:spLocks xmlns:a="http://schemas.openxmlformats.org/drawingml/2006/main" noGrp="1"/>
          </p:cNvSpPr>
          <p:nvPr/>
        </p:nvSpPr>
        <p:spPr>
          <a:xfrm xmlns:a="http://schemas.openxmlformats.org/drawingml/2006/main">
            <a:off x="390153" y="814312"/>
            <a:ext cx="6099546" cy="26314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lvl1pPr indent="0" defTabSz="385767">
              <a:lnSpc>
                <a:spcPct val="90000"/>
              </a:lnSpc>
              <a:spcBef>
                <a:spcPts val="422"/>
              </a:spcBef>
              <a:buFont typeface="Arial"/>
              <a:buNone/>
              <a:defRPr sz="1900" b="1" spc="0">
                <a:solidFill>
                  <a:schemeClr val="tx2"/>
                </a:solidFill>
                <a:latin typeface="Roboto"/>
                <a:ea typeface="Roboto"/>
                <a:cs typeface="Roboto"/>
              </a:defRPr>
            </a:lvl1pPr>
            <a:lvl2pPr marL="227710" indent="-77020" defTabSz="385767">
              <a:lnSpc>
                <a:spcPct val="90000"/>
              </a:lnSpc>
              <a:spcBef>
                <a:spcPts val="211"/>
              </a:spcBef>
              <a:buFont typeface="Arial"/>
              <a:buChar char="•"/>
              <a:defRPr sz="591">
                <a:solidFill>
                  <a:schemeClr val="tx2"/>
                </a:solidFill>
              </a:defRPr>
            </a:lvl2pPr>
            <a:lvl3pPr marL="379070" indent="-77689" defTabSz="385767">
              <a:lnSpc>
                <a:spcPct val="90000"/>
              </a:lnSpc>
              <a:spcBef>
                <a:spcPts val="211"/>
              </a:spcBef>
              <a:buFont typeface="Arial"/>
              <a:buChar char="•"/>
              <a:defRPr sz="506">
                <a:solidFill>
                  <a:schemeClr val="tx2"/>
                </a:solidFill>
              </a:defRPr>
            </a:lvl3pPr>
            <a:lvl4pPr marL="529761" indent="-77689" defTabSz="385767">
              <a:lnSpc>
                <a:spcPct val="90000"/>
              </a:lnSpc>
              <a:spcBef>
                <a:spcPts val="211"/>
              </a:spcBef>
              <a:buFont typeface="Arial"/>
              <a:buChar char="•"/>
              <a:defRPr sz="464">
                <a:solidFill>
                  <a:schemeClr val="tx2"/>
                </a:solidFill>
              </a:defRPr>
            </a:lvl4pPr>
            <a:lvl5pPr marL="680451" indent="-73671" defTabSz="385767">
              <a:lnSpc>
                <a:spcPct val="90000"/>
              </a:lnSpc>
              <a:spcBef>
                <a:spcPts val="211"/>
              </a:spcBef>
              <a:buFont typeface="Arial"/>
              <a:buChar char="•"/>
              <a:defRPr sz="464">
                <a:solidFill>
                  <a:schemeClr val="tx2"/>
                </a:solidFill>
              </a:defRPr>
            </a:lvl5pPr>
            <a:lvl6pPr marL="1060860" indent="-96442" defTabSz="385767">
              <a:lnSpc>
                <a:spcPct val="90000"/>
              </a:lnSpc>
              <a:spcBef>
                <a:spcPts val="211"/>
              </a:spcBef>
              <a:buFont typeface="Arial"/>
              <a:buChar char="•"/>
              <a:defRPr sz="760"/>
            </a:lvl6pPr>
            <a:lvl7pPr marL="1253744" indent="-96442" defTabSz="385767">
              <a:lnSpc>
                <a:spcPct val="90000"/>
              </a:lnSpc>
              <a:spcBef>
                <a:spcPts val="211"/>
              </a:spcBef>
              <a:buFont typeface="Arial"/>
              <a:buChar char="•"/>
              <a:defRPr sz="760"/>
            </a:lvl7pPr>
            <a:lvl8pPr marL="1446628" indent="-96442" defTabSz="385767">
              <a:lnSpc>
                <a:spcPct val="90000"/>
              </a:lnSpc>
              <a:spcBef>
                <a:spcPts val="211"/>
              </a:spcBef>
              <a:buFont typeface="Arial"/>
              <a:buChar char="•"/>
              <a:defRPr sz="760"/>
            </a:lvl8pPr>
            <a:lvl9pPr marL="1639511" indent="-96442" defTabSz="385767">
              <a:lnSpc>
                <a:spcPct val="90000"/>
              </a:lnSpc>
              <a:spcBef>
                <a:spcPts val="211"/>
              </a:spcBef>
              <a:buFont typeface="Arial"/>
              <a:buChar char="•"/>
              <a:defRPr sz="760"/>
            </a:lvl9pPr>
          </a:lstStyle>
          <a:p xmlns:a="http://schemas.openxmlformats.org/drawingml/2006/main">
            <a:pPr lvl="0">
              <a:buNone/>
            </a:pPr>
            <a:r>
              <a:t>Disclaimer</a:t>
            </a:r>
          </a:p>
        </p:txBody>
      </p:sp>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22" name="Straight Connector 21">
            <a:extLst xmlns:a="http://schemas.openxmlformats.org/drawingml/2006/main">
              <a:ext uri="{FF2B5EF4-FFF2-40B4-BE49-F238E27FC236}">
                <a16:creationId xmlns:a16="http://schemas.microsoft.com/office/drawing/2014/main" id="{583DD95B-BB10-4BEE-9EB1-879F896501E4}"/>
              </a:ext>
            </a:extLst>
          </p:cNvPr>
          <p:cNvSpPr>
            <a:spLocks xmlns:a="http://schemas.openxmlformats.org/drawingml/2006/main" noGrp="1"/>
          </p:cNvSpPr>
          <p:nvPr/>
        </p:nvSpPr>
        <p:spPr>
          <a:xfrm xmlns:a="http://schemas.openxmlformats.org/drawingml/2006/main">
            <a:off x="390154" y="734469"/>
            <a:ext cx="6099546"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Espaço Reservado para Texto 6">
            <a:extLst xmlns:a="http://schemas.openxmlformats.org/drawingml/2006/main">
              <a:ext uri="{FF2B5EF4-FFF2-40B4-BE49-F238E27FC236}">
                <a16:creationId xmlns:a16="http://schemas.microsoft.com/office/drawing/2014/main" id="{2B30E5FD-9051-4E1E-8485-CF615FEFF1FB}"/>
              </a:ext>
            </a:extLst>
          </p:cNvPr>
          <p:cNvSpPr>
            <a:spLocks xmlns:a="http://schemas.openxmlformats.org/drawingml/2006/main" noGrp="1"/>
          </p:cNvSpPr>
          <p:nvPr>
            <p:ph type="body" idx="26"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15" name="Date Placeholder 1">
            <a:extLst xmlns:a="http://schemas.openxmlformats.org/drawingml/2006/main">
              <a:ext uri="{FF2B5EF4-FFF2-40B4-BE49-F238E27FC236}">
                <a16:creationId xmlns:a16="http://schemas.microsoft.com/office/drawing/2014/main" id="{CEDF22C0-1511-410D-B4C2-53B4E4FE64CB}"/>
              </a:ext>
            </a:extLst>
          </p:cNvPr>
          <p:cNvSpPr>
            <a:spLocks xmlns:a="http://schemas.openxmlformats.org/drawingml/2006/main" noGrp="1"/>
          </p:cNvSpPr>
          <p:nvPr>
            <p:ph type="dt" idx="2"/>
          </p:nvPr>
        </p:nvSpPr>
        <p:spPr>
          <a:xfrm xmlns:a="http://schemas.openxmlformats.org/drawingml/2006/main">
            <a:off x="3971925" y="438763"/>
            <a:ext cx="2517775"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bg2"/>
                </a:solidFill>
                <a:latin typeface="Roboto Light"/>
                <a:ea typeface="Roboto Light"/>
                <a:cs typeface="Roboto Light"/>
              </a:defRPr>
            </a:lvl1pPr>
          </a:lstStyle>
          <a:p xmlns:a="http://schemas.openxmlformats.org/drawingml/2006/main">
            <a:fld id="{4D03E599-AFA5-4A08-AC9F-588B0C61A5AB}" type="datetime4">
              <a:t>August 6, 2026</a:t>
            </a:fld>
            <a:endParaRPr/>
          </a:p>
        </p:txBody>
      </p:sp>
      <p:sp>
        <p:nvSpPr>
          <p:cNvPr id="2" name="TextBox 1">
            <a:extLst xmlns:a="http://schemas.openxmlformats.org/drawingml/2006/main">
              <a:ext uri="{FF2B5EF4-FFF2-40B4-BE49-F238E27FC236}">
                <a16:creationId xmlns:a16="http://schemas.microsoft.com/office/drawing/2014/main" id="{52F95B42-1FBA-401A-8214-0A1239E090A4}"/>
              </a:ext>
            </a:extLst>
          </p:cNvPr>
          <p:cNvSpPr>
            <a:spLocks xmlns:a="http://schemas.openxmlformats.org/drawingml/2006/main" noGrp="1"/>
          </p:cNvSpPr>
          <p:nvPr/>
        </p:nvSpPr>
        <p:spPr>
          <a:xfrm xmlns:a="http://schemas.openxmlformats.org/drawingml/2006/main">
            <a:off x="390153" y="1318100"/>
            <a:ext cx="6099546" cy="8099974"/>
          </a:xfrm>
          <a:prstGeom xmlns:a="http://schemas.openxmlformats.org/drawingml/2006/main" prst="rect">
            <a:avLst/>
          </a:prstGeom>
        </p:spPr>
        <p:txBody>
          <a:bodyPr xmlns:a="http://schemas.openxmlformats.org/drawingml/2006/main" lIns="0" tIns="0" rIns="0" bIns="0">
            <a:spAutoFit/>
          </a:bodyPr>
          <a:lstStyle xmlns:a="http://schemas.openxmlformats.org/drawingml/2006/main">
            <a:lvl1pPr indent="0" defTabSz="385767">
              <a:lnSpc>
                <a:spcPct val="90000"/>
              </a:lnSpc>
              <a:spcBef>
                <a:spcPts val="422"/>
              </a:spcBef>
              <a:buFont typeface="Arial"/>
              <a:buNone/>
              <a:defRPr sz="730">
                <a:solidFill>
                  <a:schemeClr val="tx2"/>
                </a:solidFill>
              </a:defRPr>
            </a:lvl1pPr>
            <a:lvl2pPr marL="227710" indent="-77020" defTabSz="385767">
              <a:lnSpc>
                <a:spcPct val="90000"/>
              </a:lnSpc>
              <a:spcBef>
                <a:spcPts val="211"/>
              </a:spcBef>
              <a:buFont typeface="Arial"/>
              <a:buChar char="•"/>
              <a:defRPr sz="591">
                <a:solidFill>
                  <a:schemeClr val="tx2"/>
                </a:solidFill>
              </a:defRPr>
            </a:lvl2pPr>
            <a:lvl3pPr marL="379070" indent="-77689" defTabSz="385767">
              <a:lnSpc>
                <a:spcPct val="90000"/>
              </a:lnSpc>
              <a:spcBef>
                <a:spcPts val="211"/>
              </a:spcBef>
              <a:buFont typeface="Arial"/>
              <a:buChar char="•"/>
              <a:defRPr sz="506">
                <a:solidFill>
                  <a:schemeClr val="tx2"/>
                </a:solidFill>
              </a:defRPr>
            </a:lvl3pPr>
            <a:lvl4pPr marL="529761" indent="-77689" defTabSz="385767">
              <a:lnSpc>
                <a:spcPct val="90000"/>
              </a:lnSpc>
              <a:spcBef>
                <a:spcPts val="211"/>
              </a:spcBef>
              <a:buFont typeface="Arial"/>
              <a:buChar char="•"/>
              <a:defRPr sz="464">
                <a:solidFill>
                  <a:schemeClr val="tx2"/>
                </a:solidFill>
              </a:defRPr>
            </a:lvl4pPr>
            <a:lvl5pPr marL="680451" indent="-73671" defTabSz="385767">
              <a:lnSpc>
                <a:spcPct val="90000"/>
              </a:lnSpc>
              <a:spcBef>
                <a:spcPts val="211"/>
              </a:spcBef>
              <a:buFont typeface="Arial"/>
              <a:buChar char="•"/>
              <a:defRPr sz="464">
                <a:solidFill>
                  <a:schemeClr val="tx2"/>
                </a:solidFill>
              </a:defRPr>
            </a:lvl5pPr>
            <a:lvl6pPr marL="1060860" indent="-96442" defTabSz="385767">
              <a:lnSpc>
                <a:spcPct val="90000"/>
              </a:lnSpc>
              <a:spcBef>
                <a:spcPts val="211"/>
              </a:spcBef>
              <a:buFont typeface="Arial"/>
              <a:buChar char="•"/>
              <a:defRPr sz="760"/>
            </a:lvl6pPr>
            <a:lvl7pPr marL="1253744" indent="-96442" defTabSz="385767">
              <a:lnSpc>
                <a:spcPct val="90000"/>
              </a:lnSpc>
              <a:spcBef>
                <a:spcPts val="211"/>
              </a:spcBef>
              <a:buFont typeface="Arial"/>
              <a:buChar char="•"/>
              <a:defRPr sz="760"/>
            </a:lvl7pPr>
            <a:lvl8pPr marL="1446628" indent="-96442" defTabSz="385767">
              <a:lnSpc>
                <a:spcPct val="90000"/>
              </a:lnSpc>
              <a:spcBef>
                <a:spcPts val="211"/>
              </a:spcBef>
              <a:buFont typeface="Arial"/>
              <a:buChar char="•"/>
              <a:defRPr sz="760"/>
            </a:lvl8pPr>
            <a:lvl9pPr marL="1639511" indent="-96442" defTabSz="385767">
              <a:lnSpc>
                <a:spcPct val="90000"/>
              </a:lnSpc>
              <a:spcBef>
                <a:spcPts val="211"/>
              </a:spcBef>
              <a:buFont typeface="Arial"/>
              <a:buChar char="•"/>
              <a:defRPr sz="760"/>
            </a:lvl9pPr>
          </a:lstStyle>
          <a:p xmlns:a="http://schemas.openxmlformats.org/drawingml/2006/main">
            <a:pPr marL="228600" lvl="0" indent="-228600" algn="just">
              <a:lnSpc>
                <a:spcPts val="800"/>
              </a:lnSpc>
              <a:buFont typeface="+mj-lt"/>
              <a:buAutoNum type="arabicPeriod"/>
            </a:pPr>
            <a:r>
              <a:rPr sz="650" i="0"/>
              <a:t>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xmlns:a="http://schemas.openxmlformats.org/drawingml/2006/main">
            <a:pPr marL="228600" lvl="0" indent="-228600" algn="just">
              <a:lnSpc>
                <a:spcPts val="800"/>
              </a:lnSpc>
              <a:buFont typeface="+mj-lt"/>
              <a:buAutoNum type="arabicPeriod"/>
            </a:pPr>
            <a:r>
              <a:rPr sz="650" i="0"/>
              <a:t>This report was prepared considering the product risk classification in order to generate allocation results for each investor profile.  		</a:t>
            </a:r>
          </a:p>
          <a:p xmlns:a="http://schemas.openxmlformats.org/drawingml/2006/main">
            <a:pPr marL="228600" lvl="0" indent="-228600" algn="just">
              <a:lnSpc>
                <a:spcPts val="800"/>
              </a:lnSpc>
              <a:buFont typeface="+mj-lt"/>
              <a:buAutoNum type="arabicPeriod"/>
            </a:pPr>
            <a:r>
              <a:rPr sz="650" i="0"/>
              <a:t>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p>
          <a:p xmlns:a="http://schemas.openxmlformats.org/drawingml/2006/main">
            <a:pPr marL="228600" lvl="0" indent="-228600" algn="just">
              <a:lnSpc>
                <a:spcPts val="800"/>
              </a:lnSpc>
              <a:buFont typeface="+mj-lt"/>
              <a:buAutoNum type="arabicPeriod"/>
            </a:pPr>
            <a:r>
              <a:rPr sz="650" i="0"/>
              <a:t>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xmlns:a="http://schemas.openxmlformats.org/drawingml/2006/main">
            <a:pPr marL="228600" lvl="0" indent="-228600" algn="just">
              <a:lnSpc>
                <a:spcPts val="800"/>
              </a:lnSpc>
              <a:buFont typeface="+mj-lt"/>
              <a:buAutoNum type="arabicPeriod"/>
            </a:pPr>
            <a:r>
              <a:rPr sz="650" i="0"/>
              <a:t>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xmlns:a="http://schemas.openxmlformats.org/drawingml/2006/main">
            <a:pPr marL="228600" lvl="0" indent="-228600" algn="just">
              <a:lnSpc>
                <a:spcPts val="800"/>
              </a:lnSpc>
              <a:buFont typeface="+mj-lt"/>
              <a:buAutoNum type="arabicPeriod"/>
            </a:pPr>
            <a:r>
              <a:rPr sz="650" i="0"/>
              <a:t>XP Investimentos’ analysts are obligated to comply with all the rules laid down in the APIMEC’s conduct code for the securities analyst and XP Investimentos’ analyst of securities conduct policy.  		</a:t>
            </a:r>
          </a:p>
          <a:p xmlns:a="http://schemas.openxmlformats.org/drawingml/2006/main">
            <a:pPr marL="228600" lvl="0" indent="-228600" algn="just">
              <a:lnSpc>
                <a:spcPts val="800"/>
              </a:lnSpc>
              <a:buFont typeface="+mj-lt"/>
              <a:buAutoNum type="arabicPeriod"/>
            </a:pPr>
            <a:r>
              <a:rPr sz="650" i="0"/>
              <a:t>Customer service is carried out by XP Investimentos employees or by autonomous investment agents who perform their activities through XP, in accordance with CVM Resolution 16/2021,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xmlns:a="http://schemas.openxmlformats.org/drawingml/2006/main">
            <a:pPr marL="228600" lvl="0" indent="-228600" algn="just">
              <a:lnSpc>
                <a:spcPts val="800"/>
              </a:lnSpc>
              <a:buFont typeface="+mj-lt"/>
              <a:buAutoNum type="arabicPeriod"/>
            </a:pPr>
            <a:r>
              <a:rPr sz="650" i="0"/>
              <a:t>For the purpose of verifying the adequacy of the investor's profile to the investment services and products offered by XP Investimentos, we use the methodology of adequacy of products by portfolio, in accordance with the ANBIMA Rules and Procedures of Suitability No. 01 and the ANBIMA Code of Regulation and Best Practices for Distribution of Investment Products. This methodology consists of assigning a maximum risk score for each investor profile (conservative, moderate and aggressive), as well as a risk score for each of the products offered by XP Investimentos, so that all customers can have access to all products, provided that within the amounts and limits of the risk score defined for their profile. Before applying to the products and/or contracting the services subject to this material, it is important that you verify that your current risk score includes the application in the products and/or the contracting of the services in question, as well as whether there are limitations of volume, 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application/contract, or if there are limitations in relation to the amount and/or financial volume for said application/contracting, this means that, based on the current composition of your portfolio, this application/contract is not appropriate to your profile. If you have questions about the process of suiting the products offered by XP Investimentos to your investor profile, please refer to the FAQ. Market conditions, climate change and the macroeconomic scenario can affect investment performance.</a:t>
            </a:r>
          </a:p>
          <a:p xmlns:a="http://schemas.openxmlformats.org/drawingml/2006/main">
            <a:pPr marL="228600" lvl="0" indent="-228600" algn="just">
              <a:lnSpc>
                <a:spcPts val="800"/>
              </a:lnSpc>
              <a:buFont typeface="+mj-lt"/>
              <a:buAutoNum type="arabicPeriod"/>
            </a:pPr>
            <a:r>
              <a:rPr sz="650" i="0"/>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xmlns:a="http://schemas.openxmlformats.org/drawingml/2006/main">
            <a:pPr marL="228600" lvl="0" indent="-228600" algn="just">
              <a:lnSpc>
                <a:spcPts val="800"/>
              </a:lnSpc>
              <a:buFont typeface="+mj-lt"/>
              <a:buAutoNum type="arabicPeriod"/>
            </a:pPr>
            <a:r>
              <a:rPr sz="650" i="0"/>
              <a:t>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p>
          <a:p xmlns:a="http://schemas.openxmlformats.org/drawingml/2006/main">
            <a:pPr marL="228600" lvl="0" indent="-228600" algn="just">
              <a:lnSpc>
                <a:spcPts val="800"/>
              </a:lnSpc>
              <a:buFont typeface="+mj-lt"/>
              <a:buAutoNum type="arabicPeriod"/>
            </a:pPr>
            <a:r>
              <a:rPr sz="650" i="0"/>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ttps://institucional.xpi.com.br/ouvidoria.aspx/.  				</a:t>
            </a:r>
          </a:p>
          <a:p xmlns:a="http://schemas.openxmlformats.org/drawingml/2006/main">
            <a:pPr marL="228600" lvl="0" indent="-228600" algn="just">
              <a:lnSpc>
                <a:spcPts val="800"/>
              </a:lnSpc>
              <a:buFont typeface="+mj-lt"/>
              <a:buAutoNum type="arabicPeriod"/>
            </a:pPr>
            <a:r>
              <a:rPr sz="650" i="0"/>
              <a:t>The cost of the transactions billing policies are defined in the operational cost tables which are made available on XP Investimentos website: www.xpi.com.br.</a:t>
            </a:r>
          </a:p>
          <a:p xmlns:a="http://schemas.openxmlformats.org/drawingml/2006/main">
            <a:pPr marL="228600" lvl="0" indent="-228600" algn="just">
              <a:lnSpc>
                <a:spcPts val="800"/>
              </a:lnSpc>
              <a:buFont typeface="+mj-lt"/>
              <a:buAutoNum type="arabicPeriod"/>
            </a:pPr>
            <a:r>
              <a:rPr sz="650" i="0"/>
              <a:t>XP Investimentos is exempt from any liability for any damages, direct or indirect, that come from the use of this report or its contents.  	</a:t>
            </a:r>
          </a:p>
          <a:p xmlns:a="http://schemas.openxmlformats.org/drawingml/2006/main">
            <a:pPr marL="228600" lvl="0" indent="-228600" algn="just">
              <a:lnSpc>
                <a:spcPts val="800"/>
              </a:lnSpc>
              <a:buFont typeface="+mj-lt"/>
              <a:buAutoNum type="arabicPeriod"/>
            </a:pPr>
            <a:r>
              <a:rPr sz="650" i="0"/>
              <a:t>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xmlns:a="http://schemas.openxmlformats.org/drawingml/2006/main">
            <a:pPr marL="228600" lvl="0" indent="-228600" algn="just">
              <a:lnSpc>
                <a:spcPts val="800"/>
              </a:lnSpc>
              <a:buFont typeface="+mj-lt"/>
              <a:buAutoNum type="arabicPeriod"/>
            </a:pPr>
            <a:r>
              <a:rPr sz="650" i="0"/>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p>
          <a:p xmlns:a="http://schemas.openxmlformats.org/drawingml/2006/main">
            <a:pPr marL="228600" lvl="0" indent="-228600" algn="just">
              <a:lnSpc>
                <a:spcPts val="800"/>
              </a:lnSpc>
              <a:buFont typeface="+mj-lt"/>
              <a:buAutoNum type="arabicPeriod"/>
            </a:pPr>
            <a:r>
              <a:rPr sz="650" i="0"/>
              <a:t>Investment in options is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p>
          <a:p xmlns:a="http://schemas.openxmlformats.org/drawingml/2006/main">
            <a:pPr marL="228600" lvl="0" indent="-228600" algn="just">
              <a:lnSpc>
                <a:spcPts val="800"/>
              </a:lnSpc>
              <a:buFont typeface="+mj-lt"/>
              <a:buAutoNum type="arabicPeriod"/>
            </a:pPr>
            <a:r>
              <a:rPr sz="650" i="0"/>
              <a:t>Investment in terms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  			</a:t>
            </a:r>
          </a:p>
          <a:p xmlns:a="http://schemas.openxmlformats.org/drawingml/2006/main">
            <a:pPr marL="228600" lvl="0" indent="-228600" algn="just">
              <a:lnSpc>
                <a:spcPts val="800"/>
              </a:lnSpc>
              <a:buFont typeface="+mj-lt"/>
              <a:buAutoNum type="arabicPeriod"/>
            </a:pPr>
            <a:r>
              <a:rPr sz="650" i="0"/>
              <a:t>Investments in futures markets are subject to significant loss of principal.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p>
          <a:p xmlns:a="http://schemas.openxmlformats.org/drawingml/2006/main">
            <a:pPr marL="228600" lvl="0" indent="-228600" algn="just">
              <a:lnSpc>
                <a:spcPts val="800"/>
              </a:lnSpc>
              <a:buFont typeface="+mj-lt"/>
              <a:buAutoNum type="arabicPeriod"/>
            </a:pPr>
            <a:r>
              <a:rPr sz="650" i="0"/>
              <a:t>This institution is adhering ANBIMA Code of Regulation and best practices for the distribution activity of retail investment products.		</a:t>
            </a:r>
          </a:p>
          <a:p xmlns:a="http://schemas.openxmlformats.org/drawingml/2006/main">
            <a:pPr marL="228600" lvl="0" indent="-228600" algn="just">
              <a:lnSpc>
                <a:spcPts val="800"/>
              </a:lnSpc>
              <a:buFont typeface="+mj-lt"/>
              <a:buAutoNum type="arabicPeriod"/>
            </a:pPr>
            <a:r>
              <a:rPr sz="650" i="0"/>
              <a:t>XP Investments US, LLC, a broker-dealer registered with the U.S. Securities and Exchange Commission, has assumed responsibility for this research for purposes of U.S. law.  All transactions arising from this research should be directed to XP Investments US, LLC, at +1 646-664-0525.		</a:t>
            </a:r>
          </a:p>
          <a:p xmlns:a="http://schemas.openxmlformats.org/drawingml/2006/main">
            <a:pPr marL="228600" lvl="0" indent="-228600" algn="just">
              <a:lnSpc>
                <a:spcPts val="800"/>
              </a:lnSpc>
              <a:buFont typeface="+mj-lt"/>
              <a:buAutoNum type="arabicPeriod"/>
            </a:pPr>
            <a:r>
              <a:rPr sz="650" i="0"/>
              <a:t>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p>
        </p:txBody>
      </p:sp>
    </p:spTree>
  </p:cSld>
</p:sldLayout>
</file>

<file path=ppt/slideLayouts/slideLayout20.xml><?xml version="1.0" encoding="utf-8"?>
<p:sldLayout xmlns:p="http://schemas.openxmlformats.org/presentationml/2006/main" preserve="1" userDrawn="1">
  <p:cSld name="Fechamento">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25" name="Rectangle 24">
            <a:extLst xmlns:a="http://schemas.openxmlformats.org/drawingml/2006/main">
              <a:ext uri="{FF2B5EF4-FFF2-40B4-BE49-F238E27FC236}">
                <a16:creationId xmlns:a16="http://schemas.microsoft.com/office/drawing/2014/main" id="{09CD1B14-21A0-4905-A3FF-6A46EBDF6BCD}"/>
              </a:ext>
            </a:extLst>
          </p:cNvPr>
          <p:cNvSpPr>
            <a:spLocks xmlns:a="http://schemas.openxmlformats.org/drawingml/2006/main" noGrp="1"/>
          </p:cNvSpPr>
          <p:nvPr/>
        </p:nvSpPr>
        <p:spPr>
          <a:xfrm xmlns:a="http://schemas.openxmlformats.org/drawingml/2006/main">
            <a:off x="0" y="0"/>
            <a:ext cx="6858000" cy="9906000"/>
          </a:xfrm>
          <a:prstGeom xmlns:a="http://schemas.openxmlformats.org/drawingml/2006/main" prst="rect">
            <a:avLst/>
          </a:prstGeom>
          <a:solidFill xmlns:a="http://schemas.openxmlformats.org/drawingml/2006/main">
            <a:srgbClr val="18191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solidFill>
                <a:schemeClr val="bg1"/>
              </a:solidFill>
              <a:latin typeface="Roboto"/>
              <a:ea typeface="Roboto"/>
              <a:cs typeface="Roboto"/>
            </a:endParaRPr>
          </a:p>
        </p:txBody>
      </p:sp>
      <p:pic>
        <p:nvPicPr>
          <p:cNvPr id="66" name="Picture 25"/>
          <p:cNvPicPr>
            <a:picLocks xmlns:a="http://schemas.openxmlformats.org/drawingml/2006/main" noChangeAspect="1"/>
          </p:cNvPicPr>
          <p:nvPr/>
        </p:nvPicPr>
        <p:blipFill rotWithShape="1">
          <a:blip xmlns:r="http://schemas.openxmlformats.org/officeDocument/2006/relationships" xmlns:a="http://schemas.openxmlformats.org/drawingml/2006/main" r:embed="R7dabc96d77a3439a">
            <a:alphaModFix amt="81000"/>
          </a:blip>
          <a:srcRect xmlns:a="http://schemas.openxmlformats.org/drawingml/2006/main" l="1783" t="114" r="50667" b="1655"/>
          <a:stretch xmlns:a="http://schemas.openxmlformats.org/drawingml/2006/main"/>
        </p:blipFill>
        <p:spPr>
          <a:xfrm xmlns:a="http://schemas.openxmlformats.org/drawingml/2006/main">
            <a:off x="0" y="0"/>
            <a:ext cx="6858000" cy="9906000"/>
          </a:xfrm>
          <a:prstGeom xmlns:a="http://schemas.openxmlformats.org/drawingml/2006/main" prst="rect">
            <a:avLst/>
          </a:prstGeom>
        </p:spPr>
      </p:pic>
      <p:sp>
        <p:nvSpPr>
          <p:cNvPr id="38" name="Straight Connector 37">
            <a:extLst xmlns:a="http://schemas.openxmlformats.org/drawingml/2006/main">
              <a:ext uri="{FF2B5EF4-FFF2-40B4-BE49-F238E27FC236}">
                <a16:creationId xmlns:a16="http://schemas.microsoft.com/office/drawing/2014/main" id="{9FF2E8A7-48D3-41A4-8979-C69BB11197CB}"/>
              </a:ext>
            </a:extLst>
          </p:cNvPr>
          <p:cNvSpPr>
            <a:spLocks xmlns:a="http://schemas.openxmlformats.org/drawingml/2006/main" noGrp="1"/>
          </p:cNvSpPr>
          <p:nvPr/>
        </p:nvSpPr>
        <p:spPr>
          <a:xfrm xmlns:a="http://schemas.openxmlformats.org/drawingml/2006/main" rot="0" flipH="0" flipV="1">
            <a:off x="-438" y="8704940"/>
            <a:ext cx="6858438" cy="0"/>
          </a:xfrm>
          <a:prstGeom xmlns:a="http://schemas.openxmlformats.org/drawingml/2006/main" prst="line">
            <a:avLst/>
          </a:prstGeom>
          <a:ln xmlns:a="http://schemas.openxmlformats.org/drawingml/2006/main" w="12700">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9" name="Straight Connector 38">
            <a:extLst xmlns:a="http://schemas.openxmlformats.org/drawingml/2006/main">
              <a:ext uri="{FF2B5EF4-FFF2-40B4-BE49-F238E27FC236}">
                <a16:creationId xmlns:a16="http://schemas.microsoft.com/office/drawing/2014/main" id="{2431BD4B-BE99-4EE2-935E-B728B1066BEC}"/>
              </a:ext>
            </a:extLst>
          </p:cNvPr>
          <p:cNvSpPr>
            <a:spLocks xmlns:a="http://schemas.openxmlformats.org/drawingml/2006/main" noGrp="1"/>
          </p:cNvSpPr>
          <p:nvPr/>
        </p:nvSpPr>
        <p:spPr>
          <a:xfrm xmlns:a="http://schemas.openxmlformats.org/drawingml/2006/main" rot="0" flipH="0" flipV="1">
            <a:off x="3536949" y="6168571"/>
            <a:ext cx="3306080" cy="3737429"/>
          </a:xfrm>
          <a:prstGeom xmlns:a="http://schemas.openxmlformats.org/drawingml/2006/main" prst="line">
            <a:avLst/>
          </a:prstGeom>
          <a:ln xmlns:a="http://schemas.openxmlformats.org/drawingml/2006/main" w="12700">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69" name="Graphic 39"/>
          <p:cNvPicPr>
            <a:picLocks xmlns:a="http://schemas.openxmlformats.org/drawingml/2006/main" noChangeAspect="1"/>
          </p:cNvPicPr>
          <p:nvPr/>
        </p:nvPicPr>
        <p:blipFill>
          <a:blip xmlns:r="http://schemas.openxmlformats.org/officeDocument/2006/relationships" xmlns:a="http://schemas.openxmlformats.org/drawingml/2006/main" r:embed="R761854bf32304d92">
            <a:extLst>
              <a:ext uri="{96DAC541-7B7A-43D3-8B79-37D633B846F1}">
                <asvg:svgBlip xmlns:asvg="http://schemas.microsoft.com/office/drawing/2016/SVG/main" r:embed="R2e3c01dd93014b1f"/>
              </a:ext>
            </a:extLst>
          </a:blip>
          <a:stretch xmlns:a="http://schemas.openxmlformats.org/drawingml/2006/main">
            <a:fillRect l="0" t="0" r="0" b="0"/>
          </a:stretch>
        </p:blipFill>
        <p:spPr>
          <a:xfrm xmlns:a="http://schemas.openxmlformats.org/drawingml/2006/main">
            <a:off x="5565203" y="9198690"/>
            <a:ext cx="924497" cy="213562"/>
          </a:xfrm>
          <a:prstGeom xmlns:a="http://schemas.openxmlformats.org/drawingml/2006/main" prst="rect">
            <a:avLst/>
          </a:prstGeom>
        </p:spPr>
      </p:pic>
      <p:sp>
        <p:nvSpPr>
          <p:cNvPr id="51" name="Freeform: Shape 50">
            <a:extLst xmlns:a="http://schemas.openxmlformats.org/drawingml/2006/main">
              <a:ext uri="{FF2B5EF4-FFF2-40B4-BE49-F238E27FC236}">
                <a16:creationId xmlns:a16="http://schemas.microsoft.com/office/drawing/2014/main" id="{4B5EB41B-6E79-481E-A6C7-0CE249B9C220}"/>
              </a:ext>
            </a:extLst>
          </p:cNvPr>
          <p:cNvSpPr>
            <a:spLocks xmlns:a="http://schemas.openxmlformats.org/drawingml/2006/main" noGrp="1"/>
          </p:cNvSpPr>
          <p:nvPr/>
        </p:nvSpPr>
        <p:spPr>
          <a:xfrm xmlns:a="http://schemas.openxmlformats.org/drawingml/2006/main" rot="0" flipH="0" flipV="0">
            <a:off x="2684238" y="4747691"/>
            <a:ext cx="455210" cy="410618"/>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4" name="Freeform: Shape 53">
            <a:extLst xmlns:a="http://schemas.openxmlformats.org/drawingml/2006/main">
              <a:ext uri="{FF2B5EF4-FFF2-40B4-BE49-F238E27FC236}">
                <a16:creationId xmlns:a16="http://schemas.microsoft.com/office/drawing/2014/main" id="{F920B4FD-CF67-4AC3-ACC8-8AE9EED3B08A}"/>
              </a:ext>
            </a:extLst>
          </p:cNvPr>
          <p:cNvSpPr>
            <a:spLocks xmlns:a="http://schemas.openxmlformats.org/drawingml/2006/main" noGrp="1"/>
          </p:cNvSpPr>
          <p:nvPr/>
        </p:nvSpPr>
        <p:spPr>
          <a:xfrm xmlns:a="http://schemas.openxmlformats.org/drawingml/2006/main" rot="0" flipH="0" flipV="0">
            <a:off x="3225016" y="4984264"/>
            <a:ext cx="64616" cy="123597"/>
          </a:xfrm>
          <a:custGeom xmlns:a="http://schemas.openxmlformats.org/drawingml/2006/main">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5" name="Freeform: Shape 54">
            <a:extLst xmlns:a="http://schemas.openxmlformats.org/drawingml/2006/main">
              <a:ext uri="{FF2B5EF4-FFF2-40B4-BE49-F238E27FC236}">
                <a16:creationId xmlns:a16="http://schemas.microsoft.com/office/drawing/2014/main" id="{9E5C3886-4D19-464F-B7AC-950F1E46F85F}"/>
              </a:ext>
            </a:extLst>
          </p:cNvPr>
          <p:cNvSpPr>
            <a:spLocks xmlns:a="http://schemas.openxmlformats.org/drawingml/2006/main" noGrp="1"/>
          </p:cNvSpPr>
          <p:nvPr/>
        </p:nvSpPr>
        <p:spPr>
          <a:xfrm xmlns:a="http://schemas.openxmlformats.org/drawingml/2006/main" rot="0" flipH="0" flipV="0">
            <a:off x="3303020" y="4983293"/>
            <a:ext cx="119698" cy="126760"/>
          </a:xfrm>
          <a:custGeom xmlns:a="http://schemas.openxmlformats.org/drawingml/2006/main">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6" name="Freeform: Shape 55">
            <a:extLst xmlns:a="http://schemas.openxmlformats.org/drawingml/2006/main">
              <a:ext uri="{FF2B5EF4-FFF2-40B4-BE49-F238E27FC236}">
                <a16:creationId xmlns:a16="http://schemas.microsoft.com/office/drawing/2014/main" id="{3BFBC377-5A48-41C6-B03C-9149828E8A7C}"/>
              </a:ext>
            </a:extLst>
          </p:cNvPr>
          <p:cNvSpPr>
            <a:spLocks xmlns:a="http://schemas.openxmlformats.org/drawingml/2006/main" noGrp="1"/>
          </p:cNvSpPr>
          <p:nvPr/>
        </p:nvSpPr>
        <p:spPr>
          <a:xfrm xmlns:a="http://schemas.openxmlformats.org/drawingml/2006/main" rot="0" flipH="0" flipV="0">
            <a:off x="3442948" y="4983278"/>
            <a:ext cx="98483" cy="126763"/>
          </a:xfrm>
          <a:custGeom xmlns:a="http://schemas.openxmlformats.org/drawingml/2006/main">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7" name="Freeform: Shape 56">
            <a:extLst xmlns:a="http://schemas.openxmlformats.org/drawingml/2006/main">
              <a:ext uri="{FF2B5EF4-FFF2-40B4-BE49-F238E27FC236}">
                <a16:creationId xmlns:a16="http://schemas.microsoft.com/office/drawing/2014/main" id="{B88D6791-E280-4A9B-B6F6-189BF7C4BF98}"/>
              </a:ext>
            </a:extLst>
          </p:cNvPr>
          <p:cNvSpPr>
            <a:spLocks xmlns:a="http://schemas.openxmlformats.org/drawingml/2006/main" noGrp="1"/>
          </p:cNvSpPr>
          <p:nvPr/>
        </p:nvSpPr>
        <p:spPr>
          <a:xfrm xmlns:a="http://schemas.openxmlformats.org/drawingml/2006/main" rot="0" flipH="0" flipV="0">
            <a:off x="3562382" y="4983293"/>
            <a:ext cx="119698" cy="126760"/>
          </a:xfrm>
          <a:custGeom xmlns:a="http://schemas.openxmlformats.org/drawingml/2006/main">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8" name="Freeform: Shape 57">
            <a:extLst xmlns:a="http://schemas.openxmlformats.org/drawingml/2006/main">
              <a:ext uri="{FF2B5EF4-FFF2-40B4-BE49-F238E27FC236}">
                <a16:creationId xmlns:a16="http://schemas.microsoft.com/office/drawing/2014/main" id="{D846E24C-F514-42EF-8579-AF8CE6A376A7}"/>
              </a:ext>
            </a:extLst>
          </p:cNvPr>
          <p:cNvSpPr>
            <a:spLocks xmlns:a="http://schemas.openxmlformats.org/drawingml/2006/main" noGrp="1"/>
          </p:cNvSpPr>
          <p:nvPr/>
        </p:nvSpPr>
        <p:spPr>
          <a:xfrm xmlns:a="http://schemas.openxmlformats.org/drawingml/2006/main" rot="0" flipH="0" flipV="0">
            <a:off x="3705237" y="4983278"/>
            <a:ext cx="101631" cy="126760"/>
          </a:xfrm>
          <a:custGeom xmlns:a="http://schemas.openxmlformats.org/drawingml/2006/main">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9" name="Freeform: Shape 58">
            <a:extLst xmlns:a="http://schemas.openxmlformats.org/drawingml/2006/main">
              <a:ext uri="{FF2B5EF4-FFF2-40B4-BE49-F238E27FC236}">
                <a16:creationId xmlns:a16="http://schemas.microsoft.com/office/drawing/2014/main" id="{767EAC76-4221-4D48-A548-1D3F7EF8A4ED}"/>
              </a:ext>
            </a:extLst>
          </p:cNvPr>
          <p:cNvSpPr>
            <a:spLocks xmlns:a="http://schemas.openxmlformats.org/drawingml/2006/main" noGrp="1"/>
          </p:cNvSpPr>
          <p:nvPr/>
        </p:nvSpPr>
        <p:spPr>
          <a:xfrm xmlns:a="http://schemas.openxmlformats.org/drawingml/2006/main" rot="0" flipH="0" flipV="0">
            <a:off x="3842473" y="4984264"/>
            <a:ext cx="64615" cy="123597"/>
          </a:xfrm>
          <a:custGeom xmlns:a="http://schemas.openxmlformats.org/drawingml/2006/main">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0" name="Freeform: Shape 59">
            <a:extLst xmlns:a="http://schemas.openxmlformats.org/drawingml/2006/main">
              <a:ext uri="{FF2B5EF4-FFF2-40B4-BE49-F238E27FC236}">
                <a16:creationId xmlns:a16="http://schemas.microsoft.com/office/drawing/2014/main" id="{28455B7D-9D95-4D0E-8503-2F81C7680372}"/>
              </a:ext>
            </a:extLst>
          </p:cNvPr>
          <p:cNvSpPr>
            <a:spLocks xmlns:a="http://schemas.openxmlformats.org/drawingml/2006/main" noGrp="1"/>
          </p:cNvSpPr>
          <p:nvPr/>
        </p:nvSpPr>
        <p:spPr>
          <a:xfrm xmlns:a="http://schemas.openxmlformats.org/drawingml/2006/main" rot="0" flipH="0" flipV="0">
            <a:off x="3920477" y="4983293"/>
            <a:ext cx="121405" cy="126760"/>
          </a:xfrm>
          <a:custGeom xmlns:a="http://schemas.openxmlformats.org/drawingml/2006/main">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1" name="Freeform: Shape 60">
            <a:extLst xmlns:a="http://schemas.openxmlformats.org/drawingml/2006/main">
              <a:ext uri="{FF2B5EF4-FFF2-40B4-BE49-F238E27FC236}">
                <a16:creationId xmlns:a16="http://schemas.microsoft.com/office/drawing/2014/main" id="{DF480758-BB1D-4122-964B-6CD9563D3404}"/>
              </a:ext>
            </a:extLst>
          </p:cNvPr>
          <p:cNvSpPr>
            <a:spLocks xmlns:a="http://schemas.openxmlformats.org/drawingml/2006/main" noGrp="1"/>
          </p:cNvSpPr>
          <p:nvPr/>
        </p:nvSpPr>
        <p:spPr>
          <a:xfrm xmlns:a="http://schemas.openxmlformats.org/drawingml/2006/main" rot="0" flipH="0" flipV="0">
            <a:off x="4068923" y="4936964"/>
            <a:ext cx="104839" cy="170646"/>
          </a:xfrm>
          <a:custGeom xmlns:a="http://schemas.openxmlformats.org/drawingml/2006/main">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Tree>
  </p:cSld>
</p:sldLayout>
</file>

<file path=ppt/slideLayouts/slideLayout21.xml><?xml version="1.0" encoding="utf-8"?>
<p:sldLayout xmlns:p="http://schemas.openxmlformats.org/presentationml/2006/main" preserve="1" userDrawn="1">
  <p:cSld name="1_Fechamento">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00DA538-3971-A01C-CA17-02FB47DEC529}"/>
              </a:ext>
            </a:extLst>
          </p:cNvPr>
          <p:cNvSpPr>
            <a:spLocks xmlns:a="http://schemas.openxmlformats.org/drawingml/2006/main" noGrp="1"/>
          </p:cNvSpPr>
          <p:nvPr/>
        </p:nvSpPr>
        <p:spPr>
          <a:xfrm xmlns:a="http://schemas.openxmlformats.org/drawingml/2006/main">
            <a:off x="-2" y="0"/>
            <a:ext cx="6877283" cy="990600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solidFill>
                <a:schemeClr val="bg1"/>
              </a:solidFill>
              <a:latin typeface="Roboto"/>
              <a:ea typeface="Roboto"/>
              <a:cs typeface="Roboto"/>
            </a:endParaRPr>
          </a:p>
        </p:txBody>
      </p:sp>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pic>
        <p:nvPicPr>
          <p:cNvPr id="66" name="Graphic 39"/>
          <p:cNvPicPr>
            <a:picLocks xmlns:a="http://schemas.openxmlformats.org/drawingml/2006/main" noChangeAspect="1"/>
          </p:cNvPicPr>
          <p:nvPr/>
        </p:nvPicPr>
        <p:blipFill>
          <a:blip xmlns:r="http://schemas.openxmlformats.org/officeDocument/2006/relationships" xmlns:a="http://schemas.openxmlformats.org/drawingml/2006/main" r:embed="R820f8e354c184827">
            <a:extLst>
              <a:ext uri="{96DAC541-7B7A-43D3-8B79-37D633B846F1}">
                <asvg:svgBlip xmlns:asvg="http://schemas.microsoft.com/office/drawing/2016/SVG/main" r:embed="Rbae73442ffc7481d"/>
              </a:ext>
            </a:extLst>
          </a:blip>
          <a:stretch xmlns:a="http://schemas.openxmlformats.org/drawingml/2006/main">
            <a:fillRect l="0" t="0" r="0" b="0"/>
          </a:stretch>
        </p:blipFill>
        <p:spPr>
          <a:xfrm xmlns:a="http://schemas.openxmlformats.org/drawingml/2006/main">
            <a:off x="5565203" y="9198690"/>
            <a:ext cx="924497" cy="213562"/>
          </a:xfrm>
          <a:prstGeom xmlns:a="http://schemas.openxmlformats.org/drawingml/2006/main" prst="rect">
            <a:avLst/>
          </a:prstGeom>
        </p:spPr>
      </p:pic>
      <p:sp>
        <p:nvSpPr>
          <p:cNvPr id="51" name="Freeform: Shape 50">
            <a:extLst xmlns:a="http://schemas.openxmlformats.org/drawingml/2006/main">
              <a:ext uri="{FF2B5EF4-FFF2-40B4-BE49-F238E27FC236}">
                <a16:creationId xmlns:a16="http://schemas.microsoft.com/office/drawing/2014/main" id="{4B5EB41B-6E79-481E-A6C7-0CE249B9C220}"/>
              </a:ext>
            </a:extLst>
          </p:cNvPr>
          <p:cNvSpPr>
            <a:spLocks xmlns:a="http://schemas.openxmlformats.org/drawingml/2006/main" noGrp="1"/>
          </p:cNvSpPr>
          <p:nvPr/>
        </p:nvSpPr>
        <p:spPr>
          <a:xfrm xmlns:a="http://schemas.openxmlformats.org/drawingml/2006/main" rot="0" flipH="0" flipV="0">
            <a:off x="2684238" y="3317118"/>
            <a:ext cx="455210" cy="410618"/>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4" name="Freeform: Shape 53">
            <a:extLst xmlns:a="http://schemas.openxmlformats.org/drawingml/2006/main">
              <a:ext uri="{FF2B5EF4-FFF2-40B4-BE49-F238E27FC236}">
                <a16:creationId xmlns:a16="http://schemas.microsoft.com/office/drawing/2014/main" id="{F920B4FD-CF67-4AC3-ACC8-8AE9EED3B08A}"/>
              </a:ext>
            </a:extLst>
          </p:cNvPr>
          <p:cNvSpPr>
            <a:spLocks xmlns:a="http://schemas.openxmlformats.org/drawingml/2006/main" noGrp="1"/>
          </p:cNvSpPr>
          <p:nvPr/>
        </p:nvSpPr>
        <p:spPr>
          <a:xfrm xmlns:a="http://schemas.openxmlformats.org/drawingml/2006/main" rot="0" flipH="0" flipV="0">
            <a:off x="3225016" y="3553691"/>
            <a:ext cx="64616" cy="123597"/>
          </a:xfrm>
          <a:custGeom xmlns:a="http://schemas.openxmlformats.org/drawingml/2006/main">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5" name="Freeform: Shape 54">
            <a:extLst xmlns:a="http://schemas.openxmlformats.org/drawingml/2006/main">
              <a:ext uri="{FF2B5EF4-FFF2-40B4-BE49-F238E27FC236}">
                <a16:creationId xmlns:a16="http://schemas.microsoft.com/office/drawing/2014/main" id="{9E5C3886-4D19-464F-B7AC-950F1E46F85F}"/>
              </a:ext>
            </a:extLst>
          </p:cNvPr>
          <p:cNvSpPr>
            <a:spLocks xmlns:a="http://schemas.openxmlformats.org/drawingml/2006/main" noGrp="1"/>
          </p:cNvSpPr>
          <p:nvPr/>
        </p:nvSpPr>
        <p:spPr>
          <a:xfrm xmlns:a="http://schemas.openxmlformats.org/drawingml/2006/main" rot="0" flipH="0" flipV="0">
            <a:off x="3303020" y="3552720"/>
            <a:ext cx="119698" cy="126760"/>
          </a:xfrm>
          <a:custGeom xmlns:a="http://schemas.openxmlformats.org/drawingml/2006/main">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6" name="Freeform: Shape 55">
            <a:extLst xmlns:a="http://schemas.openxmlformats.org/drawingml/2006/main">
              <a:ext uri="{FF2B5EF4-FFF2-40B4-BE49-F238E27FC236}">
                <a16:creationId xmlns:a16="http://schemas.microsoft.com/office/drawing/2014/main" id="{3BFBC377-5A48-41C6-B03C-9149828E8A7C}"/>
              </a:ext>
            </a:extLst>
          </p:cNvPr>
          <p:cNvSpPr>
            <a:spLocks xmlns:a="http://schemas.openxmlformats.org/drawingml/2006/main" noGrp="1"/>
          </p:cNvSpPr>
          <p:nvPr/>
        </p:nvSpPr>
        <p:spPr>
          <a:xfrm xmlns:a="http://schemas.openxmlformats.org/drawingml/2006/main" rot="0" flipH="0" flipV="0">
            <a:off x="3442948" y="3552705"/>
            <a:ext cx="98483" cy="126763"/>
          </a:xfrm>
          <a:custGeom xmlns:a="http://schemas.openxmlformats.org/drawingml/2006/main">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7" name="Freeform: Shape 56">
            <a:extLst xmlns:a="http://schemas.openxmlformats.org/drawingml/2006/main">
              <a:ext uri="{FF2B5EF4-FFF2-40B4-BE49-F238E27FC236}">
                <a16:creationId xmlns:a16="http://schemas.microsoft.com/office/drawing/2014/main" id="{B88D6791-E280-4A9B-B6F6-189BF7C4BF98}"/>
              </a:ext>
            </a:extLst>
          </p:cNvPr>
          <p:cNvSpPr>
            <a:spLocks xmlns:a="http://schemas.openxmlformats.org/drawingml/2006/main" noGrp="1"/>
          </p:cNvSpPr>
          <p:nvPr/>
        </p:nvSpPr>
        <p:spPr>
          <a:xfrm xmlns:a="http://schemas.openxmlformats.org/drawingml/2006/main" rot="0" flipH="0" flipV="0">
            <a:off x="3562382" y="3552720"/>
            <a:ext cx="119698" cy="126760"/>
          </a:xfrm>
          <a:custGeom xmlns:a="http://schemas.openxmlformats.org/drawingml/2006/main">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8" name="Freeform: Shape 57">
            <a:extLst xmlns:a="http://schemas.openxmlformats.org/drawingml/2006/main">
              <a:ext uri="{FF2B5EF4-FFF2-40B4-BE49-F238E27FC236}">
                <a16:creationId xmlns:a16="http://schemas.microsoft.com/office/drawing/2014/main" id="{D846E24C-F514-42EF-8579-AF8CE6A376A7}"/>
              </a:ext>
            </a:extLst>
          </p:cNvPr>
          <p:cNvSpPr>
            <a:spLocks xmlns:a="http://schemas.openxmlformats.org/drawingml/2006/main" noGrp="1"/>
          </p:cNvSpPr>
          <p:nvPr/>
        </p:nvSpPr>
        <p:spPr>
          <a:xfrm xmlns:a="http://schemas.openxmlformats.org/drawingml/2006/main" rot="0" flipH="0" flipV="0">
            <a:off x="3705237" y="3552705"/>
            <a:ext cx="101631" cy="126760"/>
          </a:xfrm>
          <a:custGeom xmlns:a="http://schemas.openxmlformats.org/drawingml/2006/main">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9" name="Freeform: Shape 58">
            <a:extLst xmlns:a="http://schemas.openxmlformats.org/drawingml/2006/main">
              <a:ext uri="{FF2B5EF4-FFF2-40B4-BE49-F238E27FC236}">
                <a16:creationId xmlns:a16="http://schemas.microsoft.com/office/drawing/2014/main" id="{767EAC76-4221-4D48-A548-1D3F7EF8A4ED}"/>
              </a:ext>
            </a:extLst>
          </p:cNvPr>
          <p:cNvSpPr>
            <a:spLocks xmlns:a="http://schemas.openxmlformats.org/drawingml/2006/main" noGrp="1"/>
          </p:cNvSpPr>
          <p:nvPr/>
        </p:nvSpPr>
        <p:spPr>
          <a:xfrm xmlns:a="http://schemas.openxmlformats.org/drawingml/2006/main" rot="0" flipH="0" flipV="0">
            <a:off x="3842473" y="3553691"/>
            <a:ext cx="64615" cy="123597"/>
          </a:xfrm>
          <a:custGeom xmlns:a="http://schemas.openxmlformats.org/drawingml/2006/main">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0" name="Freeform: Shape 59">
            <a:extLst xmlns:a="http://schemas.openxmlformats.org/drawingml/2006/main">
              <a:ext uri="{FF2B5EF4-FFF2-40B4-BE49-F238E27FC236}">
                <a16:creationId xmlns:a16="http://schemas.microsoft.com/office/drawing/2014/main" id="{28455B7D-9D95-4D0E-8503-2F81C7680372}"/>
              </a:ext>
            </a:extLst>
          </p:cNvPr>
          <p:cNvSpPr>
            <a:spLocks xmlns:a="http://schemas.openxmlformats.org/drawingml/2006/main" noGrp="1"/>
          </p:cNvSpPr>
          <p:nvPr/>
        </p:nvSpPr>
        <p:spPr>
          <a:xfrm xmlns:a="http://schemas.openxmlformats.org/drawingml/2006/main" rot="0" flipH="0" flipV="0">
            <a:off x="3920477" y="3552720"/>
            <a:ext cx="121405" cy="126760"/>
          </a:xfrm>
          <a:custGeom xmlns:a="http://schemas.openxmlformats.org/drawingml/2006/main">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1" name="Freeform: Shape 60">
            <a:extLst xmlns:a="http://schemas.openxmlformats.org/drawingml/2006/main">
              <a:ext uri="{FF2B5EF4-FFF2-40B4-BE49-F238E27FC236}">
                <a16:creationId xmlns:a16="http://schemas.microsoft.com/office/drawing/2014/main" id="{DF480758-BB1D-4122-964B-6CD9563D3404}"/>
              </a:ext>
            </a:extLst>
          </p:cNvPr>
          <p:cNvSpPr>
            <a:spLocks xmlns:a="http://schemas.openxmlformats.org/drawingml/2006/main" noGrp="1"/>
          </p:cNvSpPr>
          <p:nvPr/>
        </p:nvSpPr>
        <p:spPr>
          <a:xfrm xmlns:a="http://schemas.openxmlformats.org/drawingml/2006/main" rot="0" flipH="0" flipV="0">
            <a:off x="4068923" y="3506391"/>
            <a:ext cx="104839" cy="170646"/>
          </a:xfrm>
          <a:custGeom xmlns:a="http://schemas.openxmlformats.org/drawingml/2006/main">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pic>
        <p:nvPicPr>
          <p:cNvPr id="76" name="Picture 2"/>
          <p:cNvPicPr>
            <a:picLocks xmlns:a="http://schemas.openxmlformats.org/drawingml/2006/main" noChangeAspect="1"/>
          </p:cNvPicPr>
          <p:nvPr/>
        </p:nvPicPr>
        <p:blipFill>
          <a:blip xmlns:r="http://schemas.openxmlformats.org/officeDocument/2006/relationships" xmlns:a="http://schemas.openxmlformats.org/drawingml/2006/main" r:embed="R06cdf0b9e43448cb"/>
          <a:srcRect xmlns:a="http://schemas.openxmlformats.org/drawingml/2006/main" l="0" t="44533" r="177" b="29666"/>
          <a:stretch xmlns:a="http://schemas.openxmlformats.org/drawingml/2006/main">
            <a:fillRect l="0" t="0" r="0" b="0"/>
          </a:stretch>
        </p:blipFill>
        <p:spPr>
          <a:xfrm xmlns:a="http://schemas.openxmlformats.org/drawingml/2006/main">
            <a:off x="-1" y="6200328"/>
            <a:ext cx="6858002" cy="2663653"/>
          </a:xfrm>
        </p:spPr>
      </p:pic>
    </p:spTree>
  </p:cSld>
</p:sldLayout>
</file>

<file path=ppt/slideLayouts/slideLayout22.xml><?xml version="1.0" encoding="utf-8"?>
<p:sldLayout xmlns:p="http://schemas.openxmlformats.org/presentationml/2006/main" preserve="1" userDrawn="1">
  <p:cSld name="Capa">
    <p:bg>
      <p:bgPr>
        <a:solidFill xmlns:a="http://schemas.openxmlformats.org/drawingml/2006/main">
          <a:schemeClr val="bg1"/>
        </a:solidFill>
      </p:bgPr>
    </p:bg>
    <p:spTree>
      <p:nvGrpSpPr>
        <p:cNvPr id="1" name=""/>
        <p:cNvGrpSpPr/>
        <p:nvPr/>
      </p:nvGrpSpPr>
      <p:grpSpPr>
        <a:xfrm xmlns:a="http://schemas.openxmlformats.org/drawingml/2006/main"/>
      </p:grpSpPr>
      <p:pic>
        <p:nvPicPr>
          <p:cNvPr id="77" name="Picture 38"/>
          <p:cNvPicPr>
            <a:picLocks xmlns:a="http://schemas.openxmlformats.org/drawingml/2006/main" noChangeAspect="1"/>
          </p:cNvPicPr>
          <p:nvPr/>
        </p:nvPicPr>
        <p:blipFill rotWithShape="1">
          <a:blip xmlns:r="http://schemas.openxmlformats.org/officeDocument/2006/relationships" xmlns:a="http://schemas.openxmlformats.org/drawingml/2006/main" r:embed="R59a7a2357ce84781"/>
          <a:srcRect xmlns:a="http://schemas.openxmlformats.org/drawingml/2006/main" l="0" t="42776" r="0" b="15443"/>
          <a:stretch xmlns:a="http://schemas.openxmlformats.org/drawingml/2006/main"/>
        </p:blipFill>
        <p:spPr>
          <a:xfrm xmlns:a="http://schemas.openxmlformats.org/drawingml/2006/main">
            <a:off x="0" y="0"/>
            <a:ext cx="6858000" cy="2003469"/>
          </a:xfrm>
        </p:spPr>
      </p:pic>
      <p:sp>
        <p:nvSpPr>
          <p:cNvPr id="15" name="Espaço Reservado para Texto 6">
            <a:extLst xmlns:a="http://schemas.openxmlformats.org/drawingml/2006/main">
              <a:ext uri="{FF2B5EF4-FFF2-40B4-BE49-F238E27FC236}">
                <a16:creationId xmlns:a16="http://schemas.microsoft.com/office/drawing/2014/main" id="{89C55DDC-9BF1-4F19-9DFA-8D99FB29A854}"/>
              </a:ext>
            </a:extLst>
          </p:cNvPr>
          <p:cNvSpPr>
            <a:spLocks xmlns:a="http://schemas.openxmlformats.org/drawingml/2006/main" noGrp="1"/>
          </p:cNvSpPr>
          <p:nvPr>
            <p:ph type="body" idx="16" hasCustomPrompt="1"/>
          </p:nvPr>
        </p:nvSpPr>
        <p:spPr>
          <a:xfrm xmlns:a="http://schemas.openxmlformats.org/drawingml/2006/main">
            <a:off x="390154" y="988484"/>
            <a:ext cx="6112354" cy="346968"/>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2400" b="1" spc="0">
                <a:solidFill>
                  <a:schemeClr val="accent3"/>
                </a:solidFill>
                <a:latin typeface="Roboto"/>
                <a:ea typeface="Roboto"/>
                <a:cs typeface="Roboto"/>
              </a:defRPr>
            </a:lvl1pPr>
          </a:lstStyle>
          <a:p xmlns:a="http://schemas.openxmlformats.org/drawingml/2006/main">
            <a:pPr lvl="0">
              <a:buNone/>
            </a:pPr>
            <a:r>
              <a:t>EDITAR</a:t>
            </a:r>
          </a:p>
        </p:txBody>
      </p:sp>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41" name="Freeform: Shape 40">
            <a:extLst xmlns:a="http://schemas.openxmlformats.org/drawingml/2006/main">
              <a:ext uri="{FF2B5EF4-FFF2-40B4-BE49-F238E27FC236}">
                <a16:creationId xmlns:a16="http://schemas.microsoft.com/office/drawing/2014/main" id="{9CAD89BC-209F-4A84-B643-8391FE84FD63}"/>
              </a:ext>
            </a:extLst>
          </p:cNvPr>
          <p:cNvSpPr>
            <a:spLocks xmlns:a="http://schemas.openxmlformats.org/drawingml/2006/main" noGrp="1"/>
          </p:cNvSpPr>
          <p:nvPr/>
        </p:nvSpPr>
        <p:spPr>
          <a:xfrm xmlns:a="http://schemas.openxmlformats.org/drawingml/2006/main" rot="0" flipH="0" flipV="0">
            <a:off x="390154" y="406178"/>
            <a:ext cx="379041" cy="341910"/>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3" name="Freeform: Shape 42">
            <a:extLst xmlns:a="http://schemas.openxmlformats.org/drawingml/2006/main">
              <a:ext uri="{FF2B5EF4-FFF2-40B4-BE49-F238E27FC236}">
                <a16:creationId xmlns:a16="http://schemas.microsoft.com/office/drawing/2014/main" id="{93C151B8-67D0-4C62-A1CD-C3E1CFD9F305}"/>
              </a:ext>
            </a:extLst>
          </p:cNvPr>
          <p:cNvSpPr>
            <a:spLocks xmlns:a="http://schemas.openxmlformats.org/drawingml/2006/main" noGrp="1"/>
          </p:cNvSpPr>
          <p:nvPr/>
        </p:nvSpPr>
        <p:spPr>
          <a:xfrm xmlns:a="http://schemas.openxmlformats.org/drawingml/2006/main" rot="0" flipH="0" flipV="0">
            <a:off x="840444" y="603165"/>
            <a:ext cx="53804" cy="102915"/>
          </a:xfrm>
          <a:custGeom xmlns:a="http://schemas.openxmlformats.org/drawingml/2006/main">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4" name="Freeform: Shape 43">
            <a:extLst xmlns:a="http://schemas.openxmlformats.org/drawingml/2006/main">
              <a:ext uri="{FF2B5EF4-FFF2-40B4-BE49-F238E27FC236}">
                <a16:creationId xmlns:a16="http://schemas.microsoft.com/office/drawing/2014/main" id="{2D2D96A5-B60E-4CC9-9982-03590D4573EC}"/>
              </a:ext>
            </a:extLst>
          </p:cNvPr>
          <p:cNvSpPr>
            <a:spLocks xmlns:a="http://schemas.openxmlformats.org/drawingml/2006/main" noGrp="1"/>
          </p:cNvSpPr>
          <p:nvPr/>
        </p:nvSpPr>
        <p:spPr>
          <a:xfrm xmlns:a="http://schemas.openxmlformats.org/drawingml/2006/main" rot="0" flipH="0" flipV="0">
            <a:off x="905396" y="602357"/>
            <a:ext cx="99669" cy="105549"/>
          </a:xfrm>
          <a:custGeom xmlns:a="http://schemas.openxmlformats.org/drawingml/2006/main">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5" name="Freeform: Shape 44">
            <a:extLst xmlns:a="http://schemas.openxmlformats.org/drawingml/2006/main">
              <a:ext uri="{FF2B5EF4-FFF2-40B4-BE49-F238E27FC236}">
                <a16:creationId xmlns:a16="http://schemas.microsoft.com/office/drawing/2014/main" id="{4CD03F36-CFD5-42F6-B8F2-CAE7CBCF7AB9}"/>
              </a:ext>
            </a:extLst>
          </p:cNvPr>
          <p:cNvSpPr>
            <a:spLocks xmlns:a="http://schemas.openxmlformats.org/drawingml/2006/main" noGrp="1"/>
          </p:cNvSpPr>
          <p:nvPr/>
        </p:nvSpPr>
        <p:spPr>
          <a:xfrm xmlns:a="http://schemas.openxmlformats.org/drawingml/2006/main" rot="0" flipH="0" flipV="0">
            <a:off x="1021910" y="602345"/>
            <a:ext cx="82004" cy="105552"/>
          </a:xfrm>
          <a:custGeom xmlns:a="http://schemas.openxmlformats.org/drawingml/2006/main">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6" name="Freeform: Shape 45">
            <a:extLst xmlns:a="http://schemas.openxmlformats.org/drawingml/2006/main">
              <a:ext uri="{FF2B5EF4-FFF2-40B4-BE49-F238E27FC236}">
                <a16:creationId xmlns:a16="http://schemas.microsoft.com/office/drawing/2014/main" id="{BB8ED37E-DDC1-44DA-BF04-893FB6EADB01}"/>
              </a:ext>
            </a:extLst>
          </p:cNvPr>
          <p:cNvSpPr>
            <a:spLocks xmlns:a="http://schemas.openxmlformats.org/drawingml/2006/main" noGrp="1"/>
          </p:cNvSpPr>
          <p:nvPr/>
        </p:nvSpPr>
        <p:spPr>
          <a:xfrm xmlns:a="http://schemas.openxmlformats.org/drawingml/2006/main" rot="0" flipH="0" flipV="0">
            <a:off x="1121359" y="602357"/>
            <a:ext cx="99669" cy="105549"/>
          </a:xfrm>
          <a:custGeom xmlns:a="http://schemas.openxmlformats.org/drawingml/2006/main">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7" name="Freeform: Shape 46">
            <a:extLst xmlns:a="http://schemas.openxmlformats.org/drawingml/2006/main">
              <a:ext uri="{FF2B5EF4-FFF2-40B4-BE49-F238E27FC236}">
                <a16:creationId xmlns:a16="http://schemas.microsoft.com/office/drawing/2014/main" id="{724B11E2-4EE2-41C4-9CB0-BFA8238F41E1}"/>
              </a:ext>
            </a:extLst>
          </p:cNvPr>
          <p:cNvSpPr>
            <a:spLocks xmlns:a="http://schemas.openxmlformats.org/drawingml/2006/main" noGrp="1"/>
          </p:cNvSpPr>
          <p:nvPr/>
        </p:nvSpPr>
        <p:spPr>
          <a:xfrm xmlns:a="http://schemas.openxmlformats.org/drawingml/2006/main" rot="0" flipH="0" flipV="0">
            <a:off x="1240311" y="602345"/>
            <a:ext cx="84625" cy="105549"/>
          </a:xfrm>
          <a:custGeom xmlns:a="http://schemas.openxmlformats.org/drawingml/2006/main">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8" name="Freeform: Shape 47">
            <a:extLst xmlns:a="http://schemas.openxmlformats.org/drawingml/2006/main">
              <a:ext uri="{FF2B5EF4-FFF2-40B4-BE49-F238E27FC236}">
                <a16:creationId xmlns:a16="http://schemas.microsoft.com/office/drawing/2014/main" id="{D6B95911-5559-432C-84D5-0FA4C442F497}"/>
              </a:ext>
            </a:extLst>
          </p:cNvPr>
          <p:cNvSpPr>
            <a:spLocks xmlns:a="http://schemas.openxmlformats.org/drawingml/2006/main" noGrp="1"/>
          </p:cNvSpPr>
          <p:nvPr/>
        </p:nvSpPr>
        <p:spPr>
          <a:xfrm xmlns:a="http://schemas.openxmlformats.org/drawingml/2006/main" rot="0" flipH="0" flipV="0">
            <a:off x="1354583" y="603165"/>
            <a:ext cx="53803" cy="102915"/>
          </a:xfrm>
          <a:custGeom xmlns:a="http://schemas.openxmlformats.org/drawingml/2006/main">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9" name="Freeform: Shape 48">
            <a:extLst xmlns:a="http://schemas.openxmlformats.org/drawingml/2006/main">
              <a:ext uri="{FF2B5EF4-FFF2-40B4-BE49-F238E27FC236}">
                <a16:creationId xmlns:a16="http://schemas.microsoft.com/office/drawing/2014/main" id="{7DADFDA8-A4C9-4A90-BEAE-B1639DAC11D9}"/>
              </a:ext>
            </a:extLst>
          </p:cNvPr>
          <p:cNvSpPr>
            <a:spLocks xmlns:a="http://schemas.openxmlformats.org/drawingml/2006/main" noGrp="1"/>
          </p:cNvSpPr>
          <p:nvPr/>
        </p:nvSpPr>
        <p:spPr>
          <a:xfrm xmlns:a="http://schemas.openxmlformats.org/drawingml/2006/main" rot="0" flipH="0" flipV="0">
            <a:off x="1419535" y="602357"/>
            <a:ext cx="101090" cy="105549"/>
          </a:xfrm>
          <a:custGeom xmlns:a="http://schemas.openxmlformats.org/drawingml/2006/main">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0" name="Freeform: Shape 49">
            <a:extLst xmlns:a="http://schemas.openxmlformats.org/drawingml/2006/main">
              <a:ext uri="{FF2B5EF4-FFF2-40B4-BE49-F238E27FC236}">
                <a16:creationId xmlns:a16="http://schemas.microsoft.com/office/drawing/2014/main" id="{7A52CEE5-D539-4F76-92DD-650239B04672}"/>
              </a:ext>
            </a:extLst>
          </p:cNvPr>
          <p:cNvSpPr>
            <a:spLocks xmlns:a="http://schemas.openxmlformats.org/drawingml/2006/main" noGrp="1"/>
          </p:cNvSpPr>
          <p:nvPr/>
        </p:nvSpPr>
        <p:spPr>
          <a:xfrm xmlns:a="http://schemas.openxmlformats.org/drawingml/2006/main" rot="0" flipH="0" flipV="0">
            <a:off x="1543142" y="563780"/>
            <a:ext cx="87296" cy="142092"/>
          </a:xfrm>
          <a:custGeom xmlns:a="http://schemas.openxmlformats.org/drawingml/2006/main">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2" name="Espaço Reservado para Texto 6">
            <a:extLst xmlns:a="http://schemas.openxmlformats.org/drawingml/2006/main">
              <a:ext uri="{FF2B5EF4-FFF2-40B4-BE49-F238E27FC236}">
                <a16:creationId xmlns:a16="http://schemas.microsoft.com/office/drawing/2014/main" id="{B4234437-C19A-4839-88DC-46D48AF5A2C4}"/>
              </a:ext>
            </a:extLst>
          </p:cNvPr>
          <p:cNvSpPr>
            <a:spLocks xmlns:a="http://schemas.openxmlformats.org/drawingml/2006/main" noGrp="1"/>
          </p:cNvSpPr>
          <p:nvPr>
            <p:ph type="body" idx="19" hasCustomPrompt="1"/>
          </p:nvPr>
        </p:nvSpPr>
        <p:spPr>
          <a:xfrm xmlns:a="http://schemas.openxmlformats.org/drawingml/2006/main">
            <a:off x="3371691" y="608130"/>
            <a:ext cx="3132139" cy="142093"/>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lgn="r">
              <a:buNone/>
              <a:defRPr sz="1200" b="0">
                <a:solidFill>
                  <a:schemeClr val="bg1"/>
                </a:solidFill>
                <a:latin typeface="Roboto Light"/>
                <a:ea typeface="Roboto Light"/>
                <a:cs typeface="Roboto Light"/>
              </a:defRPr>
            </a:lvl1pPr>
          </a:lstStyle>
          <a:p xmlns:a="http://schemas.openxmlformats.org/drawingml/2006/main">
            <a:pPr lvl="0">
              <a:buNone/>
            </a:pPr>
            <a:r>
              <a:t>Sector / </a:t>
            </a:r>
            <a:r>
              <a:t>Segment</a:t>
            </a:r>
            <a:endParaRPr/>
          </a:p>
        </p:txBody>
      </p:sp>
      <p:sp>
        <p:nvSpPr>
          <p:cNvPr id="53" name="Text Placeholder 4">
            <a:extLst xmlns:a="http://schemas.openxmlformats.org/drawingml/2006/main">
              <a:ext uri="{FF2B5EF4-FFF2-40B4-BE49-F238E27FC236}">
                <a16:creationId xmlns:a16="http://schemas.microsoft.com/office/drawing/2014/main" id="{03A51246-6836-408F-ABF0-EEEEE8E00F14}"/>
              </a:ext>
            </a:extLst>
          </p:cNvPr>
          <p:cNvSpPr>
            <a:spLocks xmlns:a="http://schemas.openxmlformats.org/drawingml/2006/main" noGrp="1"/>
          </p:cNvSpPr>
          <p:nvPr>
            <p:ph type="body" idx="20"/>
          </p:nvPr>
        </p:nvSpPr>
        <p:spPr>
          <a:xfrm xmlns:a="http://schemas.openxmlformats.org/drawingml/2006/main">
            <a:off x="390154" y="2150952"/>
            <a:ext cx="4490940" cy="1772766"/>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57" name="Text Placeholder 4">
            <a:extLst xmlns:a="http://schemas.openxmlformats.org/drawingml/2006/main">
              <a:ext uri="{FF2B5EF4-FFF2-40B4-BE49-F238E27FC236}">
                <a16:creationId xmlns:a16="http://schemas.microsoft.com/office/drawing/2014/main" id="{482CDF78-5160-4CE0-9AED-EF5B81E7C38F}"/>
              </a:ext>
            </a:extLst>
          </p:cNvPr>
          <p:cNvSpPr>
            <a:spLocks xmlns:a="http://schemas.openxmlformats.org/drawingml/2006/main" noGrp="1"/>
          </p:cNvSpPr>
          <p:nvPr>
            <p:ph type="body" idx="23"/>
          </p:nvPr>
        </p:nvSpPr>
        <p:spPr>
          <a:xfrm xmlns:a="http://schemas.openxmlformats.org/drawingml/2006/main">
            <a:off x="390153" y="4060055"/>
            <a:ext cx="6112353" cy="3349806"/>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72" name="Espaço Reservado para Conteúdo 14">
            <a:extLst xmlns:a="http://schemas.openxmlformats.org/drawingml/2006/main">
              <a:ext uri="{FF2B5EF4-FFF2-40B4-BE49-F238E27FC236}">
                <a16:creationId xmlns:a16="http://schemas.microsoft.com/office/drawing/2014/main" id="{7F6E3DBC-5BBD-4436-85AB-82E653F9C656}"/>
              </a:ext>
            </a:extLst>
          </p:cNvPr>
          <p:cNvSpPr>
            <a:spLocks xmlns:a="http://schemas.openxmlformats.org/drawingml/2006/main" noGrp="1"/>
          </p:cNvSpPr>
          <p:nvPr>
            <p:ph idx="21" hasCustomPrompt="1"/>
          </p:nvPr>
        </p:nvSpPr>
        <p:spPr>
          <a:xfrm xmlns:a="http://schemas.openxmlformats.org/drawingml/2006/main">
            <a:off x="382829" y="7896455"/>
            <a:ext cx="2938221" cy="1557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73" name="Espaço Reservado para Conteúdo 14">
            <a:extLst xmlns:a="http://schemas.openxmlformats.org/drawingml/2006/main">
              <a:ext uri="{FF2B5EF4-FFF2-40B4-BE49-F238E27FC236}">
                <a16:creationId xmlns:a16="http://schemas.microsoft.com/office/drawing/2014/main" id="{3405AF30-6481-4177-8C12-0BD1B0028E72}"/>
              </a:ext>
            </a:extLst>
          </p:cNvPr>
          <p:cNvSpPr>
            <a:spLocks xmlns:a="http://schemas.openxmlformats.org/drawingml/2006/main" noGrp="1"/>
          </p:cNvSpPr>
          <p:nvPr>
            <p:ph idx="22" hasCustomPrompt="1"/>
          </p:nvPr>
        </p:nvSpPr>
        <p:spPr>
          <a:xfrm xmlns:a="http://schemas.openxmlformats.org/drawingml/2006/main">
            <a:off x="3536951" y="7896455"/>
            <a:ext cx="2965558" cy="1557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74" name="Espaço Reservado para Conteúdo 14">
            <a:extLst xmlns:a="http://schemas.openxmlformats.org/drawingml/2006/main">
              <a:ext uri="{FF2B5EF4-FFF2-40B4-BE49-F238E27FC236}">
                <a16:creationId xmlns:a16="http://schemas.microsoft.com/office/drawing/2014/main" id="{14ECC719-6B01-4AF5-92A8-682707D600B0}"/>
              </a:ext>
            </a:extLst>
          </p:cNvPr>
          <p:cNvSpPr>
            <a:spLocks xmlns:a="http://schemas.openxmlformats.org/drawingml/2006/main" noGrp="1"/>
          </p:cNvSpPr>
          <p:nvPr>
            <p:ph idx="24" hasCustomPrompt="1"/>
          </p:nvPr>
        </p:nvSpPr>
        <p:spPr>
          <a:xfrm xmlns:a="http://schemas.openxmlformats.org/drawingml/2006/main">
            <a:off x="382829" y="7607837"/>
            <a:ext cx="2938221"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75" name="Espaço Reservado para Conteúdo 14">
            <a:extLst xmlns:a="http://schemas.openxmlformats.org/drawingml/2006/main">
              <a:ext uri="{FF2B5EF4-FFF2-40B4-BE49-F238E27FC236}">
                <a16:creationId xmlns:a16="http://schemas.microsoft.com/office/drawing/2014/main" id="{519BA8D8-2D27-44DB-8406-D6D20B529EED}"/>
              </a:ext>
            </a:extLst>
          </p:cNvPr>
          <p:cNvSpPr>
            <a:spLocks xmlns:a="http://schemas.openxmlformats.org/drawingml/2006/main" noGrp="1"/>
          </p:cNvSpPr>
          <p:nvPr>
            <p:ph idx="25" hasCustomPrompt="1"/>
          </p:nvPr>
        </p:nvSpPr>
        <p:spPr>
          <a:xfrm xmlns:a="http://schemas.openxmlformats.org/drawingml/2006/main">
            <a:off x="3552750" y="7607837"/>
            <a:ext cx="2949758"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27" name="Espaço Reservado para Texto 6">
            <a:extLst xmlns:a="http://schemas.openxmlformats.org/drawingml/2006/main">
              <a:ext uri="{FF2B5EF4-FFF2-40B4-BE49-F238E27FC236}">
                <a16:creationId xmlns:a16="http://schemas.microsoft.com/office/drawing/2014/main" id="{E412BFAB-6ADE-4985-9F8D-1E0D2CE27EE2}"/>
              </a:ext>
            </a:extLst>
          </p:cNvPr>
          <p:cNvSpPr>
            <a:spLocks xmlns:a="http://schemas.openxmlformats.org/drawingml/2006/main" noGrp="1"/>
          </p:cNvSpPr>
          <p:nvPr>
            <p:ph type="body" idx="26"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26" name="Date Placeholder 1">
            <a:extLst xmlns:a="http://schemas.openxmlformats.org/drawingml/2006/main">
              <a:ext uri="{FF2B5EF4-FFF2-40B4-BE49-F238E27FC236}">
                <a16:creationId xmlns:a16="http://schemas.microsoft.com/office/drawing/2014/main" id="{3B4501E0-2CFF-4239-9520-A5B3FF88FAB7}"/>
              </a:ext>
            </a:extLst>
          </p:cNvPr>
          <p:cNvSpPr>
            <a:spLocks xmlns:a="http://schemas.openxmlformats.org/drawingml/2006/main" noGrp="1"/>
          </p:cNvSpPr>
          <p:nvPr>
            <p:ph type="dt" idx="2"/>
          </p:nvPr>
        </p:nvSpPr>
        <p:spPr>
          <a:xfrm xmlns:a="http://schemas.openxmlformats.org/drawingml/2006/main">
            <a:off x="3371691" y="438763"/>
            <a:ext cx="3132139"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accent2"/>
                </a:solidFill>
                <a:latin typeface="Roboto Light"/>
                <a:ea typeface="Roboto Light"/>
                <a:cs typeface="Roboto Light"/>
              </a:defRPr>
            </a:lvl1pPr>
          </a:lstStyle>
          <a:p xmlns:a="http://schemas.openxmlformats.org/drawingml/2006/main">
            <a:fld id="{7C15C50E-5CAF-4D73-A24B-0338FF2E9F05}" type="datetime4">
              <a:t>August 6, 2026</a:t>
            </a:fld>
            <a:endParaRPr/>
          </a:p>
        </p:txBody>
      </p:sp>
      <p:sp>
        <p:nvSpPr>
          <p:cNvPr id="61" name="Text Placeholder 4">
            <a:extLst xmlns:a="http://schemas.openxmlformats.org/drawingml/2006/main">
              <a:ext uri="{FF2B5EF4-FFF2-40B4-BE49-F238E27FC236}">
                <a16:creationId xmlns:a16="http://schemas.microsoft.com/office/drawing/2014/main" id="{318E1824-F862-4308-8D14-9073C9CBAABB}"/>
              </a:ext>
            </a:extLst>
          </p:cNvPr>
          <p:cNvSpPr>
            <a:spLocks xmlns:a="http://schemas.openxmlformats.org/drawingml/2006/main" noGrp="1"/>
          </p:cNvSpPr>
          <p:nvPr>
            <p:ph type="body" idx="27" hasCustomPrompt="1"/>
          </p:nvPr>
        </p:nvSpPr>
        <p:spPr>
          <a:xfrm xmlns:a="http://schemas.openxmlformats.org/drawingml/2006/main">
            <a:off x="5022853" y="2150953"/>
            <a:ext cx="1466848"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2" name="Text Placeholder 4">
            <a:extLst xmlns:a="http://schemas.openxmlformats.org/drawingml/2006/main">
              <a:ext uri="{FF2B5EF4-FFF2-40B4-BE49-F238E27FC236}">
                <a16:creationId xmlns:a16="http://schemas.microsoft.com/office/drawing/2014/main" id="{70E85E6B-BFAA-4953-A2FD-0F731BA0D3A5}"/>
              </a:ext>
            </a:extLst>
          </p:cNvPr>
          <p:cNvSpPr>
            <a:spLocks xmlns:a="http://schemas.openxmlformats.org/drawingml/2006/main" noGrp="1"/>
          </p:cNvSpPr>
          <p:nvPr>
            <p:ph type="body" idx="28" hasCustomPrompt="1"/>
          </p:nvPr>
        </p:nvSpPr>
        <p:spPr>
          <a:xfrm xmlns:a="http://schemas.openxmlformats.org/drawingml/2006/main">
            <a:off x="5022853" y="2312750"/>
            <a:ext cx="1466848"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3" name="Text Placeholder 4">
            <a:extLst xmlns:a="http://schemas.openxmlformats.org/drawingml/2006/main">
              <a:ext uri="{FF2B5EF4-FFF2-40B4-BE49-F238E27FC236}">
                <a16:creationId xmlns:a16="http://schemas.microsoft.com/office/drawing/2014/main" id="{872B6150-F2F3-4EB3-81FD-E06DC0F79813}"/>
              </a:ext>
            </a:extLst>
          </p:cNvPr>
          <p:cNvSpPr>
            <a:spLocks xmlns:a="http://schemas.openxmlformats.org/drawingml/2006/main" noGrp="1"/>
          </p:cNvSpPr>
          <p:nvPr>
            <p:ph type="body" idx="29" hasCustomPrompt="1"/>
          </p:nvPr>
        </p:nvSpPr>
        <p:spPr>
          <a:xfrm xmlns:a="http://schemas.openxmlformats.org/drawingml/2006/main">
            <a:off x="5022853" y="2439622"/>
            <a:ext cx="1466848"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4" name="Text Placeholder 4">
            <a:extLst xmlns:a="http://schemas.openxmlformats.org/drawingml/2006/main">
              <a:ext uri="{FF2B5EF4-FFF2-40B4-BE49-F238E27FC236}">
                <a16:creationId xmlns:a16="http://schemas.microsoft.com/office/drawing/2014/main" id="{B84D6C0E-85B0-4A8A-BB12-F62449DE0DFB}"/>
              </a:ext>
            </a:extLst>
          </p:cNvPr>
          <p:cNvSpPr>
            <a:spLocks xmlns:a="http://schemas.openxmlformats.org/drawingml/2006/main" noGrp="1"/>
          </p:cNvSpPr>
          <p:nvPr>
            <p:ph type="body" idx="30" hasCustomPrompt="1"/>
          </p:nvPr>
        </p:nvSpPr>
        <p:spPr>
          <a:xfrm xmlns:a="http://schemas.openxmlformats.org/drawingml/2006/main">
            <a:off x="5022853" y="2815008"/>
            <a:ext cx="1466848"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5" name="Text Placeholder 4">
            <a:extLst xmlns:a="http://schemas.openxmlformats.org/drawingml/2006/main">
              <a:ext uri="{FF2B5EF4-FFF2-40B4-BE49-F238E27FC236}">
                <a16:creationId xmlns:a16="http://schemas.microsoft.com/office/drawing/2014/main" id="{16C8AB5D-9A5B-4FEA-97F4-734F90CA23F1}"/>
              </a:ext>
            </a:extLst>
          </p:cNvPr>
          <p:cNvSpPr>
            <a:spLocks xmlns:a="http://schemas.openxmlformats.org/drawingml/2006/main" noGrp="1"/>
          </p:cNvSpPr>
          <p:nvPr>
            <p:ph type="body" idx="31" hasCustomPrompt="1"/>
          </p:nvPr>
        </p:nvSpPr>
        <p:spPr>
          <a:xfrm xmlns:a="http://schemas.openxmlformats.org/drawingml/2006/main">
            <a:off x="5022853" y="2976805"/>
            <a:ext cx="1466848"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6" name="Text Placeholder 4">
            <a:extLst xmlns:a="http://schemas.openxmlformats.org/drawingml/2006/main">
              <a:ext uri="{FF2B5EF4-FFF2-40B4-BE49-F238E27FC236}">
                <a16:creationId xmlns:a16="http://schemas.microsoft.com/office/drawing/2014/main" id="{6CAE7113-BC72-4895-ACDF-B01232851A9D}"/>
              </a:ext>
            </a:extLst>
          </p:cNvPr>
          <p:cNvSpPr>
            <a:spLocks xmlns:a="http://schemas.openxmlformats.org/drawingml/2006/main" noGrp="1"/>
          </p:cNvSpPr>
          <p:nvPr>
            <p:ph type="body" idx="32" hasCustomPrompt="1"/>
          </p:nvPr>
        </p:nvSpPr>
        <p:spPr>
          <a:xfrm xmlns:a="http://schemas.openxmlformats.org/drawingml/2006/main">
            <a:off x="5022853" y="3103677"/>
            <a:ext cx="1466848"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7" name="Text Placeholder 4">
            <a:extLst xmlns:a="http://schemas.openxmlformats.org/drawingml/2006/main">
              <a:ext uri="{FF2B5EF4-FFF2-40B4-BE49-F238E27FC236}">
                <a16:creationId xmlns:a16="http://schemas.microsoft.com/office/drawing/2014/main" id="{1D859181-1847-4696-BA25-3FB32D816724}"/>
              </a:ext>
            </a:extLst>
          </p:cNvPr>
          <p:cNvSpPr>
            <a:spLocks xmlns:a="http://schemas.openxmlformats.org/drawingml/2006/main" noGrp="1"/>
          </p:cNvSpPr>
          <p:nvPr>
            <p:ph type="body" idx="33" hasCustomPrompt="1"/>
          </p:nvPr>
        </p:nvSpPr>
        <p:spPr>
          <a:xfrm xmlns:a="http://schemas.openxmlformats.org/drawingml/2006/main">
            <a:off x="5022853" y="3467328"/>
            <a:ext cx="1466848"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8" name="Text Placeholder 4">
            <a:extLst xmlns:a="http://schemas.openxmlformats.org/drawingml/2006/main">
              <a:ext uri="{FF2B5EF4-FFF2-40B4-BE49-F238E27FC236}">
                <a16:creationId xmlns:a16="http://schemas.microsoft.com/office/drawing/2014/main" id="{FC9ED1A2-35DE-4D1D-9CE5-8E2AD672F2D0}"/>
              </a:ext>
            </a:extLst>
          </p:cNvPr>
          <p:cNvSpPr>
            <a:spLocks xmlns:a="http://schemas.openxmlformats.org/drawingml/2006/main" noGrp="1"/>
          </p:cNvSpPr>
          <p:nvPr>
            <p:ph type="body" idx="34" hasCustomPrompt="1"/>
          </p:nvPr>
        </p:nvSpPr>
        <p:spPr>
          <a:xfrm xmlns:a="http://schemas.openxmlformats.org/drawingml/2006/main">
            <a:off x="5022853" y="3629125"/>
            <a:ext cx="1466848"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9" name="Text Placeholder 4">
            <a:extLst xmlns:a="http://schemas.openxmlformats.org/drawingml/2006/main">
              <a:ext uri="{FF2B5EF4-FFF2-40B4-BE49-F238E27FC236}">
                <a16:creationId xmlns:a16="http://schemas.microsoft.com/office/drawing/2014/main" id="{69327E6A-F08C-45E9-819D-C34C53A10A06}"/>
              </a:ext>
            </a:extLst>
          </p:cNvPr>
          <p:cNvSpPr>
            <a:spLocks xmlns:a="http://schemas.openxmlformats.org/drawingml/2006/main" noGrp="1"/>
          </p:cNvSpPr>
          <p:nvPr>
            <p:ph type="body" idx="35" hasCustomPrompt="1"/>
          </p:nvPr>
        </p:nvSpPr>
        <p:spPr>
          <a:xfrm xmlns:a="http://schemas.openxmlformats.org/drawingml/2006/main">
            <a:off x="5022853" y="3755997"/>
            <a:ext cx="1466848"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3" name="Straight Connector 2">
            <a:extLst xmlns:a="http://schemas.openxmlformats.org/drawingml/2006/main">
              <a:ext uri="{FF2B5EF4-FFF2-40B4-BE49-F238E27FC236}">
                <a16:creationId xmlns:a16="http://schemas.microsoft.com/office/drawing/2014/main" id="{E272FF4F-9A30-40F2-BA92-3C3453F35234}"/>
              </a:ext>
            </a:extLst>
          </p:cNvPr>
          <p:cNvSpPr>
            <a:spLocks xmlns:a="http://schemas.openxmlformats.org/drawingml/2006/main" noGrp="1"/>
          </p:cNvSpPr>
          <p:nvPr/>
        </p:nvSpPr>
        <p:spPr>
          <a:xfrm xmlns:a="http://schemas.openxmlformats.org/drawingml/2006/main">
            <a:off x="4951973" y="2150952"/>
            <a:ext cx="0" cy="1772766"/>
          </a:xfrm>
          <a:prstGeom xmlns:a="http://schemas.openxmlformats.org/drawingml/2006/main" prst="line">
            <a:avLst/>
          </a:prstGeom>
          <a:ln xmlns:a="http://schemas.openxmlformats.org/drawingml/2006/main">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6" name="Espaço Reservado para Texto 6">
            <a:extLst xmlns:a="http://schemas.openxmlformats.org/drawingml/2006/main">
              <a:ext uri="{FF2B5EF4-FFF2-40B4-BE49-F238E27FC236}">
                <a16:creationId xmlns:a16="http://schemas.microsoft.com/office/drawing/2014/main" id="{984F9560-6699-43C8-BEE0-490CDFCBCF21}"/>
              </a:ext>
            </a:extLst>
          </p:cNvPr>
          <p:cNvSpPr>
            <a:spLocks xmlns:a="http://schemas.openxmlformats.org/drawingml/2006/main" noGrp="1"/>
          </p:cNvSpPr>
          <p:nvPr>
            <p:ph type="body" idx="36" hasCustomPrompt="1"/>
          </p:nvPr>
        </p:nvSpPr>
        <p:spPr>
          <a:xfrm xmlns:a="http://schemas.openxmlformats.org/drawingml/2006/main">
            <a:off x="390154" y="1664358"/>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0">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
        <p:nvSpPr>
          <p:cNvPr id="37" name="Espaço Reservado para Texto 6">
            <a:extLst xmlns:a="http://schemas.openxmlformats.org/drawingml/2006/main">
              <a:ext uri="{FF2B5EF4-FFF2-40B4-BE49-F238E27FC236}">
                <a16:creationId xmlns:a16="http://schemas.microsoft.com/office/drawing/2014/main" id="{580EC9BA-5BCE-49E4-BC4C-E52C56FC5C26}"/>
              </a:ext>
            </a:extLst>
          </p:cNvPr>
          <p:cNvSpPr>
            <a:spLocks xmlns:a="http://schemas.openxmlformats.org/drawingml/2006/main" noGrp="1"/>
          </p:cNvSpPr>
          <p:nvPr>
            <p:ph type="body" idx="37" hasCustomPrompt="1"/>
          </p:nvPr>
        </p:nvSpPr>
        <p:spPr>
          <a:xfrm xmlns:a="http://schemas.openxmlformats.org/drawingml/2006/main">
            <a:off x="390154" y="1406254"/>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1">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Tree>
  </p:cSld>
</p:sldLayout>
</file>

<file path=ppt/slideLayouts/slideLayout23.xml><?xml version="1.0" encoding="utf-8"?>
<p:sldLayout xmlns:p="http://schemas.openxmlformats.org/presentationml/2006/main" preserve="1" userDrawn="1">
  <p:cSld name="Capa Company Update/Report">
    <p:bg>
      <p:bgPr>
        <a:solidFill xmlns:a="http://schemas.openxmlformats.org/drawingml/2006/main">
          <a:schemeClr val="bg1"/>
        </a:solidFill>
      </p:bgPr>
    </p:bg>
    <p:spTree>
      <p:nvGrpSpPr>
        <p:cNvPr id="1" name=""/>
        <p:cNvGrpSpPr/>
        <p:nvPr/>
      </p:nvGrpSpPr>
      <p:grpSpPr>
        <a:xfrm xmlns:a="http://schemas.openxmlformats.org/drawingml/2006/main"/>
      </p:grpSpPr>
      <p:pic>
        <p:nvPicPr>
          <p:cNvPr id="71" name="Picture 38"/>
          <p:cNvPicPr>
            <a:picLocks xmlns:a="http://schemas.openxmlformats.org/drawingml/2006/main" noChangeAspect="1"/>
          </p:cNvPicPr>
          <p:nvPr/>
        </p:nvPicPr>
        <p:blipFill rotWithShape="1">
          <a:blip xmlns:r="http://schemas.openxmlformats.org/officeDocument/2006/relationships" xmlns:a="http://schemas.openxmlformats.org/drawingml/2006/main" r:embed="Rf3e6d0921179488a"/>
          <a:srcRect xmlns:a="http://schemas.openxmlformats.org/drawingml/2006/main" l="0" t="42776" r="0" b="15443"/>
          <a:stretch xmlns:a="http://schemas.openxmlformats.org/drawingml/2006/main"/>
        </p:blipFill>
        <p:spPr>
          <a:xfrm xmlns:a="http://schemas.openxmlformats.org/drawingml/2006/main">
            <a:off x="0" y="0"/>
            <a:ext cx="6858000" cy="2003469"/>
          </a:xfrm>
        </p:spPr>
      </p:pic>
      <p:sp>
        <p:nvSpPr>
          <p:cNvPr id="15" name="Espaço Reservado para Texto 6">
            <a:extLst xmlns:a="http://schemas.openxmlformats.org/drawingml/2006/main">
              <a:ext uri="{FF2B5EF4-FFF2-40B4-BE49-F238E27FC236}">
                <a16:creationId xmlns:a16="http://schemas.microsoft.com/office/drawing/2014/main" id="{89C55DDC-9BF1-4F19-9DFA-8D99FB29A854}"/>
              </a:ext>
            </a:extLst>
          </p:cNvPr>
          <p:cNvSpPr>
            <a:spLocks xmlns:a="http://schemas.openxmlformats.org/drawingml/2006/main" noGrp="1"/>
          </p:cNvSpPr>
          <p:nvPr>
            <p:ph type="body" idx="16" hasCustomPrompt="1"/>
          </p:nvPr>
        </p:nvSpPr>
        <p:spPr>
          <a:xfrm xmlns:a="http://schemas.openxmlformats.org/drawingml/2006/main">
            <a:off x="390154" y="988484"/>
            <a:ext cx="6112354" cy="346968"/>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2400" b="1" spc="0">
                <a:solidFill>
                  <a:schemeClr val="accent3"/>
                </a:solidFill>
                <a:latin typeface="Roboto"/>
                <a:ea typeface="Roboto"/>
                <a:cs typeface="Roboto"/>
              </a:defRPr>
            </a:lvl1pPr>
          </a:lstStyle>
          <a:p xmlns:a="http://schemas.openxmlformats.org/drawingml/2006/main">
            <a:pPr lvl="0">
              <a:buNone/>
            </a:pPr>
            <a:r>
              <a:t>EDITAR</a:t>
            </a:r>
          </a:p>
        </p:txBody>
      </p:sp>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41" name="Freeform: Shape 40">
            <a:extLst xmlns:a="http://schemas.openxmlformats.org/drawingml/2006/main">
              <a:ext uri="{FF2B5EF4-FFF2-40B4-BE49-F238E27FC236}">
                <a16:creationId xmlns:a16="http://schemas.microsoft.com/office/drawing/2014/main" id="{9CAD89BC-209F-4A84-B643-8391FE84FD63}"/>
              </a:ext>
            </a:extLst>
          </p:cNvPr>
          <p:cNvSpPr>
            <a:spLocks xmlns:a="http://schemas.openxmlformats.org/drawingml/2006/main" noGrp="1"/>
          </p:cNvSpPr>
          <p:nvPr/>
        </p:nvSpPr>
        <p:spPr>
          <a:xfrm xmlns:a="http://schemas.openxmlformats.org/drawingml/2006/main" rot="0" flipH="0" flipV="0">
            <a:off x="390154" y="406178"/>
            <a:ext cx="379041" cy="341910"/>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3" name="Freeform: Shape 42">
            <a:extLst xmlns:a="http://schemas.openxmlformats.org/drawingml/2006/main">
              <a:ext uri="{FF2B5EF4-FFF2-40B4-BE49-F238E27FC236}">
                <a16:creationId xmlns:a16="http://schemas.microsoft.com/office/drawing/2014/main" id="{93C151B8-67D0-4C62-A1CD-C3E1CFD9F305}"/>
              </a:ext>
            </a:extLst>
          </p:cNvPr>
          <p:cNvSpPr>
            <a:spLocks xmlns:a="http://schemas.openxmlformats.org/drawingml/2006/main" noGrp="1"/>
          </p:cNvSpPr>
          <p:nvPr/>
        </p:nvSpPr>
        <p:spPr>
          <a:xfrm xmlns:a="http://schemas.openxmlformats.org/drawingml/2006/main" rot="0" flipH="0" flipV="0">
            <a:off x="840444" y="603165"/>
            <a:ext cx="53804" cy="102915"/>
          </a:xfrm>
          <a:custGeom xmlns:a="http://schemas.openxmlformats.org/drawingml/2006/main">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4" name="Freeform: Shape 43">
            <a:extLst xmlns:a="http://schemas.openxmlformats.org/drawingml/2006/main">
              <a:ext uri="{FF2B5EF4-FFF2-40B4-BE49-F238E27FC236}">
                <a16:creationId xmlns:a16="http://schemas.microsoft.com/office/drawing/2014/main" id="{2D2D96A5-B60E-4CC9-9982-03590D4573EC}"/>
              </a:ext>
            </a:extLst>
          </p:cNvPr>
          <p:cNvSpPr>
            <a:spLocks xmlns:a="http://schemas.openxmlformats.org/drawingml/2006/main" noGrp="1"/>
          </p:cNvSpPr>
          <p:nvPr/>
        </p:nvSpPr>
        <p:spPr>
          <a:xfrm xmlns:a="http://schemas.openxmlformats.org/drawingml/2006/main" rot="0" flipH="0" flipV="0">
            <a:off x="905396" y="602357"/>
            <a:ext cx="99669" cy="105549"/>
          </a:xfrm>
          <a:custGeom xmlns:a="http://schemas.openxmlformats.org/drawingml/2006/main">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5" name="Freeform: Shape 44">
            <a:extLst xmlns:a="http://schemas.openxmlformats.org/drawingml/2006/main">
              <a:ext uri="{FF2B5EF4-FFF2-40B4-BE49-F238E27FC236}">
                <a16:creationId xmlns:a16="http://schemas.microsoft.com/office/drawing/2014/main" id="{4CD03F36-CFD5-42F6-B8F2-CAE7CBCF7AB9}"/>
              </a:ext>
            </a:extLst>
          </p:cNvPr>
          <p:cNvSpPr>
            <a:spLocks xmlns:a="http://schemas.openxmlformats.org/drawingml/2006/main" noGrp="1"/>
          </p:cNvSpPr>
          <p:nvPr/>
        </p:nvSpPr>
        <p:spPr>
          <a:xfrm xmlns:a="http://schemas.openxmlformats.org/drawingml/2006/main" rot="0" flipH="0" flipV="0">
            <a:off x="1021910" y="602345"/>
            <a:ext cx="82004" cy="105552"/>
          </a:xfrm>
          <a:custGeom xmlns:a="http://schemas.openxmlformats.org/drawingml/2006/main">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6" name="Freeform: Shape 45">
            <a:extLst xmlns:a="http://schemas.openxmlformats.org/drawingml/2006/main">
              <a:ext uri="{FF2B5EF4-FFF2-40B4-BE49-F238E27FC236}">
                <a16:creationId xmlns:a16="http://schemas.microsoft.com/office/drawing/2014/main" id="{BB8ED37E-DDC1-44DA-BF04-893FB6EADB01}"/>
              </a:ext>
            </a:extLst>
          </p:cNvPr>
          <p:cNvSpPr>
            <a:spLocks xmlns:a="http://schemas.openxmlformats.org/drawingml/2006/main" noGrp="1"/>
          </p:cNvSpPr>
          <p:nvPr/>
        </p:nvSpPr>
        <p:spPr>
          <a:xfrm xmlns:a="http://schemas.openxmlformats.org/drawingml/2006/main" rot="0" flipH="0" flipV="0">
            <a:off x="1121359" y="602357"/>
            <a:ext cx="99669" cy="105549"/>
          </a:xfrm>
          <a:custGeom xmlns:a="http://schemas.openxmlformats.org/drawingml/2006/main">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7" name="Freeform: Shape 46">
            <a:extLst xmlns:a="http://schemas.openxmlformats.org/drawingml/2006/main">
              <a:ext uri="{FF2B5EF4-FFF2-40B4-BE49-F238E27FC236}">
                <a16:creationId xmlns:a16="http://schemas.microsoft.com/office/drawing/2014/main" id="{724B11E2-4EE2-41C4-9CB0-BFA8238F41E1}"/>
              </a:ext>
            </a:extLst>
          </p:cNvPr>
          <p:cNvSpPr>
            <a:spLocks xmlns:a="http://schemas.openxmlformats.org/drawingml/2006/main" noGrp="1"/>
          </p:cNvSpPr>
          <p:nvPr/>
        </p:nvSpPr>
        <p:spPr>
          <a:xfrm xmlns:a="http://schemas.openxmlformats.org/drawingml/2006/main" rot="0" flipH="0" flipV="0">
            <a:off x="1240311" y="602345"/>
            <a:ext cx="84625" cy="105549"/>
          </a:xfrm>
          <a:custGeom xmlns:a="http://schemas.openxmlformats.org/drawingml/2006/main">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8" name="Freeform: Shape 47">
            <a:extLst xmlns:a="http://schemas.openxmlformats.org/drawingml/2006/main">
              <a:ext uri="{FF2B5EF4-FFF2-40B4-BE49-F238E27FC236}">
                <a16:creationId xmlns:a16="http://schemas.microsoft.com/office/drawing/2014/main" id="{D6B95911-5559-432C-84D5-0FA4C442F497}"/>
              </a:ext>
            </a:extLst>
          </p:cNvPr>
          <p:cNvSpPr>
            <a:spLocks xmlns:a="http://schemas.openxmlformats.org/drawingml/2006/main" noGrp="1"/>
          </p:cNvSpPr>
          <p:nvPr/>
        </p:nvSpPr>
        <p:spPr>
          <a:xfrm xmlns:a="http://schemas.openxmlformats.org/drawingml/2006/main" rot="0" flipH="0" flipV="0">
            <a:off x="1354583" y="603165"/>
            <a:ext cx="53803" cy="102915"/>
          </a:xfrm>
          <a:custGeom xmlns:a="http://schemas.openxmlformats.org/drawingml/2006/main">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9" name="Freeform: Shape 48">
            <a:extLst xmlns:a="http://schemas.openxmlformats.org/drawingml/2006/main">
              <a:ext uri="{FF2B5EF4-FFF2-40B4-BE49-F238E27FC236}">
                <a16:creationId xmlns:a16="http://schemas.microsoft.com/office/drawing/2014/main" id="{7DADFDA8-A4C9-4A90-BEAE-B1639DAC11D9}"/>
              </a:ext>
            </a:extLst>
          </p:cNvPr>
          <p:cNvSpPr>
            <a:spLocks xmlns:a="http://schemas.openxmlformats.org/drawingml/2006/main" noGrp="1"/>
          </p:cNvSpPr>
          <p:nvPr/>
        </p:nvSpPr>
        <p:spPr>
          <a:xfrm xmlns:a="http://schemas.openxmlformats.org/drawingml/2006/main" rot="0" flipH="0" flipV="0">
            <a:off x="1419535" y="602357"/>
            <a:ext cx="101090" cy="105549"/>
          </a:xfrm>
          <a:custGeom xmlns:a="http://schemas.openxmlformats.org/drawingml/2006/main">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0" name="Freeform: Shape 49">
            <a:extLst xmlns:a="http://schemas.openxmlformats.org/drawingml/2006/main">
              <a:ext uri="{FF2B5EF4-FFF2-40B4-BE49-F238E27FC236}">
                <a16:creationId xmlns:a16="http://schemas.microsoft.com/office/drawing/2014/main" id="{7A52CEE5-D539-4F76-92DD-650239B04672}"/>
              </a:ext>
            </a:extLst>
          </p:cNvPr>
          <p:cNvSpPr>
            <a:spLocks xmlns:a="http://schemas.openxmlformats.org/drawingml/2006/main" noGrp="1"/>
          </p:cNvSpPr>
          <p:nvPr/>
        </p:nvSpPr>
        <p:spPr>
          <a:xfrm xmlns:a="http://schemas.openxmlformats.org/drawingml/2006/main" rot="0" flipH="0" flipV="0">
            <a:off x="1543142" y="563780"/>
            <a:ext cx="87296" cy="142092"/>
          </a:xfrm>
          <a:custGeom xmlns:a="http://schemas.openxmlformats.org/drawingml/2006/main">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2" name="Espaço Reservado para Texto 6">
            <a:extLst xmlns:a="http://schemas.openxmlformats.org/drawingml/2006/main">
              <a:ext uri="{FF2B5EF4-FFF2-40B4-BE49-F238E27FC236}">
                <a16:creationId xmlns:a16="http://schemas.microsoft.com/office/drawing/2014/main" id="{B4234437-C19A-4839-88DC-46D48AF5A2C4}"/>
              </a:ext>
            </a:extLst>
          </p:cNvPr>
          <p:cNvSpPr>
            <a:spLocks xmlns:a="http://schemas.openxmlformats.org/drawingml/2006/main" noGrp="1"/>
          </p:cNvSpPr>
          <p:nvPr>
            <p:ph type="body" idx="19" hasCustomPrompt="1"/>
          </p:nvPr>
        </p:nvSpPr>
        <p:spPr>
          <a:xfrm xmlns:a="http://schemas.openxmlformats.org/drawingml/2006/main">
            <a:off x="3371691" y="608130"/>
            <a:ext cx="3132139" cy="142093"/>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lgn="r">
              <a:buNone/>
              <a:defRPr sz="1200" b="0">
                <a:solidFill>
                  <a:schemeClr val="bg1"/>
                </a:solidFill>
                <a:latin typeface="Roboto Light"/>
                <a:ea typeface="Roboto Light"/>
                <a:cs typeface="Roboto Light"/>
              </a:defRPr>
            </a:lvl1pPr>
          </a:lstStyle>
          <a:p xmlns:a="http://schemas.openxmlformats.org/drawingml/2006/main">
            <a:pPr lvl="0">
              <a:buNone/>
            </a:pPr>
            <a:r>
              <a:t>Sector / </a:t>
            </a:r>
            <a:r>
              <a:t>Segment</a:t>
            </a:r>
            <a:endParaRPr/>
          </a:p>
        </p:txBody>
      </p:sp>
      <p:sp>
        <p:nvSpPr>
          <p:cNvPr id="53" name="Text Placeholder 4">
            <a:extLst xmlns:a="http://schemas.openxmlformats.org/drawingml/2006/main">
              <a:ext uri="{FF2B5EF4-FFF2-40B4-BE49-F238E27FC236}">
                <a16:creationId xmlns:a16="http://schemas.microsoft.com/office/drawing/2014/main" id="{03A51246-6836-408F-ABF0-EEEEE8E00F14}"/>
              </a:ext>
            </a:extLst>
          </p:cNvPr>
          <p:cNvSpPr>
            <a:spLocks xmlns:a="http://schemas.openxmlformats.org/drawingml/2006/main" noGrp="1"/>
          </p:cNvSpPr>
          <p:nvPr>
            <p:ph type="body" idx="20"/>
          </p:nvPr>
        </p:nvSpPr>
        <p:spPr>
          <a:xfrm xmlns:a="http://schemas.openxmlformats.org/drawingml/2006/main">
            <a:off x="390154" y="2150951"/>
            <a:ext cx="6099546" cy="1377418"/>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57" name="Text Placeholder 4">
            <a:extLst xmlns:a="http://schemas.openxmlformats.org/drawingml/2006/main">
              <a:ext uri="{FF2B5EF4-FFF2-40B4-BE49-F238E27FC236}">
                <a16:creationId xmlns:a16="http://schemas.microsoft.com/office/drawing/2014/main" id="{482CDF78-5160-4CE0-9AED-EF5B81E7C38F}"/>
              </a:ext>
            </a:extLst>
          </p:cNvPr>
          <p:cNvSpPr>
            <a:spLocks xmlns:a="http://schemas.openxmlformats.org/drawingml/2006/main" noGrp="1"/>
          </p:cNvSpPr>
          <p:nvPr>
            <p:ph type="body" idx="23"/>
          </p:nvPr>
        </p:nvSpPr>
        <p:spPr>
          <a:xfrm xmlns:a="http://schemas.openxmlformats.org/drawingml/2006/main">
            <a:off x="390155" y="3605328"/>
            <a:ext cx="3734170" cy="417458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27" name="Espaço Reservado para Texto 6">
            <a:extLst xmlns:a="http://schemas.openxmlformats.org/drawingml/2006/main">
              <a:ext uri="{FF2B5EF4-FFF2-40B4-BE49-F238E27FC236}">
                <a16:creationId xmlns:a16="http://schemas.microsoft.com/office/drawing/2014/main" id="{E412BFAB-6ADE-4985-9F8D-1E0D2CE27EE2}"/>
              </a:ext>
            </a:extLst>
          </p:cNvPr>
          <p:cNvSpPr>
            <a:spLocks xmlns:a="http://schemas.openxmlformats.org/drawingml/2006/main" noGrp="1"/>
          </p:cNvSpPr>
          <p:nvPr>
            <p:ph type="body" idx="26"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26" name="Date Placeholder 1">
            <a:extLst xmlns:a="http://schemas.openxmlformats.org/drawingml/2006/main">
              <a:ext uri="{FF2B5EF4-FFF2-40B4-BE49-F238E27FC236}">
                <a16:creationId xmlns:a16="http://schemas.microsoft.com/office/drawing/2014/main" id="{3B4501E0-2CFF-4239-9520-A5B3FF88FAB7}"/>
              </a:ext>
            </a:extLst>
          </p:cNvPr>
          <p:cNvSpPr>
            <a:spLocks xmlns:a="http://schemas.openxmlformats.org/drawingml/2006/main" noGrp="1"/>
          </p:cNvSpPr>
          <p:nvPr>
            <p:ph type="dt" idx="2"/>
          </p:nvPr>
        </p:nvSpPr>
        <p:spPr>
          <a:xfrm xmlns:a="http://schemas.openxmlformats.org/drawingml/2006/main">
            <a:off x="3371691" y="438763"/>
            <a:ext cx="3132139"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accent2"/>
                </a:solidFill>
                <a:latin typeface="Roboto Light"/>
                <a:ea typeface="Roboto Light"/>
                <a:cs typeface="Roboto Light"/>
              </a:defRPr>
            </a:lvl1pPr>
          </a:lstStyle>
          <a:p xmlns:a="http://schemas.openxmlformats.org/drawingml/2006/main">
            <a:fld id="{70B93077-DAAC-461F-9674-FC47DD2C4BA2}" type="datetime4">
              <a:t>August 6, 2026</a:t>
            </a:fld>
            <a:endParaRPr/>
          </a:p>
        </p:txBody>
      </p:sp>
      <p:sp>
        <p:nvSpPr>
          <p:cNvPr id="61" name="Text Placeholder 4">
            <a:extLst xmlns:a="http://schemas.openxmlformats.org/drawingml/2006/main">
              <a:ext uri="{FF2B5EF4-FFF2-40B4-BE49-F238E27FC236}">
                <a16:creationId xmlns:a16="http://schemas.microsoft.com/office/drawing/2014/main" id="{318E1824-F862-4308-8D14-9073C9CBAABB}"/>
              </a:ext>
            </a:extLst>
          </p:cNvPr>
          <p:cNvSpPr>
            <a:spLocks xmlns:a="http://schemas.openxmlformats.org/drawingml/2006/main" noGrp="1"/>
          </p:cNvSpPr>
          <p:nvPr>
            <p:ph type="body" idx="27" hasCustomPrompt="1"/>
          </p:nvPr>
        </p:nvSpPr>
        <p:spPr>
          <a:xfrm xmlns:a="http://schemas.openxmlformats.org/drawingml/2006/main">
            <a:off x="4330593" y="3610784"/>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2" name="Text Placeholder 4">
            <a:extLst xmlns:a="http://schemas.openxmlformats.org/drawingml/2006/main">
              <a:ext uri="{FF2B5EF4-FFF2-40B4-BE49-F238E27FC236}">
                <a16:creationId xmlns:a16="http://schemas.microsoft.com/office/drawing/2014/main" id="{70E85E6B-BFAA-4953-A2FD-0F731BA0D3A5}"/>
              </a:ext>
            </a:extLst>
          </p:cNvPr>
          <p:cNvSpPr>
            <a:spLocks xmlns:a="http://schemas.openxmlformats.org/drawingml/2006/main" noGrp="1"/>
          </p:cNvSpPr>
          <p:nvPr>
            <p:ph type="body" idx="28" hasCustomPrompt="1"/>
          </p:nvPr>
        </p:nvSpPr>
        <p:spPr>
          <a:xfrm xmlns:a="http://schemas.openxmlformats.org/drawingml/2006/main">
            <a:off x="4330593" y="3772581"/>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3" name="Text Placeholder 4">
            <a:extLst xmlns:a="http://schemas.openxmlformats.org/drawingml/2006/main">
              <a:ext uri="{FF2B5EF4-FFF2-40B4-BE49-F238E27FC236}">
                <a16:creationId xmlns:a16="http://schemas.microsoft.com/office/drawing/2014/main" id="{872B6150-F2F3-4EB3-81FD-E06DC0F79813}"/>
              </a:ext>
            </a:extLst>
          </p:cNvPr>
          <p:cNvSpPr>
            <a:spLocks xmlns:a="http://schemas.openxmlformats.org/drawingml/2006/main" noGrp="1"/>
          </p:cNvSpPr>
          <p:nvPr>
            <p:ph type="body" idx="29" hasCustomPrompt="1"/>
          </p:nvPr>
        </p:nvSpPr>
        <p:spPr>
          <a:xfrm xmlns:a="http://schemas.openxmlformats.org/drawingml/2006/main">
            <a:off x="4330593" y="3899453"/>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4" name="Text Placeholder 4">
            <a:extLst xmlns:a="http://schemas.openxmlformats.org/drawingml/2006/main">
              <a:ext uri="{FF2B5EF4-FFF2-40B4-BE49-F238E27FC236}">
                <a16:creationId xmlns:a16="http://schemas.microsoft.com/office/drawing/2014/main" id="{B84D6C0E-85B0-4A8A-BB12-F62449DE0DFB}"/>
              </a:ext>
            </a:extLst>
          </p:cNvPr>
          <p:cNvSpPr>
            <a:spLocks xmlns:a="http://schemas.openxmlformats.org/drawingml/2006/main" noGrp="1"/>
          </p:cNvSpPr>
          <p:nvPr>
            <p:ph type="body" idx="30" hasCustomPrompt="1"/>
          </p:nvPr>
        </p:nvSpPr>
        <p:spPr>
          <a:xfrm xmlns:a="http://schemas.openxmlformats.org/drawingml/2006/main">
            <a:off x="4330593" y="4097039"/>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5" name="Text Placeholder 4">
            <a:extLst xmlns:a="http://schemas.openxmlformats.org/drawingml/2006/main">
              <a:ext uri="{FF2B5EF4-FFF2-40B4-BE49-F238E27FC236}">
                <a16:creationId xmlns:a16="http://schemas.microsoft.com/office/drawing/2014/main" id="{16C8AB5D-9A5B-4FEA-97F4-734F90CA23F1}"/>
              </a:ext>
            </a:extLst>
          </p:cNvPr>
          <p:cNvSpPr>
            <a:spLocks xmlns:a="http://schemas.openxmlformats.org/drawingml/2006/main" noGrp="1"/>
          </p:cNvSpPr>
          <p:nvPr>
            <p:ph type="body" idx="31" hasCustomPrompt="1"/>
          </p:nvPr>
        </p:nvSpPr>
        <p:spPr>
          <a:xfrm xmlns:a="http://schemas.openxmlformats.org/drawingml/2006/main">
            <a:off x="4330593" y="4258836"/>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6" name="Text Placeholder 4">
            <a:extLst xmlns:a="http://schemas.openxmlformats.org/drawingml/2006/main">
              <a:ext uri="{FF2B5EF4-FFF2-40B4-BE49-F238E27FC236}">
                <a16:creationId xmlns:a16="http://schemas.microsoft.com/office/drawing/2014/main" id="{6CAE7113-BC72-4895-ACDF-B01232851A9D}"/>
              </a:ext>
            </a:extLst>
          </p:cNvPr>
          <p:cNvSpPr>
            <a:spLocks xmlns:a="http://schemas.openxmlformats.org/drawingml/2006/main" noGrp="1"/>
          </p:cNvSpPr>
          <p:nvPr>
            <p:ph type="body" idx="32" hasCustomPrompt="1"/>
          </p:nvPr>
        </p:nvSpPr>
        <p:spPr>
          <a:xfrm xmlns:a="http://schemas.openxmlformats.org/drawingml/2006/main">
            <a:off x="4330593" y="4385708"/>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7" name="Text Placeholder 4">
            <a:extLst xmlns:a="http://schemas.openxmlformats.org/drawingml/2006/main">
              <a:ext uri="{FF2B5EF4-FFF2-40B4-BE49-F238E27FC236}">
                <a16:creationId xmlns:a16="http://schemas.microsoft.com/office/drawing/2014/main" id="{1D859181-1847-4696-BA25-3FB32D816724}"/>
              </a:ext>
            </a:extLst>
          </p:cNvPr>
          <p:cNvSpPr>
            <a:spLocks xmlns:a="http://schemas.openxmlformats.org/drawingml/2006/main" noGrp="1"/>
          </p:cNvSpPr>
          <p:nvPr>
            <p:ph type="body" idx="33" hasCustomPrompt="1"/>
          </p:nvPr>
        </p:nvSpPr>
        <p:spPr>
          <a:xfrm xmlns:a="http://schemas.openxmlformats.org/drawingml/2006/main">
            <a:off x="4330593" y="4590609"/>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8" name="Text Placeholder 4">
            <a:extLst xmlns:a="http://schemas.openxmlformats.org/drawingml/2006/main">
              <a:ext uri="{FF2B5EF4-FFF2-40B4-BE49-F238E27FC236}">
                <a16:creationId xmlns:a16="http://schemas.microsoft.com/office/drawing/2014/main" id="{FC9ED1A2-35DE-4D1D-9CE5-8E2AD672F2D0}"/>
              </a:ext>
            </a:extLst>
          </p:cNvPr>
          <p:cNvSpPr>
            <a:spLocks xmlns:a="http://schemas.openxmlformats.org/drawingml/2006/main" noGrp="1"/>
          </p:cNvSpPr>
          <p:nvPr>
            <p:ph type="body" idx="34" hasCustomPrompt="1"/>
          </p:nvPr>
        </p:nvSpPr>
        <p:spPr>
          <a:xfrm xmlns:a="http://schemas.openxmlformats.org/drawingml/2006/main">
            <a:off x="4330593" y="4752406"/>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9" name="Text Placeholder 4">
            <a:extLst xmlns:a="http://schemas.openxmlformats.org/drawingml/2006/main">
              <a:ext uri="{FF2B5EF4-FFF2-40B4-BE49-F238E27FC236}">
                <a16:creationId xmlns:a16="http://schemas.microsoft.com/office/drawing/2014/main" id="{69327E6A-F08C-45E9-819D-C34C53A10A06}"/>
              </a:ext>
            </a:extLst>
          </p:cNvPr>
          <p:cNvSpPr>
            <a:spLocks xmlns:a="http://schemas.openxmlformats.org/drawingml/2006/main" noGrp="1"/>
          </p:cNvSpPr>
          <p:nvPr>
            <p:ph type="body" idx="35" hasCustomPrompt="1"/>
          </p:nvPr>
        </p:nvSpPr>
        <p:spPr>
          <a:xfrm xmlns:a="http://schemas.openxmlformats.org/drawingml/2006/main">
            <a:off x="4330593" y="4879278"/>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36" name="Espaço Reservado para Conteúdo 14">
            <a:extLst xmlns:a="http://schemas.openxmlformats.org/drawingml/2006/main">
              <a:ext uri="{FF2B5EF4-FFF2-40B4-BE49-F238E27FC236}">
                <a16:creationId xmlns:a16="http://schemas.microsoft.com/office/drawing/2014/main" id="{FC793E5F-9C0C-468E-8CC6-E5FF5C28A615}"/>
              </a:ext>
            </a:extLst>
          </p:cNvPr>
          <p:cNvSpPr>
            <a:spLocks xmlns:a="http://schemas.openxmlformats.org/drawingml/2006/main" noGrp="1"/>
          </p:cNvSpPr>
          <p:nvPr>
            <p:ph idx="25" hasCustomPrompt="1"/>
          </p:nvPr>
        </p:nvSpPr>
        <p:spPr>
          <a:xfrm xmlns:a="http://schemas.openxmlformats.org/drawingml/2006/main">
            <a:off x="4330594" y="5349815"/>
            <a:ext cx="2159107" cy="966741"/>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7" name="Espaço Reservado para Conteúdo 14">
            <a:extLst xmlns:a="http://schemas.openxmlformats.org/drawingml/2006/main">
              <a:ext uri="{FF2B5EF4-FFF2-40B4-BE49-F238E27FC236}">
                <a16:creationId xmlns:a16="http://schemas.microsoft.com/office/drawing/2014/main" id="{1445B0B9-ADF4-4441-B72F-3BFD45AB8EE6}"/>
              </a:ext>
            </a:extLst>
          </p:cNvPr>
          <p:cNvSpPr>
            <a:spLocks xmlns:a="http://schemas.openxmlformats.org/drawingml/2006/main" noGrp="1"/>
          </p:cNvSpPr>
          <p:nvPr>
            <p:ph idx="36" hasCustomPrompt="1"/>
          </p:nvPr>
        </p:nvSpPr>
        <p:spPr>
          <a:xfrm xmlns:a="http://schemas.openxmlformats.org/drawingml/2006/main">
            <a:off x="4330594" y="5061196"/>
            <a:ext cx="2159107"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8" name="Espaço Reservado para Conteúdo 14">
            <a:extLst xmlns:a="http://schemas.openxmlformats.org/drawingml/2006/main">
              <a:ext uri="{FF2B5EF4-FFF2-40B4-BE49-F238E27FC236}">
                <a16:creationId xmlns:a16="http://schemas.microsoft.com/office/drawing/2014/main" id="{8272B113-2F70-441F-8502-29E6B907995B}"/>
              </a:ext>
            </a:extLst>
          </p:cNvPr>
          <p:cNvSpPr>
            <a:spLocks xmlns:a="http://schemas.openxmlformats.org/drawingml/2006/main" noGrp="1"/>
          </p:cNvSpPr>
          <p:nvPr>
            <p:ph idx="21" hasCustomPrompt="1"/>
          </p:nvPr>
        </p:nvSpPr>
        <p:spPr>
          <a:xfrm xmlns:a="http://schemas.openxmlformats.org/drawingml/2006/main">
            <a:off x="382829" y="8150455"/>
            <a:ext cx="6106871" cy="1303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51" name="Espaço Reservado para Conteúdo 14">
            <a:extLst xmlns:a="http://schemas.openxmlformats.org/drawingml/2006/main">
              <a:ext uri="{FF2B5EF4-FFF2-40B4-BE49-F238E27FC236}">
                <a16:creationId xmlns:a16="http://schemas.microsoft.com/office/drawing/2014/main" id="{1CFB79D6-6CD7-480C-8CD0-27D7ABC00A16}"/>
              </a:ext>
            </a:extLst>
          </p:cNvPr>
          <p:cNvSpPr>
            <a:spLocks xmlns:a="http://schemas.openxmlformats.org/drawingml/2006/main" noGrp="1"/>
          </p:cNvSpPr>
          <p:nvPr>
            <p:ph idx="22" hasCustomPrompt="1"/>
          </p:nvPr>
        </p:nvSpPr>
        <p:spPr>
          <a:xfrm xmlns:a="http://schemas.openxmlformats.org/drawingml/2006/main">
            <a:off x="4330594" y="6752730"/>
            <a:ext cx="2159107" cy="1026692"/>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54" name="Espaço Reservado para Conteúdo 14">
            <a:extLst xmlns:a="http://schemas.openxmlformats.org/drawingml/2006/main">
              <a:ext uri="{FF2B5EF4-FFF2-40B4-BE49-F238E27FC236}">
                <a16:creationId xmlns:a16="http://schemas.microsoft.com/office/drawing/2014/main" id="{0EE29701-9D3A-4B5C-955F-04E8A0E77DFA}"/>
              </a:ext>
            </a:extLst>
          </p:cNvPr>
          <p:cNvSpPr>
            <a:spLocks xmlns:a="http://schemas.openxmlformats.org/drawingml/2006/main" noGrp="1"/>
          </p:cNvSpPr>
          <p:nvPr>
            <p:ph idx="37" hasCustomPrompt="1"/>
          </p:nvPr>
        </p:nvSpPr>
        <p:spPr>
          <a:xfrm xmlns:a="http://schemas.openxmlformats.org/drawingml/2006/main">
            <a:off x="382829" y="7861837"/>
            <a:ext cx="6106871"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55" name="Espaço Reservado para Conteúdo 14">
            <a:extLst xmlns:a="http://schemas.openxmlformats.org/drawingml/2006/main">
              <a:ext uri="{FF2B5EF4-FFF2-40B4-BE49-F238E27FC236}">
                <a16:creationId xmlns:a16="http://schemas.microsoft.com/office/drawing/2014/main" id="{15DB8772-274F-41BA-9159-B7489A8599A7}"/>
              </a:ext>
            </a:extLst>
          </p:cNvPr>
          <p:cNvSpPr>
            <a:spLocks xmlns:a="http://schemas.openxmlformats.org/drawingml/2006/main" noGrp="1"/>
          </p:cNvSpPr>
          <p:nvPr>
            <p:ph idx="24" hasCustomPrompt="1"/>
          </p:nvPr>
        </p:nvSpPr>
        <p:spPr>
          <a:xfrm xmlns:a="http://schemas.openxmlformats.org/drawingml/2006/main">
            <a:off x="4330594" y="6464111"/>
            <a:ext cx="2147604"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56" name="Espaço Reservado para Texto 6">
            <a:extLst xmlns:a="http://schemas.openxmlformats.org/drawingml/2006/main">
              <a:ext uri="{FF2B5EF4-FFF2-40B4-BE49-F238E27FC236}">
                <a16:creationId xmlns:a16="http://schemas.microsoft.com/office/drawing/2014/main" id="{5B35F13F-8F40-465F-949A-882361D6B7D8}"/>
              </a:ext>
            </a:extLst>
          </p:cNvPr>
          <p:cNvSpPr>
            <a:spLocks xmlns:a="http://schemas.openxmlformats.org/drawingml/2006/main" noGrp="1"/>
          </p:cNvSpPr>
          <p:nvPr>
            <p:ph type="body" idx="38" hasCustomPrompt="1"/>
          </p:nvPr>
        </p:nvSpPr>
        <p:spPr>
          <a:xfrm xmlns:a="http://schemas.openxmlformats.org/drawingml/2006/main">
            <a:off x="390154" y="1664358"/>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0">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
        <p:nvSpPr>
          <p:cNvPr id="58" name="Espaço Reservado para Texto 6">
            <a:extLst xmlns:a="http://schemas.openxmlformats.org/drawingml/2006/main">
              <a:ext uri="{FF2B5EF4-FFF2-40B4-BE49-F238E27FC236}">
                <a16:creationId xmlns:a16="http://schemas.microsoft.com/office/drawing/2014/main" id="{891AEF2F-E5F3-40A5-A6BD-124D7FF714E4}"/>
              </a:ext>
            </a:extLst>
          </p:cNvPr>
          <p:cNvSpPr>
            <a:spLocks xmlns:a="http://schemas.openxmlformats.org/drawingml/2006/main" noGrp="1"/>
          </p:cNvSpPr>
          <p:nvPr>
            <p:ph type="body" idx="39" hasCustomPrompt="1"/>
          </p:nvPr>
        </p:nvSpPr>
        <p:spPr>
          <a:xfrm xmlns:a="http://schemas.openxmlformats.org/drawingml/2006/main">
            <a:off x="390154" y="1406254"/>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1">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Tree>
  </p:cSld>
</p:sldLayout>
</file>

<file path=ppt/slideLayouts/slideLayout24.xml><?xml version="1.0" encoding="utf-8"?>
<p:sldLayout xmlns:p="http://schemas.openxmlformats.org/presentationml/2006/main" preserve="1" userDrawn="1">
  <p:cSld name="Capa Company Results">
    <p:bg>
      <p:bgPr>
        <a:solidFill xmlns:a="http://schemas.openxmlformats.org/drawingml/2006/main">
          <a:schemeClr val="bg1"/>
        </a:solidFill>
      </p:bgPr>
    </p:bg>
    <p:spTree>
      <p:nvGrpSpPr>
        <p:cNvPr id="1" name=""/>
        <p:cNvGrpSpPr/>
        <p:nvPr/>
      </p:nvGrpSpPr>
      <p:grpSpPr>
        <a:xfrm xmlns:a="http://schemas.openxmlformats.org/drawingml/2006/main"/>
      </p:grpSpPr>
      <p:pic>
        <p:nvPicPr>
          <p:cNvPr id="71" name="Picture 38"/>
          <p:cNvPicPr>
            <a:picLocks xmlns:a="http://schemas.openxmlformats.org/drawingml/2006/main" noChangeAspect="1"/>
          </p:cNvPicPr>
          <p:nvPr/>
        </p:nvPicPr>
        <p:blipFill rotWithShape="1">
          <a:blip xmlns:r="http://schemas.openxmlformats.org/officeDocument/2006/relationships" xmlns:a="http://schemas.openxmlformats.org/drawingml/2006/main" r:embed="R873978de15974345"/>
          <a:srcRect xmlns:a="http://schemas.openxmlformats.org/drawingml/2006/main" l="0" t="42776" r="0" b="15443"/>
          <a:stretch xmlns:a="http://schemas.openxmlformats.org/drawingml/2006/main"/>
        </p:blipFill>
        <p:spPr>
          <a:xfrm xmlns:a="http://schemas.openxmlformats.org/drawingml/2006/main">
            <a:off x="0" y="0"/>
            <a:ext cx="6858000" cy="2003469"/>
          </a:xfrm>
        </p:spPr>
      </p:pic>
      <p:sp>
        <p:nvSpPr>
          <p:cNvPr id="15" name="Espaço Reservado para Texto 6">
            <a:extLst xmlns:a="http://schemas.openxmlformats.org/drawingml/2006/main">
              <a:ext uri="{FF2B5EF4-FFF2-40B4-BE49-F238E27FC236}">
                <a16:creationId xmlns:a16="http://schemas.microsoft.com/office/drawing/2014/main" id="{89C55DDC-9BF1-4F19-9DFA-8D99FB29A854}"/>
              </a:ext>
            </a:extLst>
          </p:cNvPr>
          <p:cNvSpPr>
            <a:spLocks xmlns:a="http://schemas.openxmlformats.org/drawingml/2006/main" noGrp="1"/>
          </p:cNvSpPr>
          <p:nvPr>
            <p:ph type="body" idx="16" hasCustomPrompt="1"/>
          </p:nvPr>
        </p:nvSpPr>
        <p:spPr>
          <a:xfrm xmlns:a="http://schemas.openxmlformats.org/drawingml/2006/main">
            <a:off x="390154" y="988484"/>
            <a:ext cx="6112354" cy="346968"/>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2400" b="1" spc="0">
                <a:solidFill>
                  <a:schemeClr val="accent3"/>
                </a:solidFill>
                <a:latin typeface="Roboto"/>
                <a:ea typeface="Roboto"/>
                <a:cs typeface="Roboto"/>
              </a:defRPr>
            </a:lvl1pPr>
          </a:lstStyle>
          <a:p xmlns:a="http://schemas.openxmlformats.org/drawingml/2006/main">
            <a:pPr lvl="0">
              <a:buNone/>
            </a:pPr>
            <a:r>
              <a:t>EDITAR</a:t>
            </a:r>
          </a:p>
        </p:txBody>
      </p:sp>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41" name="Freeform: Shape 40">
            <a:extLst xmlns:a="http://schemas.openxmlformats.org/drawingml/2006/main">
              <a:ext uri="{FF2B5EF4-FFF2-40B4-BE49-F238E27FC236}">
                <a16:creationId xmlns:a16="http://schemas.microsoft.com/office/drawing/2014/main" id="{9CAD89BC-209F-4A84-B643-8391FE84FD63}"/>
              </a:ext>
            </a:extLst>
          </p:cNvPr>
          <p:cNvSpPr>
            <a:spLocks xmlns:a="http://schemas.openxmlformats.org/drawingml/2006/main" noGrp="1"/>
          </p:cNvSpPr>
          <p:nvPr/>
        </p:nvSpPr>
        <p:spPr>
          <a:xfrm xmlns:a="http://schemas.openxmlformats.org/drawingml/2006/main" rot="0" flipH="0" flipV="0">
            <a:off x="390154" y="406178"/>
            <a:ext cx="379041" cy="341910"/>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3" name="Freeform: Shape 42">
            <a:extLst xmlns:a="http://schemas.openxmlformats.org/drawingml/2006/main">
              <a:ext uri="{FF2B5EF4-FFF2-40B4-BE49-F238E27FC236}">
                <a16:creationId xmlns:a16="http://schemas.microsoft.com/office/drawing/2014/main" id="{93C151B8-67D0-4C62-A1CD-C3E1CFD9F305}"/>
              </a:ext>
            </a:extLst>
          </p:cNvPr>
          <p:cNvSpPr>
            <a:spLocks xmlns:a="http://schemas.openxmlformats.org/drawingml/2006/main" noGrp="1"/>
          </p:cNvSpPr>
          <p:nvPr/>
        </p:nvSpPr>
        <p:spPr>
          <a:xfrm xmlns:a="http://schemas.openxmlformats.org/drawingml/2006/main" rot="0" flipH="0" flipV="0">
            <a:off x="840444" y="603165"/>
            <a:ext cx="53804" cy="102915"/>
          </a:xfrm>
          <a:custGeom xmlns:a="http://schemas.openxmlformats.org/drawingml/2006/main">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4" name="Freeform: Shape 43">
            <a:extLst xmlns:a="http://schemas.openxmlformats.org/drawingml/2006/main">
              <a:ext uri="{FF2B5EF4-FFF2-40B4-BE49-F238E27FC236}">
                <a16:creationId xmlns:a16="http://schemas.microsoft.com/office/drawing/2014/main" id="{2D2D96A5-B60E-4CC9-9982-03590D4573EC}"/>
              </a:ext>
            </a:extLst>
          </p:cNvPr>
          <p:cNvSpPr>
            <a:spLocks xmlns:a="http://schemas.openxmlformats.org/drawingml/2006/main" noGrp="1"/>
          </p:cNvSpPr>
          <p:nvPr/>
        </p:nvSpPr>
        <p:spPr>
          <a:xfrm xmlns:a="http://schemas.openxmlformats.org/drawingml/2006/main" rot="0" flipH="0" flipV="0">
            <a:off x="905396" y="602357"/>
            <a:ext cx="99669" cy="105549"/>
          </a:xfrm>
          <a:custGeom xmlns:a="http://schemas.openxmlformats.org/drawingml/2006/main">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5" name="Freeform: Shape 44">
            <a:extLst xmlns:a="http://schemas.openxmlformats.org/drawingml/2006/main">
              <a:ext uri="{FF2B5EF4-FFF2-40B4-BE49-F238E27FC236}">
                <a16:creationId xmlns:a16="http://schemas.microsoft.com/office/drawing/2014/main" id="{4CD03F36-CFD5-42F6-B8F2-CAE7CBCF7AB9}"/>
              </a:ext>
            </a:extLst>
          </p:cNvPr>
          <p:cNvSpPr>
            <a:spLocks xmlns:a="http://schemas.openxmlformats.org/drawingml/2006/main" noGrp="1"/>
          </p:cNvSpPr>
          <p:nvPr/>
        </p:nvSpPr>
        <p:spPr>
          <a:xfrm xmlns:a="http://schemas.openxmlformats.org/drawingml/2006/main" rot="0" flipH="0" flipV="0">
            <a:off x="1021910" y="602345"/>
            <a:ext cx="82004" cy="105552"/>
          </a:xfrm>
          <a:custGeom xmlns:a="http://schemas.openxmlformats.org/drawingml/2006/main">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6" name="Freeform: Shape 45">
            <a:extLst xmlns:a="http://schemas.openxmlformats.org/drawingml/2006/main">
              <a:ext uri="{FF2B5EF4-FFF2-40B4-BE49-F238E27FC236}">
                <a16:creationId xmlns:a16="http://schemas.microsoft.com/office/drawing/2014/main" id="{BB8ED37E-DDC1-44DA-BF04-893FB6EADB01}"/>
              </a:ext>
            </a:extLst>
          </p:cNvPr>
          <p:cNvSpPr>
            <a:spLocks xmlns:a="http://schemas.openxmlformats.org/drawingml/2006/main" noGrp="1"/>
          </p:cNvSpPr>
          <p:nvPr/>
        </p:nvSpPr>
        <p:spPr>
          <a:xfrm xmlns:a="http://schemas.openxmlformats.org/drawingml/2006/main" rot="0" flipH="0" flipV="0">
            <a:off x="1121359" y="602357"/>
            <a:ext cx="99669" cy="105549"/>
          </a:xfrm>
          <a:custGeom xmlns:a="http://schemas.openxmlformats.org/drawingml/2006/main">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7" name="Freeform: Shape 46">
            <a:extLst xmlns:a="http://schemas.openxmlformats.org/drawingml/2006/main">
              <a:ext uri="{FF2B5EF4-FFF2-40B4-BE49-F238E27FC236}">
                <a16:creationId xmlns:a16="http://schemas.microsoft.com/office/drawing/2014/main" id="{724B11E2-4EE2-41C4-9CB0-BFA8238F41E1}"/>
              </a:ext>
            </a:extLst>
          </p:cNvPr>
          <p:cNvSpPr>
            <a:spLocks xmlns:a="http://schemas.openxmlformats.org/drawingml/2006/main" noGrp="1"/>
          </p:cNvSpPr>
          <p:nvPr/>
        </p:nvSpPr>
        <p:spPr>
          <a:xfrm xmlns:a="http://schemas.openxmlformats.org/drawingml/2006/main" rot="0" flipH="0" flipV="0">
            <a:off x="1240311" y="602345"/>
            <a:ext cx="84625" cy="105549"/>
          </a:xfrm>
          <a:custGeom xmlns:a="http://schemas.openxmlformats.org/drawingml/2006/main">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8" name="Freeform: Shape 47">
            <a:extLst xmlns:a="http://schemas.openxmlformats.org/drawingml/2006/main">
              <a:ext uri="{FF2B5EF4-FFF2-40B4-BE49-F238E27FC236}">
                <a16:creationId xmlns:a16="http://schemas.microsoft.com/office/drawing/2014/main" id="{D6B95911-5559-432C-84D5-0FA4C442F497}"/>
              </a:ext>
            </a:extLst>
          </p:cNvPr>
          <p:cNvSpPr>
            <a:spLocks xmlns:a="http://schemas.openxmlformats.org/drawingml/2006/main" noGrp="1"/>
          </p:cNvSpPr>
          <p:nvPr/>
        </p:nvSpPr>
        <p:spPr>
          <a:xfrm xmlns:a="http://schemas.openxmlformats.org/drawingml/2006/main" rot="0" flipH="0" flipV="0">
            <a:off x="1354583" y="603165"/>
            <a:ext cx="53803" cy="102915"/>
          </a:xfrm>
          <a:custGeom xmlns:a="http://schemas.openxmlformats.org/drawingml/2006/main">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9" name="Freeform: Shape 48">
            <a:extLst xmlns:a="http://schemas.openxmlformats.org/drawingml/2006/main">
              <a:ext uri="{FF2B5EF4-FFF2-40B4-BE49-F238E27FC236}">
                <a16:creationId xmlns:a16="http://schemas.microsoft.com/office/drawing/2014/main" id="{7DADFDA8-A4C9-4A90-BEAE-B1639DAC11D9}"/>
              </a:ext>
            </a:extLst>
          </p:cNvPr>
          <p:cNvSpPr>
            <a:spLocks xmlns:a="http://schemas.openxmlformats.org/drawingml/2006/main" noGrp="1"/>
          </p:cNvSpPr>
          <p:nvPr/>
        </p:nvSpPr>
        <p:spPr>
          <a:xfrm xmlns:a="http://schemas.openxmlformats.org/drawingml/2006/main" rot="0" flipH="0" flipV="0">
            <a:off x="1419535" y="602357"/>
            <a:ext cx="101090" cy="105549"/>
          </a:xfrm>
          <a:custGeom xmlns:a="http://schemas.openxmlformats.org/drawingml/2006/main">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0" name="Freeform: Shape 49">
            <a:extLst xmlns:a="http://schemas.openxmlformats.org/drawingml/2006/main">
              <a:ext uri="{FF2B5EF4-FFF2-40B4-BE49-F238E27FC236}">
                <a16:creationId xmlns:a16="http://schemas.microsoft.com/office/drawing/2014/main" id="{7A52CEE5-D539-4F76-92DD-650239B04672}"/>
              </a:ext>
            </a:extLst>
          </p:cNvPr>
          <p:cNvSpPr>
            <a:spLocks xmlns:a="http://schemas.openxmlformats.org/drawingml/2006/main" noGrp="1"/>
          </p:cNvSpPr>
          <p:nvPr/>
        </p:nvSpPr>
        <p:spPr>
          <a:xfrm xmlns:a="http://schemas.openxmlformats.org/drawingml/2006/main" rot="0" flipH="0" flipV="0">
            <a:off x="1543142" y="563780"/>
            <a:ext cx="87296" cy="142092"/>
          </a:xfrm>
          <a:custGeom xmlns:a="http://schemas.openxmlformats.org/drawingml/2006/main">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2" name="Espaço Reservado para Texto 6">
            <a:extLst xmlns:a="http://schemas.openxmlformats.org/drawingml/2006/main">
              <a:ext uri="{FF2B5EF4-FFF2-40B4-BE49-F238E27FC236}">
                <a16:creationId xmlns:a16="http://schemas.microsoft.com/office/drawing/2014/main" id="{B4234437-C19A-4839-88DC-46D48AF5A2C4}"/>
              </a:ext>
            </a:extLst>
          </p:cNvPr>
          <p:cNvSpPr>
            <a:spLocks xmlns:a="http://schemas.openxmlformats.org/drawingml/2006/main" noGrp="1"/>
          </p:cNvSpPr>
          <p:nvPr>
            <p:ph type="body" idx="19" hasCustomPrompt="1"/>
          </p:nvPr>
        </p:nvSpPr>
        <p:spPr>
          <a:xfrm xmlns:a="http://schemas.openxmlformats.org/drawingml/2006/main">
            <a:off x="3371691" y="608130"/>
            <a:ext cx="3132139" cy="142093"/>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lgn="r">
              <a:buNone/>
              <a:defRPr sz="1200" b="0">
                <a:solidFill>
                  <a:schemeClr val="bg1"/>
                </a:solidFill>
                <a:latin typeface="Roboto Light"/>
                <a:ea typeface="Roboto Light"/>
                <a:cs typeface="Roboto Light"/>
              </a:defRPr>
            </a:lvl1pPr>
          </a:lstStyle>
          <a:p xmlns:a="http://schemas.openxmlformats.org/drawingml/2006/main">
            <a:pPr lvl="0">
              <a:buNone/>
            </a:pPr>
            <a:r>
              <a:t>Sector / </a:t>
            </a:r>
            <a:r>
              <a:t>Segment</a:t>
            </a:r>
            <a:endParaRPr/>
          </a:p>
        </p:txBody>
      </p:sp>
      <p:sp>
        <p:nvSpPr>
          <p:cNvPr id="53" name="Text Placeholder 4">
            <a:extLst xmlns:a="http://schemas.openxmlformats.org/drawingml/2006/main">
              <a:ext uri="{FF2B5EF4-FFF2-40B4-BE49-F238E27FC236}">
                <a16:creationId xmlns:a16="http://schemas.microsoft.com/office/drawing/2014/main" id="{03A51246-6836-408F-ABF0-EEEEE8E00F14}"/>
              </a:ext>
            </a:extLst>
          </p:cNvPr>
          <p:cNvSpPr>
            <a:spLocks xmlns:a="http://schemas.openxmlformats.org/drawingml/2006/main" noGrp="1"/>
          </p:cNvSpPr>
          <p:nvPr>
            <p:ph type="body" idx="20"/>
          </p:nvPr>
        </p:nvSpPr>
        <p:spPr>
          <a:xfrm xmlns:a="http://schemas.openxmlformats.org/drawingml/2006/main">
            <a:off x="390154" y="2150951"/>
            <a:ext cx="6099546" cy="1377418"/>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57" name="Text Placeholder 4">
            <a:extLst xmlns:a="http://schemas.openxmlformats.org/drawingml/2006/main">
              <a:ext uri="{FF2B5EF4-FFF2-40B4-BE49-F238E27FC236}">
                <a16:creationId xmlns:a16="http://schemas.microsoft.com/office/drawing/2014/main" id="{482CDF78-5160-4CE0-9AED-EF5B81E7C38F}"/>
              </a:ext>
            </a:extLst>
          </p:cNvPr>
          <p:cNvSpPr>
            <a:spLocks xmlns:a="http://schemas.openxmlformats.org/drawingml/2006/main" noGrp="1"/>
          </p:cNvSpPr>
          <p:nvPr>
            <p:ph type="body" idx="23"/>
          </p:nvPr>
        </p:nvSpPr>
        <p:spPr>
          <a:xfrm xmlns:a="http://schemas.openxmlformats.org/drawingml/2006/main">
            <a:off x="390155" y="3605328"/>
            <a:ext cx="3734170" cy="417458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27" name="Espaço Reservado para Texto 6">
            <a:extLst xmlns:a="http://schemas.openxmlformats.org/drawingml/2006/main">
              <a:ext uri="{FF2B5EF4-FFF2-40B4-BE49-F238E27FC236}">
                <a16:creationId xmlns:a16="http://schemas.microsoft.com/office/drawing/2014/main" id="{E412BFAB-6ADE-4985-9F8D-1E0D2CE27EE2}"/>
              </a:ext>
            </a:extLst>
          </p:cNvPr>
          <p:cNvSpPr>
            <a:spLocks xmlns:a="http://schemas.openxmlformats.org/drawingml/2006/main" noGrp="1"/>
          </p:cNvSpPr>
          <p:nvPr>
            <p:ph type="body" idx="26"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26" name="Date Placeholder 1">
            <a:extLst xmlns:a="http://schemas.openxmlformats.org/drawingml/2006/main">
              <a:ext uri="{FF2B5EF4-FFF2-40B4-BE49-F238E27FC236}">
                <a16:creationId xmlns:a16="http://schemas.microsoft.com/office/drawing/2014/main" id="{3B4501E0-2CFF-4239-9520-A5B3FF88FAB7}"/>
              </a:ext>
            </a:extLst>
          </p:cNvPr>
          <p:cNvSpPr>
            <a:spLocks xmlns:a="http://schemas.openxmlformats.org/drawingml/2006/main" noGrp="1"/>
          </p:cNvSpPr>
          <p:nvPr>
            <p:ph type="dt" idx="2"/>
          </p:nvPr>
        </p:nvSpPr>
        <p:spPr>
          <a:xfrm xmlns:a="http://schemas.openxmlformats.org/drawingml/2006/main">
            <a:off x="3371691" y="438763"/>
            <a:ext cx="3132139"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accent2"/>
                </a:solidFill>
                <a:latin typeface="Roboto Light"/>
                <a:ea typeface="Roboto Light"/>
                <a:cs typeface="Roboto Light"/>
              </a:defRPr>
            </a:lvl1pPr>
          </a:lstStyle>
          <a:p xmlns:a="http://schemas.openxmlformats.org/drawingml/2006/main">
            <a:fld id="{70B93077-DAAC-461F-9674-FC47DD2C4BA2}" type="datetime4">
              <a:t>August 6, 2026</a:t>
            </a:fld>
            <a:endParaRPr/>
          </a:p>
        </p:txBody>
      </p:sp>
      <p:sp>
        <p:nvSpPr>
          <p:cNvPr id="61" name="Text Placeholder 4">
            <a:extLst xmlns:a="http://schemas.openxmlformats.org/drawingml/2006/main">
              <a:ext uri="{FF2B5EF4-FFF2-40B4-BE49-F238E27FC236}">
                <a16:creationId xmlns:a16="http://schemas.microsoft.com/office/drawing/2014/main" id="{318E1824-F862-4308-8D14-9073C9CBAABB}"/>
              </a:ext>
            </a:extLst>
          </p:cNvPr>
          <p:cNvSpPr>
            <a:spLocks xmlns:a="http://schemas.openxmlformats.org/drawingml/2006/main" noGrp="1"/>
          </p:cNvSpPr>
          <p:nvPr>
            <p:ph type="body" idx="27" hasCustomPrompt="1"/>
          </p:nvPr>
        </p:nvSpPr>
        <p:spPr>
          <a:xfrm xmlns:a="http://schemas.openxmlformats.org/drawingml/2006/main">
            <a:off x="4330593" y="3610784"/>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2" name="Text Placeholder 4">
            <a:extLst xmlns:a="http://schemas.openxmlformats.org/drawingml/2006/main">
              <a:ext uri="{FF2B5EF4-FFF2-40B4-BE49-F238E27FC236}">
                <a16:creationId xmlns:a16="http://schemas.microsoft.com/office/drawing/2014/main" id="{70E85E6B-BFAA-4953-A2FD-0F731BA0D3A5}"/>
              </a:ext>
            </a:extLst>
          </p:cNvPr>
          <p:cNvSpPr>
            <a:spLocks xmlns:a="http://schemas.openxmlformats.org/drawingml/2006/main" noGrp="1"/>
          </p:cNvSpPr>
          <p:nvPr>
            <p:ph type="body" idx="28" hasCustomPrompt="1"/>
          </p:nvPr>
        </p:nvSpPr>
        <p:spPr>
          <a:xfrm xmlns:a="http://schemas.openxmlformats.org/drawingml/2006/main">
            <a:off x="4330593" y="3772581"/>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3" name="Text Placeholder 4">
            <a:extLst xmlns:a="http://schemas.openxmlformats.org/drawingml/2006/main">
              <a:ext uri="{FF2B5EF4-FFF2-40B4-BE49-F238E27FC236}">
                <a16:creationId xmlns:a16="http://schemas.microsoft.com/office/drawing/2014/main" id="{872B6150-F2F3-4EB3-81FD-E06DC0F79813}"/>
              </a:ext>
            </a:extLst>
          </p:cNvPr>
          <p:cNvSpPr>
            <a:spLocks xmlns:a="http://schemas.openxmlformats.org/drawingml/2006/main" noGrp="1"/>
          </p:cNvSpPr>
          <p:nvPr>
            <p:ph type="body" idx="29" hasCustomPrompt="1"/>
          </p:nvPr>
        </p:nvSpPr>
        <p:spPr>
          <a:xfrm xmlns:a="http://schemas.openxmlformats.org/drawingml/2006/main">
            <a:off x="4330593" y="3899453"/>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4" name="Text Placeholder 4">
            <a:extLst xmlns:a="http://schemas.openxmlformats.org/drawingml/2006/main">
              <a:ext uri="{FF2B5EF4-FFF2-40B4-BE49-F238E27FC236}">
                <a16:creationId xmlns:a16="http://schemas.microsoft.com/office/drawing/2014/main" id="{B84D6C0E-85B0-4A8A-BB12-F62449DE0DFB}"/>
              </a:ext>
            </a:extLst>
          </p:cNvPr>
          <p:cNvSpPr>
            <a:spLocks xmlns:a="http://schemas.openxmlformats.org/drawingml/2006/main" noGrp="1"/>
          </p:cNvSpPr>
          <p:nvPr>
            <p:ph type="body" idx="30" hasCustomPrompt="1"/>
          </p:nvPr>
        </p:nvSpPr>
        <p:spPr>
          <a:xfrm xmlns:a="http://schemas.openxmlformats.org/drawingml/2006/main">
            <a:off x="4330593" y="4097039"/>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5" name="Text Placeholder 4">
            <a:extLst xmlns:a="http://schemas.openxmlformats.org/drawingml/2006/main">
              <a:ext uri="{FF2B5EF4-FFF2-40B4-BE49-F238E27FC236}">
                <a16:creationId xmlns:a16="http://schemas.microsoft.com/office/drawing/2014/main" id="{16C8AB5D-9A5B-4FEA-97F4-734F90CA23F1}"/>
              </a:ext>
            </a:extLst>
          </p:cNvPr>
          <p:cNvSpPr>
            <a:spLocks xmlns:a="http://schemas.openxmlformats.org/drawingml/2006/main" noGrp="1"/>
          </p:cNvSpPr>
          <p:nvPr>
            <p:ph type="body" idx="31" hasCustomPrompt="1"/>
          </p:nvPr>
        </p:nvSpPr>
        <p:spPr>
          <a:xfrm xmlns:a="http://schemas.openxmlformats.org/drawingml/2006/main">
            <a:off x="4330593" y="4258836"/>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6" name="Text Placeholder 4">
            <a:extLst xmlns:a="http://schemas.openxmlformats.org/drawingml/2006/main">
              <a:ext uri="{FF2B5EF4-FFF2-40B4-BE49-F238E27FC236}">
                <a16:creationId xmlns:a16="http://schemas.microsoft.com/office/drawing/2014/main" id="{6CAE7113-BC72-4895-ACDF-B01232851A9D}"/>
              </a:ext>
            </a:extLst>
          </p:cNvPr>
          <p:cNvSpPr>
            <a:spLocks xmlns:a="http://schemas.openxmlformats.org/drawingml/2006/main" noGrp="1"/>
          </p:cNvSpPr>
          <p:nvPr>
            <p:ph type="body" idx="32" hasCustomPrompt="1"/>
          </p:nvPr>
        </p:nvSpPr>
        <p:spPr>
          <a:xfrm xmlns:a="http://schemas.openxmlformats.org/drawingml/2006/main">
            <a:off x="4330593" y="4385708"/>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7" name="Text Placeholder 4">
            <a:extLst xmlns:a="http://schemas.openxmlformats.org/drawingml/2006/main">
              <a:ext uri="{FF2B5EF4-FFF2-40B4-BE49-F238E27FC236}">
                <a16:creationId xmlns:a16="http://schemas.microsoft.com/office/drawing/2014/main" id="{1D859181-1847-4696-BA25-3FB32D816724}"/>
              </a:ext>
            </a:extLst>
          </p:cNvPr>
          <p:cNvSpPr>
            <a:spLocks xmlns:a="http://schemas.openxmlformats.org/drawingml/2006/main" noGrp="1"/>
          </p:cNvSpPr>
          <p:nvPr>
            <p:ph type="body" idx="33" hasCustomPrompt="1"/>
          </p:nvPr>
        </p:nvSpPr>
        <p:spPr>
          <a:xfrm xmlns:a="http://schemas.openxmlformats.org/drawingml/2006/main">
            <a:off x="4330593" y="4590609"/>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8" name="Text Placeholder 4">
            <a:extLst xmlns:a="http://schemas.openxmlformats.org/drawingml/2006/main">
              <a:ext uri="{FF2B5EF4-FFF2-40B4-BE49-F238E27FC236}">
                <a16:creationId xmlns:a16="http://schemas.microsoft.com/office/drawing/2014/main" id="{FC9ED1A2-35DE-4D1D-9CE5-8E2AD672F2D0}"/>
              </a:ext>
            </a:extLst>
          </p:cNvPr>
          <p:cNvSpPr>
            <a:spLocks xmlns:a="http://schemas.openxmlformats.org/drawingml/2006/main" noGrp="1"/>
          </p:cNvSpPr>
          <p:nvPr>
            <p:ph type="body" idx="34" hasCustomPrompt="1"/>
          </p:nvPr>
        </p:nvSpPr>
        <p:spPr>
          <a:xfrm xmlns:a="http://schemas.openxmlformats.org/drawingml/2006/main">
            <a:off x="4330593" y="4752406"/>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9" name="Text Placeholder 4">
            <a:extLst xmlns:a="http://schemas.openxmlformats.org/drawingml/2006/main">
              <a:ext uri="{FF2B5EF4-FFF2-40B4-BE49-F238E27FC236}">
                <a16:creationId xmlns:a16="http://schemas.microsoft.com/office/drawing/2014/main" id="{69327E6A-F08C-45E9-819D-C34C53A10A06}"/>
              </a:ext>
            </a:extLst>
          </p:cNvPr>
          <p:cNvSpPr>
            <a:spLocks xmlns:a="http://schemas.openxmlformats.org/drawingml/2006/main" noGrp="1"/>
          </p:cNvSpPr>
          <p:nvPr>
            <p:ph type="body" idx="35" hasCustomPrompt="1"/>
          </p:nvPr>
        </p:nvSpPr>
        <p:spPr>
          <a:xfrm xmlns:a="http://schemas.openxmlformats.org/drawingml/2006/main">
            <a:off x="4330593" y="4879278"/>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3" name="Straight Connector 2">
            <a:extLst xmlns:a="http://schemas.openxmlformats.org/drawingml/2006/main">
              <a:ext uri="{FF2B5EF4-FFF2-40B4-BE49-F238E27FC236}">
                <a16:creationId xmlns:a16="http://schemas.microsoft.com/office/drawing/2014/main" id="{76328EA4-6775-4290-8EA5-E502E46D5926}"/>
              </a:ext>
            </a:extLst>
          </p:cNvPr>
          <p:cNvSpPr>
            <a:spLocks xmlns:a="http://schemas.openxmlformats.org/drawingml/2006/main" noGrp="1"/>
          </p:cNvSpPr>
          <p:nvPr/>
        </p:nvSpPr>
        <p:spPr>
          <a:xfrm xmlns:a="http://schemas.openxmlformats.org/drawingml/2006/main">
            <a:off x="4227459" y="3605328"/>
            <a:ext cx="0" cy="4174580"/>
          </a:xfrm>
          <a:prstGeom xmlns:a="http://schemas.openxmlformats.org/drawingml/2006/main" prst="line">
            <a:avLst/>
          </a:prstGeom>
          <a:ln xmlns:a="http://schemas.openxmlformats.org/drawingml/2006/main">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8" name="Espaço Reservado para Conteúdo 14">
            <a:extLst xmlns:a="http://schemas.openxmlformats.org/drawingml/2006/main">
              <a:ext uri="{FF2B5EF4-FFF2-40B4-BE49-F238E27FC236}">
                <a16:creationId xmlns:a16="http://schemas.microsoft.com/office/drawing/2014/main" id="{8272B113-2F70-441F-8502-29E6B907995B}"/>
              </a:ext>
            </a:extLst>
          </p:cNvPr>
          <p:cNvSpPr>
            <a:spLocks xmlns:a="http://schemas.openxmlformats.org/drawingml/2006/main" noGrp="1"/>
          </p:cNvSpPr>
          <p:nvPr>
            <p:ph idx="21" hasCustomPrompt="1"/>
          </p:nvPr>
        </p:nvSpPr>
        <p:spPr>
          <a:xfrm xmlns:a="http://schemas.openxmlformats.org/drawingml/2006/main">
            <a:off x="382829" y="8150455"/>
            <a:ext cx="6106871" cy="1303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51" name="Espaço Reservado para Conteúdo 14">
            <a:extLst xmlns:a="http://schemas.openxmlformats.org/drawingml/2006/main">
              <a:ext uri="{FF2B5EF4-FFF2-40B4-BE49-F238E27FC236}">
                <a16:creationId xmlns:a16="http://schemas.microsoft.com/office/drawing/2014/main" id="{1CFB79D6-6CD7-480C-8CD0-27D7ABC00A16}"/>
              </a:ext>
            </a:extLst>
          </p:cNvPr>
          <p:cNvSpPr>
            <a:spLocks xmlns:a="http://schemas.openxmlformats.org/drawingml/2006/main" noGrp="1"/>
          </p:cNvSpPr>
          <p:nvPr>
            <p:ph idx="22" hasCustomPrompt="1"/>
          </p:nvPr>
        </p:nvSpPr>
        <p:spPr>
          <a:xfrm xmlns:a="http://schemas.openxmlformats.org/drawingml/2006/main">
            <a:off x="4330594" y="6752730"/>
            <a:ext cx="2159107" cy="1026692"/>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54" name="Espaço Reservado para Conteúdo 14">
            <a:extLst xmlns:a="http://schemas.openxmlformats.org/drawingml/2006/main">
              <a:ext uri="{FF2B5EF4-FFF2-40B4-BE49-F238E27FC236}">
                <a16:creationId xmlns:a16="http://schemas.microsoft.com/office/drawing/2014/main" id="{0EE29701-9D3A-4B5C-955F-04E8A0E77DFA}"/>
              </a:ext>
            </a:extLst>
          </p:cNvPr>
          <p:cNvSpPr>
            <a:spLocks xmlns:a="http://schemas.openxmlformats.org/drawingml/2006/main" noGrp="1"/>
          </p:cNvSpPr>
          <p:nvPr>
            <p:ph idx="37" hasCustomPrompt="1"/>
          </p:nvPr>
        </p:nvSpPr>
        <p:spPr>
          <a:xfrm xmlns:a="http://schemas.openxmlformats.org/drawingml/2006/main">
            <a:off x="382829" y="7861837"/>
            <a:ext cx="6106871"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55" name="Espaço Reservado para Conteúdo 14">
            <a:extLst xmlns:a="http://schemas.openxmlformats.org/drawingml/2006/main">
              <a:ext uri="{FF2B5EF4-FFF2-40B4-BE49-F238E27FC236}">
                <a16:creationId xmlns:a16="http://schemas.microsoft.com/office/drawing/2014/main" id="{15DB8772-274F-41BA-9159-B7489A8599A7}"/>
              </a:ext>
            </a:extLst>
          </p:cNvPr>
          <p:cNvSpPr>
            <a:spLocks xmlns:a="http://schemas.openxmlformats.org/drawingml/2006/main" noGrp="1"/>
          </p:cNvSpPr>
          <p:nvPr>
            <p:ph idx="24" hasCustomPrompt="1"/>
          </p:nvPr>
        </p:nvSpPr>
        <p:spPr>
          <a:xfrm xmlns:a="http://schemas.openxmlformats.org/drawingml/2006/main">
            <a:off x="4330594" y="6464111"/>
            <a:ext cx="2147604"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6" name="Espaço Reservado para Texto 6">
            <a:extLst xmlns:a="http://schemas.openxmlformats.org/drawingml/2006/main">
              <a:ext uri="{FF2B5EF4-FFF2-40B4-BE49-F238E27FC236}">
                <a16:creationId xmlns:a16="http://schemas.microsoft.com/office/drawing/2014/main" id="{B935674C-A1AD-4842-93A9-83EA6491755B}"/>
              </a:ext>
            </a:extLst>
          </p:cNvPr>
          <p:cNvSpPr>
            <a:spLocks xmlns:a="http://schemas.openxmlformats.org/drawingml/2006/main" noGrp="1"/>
          </p:cNvSpPr>
          <p:nvPr>
            <p:ph type="body" idx="38" hasCustomPrompt="1"/>
          </p:nvPr>
        </p:nvSpPr>
        <p:spPr>
          <a:xfrm xmlns:a="http://schemas.openxmlformats.org/drawingml/2006/main">
            <a:off x="390154" y="1664358"/>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0">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
        <p:nvSpPr>
          <p:cNvPr id="37" name="Espaço Reservado para Texto 6">
            <a:extLst xmlns:a="http://schemas.openxmlformats.org/drawingml/2006/main">
              <a:ext uri="{FF2B5EF4-FFF2-40B4-BE49-F238E27FC236}">
                <a16:creationId xmlns:a16="http://schemas.microsoft.com/office/drawing/2014/main" id="{5E39DE0F-32BC-41A9-847E-3FD62BFA409F}"/>
              </a:ext>
            </a:extLst>
          </p:cNvPr>
          <p:cNvSpPr>
            <a:spLocks xmlns:a="http://schemas.openxmlformats.org/drawingml/2006/main" noGrp="1"/>
          </p:cNvSpPr>
          <p:nvPr>
            <p:ph type="body" idx="36" hasCustomPrompt="1"/>
          </p:nvPr>
        </p:nvSpPr>
        <p:spPr>
          <a:xfrm xmlns:a="http://schemas.openxmlformats.org/drawingml/2006/main">
            <a:off x="390154" y="1406254"/>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1">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Tree>
  </p:cSld>
</p:sldLayout>
</file>

<file path=ppt/slideLayouts/slideLayout25.xml><?xml version="1.0" encoding="utf-8"?>
<p:sldLayout xmlns:p="http://schemas.openxmlformats.org/presentationml/2006/main" preserve="1" userDrawn="1">
  <p:cSld name="Capa Short Note v1">
    <p:bg>
      <p:bgPr>
        <a:solidFill xmlns:a="http://schemas.openxmlformats.org/drawingml/2006/main">
          <a:schemeClr val="bg1"/>
        </a:solidFill>
      </p:bgPr>
    </p:bg>
    <p:spTree>
      <p:nvGrpSpPr>
        <p:cNvPr id="1" name=""/>
        <p:cNvGrpSpPr/>
        <p:nvPr/>
      </p:nvGrpSpPr>
      <p:grpSpPr>
        <a:xfrm xmlns:a="http://schemas.openxmlformats.org/drawingml/2006/main"/>
      </p:grpSpPr>
      <p:pic>
        <p:nvPicPr>
          <p:cNvPr id="71" name="Picture 38"/>
          <p:cNvPicPr>
            <a:picLocks xmlns:a="http://schemas.openxmlformats.org/drawingml/2006/main" noChangeAspect="1"/>
          </p:cNvPicPr>
          <p:nvPr/>
        </p:nvPicPr>
        <p:blipFill rotWithShape="1">
          <a:blip xmlns:r="http://schemas.openxmlformats.org/officeDocument/2006/relationships" xmlns:a="http://schemas.openxmlformats.org/drawingml/2006/main" r:embed="R8f3c6372cf6e422c"/>
          <a:srcRect xmlns:a="http://schemas.openxmlformats.org/drawingml/2006/main" l="0" t="42776" r="0" b="15443"/>
          <a:stretch xmlns:a="http://schemas.openxmlformats.org/drawingml/2006/main"/>
        </p:blipFill>
        <p:spPr>
          <a:xfrm xmlns:a="http://schemas.openxmlformats.org/drawingml/2006/main">
            <a:off x="0" y="0"/>
            <a:ext cx="6858000" cy="2003469"/>
          </a:xfrm>
        </p:spPr>
      </p:pic>
      <p:sp>
        <p:nvSpPr>
          <p:cNvPr id="15" name="Espaço Reservado para Texto 6">
            <a:extLst xmlns:a="http://schemas.openxmlformats.org/drawingml/2006/main">
              <a:ext uri="{FF2B5EF4-FFF2-40B4-BE49-F238E27FC236}">
                <a16:creationId xmlns:a16="http://schemas.microsoft.com/office/drawing/2014/main" id="{89C55DDC-9BF1-4F19-9DFA-8D99FB29A854}"/>
              </a:ext>
            </a:extLst>
          </p:cNvPr>
          <p:cNvSpPr>
            <a:spLocks xmlns:a="http://schemas.openxmlformats.org/drawingml/2006/main" noGrp="1"/>
          </p:cNvSpPr>
          <p:nvPr>
            <p:ph type="body" idx="16" hasCustomPrompt="1"/>
          </p:nvPr>
        </p:nvSpPr>
        <p:spPr>
          <a:xfrm xmlns:a="http://schemas.openxmlformats.org/drawingml/2006/main">
            <a:off x="390154" y="988484"/>
            <a:ext cx="6112354" cy="346968"/>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2400" b="1" spc="0">
                <a:solidFill>
                  <a:schemeClr val="accent3"/>
                </a:solidFill>
                <a:latin typeface="Roboto"/>
                <a:ea typeface="Roboto"/>
                <a:cs typeface="Roboto"/>
              </a:defRPr>
            </a:lvl1pPr>
          </a:lstStyle>
          <a:p xmlns:a="http://schemas.openxmlformats.org/drawingml/2006/main">
            <a:pPr lvl="0">
              <a:buNone/>
            </a:pPr>
            <a:r>
              <a:t>EDITAR</a:t>
            </a:r>
          </a:p>
        </p:txBody>
      </p:sp>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41" name="Freeform: Shape 40">
            <a:extLst xmlns:a="http://schemas.openxmlformats.org/drawingml/2006/main">
              <a:ext uri="{FF2B5EF4-FFF2-40B4-BE49-F238E27FC236}">
                <a16:creationId xmlns:a16="http://schemas.microsoft.com/office/drawing/2014/main" id="{9CAD89BC-209F-4A84-B643-8391FE84FD63}"/>
              </a:ext>
            </a:extLst>
          </p:cNvPr>
          <p:cNvSpPr>
            <a:spLocks xmlns:a="http://schemas.openxmlformats.org/drawingml/2006/main" noGrp="1"/>
          </p:cNvSpPr>
          <p:nvPr/>
        </p:nvSpPr>
        <p:spPr>
          <a:xfrm xmlns:a="http://schemas.openxmlformats.org/drawingml/2006/main" rot="0" flipH="0" flipV="0">
            <a:off x="390154" y="406178"/>
            <a:ext cx="379041" cy="341910"/>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3" name="Freeform: Shape 42">
            <a:extLst xmlns:a="http://schemas.openxmlformats.org/drawingml/2006/main">
              <a:ext uri="{FF2B5EF4-FFF2-40B4-BE49-F238E27FC236}">
                <a16:creationId xmlns:a16="http://schemas.microsoft.com/office/drawing/2014/main" id="{93C151B8-67D0-4C62-A1CD-C3E1CFD9F305}"/>
              </a:ext>
            </a:extLst>
          </p:cNvPr>
          <p:cNvSpPr>
            <a:spLocks xmlns:a="http://schemas.openxmlformats.org/drawingml/2006/main" noGrp="1"/>
          </p:cNvSpPr>
          <p:nvPr/>
        </p:nvSpPr>
        <p:spPr>
          <a:xfrm xmlns:a="http://schemas.openxmlformats.org/drawingml/2006/main" rot="0" flipH="0" flipV="0">
            <a:off x="840444" y="603165"/>
            <a:ext cx="53804" cy="102915"/>
          </a:xfrm>
          <a:custGeom xmlns:a="http://schemas.openxmlformats.org/drawingml/2006/main">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4" name="Freeform: Shape 43">
            <a:extLst xmlns:a="http://schemas.openxmlformats.org/drawingml/2006/main">
              <a:ext uri="{FF2B5EF4-FFF2-40B4-BE49-F238E27FC236}">
                <a16:creationId xmlns:a16="http://schemas.microsoft.com/office/drawing/2014/main" id="{2D2D96A5-B60E-4CC9-9982-03590D4573EC}"/>
              </a:ext>
            </a:extLst>
          </p:cNvPr>
          <p:cNvSpPr>
            <a:spLocks xmlns:a="http://schemas.openxmlformats.org/drawingml/2006/main" noGrp="1"/>
          </p:cNvSpPr>
          <p:nvPr/>
        </p:nvSpPr>
        <p:spPr>
          <a:xfrm xmlns:a="http://schemas.openxmlformats.org/drawingml/2006/main" rot="0" flipH="0" flipV="0">
            <a:off x="905396" y="602357"/>
            <a:ext cx="99669" cy="105549"/>
          </a:xfrm>
          <a:custGeom xmlns:a="http://schemas.openxmlformats.org/drawingml/2006/main">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5" name="Freeform: Shape 44">
            <a:extLst xmlns:a="http://schemas.openxmlformats.org/drawingml/2006/main">
              <a:ext uri="{FF2B5EF4-FFF2-40B4-BE49-F238E27FC236}">
                <a16:creationId xmlns:a16="http://schemas.microsoft.com/office/drawing/2014/main" id="{4CD03F36-CFD5-42F6-B8F2-CAE7CBCF7AB9}"/>
              </a:ext>
            </a:extLst>
          </p:cNvPr>
          <p:cNvSpPr>
            <a:spLocks xmlns:a="http://schemas.openxmlformats.org/drawingml/2006/main" noGrp="1"/>
          </p:cNvSpPr>
          <p:nvPr/>
        </p:nvSpPr>
        <p:spPr>
          <a:xfrm xmlns:a="http://schemas.openxmlformats.org/drawingml/2006/main" rot="0" flipH="0" flipV="0">
            <a:off x="1021910" y="602345"/>
            <a:ext cx="82004" cy="105552"/>
          </a:xfrm>
          <a:custGeom xmlns:a="http://schemas.openxmlformats.org/drawingml/2006/main">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6" name="Freeform: Shape 45">
            <a:extLst xmlns:a="http://schemas.openxmlformats.org/drawingml/2006/main">
              <a:ext uri="{FF2B5EF4-FFF2-40B4-BE49-F238E27FC236}">
                <a16:creationId xmlns:a16="http://schemas.microsoft.com/office/drawing/2014/main" id="{BB8ED37E-DDC1-44DA-BF04-893FB6EADB01}"/>
              </a:ext>
            </a:extLst>
          </p:cNvPr>
          <p:cNvSpPr>
            <a:spLocks xmlns:a="http://schemas.openxmlformats.org/drawingml/2006/main" noGrp="1"/>
          </p:cNvSpPr>
          <p:nvPr/>
        </p:nvSpPr>
        <p:spPr>
          <a:xfrm xmlns:a="http://schemas.openxmlformats.org/drawingml/2006/main" rot="0" flipH="0" flipV="0">
            <a:off x="1121359" y="602357"/>
            <a:ext cx="99669" cy="105549"/>
          </a:xfrm>
          <a:custGeom xmlns:a="http://schemas.openxmlformats.org/drawingml/2006/main">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7" name="Freeform: Shape 46">
            <a:extLst xmlns:a="http://schemas.openxmlformats.org/drawingml/2006/main">
              <a:ext uri="{FF2B5EF4-FFF2-40B4-BE49-F238E27FC236}">
                <a16:creationId xmlns:a16="http://schemas.microsoft.com/office/drawing/2014/main" id="{724B11E2-4EE2-41C4-9CB0-BFA8238F41E1}"/>
              </a:ext>
            </a:extLst>
          </p:cNvPr>
          <p:cNvSpPr>
            <a:spLocks xmlns:a="http://schemas.openxmlformats.org/drawingml/2006/main" noGrp="1"/>
          </p:cNvSpPr>
          <p:nvPr/>
        </p:nvSpPr>
        <p:spPr>
          <a:xfrm xmlns:a="http://schemas.openxmlformats.org/drawingml/2006/main" rot="0" flipH="0" flipV="0">
            <a:off x="1240311" y="602345"/>
            <a:ext cx="84625" cy="105549"/>
          </a:xfrm>
          <a:custGeom xmlns:a="http://schemas.openxmlformats.org/drawingml/2006/main">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8" name="Freeform: Shape 47">
            <a:extLst xmlns:a="http://schemas.openxmlformats.org/drawingml/2006/main">
              <a:ext uri="{FF2B5EF4-FFF2-40B4-BE49-F238E27FC236}">
                <a16:creationId xmlns:a16="http://schemas.microsoft.com/office/drawing/2014/main" id="{D6B95911-5559-432C-84D5-0FA4C442F497}"/>
              </a:ext>
            </a:extLst>
          </p:cNvPr>
          <p:cNvSpPr>
            <a:spLocks xmlns:a="http://schemas.openxmlformats.org/drawingml/2006/main" noGrp="1"/>
          </p:cNvSpPr>
          <p:nvPr/>
        </p:nvSpPr>
        <p:spPr>
          <a:xfrm xmlns:a="http://schemas.openxmlformats.org/drawingml/2006/main" rot="0" flipH="0" flipV="0">
            <a:off x="1354583" y="603165"/>
            <a:ext cx="53803" cy="102915"/>
          </a:xfrm>
          <a:custGeom xmlns:a="http://schemas.openxmlformats.org/drawingml/2006/main">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9" name="Freeform: Shape 48">
            <a:extLst xmlns:a="http://schemas.openxmlformats.org/drawingml/2006/main">
              <a:ext uri="{FF2B5EF4-FFF2-40B4-BE49-F238E27FC236}">
                <a16:creationId xmlns:a16="http://schemas.microsoft.com/office/drawing/2014/main" id="{7DADFDA8-A4C9-4A90-BEAE-B1639DAC11D9}"/>
              </a:ext>
            </a:extLst>
          </p:cNvPr>
          <p:cNvSpPr>
            <a:spLocks xmlns:a="http://schemas.openxmlformats.org/drawingml/2006/main" noGrp="1"/>
          </p:cNvSpPr>
          <p:nvPr/>
        </p:nvSpPr>
        <p:spPr>
          <a:xfrm xmlns:a="http://schemas.openxmlformats.org/drawingml/2006/main" rot="0" flipH="0" flipV="0">
            <a:off x="1419535" y="602357"/>
            <a:ext cx="101090" cy="105549"/>
          </a:xfrm>
          <a:custGeom xmlns:a="http://schemas.openxmlformats.org/drawingml/2006/main">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0" name="Freeform: Shape 49">
            <a:extLst xmlns:a="http://schemas.openxmlformats.org/drawingml/2006/main">
              <a:ext uri="{FF2B5EF4-FFF2-40B4-BE49-F238E27FC236}">
                <a16:creationId xmlns:a16="http://schemas.microsoft.com/office/drawing/2014/main" id="{7A52CEE5-D539-4F76-92DD-650239B04672}"/>
              </a:ext>
            </a:extLst>
          </p:cNvPr>
          <p:cNvSpPr>
            <a:spLocks xmlns:a="http://schemas.openxmlformats.org/drawingml/2006/main" noGrp="1"/>
          </p:cNvSpPr>
          <p:nvPr/>
        </p:nvSpPr>
        <p:spPr>
          <a:xfrm xmlns:a="http://schemas.openxmlformats.org/drawingml/2006/main" rot="0" flipH="0" flipV="0">
            <a:off x="1543142" y="563780"/>
            <a:ext cx="87296" cy="142092"/>
          </a:xfrm>
          <a:custGeom xmlns:a="http://schemas.openxmlformats.org/drawingml/2006/main">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2" name="Espaço Reservado para Texto 6">
            <a:extLst xmlns:a="http://schemas.openxmlformats.org/drawingml/2006/main">
              <a:ext uri="{FF2B5EF4-FFF2-40B4-BE49-F238E27FC236}">
                <a16:creationId xmlns:a16="http://schemas.microsoft.com/office/drawing/2014/main" id="{B4234437-C19A-4839-88DC-46D48AF5A2C4}"/>
              </a:ext>
            </a:extLst>
          </p:cNvPr>
          <p:cNvSpPr>
            <a:spLocks xmlns:a="http://schemas.openxmlformats.org/drawingml/2006/main" noGrp="1"/>
          </p:cNvSpPr>
          <p:nvPr>
            <p:ph type="body" idx="19" hasCustomPrompt="1"/>
          </p:nvPr>
        </p:nvSpPr>
        <p:spPr>
          <a:xfrm xmlns:a="http://schemas.openxmlformats.org/drawingml/2006/main">
            <a:off x="3371691" y="608130"/>
            <a:ext cx="3132139" cy="142093"/>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lgn="r">
              <a:buNone/>
              <a:defRPr sz="1200" b="0">
                <a:solidFill>
                  <a:schemeClr val="bg1"/>
                </a:solidFill>
                <a:latin typeface="Roboto Light"/>
                <a:ea typeface="Roboto Light"/>
                <a:cs typeface="Roboto Light"/>
              </a:defRPr>
            </a:lvl1pPr>
          </a:lstStyle>
          <a:p xmlns:a="http://schemas.openxmlformats.org/drawingml/2006/main">
            <a:pPr lvl="0">
              <a:buNone/>
            </a:pPr>
            <a:r>
              <a:t>Sector / </a:t>
            </a:r>
            <a:r>
              <a:t>Segment</a:t>
            </a:r>
            <a:endParaRPr/>
          </a:p>
        </p:txBody>
      </p:sp>
      <p:sp>
        <p:nvSpPr>
          <p:cNvPr id="53" name="Text Placeholder 4">
            <a:extLst xmlns:a="http://schemas.openxmlformats.org/drawingml/2006/main">
              <a:ext uri="{FF2B5EF4-FFF2-40B4-BE49-F238E27FC236}">
                <a16:creationId xmlns:a16="http://schemas.microsoft.com/office/drawing/2014/main" id="{03A51246-6836-408F-ABF0-EEEEE8E00F14}"/>
              </a:ext>
            </a:extLst>
          </p:cNvPr>
          <p:cNvSpPr>
            <a:spLocks xmlns:a="http://schemas.openxmlformats.org/drawingml/2006/main" noGrp="1"/>
          </p:cNvSpPr>
          <p:nvPr>
            <p:ph type="body" idx="20"/>
          </p:nvPr>
        </p:nvSpPr>
        <p:spPr>
          <a:xfrm xmlns:a="http://schemas.openxmlformats.org/drawingml/2006/main">
            <a:off x="390154" y="2150951"/>
            <a:ext cx="6099546" cy="1377418"/>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57" name="Text Placeholder 4">
            <a:extLst xmlns:a="http://schemas.openxmlformats.org/drawingml/2006/main">
              <a:ext uri="{FF2B5EF4-FFF2-40B4-BE49-F238E27FC236}">
                <a16:creationId xmlns:a16="http://schemas.microsoft.com/office/drawing/2014/main" id="{482CDF78-5160-4CE0-9AED-EF5B81E7C38F}"/>
              </a:ext>
            </a:extLst>
          </p:cNvPr>
          <p:cNvSpPr>
            <a:spLocks xmlns:a="http://schemas.openxmlformats.org/drawingml/2006/main" noGrp="1"/>
          </p:cNvSpPr>
          <p:nvPr>
            <p:ph type="body" idx="23"/>
          </p:nvPr>
        </p:nvSpPr>
        <p:spPr>
          <a:xfrm xmlns:a="http://schemas.openxmlformats.org/drawingml/2006/main">
            <a:off x="390155" y="3605328"/>
            <a:ext cx="3734170" cy="417458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27" name="Espaço Reservado para Texto 6">
            <a:extLst xmlns:a="http://schemas.openxmlformats.org/drawingml/2006/main">
              <a:ext uri="{FF2B5EF4-FFF2-40B4-BE49-F238E27FC236}">
                <a16:creationId xmlns:a16="http://schemas.microsoft.com/office/drawing/2014/main" id="{E412BFAB-6ADE-4985-9F8D-1E0D2CE27EE2}"/>
              </a:ext>
            </a:extLst>
          </p:cNvPr>
          <p:cNvSpPr>
            <a:spLocks xmlns:a="http://schemas.openxmlformats.org/drawingml/2006/main" noGrp="1"/>
          </p:cNvSpPr>
          <p:nvPr>
            <p:ph type="body" idx="26"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p>
        </p:txBody>
      </p:sp>
      <p:sp>
        <p:nvSpPr>
          <p:cNvPr id="26" name="Date Placeholder 1">
            <a:extLst xmlns:a="http://schemas.openxmlformats.org/drawingml/2006/main">
              <a:ext uri="{FF2B5EF4-FFF2-40B4-BE49-F238E27FC236}">
                <a16:creationId xmlns:a16="http://schemas.microsoft.com/office/drawing/2014/main" id="{3B4501E0-2CFF-4239-9520-A5B3FF88FAB7}"/>
              </a:ext>
            </a:extLst>
          </p:cNvPr>
          <p:cNvSpPr>
            <a:spLocks xmlns:a="http://schemas.openxmlformats.org/drawingml/2006/main" noGrp="1"/>
          </p:cNvSpPr>
          <p:nvPr>
            <p:ph type="dt" idx="2"/>
          </p:nvPr>
        </p:nvSpPr>
        <p:spPr>
          <a:xfrm xmlns:a="http://schemas.openxmlformats.org/drawingml/2006/main">
            <a:off x="3371691" y="438763"/>
            <a:ext cx="3132139"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accent2"/>
                </a:solidFill>
                <a:latin typeface="Roboto Light"/>
                <a:ea typeface="Roboto Light"/>
                <a:cs typeface="Roboto Light"/>
              </a:defRPr>
            </a:lvl1pPr>
          </a:lstStyle>
          <a:p xmlns:a="http://schemas.openxmlformats.org/drawingml/2006/main">
            <a:fld id="{70B93077-DAAC-461F-9674-FC47DD2C4BA2}" type="datetime4">
              <a:t>August 6, 2026</a:t>
            </a:fld>
            <a:endParaRPr/>
          </a:p>
        </p:txBody>
      </p:sp>
      <p:sp>
        <p:nvSpPr>
          <p:cNvPr id="61" name="Text Placeholder 4">
            <a:extLst xmlns:a="http://schemas.openxmlformats.org/drawingml/2006/main">
              <a:ext uri="{FF2B5EF4-FFF2-40B4-BE49-F238E27FC236}">
                <a16:creationId xmlns:a16="http://schemas.microsoft.com/office/drawing/2014/main" id="{318E1824-F862-4308-8D14-9073C9CBAABB}"/>
              </a:ext>
            </a:extLst>
          </p:cNvPr>
          <p:cNvSpPr>
            <a:spLocks xmlns:a="http://schemas.openxmlformats.org/drawingml/2006/main" noGrp="1"/>
          </p:cNvSpPr>
          <p:nvPr>
            <p:ph type="body" idx="27" hasCustomPrompt="1"/>
          </p:nvPr>
        </p:nvSpPr>
        <p:spPr>
          <a:xfrm xmlns:a="http://schemas.openxmlformats.org/drawingml/2006/main">
            <a:off x="4330593" y="3610784"/>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2" name="Text Placeholder 4">
            <a:extLst xmlns:a="http://schemas.openxmlformats.org/drawingml/2006/main">
              <a:ext uri="{FF2B5EF4-FFF2-40B4-BE49-F238E27FC236}">
                <a16:creationId xmlns:a16="http://schemas.microsoft.com/office/drawing/2014/main" id="{70E85E6B-BFAA-4953-A2FD-0F731BA0D3A5}"/>
              </a:ext>
            </a:extLst>
          </p:cNvPr>
          <p:cNvSpPr>
            <a:spLocks xmlns:a="http://schemas.openxmlformats.org/drawingml/2006/main" noGrp="1"/>
          </p:cNvSpPr>
          <p:nvPr>
            <p:ph type="body" idx="28" hasCustomPrompt="1"/>
          </p:nvPr>
        </p:nvSpPr>
        <p:spPr>
          <a:xfrm xmlns:a="http://schemas.openxmlformats.org/drawingml/2006/main">
            <a:off x="4330593" y="3772581"/>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3" name="Text Placeholder 4">
            <a:extLst xmlns:a="http://schemas.openxmlformats.org/drawingml/2006/main">
              <a:ext uri="{FF2B5EF4-FFF2-40B4-BE49-F238E27FC236}">
                <a16:creationId xmlns:a16="http://schemas.microsoft.com/office/drawing/2014/main" id="{872B6150-F2F3-4EB3-81FD-E06DC0F79813}"/>
              </a:ext>
            </a:extLst>
          </p:cNvPr>
          <p:cNvSpPr>
            <a:spLocks xmlns:a="http://schemas.openxmlformats.org/drawingml/2006/main" noGrp="1"/>
          </p:cNvSpPr>
          <p:nvPr>
            <p:ph type="body" idx="29" hasCustomPrompt="1"/>
          </p:nvPr>
        </p:nvSpPr>
        <p:spPr>
          <a:xfrm xmlns:a="http://schemas.openxmlformats.org/drawingml/2006/main">
            <a:off x="4330593" y="3899453"/>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4" name="Text Placeholder 4">
            <a:extLst xmlns:a="http://schemas.openxmlformats.org/drawingml/2006/main">
              <a:ext uri="{FF2B5EF4-FFF2-40B4-BE49-F238E27FC236}">
                <a16:creationId xmlns:a16="http://schemas.microsoft.com/office/drawing/2014/main" id="{B84D6C0E-85B0-4A8A-BB12-F62449DE0DFB}"/>
              </a:ext>
            </a:extLst>
          </p:cNvPr>
          <p:cNvSpPr>
            <a:spLocks xmlns:a="http://schemas.openxmlformats.org/drawingml/2006/main" noGrp="1"/>
          </p:cNvSpPr>
          <p:nvPr>
            <p:ph type="body" idx="30" hasCustomPrompt="1"/>
          </p:nvPr>
        </p:nvSpPr>
        <p:spPr>
          <a:xfrm xmlns:a="http://schemas.openxmlformats.org/drawingml/2006/main">
            <a:off x="4330593" y="4097039"/>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5" name="Text Placeholder 4">
            <a:extLst xmlns:a="http://schemas.openxmlformats.org/drawingml/2006/main">
              <a:ext uri="{FF2B5EF4-FFF2-40B4-BE49-F238E27FC236}">
                <a16:creationId xmlns:a16="http://schemas.microsoft.com/office/drawing/2014/main" id="{16C8AB5D-9A5B-4FEA-97F4-734F90CA23F1}"/>
              </a:ext>
            </a:extLst>
          </p:cNvPr>
          <p:cNvSpPr>
            <a:spLocks xmlns:a="http://schemas.openxmlformats.org/drawingml/2006/main" noGrp="1"/>
          </p:cNvSpPr>
          <p:nvPr>
            <p:ph type="body" idx="31" hasCustomPrompt="1"/>
          </p:nvPr>
        </p:nvSpPr>
        <p:spPr>
          <a:xfrm xmlns:a="http://schemas.openxmlformats.org/drawingml/2006/main">
            <a:off x="4330593" y="4258836"/>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6" name="Text Placeholder 4">
            <a:extLst xmlns:a="http://schemas.openxmlformats.org/drawingml/2006/main">
              <a:ext uri="{FF2B5EF4-FFF2-40B4-BE49-F238E27FC236}">
                <a16:creationId xmlns:a16="http://schemas.microsoft.com/office/drawing/2014/main" id="{6CAE7113-BC72-4895-ACDF-B01232851A9D}"/>
              </a:ext>
            </a:extLst>
          </p:cNvPr>
          <p:cNvSpPr>
            <a:spLocks xmlns:a="http://schemas.openxmlformats.org/drawingml/2006/main" noGrp="1"/>
          </p:cNvSpPr>
          <p:nvPr>
            <p:ph type="body" idx="32" hasCustomPrompt="1"/>
          </p:nvPr>
        </p:nvSpPr>
        <p:spPr>
          <a:xfrm xmlns:a="http://schemas.openxmlformats.org/drawingml/2006/main">
            <a:off x="4330593" y="4385708"/>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7" name="Text Placeholder 4">
            <a:extLst xmlns:a="http://schemas.openxmlformats.org/drawingml/2006/main">
              <a:ext uri="{FF2B5EF4-FFF2-40B4-BE49-F238E27FC236}">
                <a16:creationId xmlns:a16="http://schemas.microsoft.com/office/drawing/2014/main" id="{1D859181-1847-4696-BA25-3FB32D816724}"/>
              </a:ext>
            </a:extLst>
          </p:cNvPr>
          <p:cNvSpPr>
            <a:spLocks xmlns:a="http://schemas.openxmlformats.org/drawingml/2006/main" noGrp="1"/>
          </p:cNvSpPr>
          <p:nvPr>
            <p:ph type="body" idx="33" hasCustomPrompt="1"/>
          </p:nvPr>
        </p:nvSpPr>
        <p:spPr>
          <a:xfrm xmlns:a="http://schemas.openxmlformats.org/drawingml/2006/main">
            <a:off x="4330593" y="4590609"/>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8" name="Text Placeholder 4">
            <a:extLst xmlns:a="http://schemas.openxmlformats.org/drawingml/2006/main">
              <a:ext uri="{FF2B5EF4-FFF2-40B4-BE49-F238E27FC236}">
                <a16:creationId xmlns:a16="http://schemas.microsoft.com/office/drawing/2014/main" id="{FC9ED1A2-35DE-4D1D-9CE5-8E2AD672F2D0}"/>
              </a:ext>
            </a:extLst>
          </p:cNvPr>
          <p:cNvSpPr>
            <a:spLocks xmlns:a="http://schemas.openxmlformats.org/drawingml/2006/main" noGrp="1"/>
          </p:cNvSpPr>
          <p:nvPr>
            <p:ph type="body" idx="34" hasCustomPrompt="1"/>
          </p:nvPr>
        </p:nvSpPr>
        <p:spPr>
          <a:xfrm xmlns:a="http://schemas.openxmlformats.org/drawingml/2006/main">
            <a:off x="4330593" y="4752406"/>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9" name="Text Placeholder 4">
            <a:extLst xmlns:a="http://schemas.openxmlformats.org/drawingml/2006/main">
              <a:ext uri="{FF2B5EF4-FFF2-40B4-BE49-F238E27FC236}">
                <a16:creationId xmlns:a16="http://schemas.microsoft.com/office/drawing/2014/main" id="{69327E6A-F08C-45E9-819D-C34C53A10A06}"/>
              </a:ext>
            </a:extLst>
          </p:cNvPr>
          <p:cNvSpPr>
            <a:spLocks xmlns:a="http://schemas.openxmlformats.org/drawingml/2006/main" noGrp="1"/>
          </p:cNvSpPr>
          <p:nvPr>
            <p:ph type="body" idx="35" hasCustomPrompt="1"/>
          </p:nvPr>
        </p:nvSpPr>
        <p:spPr>
          <a:xfrm xmlns:a="http://schemas.openxmlformats.org/drawingml/2006/main">
            <a:off x="4330593" y="4879278"/>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3" name="Straight Connector 2">
            <a:extLst xmlns:a="http://schemas.openxmlformats.org/drawingml/2006/main">
              <a:ext uri="{FF2B5EF4-FFF2-40B4-BE49-F238E27FC236}">
                <a16:creationId xmlns:a16="http://schemas.microsoft.com/office/drawing/2014/main" id="{8322A33D-80D6-4F35-8727-6E69DB2A8CE8}"/>
              </a:ext>
            </a:extLst>
          </p:cNvPr>
          <p:cNvSpPr>
            <a:spLocks xmlns:a="http://schemas.openxmlformats.org/drawingml/2006/main" noGrp="1"/>
          </p:cNvSpPr>
          <p:nvPr/>
        </p:nvSpPr>
        <p:spPr>
          <a:xfrm xmlns:a="http://schemas.openxmlformats.org/drawingml/2006/main">
            <a:off x="4227459" y="3605328"/>
            <a:ext cx="0" cy="4174580"/>
          </a:xfrm>
          <a:prstGeom xmlns:a="http://schemas.openxmlformats.org/drawingml/2006/main" prst="line">
            <a:avLst/>
          </a:prstGeom>
          <a:ln xmlns:a="http://schemas.openxmlformats.org/drawingml/2006/main">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1" name="Espaço Reservado para Conteúdo 14">
            <a:extLst xmlns:a="http://schemas.openxmlformats.org/drawingml/2006/main">
              <a:ext uri="{FF2B5EF4-FFF2-40B4-BE49-F238E27FC236}">
                <a16:creationId xmlns:a16="http://schemas.microsoft.com/office/drawing/2014/main" id="{1CFB79D6-6CD7-480C-8CD0-27D7ABC00A16}"/>
              </a:ext>
            </a:extLst>
          </p:cNvPr>
          <p:cNvSpPr>
            <a:spLocks xmlns:a="http://schemas.openxmlformats.org/drawingml/2006/main" noGrp="1"/>
          </p:cNvSpPr>
          <p:nvPr>
            <p:ph idx="22" hasCustomPrompt="1"/>
          </p:nvPr>
        </p:nvSpPr>
        <p:spPr>
          <a:xfrm xmlns:a="http://schemas.openxmlformats.org/drawingml/2006/main">
            <a:off x="4330594" y="6752730"/>
            <a:ext cx="2159107" cy="1026692"/>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55" name="Espaço Reservado para Conteúdo 14">
            <a:extLst xmlns:a="http://schemas.openxmlformats.org/drawingml/2006/main">
              <a:ext uri="{FF2B5EF4-FFF2-40B4-BE49-F238E27FC236}">
                <a16:creationId xmlns:a16="http://schemas.microsoft.com/office/drawing/2014/main" id="{15DB8772-274F-41BA-9159-B7489A8599A7}"/>
              </a:ext>
            </a:extLst>
          </p:cNvPr>
          <p:cNvSpPr>
            <a:spLocks xmlns:a="http://schemas.openxmlformats.org/drawingml/2006/main" noGrp="1"/>
          </p:cNvSpPr>
          <p:nvPr>
            <p:ph idx="24" hasCustomPrompt="1"/>
          </p:nvPr>
        </p:nvSpPr>
        <p:spPr>
          <a:xfrm xmlns:a="http://schemas.openxmlformats.org/drawingml/2006/main">
            <a:off x="4330594" y="6464111"/>
            <a:ext cx="2147604"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6" name="Espaço Reservado para Conteúdo 14">
            <a:extLst xmlns:a="http://schemas.openxmlformats.org/drawingml/2006/main">
              <a:ext uri="{FF2B5EF4-FFF2-40B4-BE49-F238E27FC236}">
                <a16:creationId xmlns:a16="http://schemas.microsoft.com/office/drawing/2014/main" id="{91EAA875-CDD1-40CF-93C6-C46C988D6819}"/>
              </a:ext>
            </a:extLst>
          </p:cNvPr>
          <p:cNvSpPr>
            <a:spLocks xmlns:a="http://schemas.openxmlformats.org/drawingml/2006/main" noGrp="1"/>
          </p:cNvSpPr>
          <p:nvPr>
            <p:ph idx="21" hasCustomPrompt="1"/>
          </p:nvPr>
        </p:nvSpPr>
        <p:spPr>
          <a:xfrm xmlns:a="http://schemas.openxmlformats.org/drawingml/2006/main">
            <a:off x="382829" y="8150455"/>
            <a:ext cx="2938221" cy="1303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7" name="Espaço Reservado para Conteúdo 14">
            <a:extLst xmlns:a="http://schemas.openxmlformats.org/drawingml/2006/main">
              <a:ext uri="{FF2B5EF4-FFF2-40B4-BE49-F238E27FC236}">
                <a16:creationId xmlns:a16="http://schemas.microsoft.com/office/drawing/2014/main" id="{5F8828C5-9B1E-49A4-9578-F6E2F3FA1C7A}"/>
              </a:ext>
            </a:extLst>
          </p:cNvPr>
          <p:cNvSpPr>
            <a:spLocks xmlns:a="http://schemas.openxmlformats.org/drawingml/2006/main" noGrp="1"/>
          </p:cNvSpPr>
          <p:nvPr>
            <p:ph idx="36" hasCustomPrompt="1"/>
          </p:nvPr>
        </p:nvSpPr>
        <p:spPr>
          <a:xfrm xmlns:a="http://schemas.openxmlformats.org/drawingml/2006/main">
            <a:off x="3536951" y="8150455"/>
            <a:ext cx="2965558" cy="1303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56" name="Espaço Reservado para Conteúdo 14">
            <a:extLst xmlns:a="http://schemas.openxmlformats.org/drawingml/2006/main">
              <a:ext uri="{FF2B5EF4-FFF2-40B4-BE49-F238E27FC236}">
                <a16:creationId xmlns:a16="http://schemas.microsoft.com/office/drawing/2014/main" id="{C8043A8B-C6A0-451F-BCE0-CF376EA84CE7}"/>
              </a:ext>
            </a:extLst>
          </p:cNvPr>
          <p:cNvSpPr>
            <a:spLocks xmlns:a="http://schemas.openxmlformats.org/drawingml/2006/main" noGrp="1"/>
          </p:cNvSpPr>
          <p:nvPr>
            <p:ph idx="37" hasCustomPrompt="1"/>
          </p:nvPr>
        </p:nvSpPr>
        <p:spPr>
          <a:xfrm xmlns:a="http://schemas.openxmlformats.org/drawingml/2006/main">
            <a:off x="382829" y="7861837"/>
            <a:ext cx="2938221"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58" name="Espaço Reservado para Conteúdo 14">
            <a:extLst xmlns:a="http://schemas.openxmlformats.org/drawingml/2006/main">
              <a:ext uri="{FF2B5EF4-FFF2-40B4-BE49-F238E27FC236}">
                <a16:creationId xmlns:a16="http://schemas.microsoft.com/office/drawing/2014/main" id="{313F160D-109A-48C3-A366-CA46AF2EF492}"/>
              </a:ext>
            </a:extLst>
          </p:cNvPr>
          <p:cNvSpPr>
            <a:spLocks xmlns:a="http://schemas.openxmlformats.org/drawingml/2006/main" noGrp="1"/>
          </p:cNvSpPr>
          <p:nvPr>
            <p:ph idx="25" hasCustomPrompt="1"/>
          </p:nvPr>
        </p:nvSpPr>
        <p:spPr>
          <a:xfrm xmlns:a="http://schemas.openxmlformats.org/drawingml/2006/main">
            <a:off x="3552750" y="7861837"/>
            <a:ext cx="2949758"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8" name="Espaço Reservado para Texto 6">
            <a:extLst xmlns:a="http://schemas.openxmlformats.org/drawingml/2006/main">
              <a:ext uri="{FF2B5EF4-FFF2-40B4-BE49-F238E27FC236}">
                <a16:creationId xmlns:a16="http://schemas.microsoft.com/office/drawing/2014/main" id="{46934314-6D62-4693-8E75-BA871E290EE7}"/>
              </a:ext>
            </a:extLst>
          </p:cNvPr>
          <p:cNvSpPr>
            <a:spLocks xmlns:a="http://schemas.openxmlformats.org/drawingml/2006/main" noGrp="1"/>
          </p:cNvSpPr>
          <p:nvPr>
            <p:ph type="body" idx="38" hasCustomPrompt="1"/>
          </p:nvPr>
        </p:nvSpPr>
        <p:spPr>
          <a:xfrm xmlns:a="http://schemas.openxmlformats.org/drawingml/2006/main">
            <a:off x="390154" y="1664358"/>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0">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
        <p:nvSpPr>
          <p:cNvPr id="54" name="Espaço Reservado para Texto 6">
            <a:extLst xmlns:a="http://schemas.openxmlformats.org/drawingml/2006/main">
              <a:ext uri="{FF2B5EF4-FFF2-40B4-BE49-F238E27FC236}">
                <a16:creationId xmlns:a16="http://schemas.microsoft.com/office/drawing/2014/main" id="{84AAEFD1-E87A-45B0-AAA9-B3FEC57B9D27}"/>
              </a:ext>
            </a:extLst>
          </p:cNvPr>
          <p:cNvSpPr>
            <a:spLocks xmlns:a="http://schemas.openxmlformats.org/drawingml/2006/main" noGrp="1"/>
          </p:cNvSpPr>
          <p:nvPr>
            <p:ph type="body" idx="39" hasCustomPrompt="1"/>
          </p:nvPr>
        </p:nvSpPr>
        <p:spPr>
          <a:xfrm xmlns:a="http://schemas.openxmlformats.org/drawingml/2006/main">
            <a:off x="390154" y="1406254"/>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1">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Tree>
  </p:cSld>
</p:sldLayout>
</file>

<file path=ppt/slideLayouts/slideLayout26.xml><?xml version="1.0" encoding="utf-8"?>
<p:sldLayout xmlns:p="http://schemas.openxmlformats.org/presentationml/2006/main" preserve="1" userDrawn="1">
  <p:cSld name="Capa Short Note v2">
    <p:bg>
      <p:bgPr>
        <a:solidFill xmlns:a="http://schemas.openxmlformats.org/drawingml/2006/main">
          <a:schemeClr val="bg1"/>
        </a:solidFill>
      </p:bgPr>
    </p:bg>
    <p:spTree>
      <p:nvGrpSpPr>
        <p:cNvPr id="1" name=""/>
        <p:cNvGrpSpPr/>
        <p:nvPr/>
      </p:nvGrpSpPr>
      <p:grpSpPr>
        <a:xfrm xmlns:a="http://schemas.openxmlformats.org/drawingml/2006/main"/>
      </p:grpSpPr>
      <p:pic>
        <p:nvPicPr>
          <p:cNvPr id="71" name="Picture 38"/>
          <p:cNvPicPr>
            <a:picLocks xmlns:a="http://schemas.openxmlformats.org/drawingml/2006/main" noChangeAspect="1"/>
          </p:cNvPicPr>
          <p:nvPr/>
        </p:nvPicPr>
        <p:blipFill rotWithShape="1">
          <a:blip xmlns:r="http://schemas.openxmlformats.org/officeDocument/2006/relationships" xmlns:a="http://schemas.openxmlformats.org/drawingml/2006/main" r:embed="R3ba0e7fe05824d61"/>
          <a:srcRect xmlns:a="http://schemas.openxmlformats.org/drawingml/2006/main" l="0" t="42776" r="0" b="15443"/>
          <a:stretch xmlns:a="http://schemas.openxmlformats.org/drawingml/2006/main"/>
        </p:blipFill>
        <p:spPr>
          <a:xfrm xmlns:a="http://schemas.openxmlformats.org/drawingml/2006/main">
            <a:off x="0" y="0"/>
            <a:ext cx="6858000" cy="2003469"/>
          </a:xfrm>
        </p:spPr>
      </p:pic>
      <p:sp>
        <p:nvSpPr>
          <p:cNvPr id="15" name="Espaço Reservado para Texto 6">
            <a:extLst xmlns:a="http://schemas.openxmlformats.org/drawingml/2006/main">
              <a:ext uri="{FF2B5EF4-FFF2-40B4-BE49-F238E27FC236}">
                <a16:creationId xmlns:a16="http://schemas.microsoft.com/office/drawing/2014/main" id="{89C55DDC-9BF1-4F19-9DFA-8D99FB29A854}"/>
              </a:ext>
            </a:extLst>
          </p:cNvPr>
          <p:cNvSpPr>
            <a:spLocks xmlns:a="http://schemas.openxmlformats.org/drawingml/2006/main" noGrp="1"/>
          </p:cNvSpPr>
          <p:nvPr>
            <p:ph type="body" idx="16" hasCustomPrompt="1"/>
          </p:nvPr>
        </p:nvSpPr>
        <p:spPr>
          <a:xfrm xmlns:a="http://schemas.openxmlformats.org/drawingml/2006/main">
            <a:off x="390154" y="988484"/>
            <a:ext cx="6112354" cy="346968"/>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2400" b="1" spc="0">
                <a:solidFill>
                  <a:schemeClr val="accent3"/>
                </a:solidFill>
                <a:latin typeface="Roboto"/>
                <a:ea typeface="Roboto"/>
                <a:cs typeface="Roboto"/>
              </a:defRPr>
            </a:lvl1pPr>
          </a:lstStyle>
          <a:p xmlns:a="http://schemas.openxmlformats.org/drawingml/2006/main">
            <a:pPr lvl="0">
              <a:buNone/>
            </a:pPr>
            <a:r>
              <a:t>EDITAR</a:t>
            </a:r>
          </a:p>
        </p:txBody>
      </p:sp>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41" name="Freeform: Shape 40">
            <a:extLst xmlns:a="http://schemas.openxmlformats.org/drawingml/2006/main">
              <a:ext uri="{FF2B5EF4-FFF2-40B4-BE49-F238E27FC236}">
                <a16:creationId xmlns:a16="http://schemas.microsoft.com/office/drawing/2014/main" id="{9CAD89BC-209F-4A84-B643-8391FE84FD63}"/>
              </a:ext>
            </a:extLst>
          </p:cNvPr>
          <p:cNvSpPr>
            <a:spLocks xmlns:a="http://schemas.openxmlformats.org/drawingml/2006/main" noGrp="1"/>
          </p:cNvSpPr>
          <p:nvPr/>
        </p:nvSpPr>
        <p:spPr>
          <a:xfrm xmlns:a="http://schemas.openxmlformats.org/drawingml/2006/main" rot="0" flipH="0" flipV="0">
            <a:off x="390154" y="406178"/>
            <a:ext cx="379041" cy="341910"/>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3" name="Freeform: Shape 42">
            <a:extLst xmlns:a="http://schemas.openxmlformats.org/drawingml/2006/main">
              <a:ext uri="{FF2B5EF4-FFF2-40B4-BE49-F238E27FC236}">
                <a16:creationId xmlns:a16="http://schemas.microsoft.com/office/drawing/2014/main" id="{93C151B8-67D0-4C62-A1CD-C3E1CFD9F305}"/>
              </a:ext>
            </a:extLst>
          </p:cNvPr>
          <p:cNvSpPr>
            <a:spLocks xmlns:a="http://schemas.openxmlformats.org/drawingml/2006/main" noGrp="1"/>
          </p:cNvSpPr>
          <p:nvPr/>
        </p:nvSpPr>
        <p:spPr>
          <a:xfrm xmlns:a="http://schemas.openxmlformats.org/drawingml/2006/main" rot="0" flipH="0" flipV="0">
            <a:off x="840444" y="603165"/>
            <a:ext cx="53804" cy="102915"/>
          </a:xfrm>
          <a:custGeom xmlns:a="http://schemas.openxmlformats.org/drawingml/2006/main">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4" name="Freeform: Shape 43">
            <a:extLst xmlns:a="http://schemas.openxmlformats.org/drawingml/2006/main">
              <a:ext uri="{FF2B5EF4-FFF2-40B4-BE49-F238E27FC236}">
                <a16:creationId xmlns:a16="http://schemas.microsoft.com/office/drawing/2014/main" id="{2D2D96A5-B60E-4CC9-9982-03590D4573EC}"/>
              </a:ext>
            </a:extLst>
          </p:cNvPr>
          <p:cNvSpPr>
            <a:spLocks xmlns:a="http://schemas.openxmlformats.org/drawingml/2006/main" noGrp="1"/>
          </p:cNvSpPr>
          <p:nvPr/>
        </p:nvSpPr>
        <p:spPr>
          <a:xfrm xmlns:a="http://schemas.openxmlformats.org/drawingml/2006/main" rot="0" flipH="0" flipV="0">
            <a:off x="905396" y="602357"/>
            <a:ext cx="99669" cy="105549"/>
          </a:xfrm>
          <a:custGeom xmlns:a="http://schemas.openxmlformats.org/drawingml/2006/main">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5" name="Freeform: Shape 44">
            <a:extLst xmlns:a="http://schemas.openxmlformats.org/drawingml/2006/main">
              <a:ext uri="{FF2B5EF4-FFF2-40B4-BE49-F238E27FC236}">
                <a16:creationId xmlns:a16="http://schemas.microsoft.com/office/drawing/2014/main" id="{4CD03F36-CFD5-42F6-B8F2-CAE7CBCF7AB9}"/>
              </a:ext>
            </a:extLst>
          </p:cNvPr>
          <p:cNvSpPr>
            <a:spLocks xmlns:a="http://schemas.openxmlformats.org/drawingml/2006/main" noGrp="1"/>
          </p:cNvSpPr>
          <p:nvPr/>
        </p:nvSpPr>
        <p:spPr>
          <a:xfrm xmlns:a="http://schemas.openxmlformats.org/drawingml/2006/main" rot="0" flipH="0" flipV="0">
            <a:off x="1021910" y="602345"/>
            <a:ext cx="82004" cy="105552"/>
          </a:xfrm>
          <a:custGeom xmlns:a="http://schemas.openxmlformats.org/drawingml/2006/main">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6" name="Freeform: Shape 45">
            <a:extLst xmlns:a="http://schemas.openxmlformats.org/drawingml/2006/main">
              <a:ext uri="{FF2B5EF4-FFF2-40B4-BE49-F238E27FC236}">
                <a16:creationId xmlns:a16="http://schemas.microsoft.com/office/drawing/2014/main" id="{BB8ED37E-DDC1-44DA-BF04-893FB6EADB01}"/>
              </a:ext>
            </a:extLst>
          </p:cNvPr>
          <p:cNvSpPr>
            <a:spLocks xmlns:a="http://schemas.openxmlformats.org/drawingml/2006/main" noGrp="1"/>
          </p:cNvSpPr>
          <p:nvPr/>
        </p:nvSpPr>
        <p:spPr>
          <a:xfrm xmlns:a="http://schemas.openxmlformats.org/drawingml/2006/main" rot="0" flipH="0" flipV="0">
            <a:off x="1121359" y="602357"/>
            <a:ext cx="99669" cy="105549"/>
          </a:xfrm>
          <a:custGeom xmlns:a="http://schemas.openxmlformats.org/drawingml/2006/main">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7" name="Freeform: Shape 46">
            <a:extLst xmlns:a="http://schemas.openxmlformats.org/drawingml/2006/main">
              <a:ext uri="{FF2B5EF4-FFF2-40B4-BE49-F238E27FC236}">
                <a16:creationId xmlns:a16="http://schemas.microsoft.com/office/drawing/2014/main" id="{724B11E2-4EE2-41C4-9CB0-BFA8238F41E1}"/>
              </a:ext>
            </a:extLst>
          </p:cNvPr>
          <p:cNvSpPr>
            <a:spLocks xmlns:a="http://schemas.openxmlformats.org/drawingml/2006/main" noGrp="1"/>
          </p:cNvSpPr>
          <p:nvPr/>
        </p:nvSpPr>
        <p:spPr>
          <a:xfrm xmlns:a="http://schemas.openxmlformats.org/drawingml/2006/main" rot="0" flipH="0" flipV="0">
            <a:off x="1240311" y="602345"/>
            <a:ext cx="84625" cy="105549"/>
          </a:xfrm>
          <a:custGeom xmlns:a="http://schemas.openxmlformats.org/drawingml/2006/main">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8" name="Freeform: Shape 47">
            <a:extLst xmlns:a="http://schemas.openxmlformats.org/drawingml/2006/main">
              <a:ext uri="{FF2B5EF4-FFF2-40B4-BE49-F238E27FC236}">
                <a16:creationId xmlns:a16="http://schemas.microsoft.com/office/drawing/2014/main" id="{D6B95911-5559-432C-84D5-0FA4C442F497}"/>
              </a:ext>
            </a:extLst>
          </p:cNvPr>
          <p:cNvSpPr>
            <a:spLocks xmlns:a="http://schemas.openxmlformats.org/drawingml/2006/main" noGrp="1"/>
          </p:cNvSpPr>
          <p:nvPr/>
        </p:nvSpPr>
        <p:spPr>
          <a:xfrm xmlns:a="http://schemas.openxmlformats.org/drawingml/2006/main" rot="0" flipH="0" flipV="0">
            <a:off x="1354583" y="603165"/>
            <a:ext cx="53803" cy="102915"/>
          </a:xfrm>
          <a:custGeom xmlns:a="http://schemas.openxmlformats.org/drawingml/2006/main">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9" name="Freeform: Shape 48">
            <a:extLst xmlns:a="http://schemas.openxmlformats.org/drawingml/2006/main">
              <a:ext uri="{FF2B5EF4-FFF2-40B4-BE49-F238E27FC236}">
                <a16:creationId xmlns:a16="http://schemas.microsoft.com/office/drawing/2014/main" id="{7DADFDA8-A4C9-4A90-BEAE-B1639DAC11D9}"/>
              </a:ext>
            </a:extLst>
          </p:cNvPr>
          <p:cNvSpPr>
            <a:spLocks xmlns:a="http://schemas.openxmlformats.org/drawingml/2006/main" noGrp="1"/>
          </p:cNvSpPr>
          <p:nvPr/>
        </p:nvSpPr>
        <p:spPr>
          <a:xfrm xmlns:a="http://schemas.openxmlformats.org/drawingml/2006/main" rot="0" flipH="0" flipV="0">
            <a:off x="1419535" y="602357"/>
            <a:ext cx="101090" cy="105549"/>
          </a:xfrm>
          <a:custGeom xmlns:a="http://schemas.openxmlformats.org/drawingml/2006/main">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0" name="Freeform: Shape 49">
            <a:extLst xmlns:a="http://schemas.openxmlformats.org/drawingml/2006/main">
              <a:ext uri="{FF2B5EF4-FFF2-40B4-BE49-F238E27FC236}">
                <a16:creationId xmlns:a16="http://schemas.microsoft.com/office/drawing/2014/main" id="{7A52CEE5-D539-4F76-92DD-650239B04672}"/>
              </a:ext>
            </a:extLst>
          </p:cNvPr>
          <p:cNvSpPr>
            <a:spLocks xmlns:a="http://schemas.openxmlformats.org/drawingml/2006/main" noGrp="1"/>
          </p:cNvSpPr>
          <p:nvPr/>
        </p:nvSpPr>
        <p:spPr>
          <a:xfrm xmlns:a="http://schemas.openxmlformats.org/drawingml/2006/main" rot="0" flipH="0" flipV="0">
            <a:off x="1543142" y="563780"/>
            <a:ext cx="87296" cy="142092"/>
          </a:xfrm>
          <a:custGeom xmlns:a="http://schemas.openxmlformats.org/drawingml/2006/main">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2" name="Espaço Reservado para Texto 6">
            <a:extLst xmlns:a="http://schemas.openxmlformats.org/drawingml/2006/main">
              <a:ext uri="{FF2B5EF4-FFF2-40B4-BE49-F238E27FC236}">
                <a16:creationId xmlns:a16="http://schemas.microsoft.com/office/drawing/2014/main" id="{B4234437-C19A-4839-88DC-46D48AF5A2C4}"/>
              </a:ext>
            </a:extLst>
          </p:cNvPr>
          <p:cNvSpPr>
            <a:spLocks xmlns:a="http://schemas.openxmlformats.org/drawingml/2006/main" noGrp="1"/>
          </p:cNvSpPr>
          <p:nvPr>
            <p:ph type="body" idx="19" hasCustomPrompt="1"/>
          </p:nvPr>
        </p:nvSpPr>
        <p:spPr>
          <a:xfrm xmlns:a="http://schemas.openxmlformats.org/drawingml/2006/main">
            <a:off x="3371691" y="608130"/>
            <a:ext cx="3132139" cy="142093"/>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lgn="r">
              <a:buNone/>
              <a:defRPr sz="1200" b="0">
                <a:solidFill>
                  <a:schemeClr val="bg1"/>
                </a:solidFill>
                <a:latin typeface="Roboto Light"/>
                <a:ea typeface="Roboto Light"/>
                <a:cs typeface="Roboto Light"/>
              </a:defRPr>
            </a:lvl1pPr>
          </a:lstStyle>
          <a:p xmlns:a="http://schemas.openxmlformats.org/drawingml/2006/main">
            <a:pPr lvl="0">
              <a:buNone/>
            </a:pPr>
            <a:r>
              <a:t>Sector / </a:t>
            </a:r>
            <a:r>
              <a:t>Segment</a:t>
            </a:r>
            <a:endParaRPr/>
          </a:p>
        </p:txBody>
      </p:sp>
      <p:sp>
        <p:nvSpPr>
          <p:cNvPr id="53" name="Text Placeholder 4">
            <a:extLst xmlns:a="http://schemas.openxmlformats.org/drawingml/2006/main">
              <a:ext uri="{FF2B5EF4-FFF2-40B4-BE49-F238E27FC236}">
                <a16:creationId xmlns:a16="http://schemas.microsoft.com/office/drawing/2014/main" id="{03A51246-6836-408F-ABF0-EEEEE8E00F14}"/>
              </a:ext>
            </a:extLst>
          </p:cNvPr>
          <p:cNvSpPr>
            <a:spLocks xmlns:a="http://schemas.openxmlformats.org/drawingml/2006/main" noGrp="1"/>
          </p:cNvSpPr>
          <p:nvPr>
            <p:ph type="body" idx="20"/>
          </p:nvPr>
        </p:nvSpPr>
        <p:spPr>
          <a:xfrm xmlns:a="http://schemas.openxmlformats.org/drawingml/2006/main">
            <a:off x="390154" y="2150951"/>
            <a:ext cx="6099546" cy="1377418"/>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57" name="Text Placeholder 4">
            <a:extLst xmlns:a="http://schemas.openxmlformats.org/drawingml/2006/main">
              <a:ext uri="{FF2B5EF4-FFF2-40B4-BE49-F238E27FC236}">
                <a16:creationId xmlns:a16="http://schemas.microsoft.com/office/drawing/2014/main" id="{482CDF78-5160-4CE0-9AED-EF5B81E7C38F}"/>
              </a:ext>
            </a:extLst>
          </p:cNvPr>
          <p:cNvSpPr>
            <a:spLocks xmlns:a="http://schemas.openxmlformats.org/drawingml/2006/main" noGrp="1"/>
          </p:cNvSpPr>
          <p:nvPr>
            <p:ph type="body" idx="23"/>
          </p:nvPr>
        </p:nvSpPr>
        <p:spPr>
          <a:xfrm xmlns:a="http://schemas.openxmlformats.org/drawingml/2006/main">
            <a:off x="390155" y="3605327"/>
            <a:ext cx="3734170" cy="5848235"/>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27" name="Espaço Reservado para Texto 6">
            <a:extLst xmlns:a="http://schemas.openxmlformats.org/drawingml/2006/main">
              <a:ext uri="{FF2B5EF4-FFF2-40B4-BE49-F238E27FC236}">
                <a16:creationId xmlns:a16="http://schemas.microsoft.com/office/drawing/2014/main" id="{E412BFAB-6ADE-4985-9F8D-1E0D2CE27EE2}"/>
              </a:ext>
            </a:extLst>
          </p:cNvPr>
          <p:cNvSpPr>
            <a:spLocks xmlns:a="http://schemas.openxmlformats.org/drawingml/2006/main" noGrp="1"/>
          </p:cNvSpPr>
          <p:nvPr>
            <p:ph type="body" idx="26"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p>
        </p:txBody>
      </p:sp>
      <p:sp>
        <p:nvSpPr>
          <p:cNvPr id="26" name="Date Placeholder 1">
            <a:extLst xmlns:a="http://schemas.openxmlformats.org/drawingml/2006/main">
              <a:ext uri="{FF2B5EF4-FFF2-40B4-BE49-F238E27FC236}">
                <a16:creationId xmlns:a16="http://schemas.microsoft.com/office/drawing/2014/main" id="{3B4501E0-2CFF-4239-9520-A5B3FF88FAB7}"/>
              </a:ext>
            </a:extLst>
          </p:cNvPr>
          <p:cNvSpPr>
            <a:spLocks xmlns:a="http://schemas.openxmlformats.org/drawingml/2006/main" noGrp="1"/>
          </p:cNvSpPr>
          <p:nvPr>
            <p:ph type="dt" idx="2"/>
          </p:nvPr>
        </p:nvSpPr>
        <p:spPr>
          <a:xfrm xmlns:a="http://schemas.openxmlformats.org/drawingml/2006/main">
            <a:off x="3371691" y="438763"/>
            <a:ext cx="3132139"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accent2"/>
                </a:solidFill>
                <a:latin typeface="Roboto Light"/>
                <a:ea typeface="Roboto Light"/>
                <a:cs typeface="Roboto Light"/>
              </a:defRPr>
            </a:lvl1pPr>
          </a:lstStyle>
          <a:p xmlns:a="http://schemas.openxmlformats.org/drawingml/2006/main">
            <a:fld id="{70B93077-DAAC-461F-9674-FC47DD2C4BA2}" type="datetime4">
              <a:t>August 6, 2026</a:t>
            </a:fld>
            <a:endParaRPr/>
          </a:p>
        </p:txBody>
      </p:sp>
      <p:sp>
        <p:nvSpPr>
          <p:cNvPr id="61" name="Text Placeholder 4">
            <a:extLst xmlns:a="http://schemas.openxmlformats.org/drawingml/2006/main">
              <a:ext uri="{FF2B5EF4-FFF2-40B4-BE49-F238E27FC236}">
                <a16:creationId xmlns:a16="http://schemas.microsoft.com/office/drawing/2014/main" id="{318E1824-F862-4308-8D14-9073C9CBAABB}"/>
              </a:ext>
            </a:extLst>
          </p:cNvPr>
          <p:cNvSpPr>
            <a:spLocks xmlns:a="http://schemas.openxmlformats.org/drawingml/2006/main" noGrp="1"/>
          </p:cNvSpPr>
          <p:nvPr>
            <p:ph type="body" idx="27" hasCustomPrompt="1"/>
          </p:nvPr>
        </p:nvSpPr>
        <p:spPr>
          <a:xfrm xmlns:a="http://schemas.openxmlformats.org/drawingml/2006/main">
            <a:off x="4330593" y="3610784"/>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2" name="Text Placeholder 4">
            <a:extLst xmlns:a="http://schemas.openxmlformats.org/drawingml/2006/main">
              <a:ext uri="{FF2B5EF4-FFF2-40B4-BE49-F238E27FC236}">
                <a16:creationId xmlns:a16="http://schemas.microsoft.com/office/drawing/2014/main" id="{70E85E6B-BFAA-4953-A2FD-0F731BA0D3A5}"/>
              </a:ext>
            </a:extLst>
          </p:cNvPr>
          <p:cNvSpPr>
            <a:spLocks xmlns:a="http://schemas.openxmlformats.org/drawingml/2006/main" noGrp="1"/>
          </p:cNvSpPr>
          <p:nvPr>
            <p:ph type="body" idx="28" hasCustomPrompt="1"/>
          </p:nvPr>
        </p:nvSpPr>
        <p:spPr>
          <a:xfrm xmlns:a="http://schemas.openxmlformats.org/drawingml/2006/main">
            <a:off x="4330593" y="3772581"/>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3" name="Text Placeholder 4">
            <a:extLst xmlns:a="http://schemas.openxmlformats.org/drawingml/2006/main">
              <a:ext uri="{FF2B5EF4-FFF2-40B4-BE49-F238E27FC236}">
                <a16:creationId xmlns:a16="http://schemas.microsoft.com/office/drawing/2014/main" id="{872B6150-F2F3-4EB3-81FD-E06DC0F79813}"/>
              </a:ext>
            </a:extLst>
          </p:cNvPr>
          <p:cNvSpPr>
            <a:spLocks xmlns:a="http://schemas.openxmlformats.org/drawingml/2006/main" noGrp="1"/>
          </p:cNvSpPr>
          <p:nvPr>
            <p:ph type="body" idx="29" hasCustomPrompt="1"/>
          </p:nvPr>
        </p:nvSpPr>
        <p:spPr>
          <a:xfrm xmlns:a="http://schemas.openxmlformats.org/drawingml/2006/main">
            <a:off x="4330593" y="3899453"/>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4" name="Text Placeholder 4">
            <a:extLst xmlns:a="http://schemas.openxmlformats.org/drawingml/2006/main">
              <a:ext uri="{FF2B5EF4-FFF2-40B4-BE49-F238E27FC236}">
                <a16:creationId xmlns:a16="http://schemas.microsoft.com/office/drawing/2014/main" id="{B84D6C0E-85B0-4A8A-BB12-F62449DE0DFB}"/>
              </a:ext>
            </a:extLst>
          </p:cNvPr>
          <p:cNvSpPr>
            <a:spLocks xmlns:a="http://schemas.openxmlformats.org/drawingml/2006/main" noGrp="1"/>
          </p:cNvSpPr>
          <p:nvPr>
            <p:ph type="body" idx="30" hasCustomPrompt="1"/>
          </p:nvPr>
        </p:nvSpPr>
        <p:spPr>
          <a:xfrm xmlns:a="http://schemas.openxmlformats.org/drawingml/2006/main">
            <a:off x="4330593" y="4097039"/>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5" name="Text Placeholder 4">
            <a:extLst xmlns:a="http://schemas.openxmlformats.org/drawingml/2006/main">
              <a:ext uri="{FF2B5EF4-FFF2-40B4-BE49-F238E27FC236}">
                <a16:creationId xmlns:a16="http://schemas.microsoft.com/office/drawing/2014/main" id="{16C8AB5D-9A5B-4FEA-97F4-734F90CA23F1}"/>
              </a:ext>
            </a:extLst>
          </p:cNvPr>
          <p:cNvSpPr>
            <a:spLocks xmlns:a="http://schemas.openxmlformats.org/drawingml/2006/main" noGrp="1"/>
          </p:cNvSpPr>
          <p:nvPr>
            <p:ph type="body" idx="31" hasCustomPrompt="1"/>
          </p:nvPr>
        </p:nvSpPr>
        <p:spPr>
          <a:xfrm xmlns:a="http://schemas.openxmlformats.org/drawingml/2006/main">
            <a:off x="4330593" y="4258836"/>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6" name="Text Placeholder 4">
            <a:extLst xmlns:a="http://schemas.openxmlformats.org/drawingml/2006/main">
              <a:ext uri="{FF2B5EF4-FFF2-40B4-BE49-F238E27FC236}">
                <a16:creationId xmlns:a16="http://schemas.microsoft.com/office/drawing/2014/main" id="{6CAE7113-BC72-4895-ACDF-B01232851A9D}"/>
              </a:ext>
            </a:extLst>
          </p:cNvPr>
          <p:cNvSpPr>
            <a:spLocks xmlns:a="http://schemas.openxmlformats.org/drawingml/2006/main" noGrp="1"/>
          </p:cNvSpPr>
          <p:nvPr>
            <p:ph type="body" idx="32" hasCustomPrompt="1"/>
          </p:nvPr>
        </p:nvSpPr>
        <p:spPr>
          <a:xfrm xmlns:a="http://schemas.openxmlformats.org/drawingml/2006/main">
            <a:off x="4330593" y="4385708"/>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7" name="Text Placeholder 4">
            <a:extLst xmlns:a="http://schemas.openxmlformats.org/drawingml/2006/main">
              <a:ext uri="{FF2B5EF4-FFF2-40B4-BE49-F238E27FC236}">
                <a16:creationId xmlns:a16="http://schemas.microsoft.com/office/drawing/2014/main" id="{1D859181-1847-4696-BA25-3FB32D816724}"/>
              </a:ext>
            </a:extLst>
          </p:cNvPr>
          <p:cNvSpPr>
            <a:spLocks xmlns:a="http://schemas.openxmlformats.org/drawingml/2006/main" noGrp="1"/>
          </p:cNvSpPr>
          <p:nvPr>
            <p:ph type="body" idx="33" hasCustomPrompt="1"/>
          </p:nvPr>
        </p:nvSpPr>
        <p:spPr>
          <a:xfrm xmlns:a="http://schemas.openxmlformats.org/drawingml/2006/main">
            <a:off x="4330593" y="4590609"/>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8" name="Text Placeholder 4">
            <a:extLst xmlns:a="http://schemas.openxmlformats.org/drawingml/2006/main">
              <a:ext uri="{FF2B5EF4-FFF2-40B4-BE49-F238E27FC236}">
                <a16:creationId xmlns:a16="http://schemas.microsoft.com/office/drawing/2014/main" id="{FC9ED1A2-35DE-4D1D-9CE5-8E2AD672F2D0}"/>
              </a:ext>
            </a:extLst>
          </p:cNvPr>
          <p:cNvSpPr>
            <a:spLocks xmlns:a="http://schemas.openxmlformats.org/drawingml/2006/main" noGrp="1"/>
          </p:cNvSpPr>
          <p:nvPr>
            <p:ph type="body" idx="34" hasCustomPrompt="1"/>
          </p:nvPr>
        </p:nvSpPr>
        <p:spPr>
          <a:xfrm xmlns:a="http://schemas.openxmlformats.org/drawingml/2006/main">
            <a:off x="4330593" y="4752406"/>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9" name="Text Placeholder 4">
            <a:extLst xmlns:a="http://schemas.openxmlformats.org/drawingml/2006/main">
              <a:ext uri="{FF2B5EF4-FFF2-40B4-BE49-F238E27FC236}">
                <a16:creationId xmlns:a16="http://schemas.microsoft.com/office/drawing/2014/main" id="{69327E6A-F08C-45E9-819D-C34C53A10A06}"/>
              </a:ext>
            </a:extLst>
          </p:cNvPr>
          <p:cNvSpPr>
            <a:spLocks xmlns:a="http://schemas.openxmlformats.org/drawingml/2006/main" noGrp="1"/>
          </p:cNvSpPr>
          <p:nvPr>
            <p:ph type="body" idx="35" hasCustomPrompt="1"/>
          </p:nvPr>
        </p:nvSpPr>
        <p:spPr>
          <a:xfrm xmlns:a="http://schemas.openxmlformats.org/drawingml/2006/main">
            <a:off x="4330593" y="4879278"/>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3" name="Straight Connector 2">
            <a:extLst xmlns:a="http://schemas.openxmlformats.org/drawingml/2006/main">
              <a:ext uri="{FF2B5EF4-FFF2-40B4-BE49-F238E27FC236}">
                <a16:creationId xmlns:a16="http://schemas.microsoft.com/office/drawing/2014/main" id="{1E123165-0F40-44BD-8657-00C00FE688A7}"/>
              </a:ext>
            </a:extLst>
          </p:cNvPr>
          <p:cNvSpPr>
            <a:spLocks xmlns:a="http://schemas.openxmlformats.org/drawingml/2006/main" noGrp="1"/>
          </p:cNvSpPr>
          <p:nvPr/>
        </p:nvSpPr>
        <p:spPr>
          <a:xfrm xmlns:a="http://schemas.openxmlformats.org/drawingml/2006/main">
            <a:off x="4227459" y="3605328"/>
            <a:ext cx="0" cy="5848234"/>
          </a:xfrm>
          <a:prstGeom xmlns:a="http://schemas.openxmlformats.org/drawingml/2006/main" prst="line">
            <a:avLst/>
          </a:prstGeom>
          <a:ln xmlns:a="http://schemas.openxmlformats.org/drawingml/2006/main">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1" name="Espaço Reservado para Conteúdo 14">
            <a:extLst xmlns:a="http://schemas.openxmlformats.org/drawingml/2006/main">
              <a:ext uri="{FF2B5EF4-FFF2-40B4-BE49-F238E27FC236}">
                <a16:creationId xmlns:a16="http://schemas.microsoft.com/office/drawing/2014/main" id="{1CFB79D6-6CD7-480C-8CD0-27D7ABC00A16}"/>
              </a:ext>
            </a:extLst>
          </p:cNvPr>
          <p:cNvSpPr>
            <a:spLocks xmlns:a="http://schemas.openxmlformats.org/drawingml/2006/main" noGrp="1"/>
          </p:cNvSpPr>
          <p:nvPr>
            <p:ph idx="22" hasCustomPrompt="1"/>
          </p:nvPr>
        </p:nvSpPr>
        <p:spPr>
          <a:xfrm xmlns:a="http://schemas.openxmlformats.org/drawingml/2006/main">
            <a:off x="4330594" y="8429130"/>
            <a:ext cx="2159107" cy="1026692"/>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55" name="Espaço Reservado para Conteúdo 14">
            <a:extLst xmlns:a="http://schemas.openxmlformats.org/drawingml/2006/main">
              <a:ext uri="{FF2B5EF4-FFF2-40B4-BE49-F238E27FC236}">
                <a16:creationId xmlns:a16="http://schemas.microsoft.com/office/drawing/2014/main" id="{15DB8772-274F-41BA-9159-B7489A8599A7}"/>
              </a:ext>
            </a:extLst>
          </p:cNvPr>
          <p:cNvSpPr>
            <a:spLocks xmlns:a="http://schemas.openxmlformats.org/drawingml/2006/main" noGrp="1"/>
          </p:cNvSpPr>
          <p:nvPr>
            <p:ph idx="24" hasCustomPrompt="1"/>
          </p:nvPr>
        </p:nvSpPr>
        <p:spPr>
          <a:xfrm xmlns:a="http://schemas.openxmlformats.org/drawingml/2006/main">
            <a:off x="4330594" y="8140511"/>
            <a:ext cx="2147604"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4" name="Espaço Reservado para Texto 6">
            <a:extLst xmlns:a="http://schemas.openxmlformats.org/drawingml/2006/main">
              <a:ext uri="{FF2B5EF4-FFF2-40B4-BE49-F238E27FC236}">
                <a16:creationId xmlns:a16="http://schemas.microsoft.com/office/drawing/2014/main" id="{3C2377C1-5302-4095-B1EF-BCFAB3F7EA2C}"/>
              </a:ext>
            </a:extLst>
          </p:cNvPr>
          <p:cNvSpPr>
            <a:spLocks xmlns:a="http://schemas.openxmlformats.org/drawingml/2006/main" noGrp="1"/>
          </p:cNvSpPr>
          <p:nvPr>
            <p:ph type="body" idx="36" hasCustomPrompt="1"/>
          </p:nvPr>
        </p:nvSpPr>
        <p:spPr>
          <a:xfrm xmlns:a="http://schemas.openxmlformats.org/drawingml/2006/main">
            <a:off x="390154" y="1664358"/>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0">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
        <p:nvSpPr>
          <p:cNvPr id="35" name="Espaço Reservado para Texto 6">
            <a:extLst xmlns:a="http://schemas.openxmlformats.org/drawingml/2006/main">
              <a:ext uri="{FF2B5EF4-FFF2-40B4-BE49-F238E27FC236}">
                <a16:creationId xmlns:a16="http://schemas.microsoft.com/office/drawing/2014/main" id="{EE3879DA-CAD4-4DDD-A957-A5A9C7A21942}"/>
              </a:ext>
            </a:extLst>
          </p:cNvPr>
          <p:cNvSpPr>
            <a:spLocks xmlns:a="http://schemas.openxmlformats.org/drawingml/2006/main" noGrp="1"/>
          </p:cNvSpPr>
          <p:nvPr>
            <p:ph type="body" idx="37" hasCustomPrompt="1"/>
          </p:nvPr>
        </p:nvSpPr>
        <p:spPr>
          <a:xfrm xmlns:a="http://schemas.openxmlformats.org/drawingml/2006/main">
            <a:off x="390154" y="1406254"/>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1">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
        <p:nvSpPr>
          <p:cNvPr id="2" name="Espaço Reservado para Conteúdo 14">
            <a:extLst xmlns:a="http://schemas.openxmlformats.org/drawingml/2006/main">
              <a:ext uri="{FF2B5EF4-FFF2-40B4-BE49-F238E27FC236}">
                <a16:creationId xmlns:a16="http://schemas.microsoft.com/office/drawing/2014/main" id="{0C3B0BBF-0180-E669-01B6-1ED0D3247D9F}"/>
              </a:ext>
            </a:extLst>
          </p:cNvPr>
          <p:cNvSpPr>
            <a:spLocks xmlns:a="http://schemas.openxmlformats.org/drawingml/2006/main" noGrp="1"/>
          </p:cNvSpPr>
          <p:nvPr>
            <p:ph idx="38" hasCustomPrompt="1"/>
          </p:nvPr>
        </p:nvSpPr>
        <p:spPr>
          <a:xfrm xmlns:a="http://schemas.openxmlformats.org/drawingml/2006/main">
            <a:off x="4330594" y="6928943"/>
            <a:ext cx="2159107" cy="1026692"/>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4" name="Espaço Reservado para Conteúdo 14">
            <a:extLst xmlns:a="http://schemas.openxmlformats.org/drawingml/2006/main">
              <a:ext uri="{FF2B5EF4-FFF2-40B4-BE49-F238E27FC236}">
                <a16:creationId xmlns:a16="http://schemas.microsoft.com/office/drawing/2014/main" id="{73418C2F-AF1B-6403-E505-EE107BB19802}"/>
              </a:ext>
            </a:extLst>
          </p:cNvPr>
          <p:cNvSpPr>
            <a:spLocks xmlns:a="http://schemas.openxmlformats.org/drawingml/2006/main" noGrp="1"/>
          </p:cNvSpPr>
          <p:nvPr>
            <p:ph idx="39" hasCustomPrompt="1"/>
          </p:nvPr>
        </p:nvSpPr>
        <p:spPr>
          <a:xfrm xmlns:a="http://schemas.openxmlformats.org/drawingml/2006/main">
            <a:off x="4330594" y="6640324"/>
            <a:ext cx="2147604"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Tree>
  </p:cSld>
</p:sldLayout>
</file>

<file path=ppt/slideLayouts/slideLayout27.xml><?xml version="1.0" encoding="utf-8"?>
<p:sldLayout xmlns:p="http://schemas.openxmlformats.org/presentationml/2006/main" preserve="1" userDrawn="1">
  <p:cSld name="Capa Short Note Sector">
    <p:bg>
      <p:bgPr>
        <a:solidFill xmlns:a="http://schemas.openxmlformats.org/drawingml/2006/main">
          <a:schemeClr val="bg1"/>
        </a:solidFill>
      </p:bgPr>
    </p:bg>
    <p:spTree>
      <p:nvGrpSpPr>
        <p:cNvPr id="1" name=""/>
        <p:cNvGrpSpPr/>
        <p:nvPr/>
      </p:nvGrpSpPr>
      <p:grpSpPr>
        <a:xfrm xmlns:a="http://schemas.openxmlformats.org/drawingml/2006/main"/>
      </p:grpSpPr>
      <p:pic>
        <p:nvPicPr>
          <p:cNvPr id="71" name="Picture 38"/>
          <p:cNvPicPr>
            <a:picLocks xmlns:a="http://schemas.openxmlformats.org/drawingml/2006/main" noChangeAspect="1"/>
          </p:cNvPicPr>
          <p:nvPr/>
        </p:nvPicPr>
        <p:blipFill rotWithShape="1">
          <a:blip xmlns:r="http://schemas.openxmlformats.org/officeDocument/2006/relationships" xmlns:a="http://schemas.openxmlformats.org/drawingml/2006/main" r:embed="Rf6b9347f5f4e4ae6"/>
          <a:srcRect xmlns:a="http://schemas.openxmlformats.org/drawingml/2006/main" l="0" t="42776" r="0" b="15443"/>
          <a:stretch xmlns:a="http://schemas.openxmlformats.org/drawingml/2006/main"/>
        </p:blipFill>
        <p:spPr>
          <a:xfrm xmlns:a="http://schemas.openxmlformats.org/drawingml/2006/main">
            <a:off x="0" y="0"/>
            <a:ext cx="6858000" cy="2003469"/>
          </a:xfrm>
        </p:spPr>
      </p:pic>
      <p:sp>
        <p:nvSpPr>
          <p:cNvPr id="15" name="Espaço Reservado para Texto 6">
            <a:extLst xmlns:a="http://schemas.openxmlformats.org/drawingml/2006/main">
              <a:ext uri="{FF2B5EF4-FFF2-40B4-BE49-F238E27FC236}">
                <a16:creationId xmlns:a16="http://schemas.microsoft.com/office/drawing/2014/main" id="{89C55DDC-9BF1-4F19-9DFA-8D99FB29A854}"/>
              </a:ext>
            </a:extLst>
          </p:cNvPr>
          <p:cNvSpPr>
            <a:spLocks xmlns:a="http://schemas.openxmlformats.org/drawingml/2006/main" noGrp="1"/>
          </p:cNvSpPr>
          <p:nvPr>
            <p:ph type="body" idx="16" hasCustomPrompt="1"/>
          </p:nvPr>
        </p:nvSpPr>
        <p:spPr>
          <a:xfrm xmlns:a="http://schemas.openxmlformats.org/drawingml/2006/main">
            <a:off x="390154" y="988484"/>
            <a:ext cx="6112354" cy="346968"/>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2400" b="1" spc="0">
                <a:solidFill>
                  <a:schemeClr val="accent3"/>
                </a:solidFill>
                <a:latin typeface="Roboto"/>
                <a:ea typeface="Roboto"/>
                <a:cs typeface="Roboto"/>
              </a:defRPr>
            </a:lvl1pPr>
          </a:lstStyle>
          <a:p xmlns:a="http://schemas.openxmlformats.org/drawingml/2006/main">
            <a:pPr lvl="0">
              <a:buNone/>
            </a:pPr>
            <a:r>
              <a:t>EDITAR</a:t>
            </a:r>
          </a:p>
        </p:txBody>
      </p:sp>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41" name="Freeform: Shape 40">
            <a:extLst xmlns:a="http://schemas.openxmlformats.org/drawingml/2006/main">
              <a:ext uri="{FF2B5EF4-FFF2-40B4-BE49-F238E27FC236}">
                <a16:creationId xmlns:a16="http://schemas.microsoft.com/office/drawing/2014/main" id="{9CAD89BC-209F-4A84-B643-8391FE84FD63}"/>
              </a:ext>
            </a:extLst>
          </p:cNvPr>
          <p:cNvSpPr>
            <a:spLocks xmlns:a="http://schemas.openxmlformats.org/drawingml/2006/main" noGrp="1"/>
          </p:cNvSpPr>
          <p:nvPr/>
        </p:nvSpPr>
        <p:spPr>
          <a:xfrm xmlns:a="http://schemas.openxmlformats.org/drawingml/2006/main" rot="0" flipH="0" flipV="0">
            <a:off x="390154" y="406178"/>
            <a:ext cx="379041" cy="341910"/>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3" name="Freeform: Shape 42">
            <a:extLst xmlns:a="http://schemas.openxmlformats.org/drawingml/2006/main">
              <a:ext uri="{FF2B5EF4-FFF2-40B4-BE49-F238E27FC236}">
                <a16:creationId xmlns:a16="http://schemas.microsoft.com/office/drawing/2014/main" id="{93C151B8-67D0-4C62-A1CD-C3E1CFD9F305}"/>
              </a:ext>
            </a:extLst>
          </p:cNvPr>
          <p:cNvSpPr>
            <a:spLocks xmlns:a="http://schemas.openxmlformats.org/drawingml/2006/main" noGrp="1"/>
          </p:cNvSpPr>
          <p:nvPr/>
        </p:nvSpPr>
        <p:spPr>
          <a:xfrm xmlns:a="http://schemas.openxmlformats.org/drawingml/2006/main" rot="0" flipH="0" flipV="0">
            <a:off x="840444" y="603165"/>
            <a:ext cx="53804" cy="102915"/>
          </a:xfrm>
          <a:custGeom xmlns:a="http://schemas.openxmlformats.org/drawingml/2006/main">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4" name="Freeform: Shape 43">
            <a:extLst xmlns:a="http://schemas.openxmlformats.org/drawingml/2006/main">
              <a:ext uri="{FF2B5EF4-FFF2-40B4-BE49-F238E27FC236}">
                <a16:creationId xmlns:a16="http://schemas.microsoft.com/office/drawing/2014/main" id="{2D2D96A5-B60E-4CC9-9982-03590D4573EC}"/>
              </a:ext>
            </a:extLst>
          </p:cNvPr>
          <p:cNvSpPr>
            <a:spLocks xmlns:a="http://schemas.openxmlformats.org/drawingml/2006/main" noGrp="1"/>
          </p:cNvSpPr>
          <p:nvPr/>
        </p:nvSpPr>
        <p:spPr>
          <a:xfrm xmlns:a="http://schemas.openxmlformats.org/drawingml/2006/main" rot="0" flipH="0" flipV="0">
            <a:off x="905396" y="602357"/>
            <a:ext cx="99669" cy="105549"/>
          </a:xfrm>
          <a:custGeom xmlns:a="http://schemas.openxmlformats.org/drawingml/2006/main">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5" name="Freeform: Shape 44">
            <a:extLst xmlns:a="http://schemas.openxmlformats.org/drawingml/2006/main">
              <a:ext uri="{FF2B5EF4-FFF2-40B4-BE49-F238E27FC236}">
                <a16:creationId xmlns:a16="http://schemas.microsoft.com/office/drawing/2014/main" id="{4CD03F36-CFD5-42F6-B8F2-CAE7CBCF7AB9}"/>
              </a:ext>
            </a:extLst>
          </p:cNvPr>
          <p:cNvSpPr>
            <a:spLocks xmlns:a="http://schemas.openxmlformats.org/drawingml/2006/main" noGrp="1"/>
          </p:cNvSpPr>
          <p:nvPr/>
        </p:nvSpPr>
        <p:spPr>
          <a:xfrm xmlns:a="http://schemas.openxmlformats.org/drawingml/2006/main" rot="0" flipH="0" flipV="0">
            <a:off x="1021910" y="602345"/>
            <a:ext cx="82004" cy="105552"/>
          </a:xfrm>
          <a:custGeom xmlns:a="http://schemas.openxmlformats.org/drawingml/2006/main">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6" name="Freeform: Shape 45">
            <a:extLst xmlns:a="http://schemas.openxmlformats.org/drawingml/2006/main">
              <a:ext uri="{FF2B5EF4-FFF2-40B4-BE49-F238E27FC236}">
                <a16:creationId xmlns:a16="http://schemas.microsoft.com/office/drawing/2014/main" id="{BB8ED37E-DDC1-44DA-BF04-893FB6EADB01}"/>
              </a:ext>
            </a:extLst>
          </p:cNvPr>
          <p:cNvSpPr>
            <a:spLocks xmlns:a="http://schemas.openxmlformats.org/drawingml/2006/main" noGrp="1"/>
          </p:cNvSpPr>
          <p:nvPr/>
        </p:nvSpPr>
        <p:spPr>
          <a:xfrm xmlns:a="http://schemas.openxmlformats.org/drawingml/2006/main" rot="0" flipH="0" flipV="0">
            <a:off x="1121359" y="602357"/>
            <a:ext cx="99669" cy="105549"/>
          </a:xfrm>
          <a:custGeom xmlns:a="http://schemas.openxmlformats.org/drawingml/2006/main">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7" name="Freeform: Shape 46">
            <a:extLst xmlns:a="http://schemas.openxmlformats.org/drawingml/2006/main">
              <a:ext uri="{FF2B5EF4-FFF2-40B4-BE49-F238E27FC236}">
                <a16:creationId xmlns:a16="http://schemas.microsoft.com/office/drawing/2014/main" id="{724B11E2-4EE2-41C4-9CB0-BFA8238F41E1}"/>
              </a:ext>
            </a:extLst>
          </p:cNvPr>
          <p:cNvSpPr>
            <a:spLocks xmlns:a="http://schemas.openxmlformats.org/drawingml/2006/main" noGrp="1"/>
          </p:cNvSpPr>
          <p:nvPr/>
        </p:nvSpPr>
        <p:spPr>
          <a:xfrm xmlns:a="http://schemas.openxmlformats.org/drawingml/2006/main" rot="0" flipH="0" flipV="0">
            <a:off x="1240311" y="602345"/>
            <a:ext cx="84625" cy="105549"/>
          </a:xfrm>
          <a:custGeom xmlns:a="http://schemas.openxmlformats.org/drawingml/2006/main">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8" name="Freeform: Shape 47">
            <a:extLst xmlns:a="http://schemas.openxmlformats.org/drawingml/2006/main">
              <a:ext uri="{FF2B5EF4-FFF2-40B4-BE49-F238E27FC236}">
                <a16:creationId xmlns:a16="http://schemas.microsoft.com/office/drawing/2014/main" id="{D6B95911-5559-432C-84D5-0FA4C442F497}"/>
              </a:ext>
            </a:extLst>
          </p:cNvPr>
          <p:cNvSpPr>
            <a:spLocks xmlns:a="http://schemas.openxmlformats.org/drawingml/2006/main" noGrp="1"/>
          </p:cNvSpPr>
          <p:nvPr/>
        </p:nvSpPr>
        <p:spPr>
          <a:xfrm xmlns:a="http://schemas.openxmlformats.org/drawingml/2006/main" rot="0" flipH="0" flipV="0">
            <a:off x="1354583" y="603165"/>
            <a:ext cx="53803" cy="102915"/>
          </a:xfrm>
          <a:custGeom xmlns:a="http://schemas.openxmlformats.org/drawingml/2006/main">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9" name="Freeform: Shape 48">
            <a:extLst xmlns:a="http://schemas.openxmlformats.org/drawingml/2006/main">
              <a:ext uri="{FF2B5EF4-FFF2-40B4-BE49-F238E27FC236}">
                <a16:creationId xmlns:a16="http://schemas.microsoft.com/office/drawing/2014/main" id="{7DADFDA8-A4C9-4A90-BEAE-B1639DAC11D9}"/>
              </a:ext>
            </a:extLst>
          </p:cNvPr>
          <p:cNvSpPr>
            <a:spLocks xmlns:a="http://schemas.openxmlformats.org/drawingml/2006/main" noGrp="1"/>
          </p:cNvSpPr>
          <p:nvPr/>
        </p:nvSpPr>
        <p:spPr>
          <a:xfrm xmlns:a="http://schemas.openxmlformats.org/drawingml/2006/main" rot="0" flipH="0" flipV="0">
            <a:off x="1419535" y="602357"/>
            <a:ext cx="101090" cy="105549"/>
          </a:xfrm>
          <a:custGeom xmlns:a="http://schemas.openxmlformats.org/drawingml/2006/main">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0" name="Freeform: Shape 49">
            <a:extLst xmlns:a="http://schemas.openxmlformats.org/drawingml/2006/main">
              <a:ext uri="{FF2B5EF4-FFF2-40B4-BE49-F238E27FC236}">
                <a16:creationId xmlns:a16="http://schemas.microsoft.com/office/drawing/2014/main" id="{7A52CEE5-D539-4F76-92DD-650239B04672}"/>
              </a:ext>
            </a:extLst>
          </p:cNvPr>
          <p:cNvSpPr>
            <a:spLocks xmlns:a="http://schemas.openxmlformats.org/drawingml/2006/main" noGrp="1"/>
          </p:cNvSpPr>
          <p:nvPr/>
        </p:nvSpPr>
        <p:spPr>
          <a:xfrm xmlns:a="http://schemas.openxmlformats.org/drawingml/2006/main" rot="0" flipH="0" flipV="0">
            <a:off x="1543142" y="563780"/>
            <a:ext cx="87296" cy="142092"/>
          </a:xfrm>
          <a:custGeom xmlns:a="http://schemas.openxmlformats.org/drawingml/2006/main">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xmlns:a="http://schemas.openxmlformats.org/drawingml/2006/main">
            <a:srgbClr val="FFFFFF"/>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2" name="Espaço Reservado para Texto 6">
            <a:extLst xmlns:a="http://schemas.openxmlformats.org/drawingml/2006/main">
              <a:ext uri="{FF2B5EF4-FFF2-40B4-BE49-F238E27FC236}">
                <a16:creationId xmlns:a16="http://schemas.microsoft.com/office/drawing/2014/main" id="{B4234437-C19A-4839-88DC-46D48AF5A2C4}"/>
              </a:ext>
            </a:extLst>
          </p:cNvPr>
          <p:cNvSpPr>
            <a:spLocks xmlns:a="http://schemas.openxmlformats.org/drawingml/2006/main" noGrp="1"/>
          </p:cNvSpPr>
          <p:nvPr>
            <p:ph type="body" idx="19" hasCustomPrompt="1"/>
          </p:nvPr>
        </p:nvSpPr>
        <p:spPr>
          <a:xfrm xmlns:a="http://schemas.openxmlformats.org/drawingml/2006/main">
            <a:off x="3371691" y="608130"/>
            <a:ext cx="3132139" cy="142093"/>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lgn="r">
              <a:buNone/>
              <a:defRPr sz="1200" b="0">
                <a:solidFill>
                  <a:schemeClr val="bg1"/>
                </a:solidFill>
                <a:latin typeface="Roboto Light"/>
                <a:ea typeface="Roboto Light"/>
                <a:cs typeface="Roboto Light"/>
              </a:defRPr>
            </a:lvl1pPr>
          </a:lstStyle>
          <a:p xmlns:a="http://schemas.openxmlformats.org/drawingml/2006/main">
            <a:pPr lvl="0">
              <a:buNone/>
            </a:pPr>
            <a:r>
              <a:t>Sector / </a:t>
            </a:r>
            <a:r>
              <a:t>Segment</a:t>
            </a:r>
            <a:endParaRPr/>
          </a:p>
        </p:txBody>
      </p:sp>
      <p:sp>
        <p:nvSpPr>
          <p:cNvPr id="53" name="Text Placeholder 4">
            <a:extLst xmlns:a="http://schemas.openxmlformats.org/drawingml/2006/main">
              <a:ext uri="{FF2B5EF4-FFF2-40B4-BE49-F238E27FC236}">
                <a16:creationId xmlns:a16="http://schemas.microsoft.com/office/drawing/2014/main" id="{03A51246-6836-408F-ABF0-EEEEE8E00F14}"/>
              </a:ext>
            </a:extLst>
          </p:cNvPr>
          <p:cNvSpPr>
            <a:spLocks xmlns:a="http://schemas.openxmlformats.org/drawingml/2006/main" noGrp="1"/>
          </p:cNvSpPr>
          <p:nvPr>
            <p:ph type="body" idx="20"/>
          </p:nvPr>
        </p:nvSpPr>
        <p:spPr>
          <a:xfrm xmlns:a="http://schemas.openxmlformats.org/drawingml/2006/main">
            <a:off x="390154" y="2150951"/>
            <a:ext cx="6099546" cy="1377418"/>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57" name="Text Placeholder 4">
            <a:extLst xmlns:a="http://schemas.openxmlformats.org/drawingml/2006/main">
              <a:ext uri="{FF2B5EF4-FFF2-40B4-BE49-F238E27FC236}">
                <a16:creationId xmlns:a16="http://schemas.microsoft.com/office/drawing/2014/main" id="{482CDF78-5160-4CE0-9AED-EF5B81E7C38F}"/>
              </a:ext>
            </a:extLst>
          </p:cNvPr>
          <p:cNvSpPr>
            <a:spLocks xmlns:a="http://schemas.openxmlformats.org/drawingml/2006/main" noGrp="1"/>
          </p:cNvSpPr>
          <p:nvPr>
            <p:ph type="body" idx="23"/>
          </p:nvPr>
        </p:nvSpPr>
        <p:spPr>
          <a:xfrm xmlns:a="http://schemas.openxmlformats.org/drawingml/2006/main">
            <a:off x="390155" y="3605328"/>
            <a:ext cx="3734170" cy="417458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27" name="Espaço Reservado para Texto 6">
            <a:extLst xmlns:a="http://schemas.openxmlformats.org/drawingml/2006/main">
              <a:ext uri="{FF2B5EF4-FFF2-40B4-BE49-F238E27FC236}">
                <a16:creationId xmlns:a16="http://schemas.microsoft.com/office/drawing/2014/main" id="{E412BFAB-6ADE-4985-9F8D-1E0D2CE27EE2}"/>
              </a:ext>
            </a:extLst>
          </p:cNvPr>
          <p:cNvSpPr>
            <a:spLocks xmlns:a="http://schemas.openxmlformats.org/drawingml/2006/main" noGrp="1"/>
          </p:cNvSpPr>
          <p:nvPr>
            <p:ph type="body" idx="26"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26" name="Date Placeholder 1">
            <a:extLst xmlns:a="http://schemas.openxmlformats.org/drawingml/2006/main">
              <a:ext uri="{FF2B5EF4-FFF2-40B4-BE49-F238E27FC236}">
                <a16:creationId xmlns:a16="http://schemas.microsoft.com/office/drawing/2014/main" id="{3B4501E0-2CFF-4239-9520-A5B3FF88FAB7}"/>
              </a:ext>
            </a:extLst>
          </p:cNvPr>
          <p:cNvSpPr>
            <a:spLocks xmlns:a="http://schemas.openxmlformats.org/drawingml/2006/main" noGrp="1"/>
          </p:cNvSpPr>
          <p:nvPr>
            <p:ph type="dt" idx="2"/>
          </p:nvPr>
        </p:nvSpPr>
        <p:spPr>
          <a:xfrm xmlns:a="http://schemas.openxmlformats.org/drawingml/2006/main">
            <a:off x="3371691" y="438763"/>
            <a:ext cx="3132139"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accent2"/>
                </a:solidFill>
                <a:latin typeface="Roboto Light"/>
                <a:ea typeface="Roboto Light"/>
                <a:cs typeface="Roboto Light"/>
              </a:defRPr>
            </a:lvl1pPr>
          </a:lstStyle>
          <a:p xmlns:a="http://schemas.openxmlformats.org/drawingml/2006/main">
            <a:fld id="{70B93077-DAAC-461F-9674-FC47DD2C4BA2}" type="datetime4">
              <a:t>August 6, 2026</a:t>
            </a:fld>
            <a:endParaRPr/>
          </a:p>
        </p:txBody>
      </p:sp>
      <p:sp>
        <p:nvSpPr>
          <p:cNvPr id="61" name="Text Placeholder 4">
            <a:extLst xmlns:a="http://schemas.openxmlformats.org/drawingml/2006/main">
              <a:ext uri="{FF2B5EF4-FFF2-40B4-BE49-F238E27FC236}">
                <a16:creationId xmlns:a16="http://schemas.microsoft.com/office/drawing/2014/main" id="{318E1824-F862-4308-8D14-9073C9CBAABB}"/>
              </a:ext>
            </a:extLst>
          </p:cNvPr>
          <p:cNvSpPr>
            <a:spLocks xmlns:a="http://schemas.openxmlformats.org/drawingml/2006/main" noGrp="1"/>
          </p:cNvSpPr>
          <p:nvPr>
            <p:ph type="body" idx="27" hasCustomPrompt="1"/>
          </p:nvPr>
        </p:nvSpPr>
        <p:spPr>
          <a:xfrm xmlns:a="http://schemas.openxmlformats.org/drawingml/2006/main">
            <a:off x="4330593" y="3610784"/>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2" name="Text Placeholder 4">
            <a:extLst xmlns:a="http://schemas.openxmlformats.org/drawingml/2006/main">
              <a:ext uri="{FF2B5EF4-FFF2-40B4-BE49-F238E27FC236}">
                <a16:creationId xmlns:a16="http://schemas.microsoft.com/office/drawing/2014/main" id="{70E85E6B-BFAA-4953-A2FD-0F731BA0D3A5}"/>
              </a:ext>
            </a:extLst>
          </p:cNvPr>
          <p:cNvSpPr>
            <a:spLocks xmlns:a="http://schemas.openxmlformats.org/drawingml/2006/main" noGrp="1"/>
          </p:cNvSpPr>
          <p:nvPr>
            <p:ph type="body" idx="28" hasCustomPrompt="1"/>
          </p:nvPr>
        </p:nvSpPr>
        <p:spPr>
          <a:xfrm xmlns:a="http://schemas.openxmlformats.org/drawingml/2006/main">
            <a:off x="4330593" y="3772581"/>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3" name="Text Placeholder 4">
            <a:extLst xmlns:a="http://schemas.openxmlformats.org/drawingml/2006/main">
              <a:ext uri="{FF2B5EF4-FFF2-40B4-BE49-F238E27FC236}">
                <a16:creationId xmlns:a16="http://schemas.microsoft.com/office/drawing/2014/main" id="{872B6150-F2F3-4EB3-81FD-E06DC0F79813}"/>
              </a:ext>
            </a:extLst>
          </p:cNvPr>
          <p:cNvSpPr>
            <a:spLocks xmlns:a="http://schemas.openxmlformats.org/drawingml/2006/main" noGrp="1"/>
          </p:cNvSpPr>
          <p:nvPr>
            <p:ph type="body" idx="29" hasCustomPrompt="1"/>
          </p:nvPr>
        </p:nvSpPr>
        <p:spPr>
          <a:xfrm xmlns:a="http://schemas.openxmlformats.org/drawingml/2006/main">
            <a:off x="4330593" y="3899453"/>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4" name="Text Placeholder 4">
            <a:extLst xmlns:a="http://schemas.openxmlformats.org/drawingml/2006/main">
              <a:ext uri="{FF2B5EF4-FFF2-40B4-BE49-F238E27FC236}">
                <a16:creationId xmlns:a16="http://schemas.microsoft.com/office/drawing/2014/main" id="{B84D6C0E-85B0-4A8A-BB12-F62449DE0DFB}"/>
              </a:ext>
            </a:extLst>
          </p:cNvPr>
          <p:cNvSpPr>
            <a:spLocks xmlns:a="http://schemas.openxmlformats.org/drawingml/2006/main" noGrp="1"/>
          </p:cNvSpPr>
          <p:nvPr>
            <p:ph type="body" idx="30" hasCustomPrompt="1"/>
          </p:nvPr>
        </p:nvSpPr>
        <p:spPr>
          <a:xfrm xmlns:a="http://schemas.openxmlformats.org/drawingml/2006/main">
            <a:off x="4330593" y="4097039"/>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5" name="Text Placeholder 4">
            <a:extLst xmlns:a="http://schemas.openxmlformats.org/drawingml/2006/main">
              <a:ext uri="{FF2B5EF4-FFF2-40B4-BE49-F238E27FC236}">
                <a16:creationId xmlns:a16="http://schemas.microsoft.com/office/drawing/2014/main" id="{16C8AB5D-9A5B-4FEA-97F4-734F90CA23F1}"/>
              </a:ext>
            </a:extLst>
          </p:cNvPr>
          <p:cNvSpPr>
            <a:spLocks xmlns:a="http://schemas.openxmlformats.org/drawingml/2006/main" noGrp="1"/>
          </p:cNvSpPr>
          <p:nvPr>
            <p:ph type="body" idx="31" hasCustomPrompt="1"/>
          </p:nvPr>
        </p:nvSpPr>
        <p:spPr>
          <a:xfrm xmlns:a="http://schemas.openxmlformats.org/drawingml/2006/main">
            <a:off x="4330593" y="4258836"/>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6" name="Text Placeholder 4">
            <a:extLst xmlns:a="http://schemas.openxmlformats.org/drawingml/2006/main">
              <a:ext uri="{FF2B5EF4-FFF2-40B4-BE49-F238E27FC236}">
                <a16:creationId xmlns:a16="http://schemas.microsoft.com/office/drawing/2014/main" id="{6CAE7113-BC72-4895-ACDF-B01232851A9D}"/>
              </a:ext>
            </a:extLst>
          </p:cNvPr>
          <p:cNvSpPr>
            <a:spLocks xmlns:a="http://schemas.openxmlformats.org/drawingml/2006/main" noGrp="1"/>
          </p:cNvSpPr>
          <p:nvPr>
            <p:ph type="body" idx="32" hasCustomPrompt="1"/>
          </p:nvPr>
        </p:nvSpPr>
        <p:spPr>
          <a:xfrm xmlns:a="http://schemas.openxmlformats.org/drawingml/2006/main">
            <a:off x="4330593" y="4385708"/>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67" name="Text Placeholder 4">
            <a:extLst xmlns:a="http://schemas.openxmlformats.org/drawingml/2006/main">
              <a:ext uri="{FF2B5EF4-FFF2-40B4-BE49-F238E27FC236}">
                <a16:creationId xmlns:a16="http://schemas.microsoft.com/office/drawing/2014/main" id="{1D859181-1847-4696-BA25-3FB32D816724}"/>
              </a:ext>
            </a:extLst>
          </p:cNvPr>
          <p:cNvSpPr>
            <a:spLocks xmlns:a="http://schemas.openxmlformats.org/drawingml/2006/main" noGrp="1"/>
          </p:cNvSpPr>
          <p:nvPr>
            <p:ph type="body" idx="33" hasCustomPrompt="1"/>
          </p:nvPr>
        </p:nvSpPr>
        <p:spPr>
          <a:xfrm xmlns:a="http://schemas.openxmlformats.org/drawingml/2006/main">
            <a:off x="4330593" y="4590609"/>
            <a:ext cx="2159105" cy="133094"/>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lvl1pPr marL="0" marR="0" indent="0" algn="just" defTabSz="914400">
              <a:lnSpc>
                <a:spcPct val="90000"/>
              </a:lnSpc>
              <a:spcBef>
                <a:spcPts val="422"/>
              </a:spcBef>
              <a:spcAft>
                <a:spcPts val="0"/>
              </a:spcAft>
              <a:buClrTx/>
              <a:buSzTx/>
              <a:buFont typeface="Arial"/>
              <a:buNone/>
              <a:defRPr sz="1050" b="1">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Name</a:t>
            </a:r>
          </a:p>
        </p:txBody>
      </p:sp>
      <p:sp>
        <p:nvSpPr>
          <p:cNvPr id="68" name="Text Placeholder 4">
            <a:extLst xmlns:a="http://schemas.openxmlformats.org/drawingml/2006/main">
              <a:ext uri="{FF2B5EF4-FFF2-40B4-BE49-F238E27FC236}">
                <a16:creationId xmlns:a16="http://schemas.microsoft.com/office/drawing/2014/main" id="{FC9ED1A2-35DE-4D1D-9CE5-8E2AD672F2D0}"/>
              </a:ext>
            </a:extLst>
          </p:cNvPr>
          <p:cNvSpPr>
            <a:spLocks xmlns:a="http://schemas.openxmlformats.org/drawingml/2006/main" noGrp="1"/>
          </p:cNvSpPr>
          <p:nvPr>
            <p:ph type="body" idx="34" hasCustomPrompt="1"/>
          </p:nvPr>
        </p:nvSpPr>
        <p:spPr>
          <a:xfrm xmlns:a="http://schemas.openxmlformats.org/drawingml/2006/main">
            <a:off x="4330593" y="4752406"/>
            <a:ext cx="2159105" cy="969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700">
                <a:solidFill>
                  <a:schemeClr val="bg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Cargo</a:t>
            </a:r>
          </a:p>
        </p:txBody>
      </p:sp>
      <p:sp>
        <p:nvSpPr>
          <p:cNvPr id="69" name="Text Placeholder 4">
            <a:extLst xmlns:a="http://schemas.openxmlformats.org/drawingml/2006/main">
              <a:ext uri="{FF2B5EF4-FFF2-40B4-BE49-F238E27FC236}">
                <a16:creationId xmlns:a16="http://schemas.microsoft.com/office/drawing/2014/main" id="{69327E6A-F08C-45E9-819D-C34C53A10A06}"/>
              </a:ext>
            </a:extLst>
          </p:cNvPr>
          <p:cNvSpPr>
            <a:spLocks xmlns:a="http://schemas.openxmlformats.org/drawingml/2006/main" noGrp="1"/>
          </p:cNvSpPr>
          <p:nvPr>
            <p:ph type="body" idx="35" hasCustomPrompt="1"/>
          </p:nvPr>
        </p:nvSpPr>
        <p:spPr>
          <a:xfrm xmlns:a="http://schemas.openxmlformats.org/drawingml/2006/main">
            <a:off x="4330593" y="4879278"/>
            <a:ext cx="2159105" cy="110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marL="0" marR="0" indent="0" algn="just" defTabSz="914400">
              <a:lnSpc>
                <a:spcPct val="90000"/>
              </a:lnSpc>
              <a:spcBef>
                <a:spcPts val="422"/>
              </a:spcBef>
              <a:spcAft>
                <a:spcPts val="0"/>
              </a:spcAft>
              <a:buClrTx/>
              <a:buSzTx/>
              <a:buFont typeface="Arial"/>
              <a:buNone/>
              <a:defRPr sz="8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Contact</a:t>
            </a:r>
          </a:p>
        </p:txBody>
      </p:sp>
      <p:sp>
        <p:nvSpPr>
          <p:cNvPr id="3" name="Straight Connector 2">
            <a:extLst xmlns:a="http://schemas.openxmlformats.org/drawingml/2006/main">
              <a:ext uri="{FF2B5EF4-FFF2-40B4-BE49-F238E27FC236}">
                <a16:creationId xmlns:a16="http://schemas.microsoft.com/office/drawing/2014/main" id="{1C2305F5-2D13-4997-8C09-A98F868718DF}"/>
              </a:ext>
            </a:extLst>
          </p:cNvPr>
          <p:cNvSpPr>
            <a:spLocks xmlns:a="http://schemas.openxmlformats.org/drawingml/2006/main" noGrp="1"/>
          </p:cNvSpPr>
          <p:nvPr/>
        </p:nvSpPr>
        <p:spPr>
          <a:xfrm xmlns:a="http://schemas.openxmlformats.org/drawingml/2006/main">
            <a:off x="4227459" y="3605328"/>
            <a:ext cx="0" cy="4174580"/>
          </a:xfrm>
          <a:prstGeom xmlns:a="http://schemas.openxmlformats.org/drawingml/2006/main" prst="line">
            <a:avLst/>
          </a:prstGeom>
          <a:ln xmlns:a="http://schemas.openxmlformats.org/drawingml/2006/main">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8" name="Espaço Reservado para Conteúdo 14">
            <a:extLst xmlns:a="http://schemas.openxmlformats.org/drawingml/2006/main">
              <a:ext uri="{FF2B5EF4-FFF2-40B4-BE49-F238E27FC236}">
                <a16:creationId xmlns:a16="http://schemas.microsoft.com/office/drawing/2014/main" id="{8272B113-2F70-441F-8502-29E6B907995B}"/>
              </a:ext>
            </a:extLst>
          </p:cNvPr>
          <p:cNvSpPr>
            <a:spLocks xmlns:a="http://schemas.openxmlformats.org/drawingml/2006/main" noGrp="1"/>
          </p:cNvSpPr>
          <p:nvPr>
            <p:ph idx="21" hasCustomPrompt="1"/>
          </p:nvPr>
        </p:nvSpPr>
        <p:spPr>
          <a:xfrm xmlns:a="http://schemas.openxmlformats.org/drawingml/2006/main">
            <a:off x="382829" y="8150455"/>
            <a:ext cx="6106871" cy="1303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54" name="Espaço Reservado para Conteúdo 14">
            <a:extLst xmlns:a="http://schemas.openxmlformats.org/drawingml/2006/main">
              <a:ext uri="{FF2B5EF4-FFF2-40B4-BE49-F238E27FC236}">
                <a16:creationId xmlns:a16="http://schemas.microsoft.com/office/drawing/2014/main" id="{0EE29701-9D3A-4B5C-955F-04E8A0E77DFA}"/>
              </a:ext>
            </a:extLst>
          </p:cNvPr>
          <p:cNvSpPr>
            <a:spLocks xmlns:a="http://schemas.openxmlformats.org/drawingml/2006/main" noGrp="1"/>
          </p:cNvSpPr>
          <p:nvPr>
            <p:ph idx="37" hasCustomPrompt="1"/>
          </p:nvPr>
        </p:nvSpPr>
        <p:spPr>
          <a:xfrm xmlns:a="http://schemas.openxmlformats.org/drawingml/2006/main">
            <a:off x="382829" y="7861837"/>
            <a:ext cx="6106871"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4" name="Espaço Reservado para Texto 6">
            <a:extLst xmlns:a="http://schemas.openxmlformats.org/drawingml/2006/main">
              <a:ext uri="{FF2B5EF4-FFF2-40B4-BE49-F238E27FC236}">
                <a16:creationId xmlns:a16="http://schemas.microsoft.com/office/drawing/2014/main" id="{ACB57286-315D-4256-A485-D81372E0374A}"/>
              </a:ext>
            </a:extLst>
          </p:cNvPr>
          <p:cNvSpPr>
            <a:spLocks xmlns:a="http://schemas.openxmlformats.org/drawingml/2006/main" noGrp="1"/>
          </p:cNvSpPr>
          <p:nvPr>
            <p:ph type="body" idx="38" hasCustomPrompt="1"/>
          </p:nvPr>
        </p:nvSpPr>
        <p:spPr>
          <a:xfrm xmlns:a="http://schemas.openxmlformats.org/drawingml/2006/main">
            <a:off x="390154" y="1664358"/>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0">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
        <p:nvSpPr>
          <p:cNvPr id="35" name="Espaço Reservado para Texto 6">
            <a:extLst xmlns:a="http://schemas.openxmlformats.org/drawingml/2006/main">
              <a:ext uri="{FF2B5EF4-FFF2-40B4-BE49-F238E27FC236}">
                <a16:creationId xmlns:a16="http://schemas.microsoft.com/office/drawing/2014/main" id="{25C0A81E-C51A-4118-9E4E-C1BE395DDC0C}"/>
              </a:ext>
            </a:extLst>
          </p:cNvPr>
          <p:cNvSpPr>
            <a:spLocks xmlns:a="http://schemas.openxmlformats.org/drawingml/2006/main" noGrp="1"/>
          </p:cNvSpPr>
          <p:nvPr>
            <p:ph type="body" idx="36" hasCustomPrompt="1"/>
          </p:nvPr>
        </p:nvSpPr>
        <p:spPr>
          <a:xfrm xmlns:a="http://schemas.openxmlformats.org/drawingml/2006/main">
            <a:off x="390154" y="1406254"/>
            <a:ext cx="6112352" cy="18730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200" b="1">
                <a:solidFill>
                  <a:schemeClr val="bg1"/>
                </a:solidFill>
                <a:latin typeface="Roboto Light"/>
                <a:ea typeface="Roboto Light"/>
                <a:cs typeface="Roboto Light"/>
              </a:defRPr>
            </a:lvl1pPr>
          </a:lstStyle>
          <a:p xmlns:a="http://schemas.openxmlformats.org/drawingml/2006/main">
            <a:pPr lvl="0">
              <a:buNone/>
            </a:pPr>
            <a:r>
              <a:t>Clique para editar o texto mestre</a:t>
            </a:r>
          </a:p>
        </p:txBody>
      </p:sp>
    </p:spTree>
  </p:cSld>
</p:sldLayout>
</file>

<file path=ppt/slideLayouts/slideLayout28.xml><?xml version="1.0" encoding="utf-8"?>
<p:sldLayout xmlns:p="http://schemas.openxmlformats.org/presentationml/2006/main" preserve="1" userDrawn="1">
  <p:cSld name="Sumário">
    <p:bg>
      <p:bgPr>
        <a:solidFill xmlns:a="http://schemas.openxmlformats.org/drawingml/2006/main">
          <a:schemeClr val="bg1"/>
        </a:solidFill>
      </p:bgPr>
    </p:bg>
    <p:spTree>
      <p:nvGrpSpPr>
        <p:cNvPr id="1" name=""/>
        <p:cNvGrpSpPr/>
        <p:nvPr/>
      </p:nvGrpSpPr>
      <p:grpSpPr>
        <a:xfrm xmlns:a="http://schemas.openxmlformats.org/drawingml/2006/main"/>
      </p:grpSpPr>
      <p:sp>
        <p:nvSpPr>
          <p:cNvPr id="126" name="Freeform: Shape 125">
            <a:extLst xmlns:a="http://schemas.openxmlformats.org/drawingml/2006/main">
              <a:ext uri="{FF2B5EF4-FFF2-40B4-BE49-F238E27FC236}">
                <a16:creationId xmlns:a16="http://schemas.microsoft.com/office/drawing/2014/main" id="{3FC77C66-38F9-4F02-B9BC-6AEE180B4F4B}"/>
              </a:ext>
            </a:extLst>
          </p:cNvPr>
          <p:cNvSpPr>
            <a:spLocks xmlns:a="http://schemas.openxmlformats.org/drawingml/2006/main" noGrp="1"/>
          </p:cNvSpPr>
          <p:nvPr/>
        </p:nvSpPr>
        <p:spPr>
          <a:xfrm xmlns:a="http://schemas.openxmlformats.org/drawingml/2006/main">
            <a:off x="4738916" y="4"/>
            <a:ext cx="2119084" cy="9905999"/>
          </a:xfrm>
          <a:custGeom xmlns:a="http://schemas.openxmlformats.org/drawingml/2006/main">
            <a:gdLst>
              <a:gd name="connsiteX0" fmla="*/ 0 w 2119084"/>
              <a:gd name="connsiteY0" fmla="*/ 0 h 9905999"/>
              <a:gd name="connsiteX1" fmla="*/ 2119084 w 2119084"/>
              <a:gd name="connsiteY1" fmla="*/ 0 h 9905999"/>
              <a:gd name="connsiteX2" fmla="*/ 2119084 w 2119084"/>
              <a:gd name="connsiteY2" fmla="*/ 9905999 h 9905999"/>
              <a:gd name="connsiteX3" fmla="*/ 0 w 2119084"/>
              <a:gd name="connsiteY3" fmla="*/ 9905999 h 9905999"/>
            </a:gdLst>
            <a:rect l="l" t="t" r="r" b="b"/>
            <a:pathLst>
              <a:path w="2119084" h="9905999">
                <a:moveTo>
                  <a:pt x="0" y="0"/>
                </a:moveTo>
                <a:lnTo>
                  <a:pt x="2119084" y="0"/>
                </a:lnTo>
                <a:lnTo>
                  <a:pt x="2119084" y="9905999"/>
                </a:lnTo>
                <a:lnTo>
                  <a:pt x="0" y="9905999"/>
                </a:lnTo>
                <a:close/>
              </a:path>
            </a:pathLst>
          </a:custGeom>
          <a:solidFill xmlns:a="http://schemas.openxmlformats.org/drawingml/2006/main">
            <a:schemeClr val="accent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b="1">
              <a:solidFill>
                <a:schemeClr val="bg1"/>
              </a:solidFill>
              <a:latin typeface="Roboto"/>
              <a:ea typeface="Roboto"/>
              <a:cs typeface="Roboto"/>
            </a:endParaRPr>
          </a:p>
        </p:txBody>
      </p:sp>
      <p:pic>
        <p:nvPicPr>
          <p:cNvPr id="129" name="Picture 124"/>
          <p:cNvPicPr>
            <a:picLocks xmlns:a="http://schemas.openxmlformats.org/drawingml/2006/main" noChangeAspect="1"/>
          </p:cNvPicPr>
          <p:nvPr/>
        </p:nvPicPr>
        <p:blipFill rotWithShape="1">
          <a:blip xmlns:r="http://schemas.openxmlformats.org/officeDocument/2006/relationships" xmlns:a="http://schemas.openxmlformats.org/drawingml/2006/main" r:embed="R13ca8626828b4483">
            <a:alphaModFix amt="60000"/>
          </a:blip>
          <a:srcRect xmlns:a="http://schemas.openxmlformats.org/drawingml/2006/main" l="1608" t="46598" r="0" b="23299"/>
          <a:stretch xmlns:a="http://schemas.openxmlformats.org/drawingml/2006/main"/>
        </p:blipFill>
        <p:spPr>
          <a:xfrm xmlns:a="http://schemas.openxmlformats.org/drawingml/2006/main" rot="5400000" flipH="1" flipV="1">
            <a:off x="845461" y="3893458"/>
            <a:ext cx="9905993" cy="2119084"/>
          </a:xfrm>
          <a:prstGeom xmlns:a="http://schemas.openxmlformats.org/drawingml/2006/main" prst="rect">
            <a:avLst/>
          </a:prstGeom>
        </p:spPr>
      </p:pic>
      <p:sp>
        <p:nvSpPr>
          <p:cNvPr id="6" name="Rectangle 5">
            <a:extLst xmlns:a="http://schemas.openxmlformats.org/drawingml/2006/main">
              <a:ext uri="{FF2B5EF4-FFF2-40B4-BE49-F238E27FC236}">
                <a16:creationId xmlns:a16="http://schemas.microsoft.com/office/drawing/2014/main" id="{1D58E3DF-22F8-4C37-9B26-E76DF3BA1D45}"/>
              </a:ext>
            </a:extLst>
          </p:cNvPr>
          <p:cNvSpPr>
            <a:spLocks xmlns:a="http://schemas.openxmlformats.org/drawingml/2006/main" noGrp="1"/>
          </p:cNvSpPr>
          <p:nvPr/>
        </p:nvSpPr>
        <p:spPr>
          <a:xfrm xmlns:a="http://schemas.openxmlformats.org/drawingml/2006/main">
            <a:off x="0" y="0"/>
            <a:ext cx="4738914" cy="990600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solidFill>
                <a:schemeClr val="bg1"/>
              </a:solidFill>
              <a:latin typeface="Roboto"/>
              <a:ea typeface="Roboto"/>
              <a:cs typeface="Roboto"/>
            </a:endParaRPr>
          </a:p>
        </p:txBody>
      </p:sp>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70" name="CaixaDeTexto 4">
            <a:extLst xmlns:a="http://schemas.openxmlformats.org/drawingml/2006/main">
              <a:ext uri="{FF2B5EF4-FFF2-40B4-BE49-F238E27FC236}">
                <a16:creationId xmlns:a16="http://schemas.microsoft.com/office/drawing/2014/main" id="{B62B5412-17EF-418D-8B6E-BF6ED9EC7C15}"/>
              </a:ext>
            </a:extLst>
          </p:cNvPr>
          <p:cNvSpPr>
            <a:spLocks xmlns:a="http://schemas.openxmlformats.org/drawingml/2006/main" noGrp="1"/>
          </p:cNvSpPr>
          <p:nvPr/>
        </p:nvSpPr>
        <p:spPr>
          <a:xfrm xmlns:a="http://schemas.openxmlformats.org/drawingml/2006/main">
            <a:off x="375638" y="368602"/>
            <a:ext cx="3733609" cy="430887"/>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p xmlns:a="http://schemas.openxmlformats.org/drawingml/2006/main">
            <a:r>
              <a:rPr sz="2800">
                <a:solidFill>
                  <a:srgbClr val="242424"/>
                </a:solidFill>
                <a:latin typeface="+mj-lt"/>
                <a:ea typeface="+mj-lt"/>
                <a:cs typeface="+mj-lt"/>
              </a:rPr>
              <a:t>Summary</a:t>
            </a:r>
            <a:endParaRPr sz="2800">
              <a:solidFill>
                <a:srgbClr val="242424"/>
              </a:solidFill>
              <a:latin typeface="+mj-lt"/>
              <a:ea typeface="+mj-lt"/>
              <a:cs typeface="+mj-lt"/>
            </a:endParaRPr>
          </a:p>
        </p:txBody>
      </p:sp>
      <p:sp>
        <p:nvSpPr>
          <p:cNvPr id="71" name="Espaço Reservado para Texto 6">
            <a:extLst xmlns:a="http://schemas.openxmlformats.org/drawingml/2006/main">
              <a:ext uri="{FF2B5EF4-FFF2-40B4-BE49-F238E27FC236}">
                <a16:creationId xmlns:a16="http://schemas.microsoft.com/office/drawing/2014/main" id="{03A9C79B-A9AE-450D-ABDB-D007A473C085}"/>
              </a:ext>
            </a:extLst>
          </p:cNvPr>
          <p:cNvSpPr>
            <a:spLocks xmlns:a="http://schemas.openxmlformats.org/drawingml/2006/main" noGrp="1"/>
          </p:cNvSpPr>
          <p:nvPr>
            <p:ph type="body" idx="17" hasCustomPrompt="1"/>
          </p:nvPr>
        </p:nvSpPr>
        <p:spPr>
          <a:xfrm xmlns:a="http://schemas.openxmlformats.org/drawingml/2006/main">
            <a:off x="375638" y="1155618"/>
            <a:ext cx="3938623" cy="338554"/>
          </a:xfrm>
          <a:prstGeom xmlns:a="http://schemas.openxmlformats.org/drawingml/2006/main" prst="rect">
            <a:avLst/>
          </a:prstGeom>
        </p:spPr>
        <p:txBody>
          <a:bodyPr xmlns:a="http://schemas.openxmlformats.org/drawingml/2006/main" vert="horz" lIns="0" tIns="45720" rIns="91440" bIns="45720" anchor="t">
            <a:noAutofit/>
          </a:bodyPr>
          <a:lstStyle xmlns:a="http://schemas.openxmlformats.org/drawingml/2006/main">
            <a:lvl1pPr algn="l">
              <a:buNone/>
              <a:defRPr sz="2000" b="0">
                <a:solidFill>
                  <a:schemeClr val="accent3"/>
                </a:solidFill>
                <a:latin typeface="Roboto Light"/>
                <a:ea typeface="Roboto Light"/>
                <a:cs typeface="Roboto Light"/>
              </a:defRPr>
            </a:lvl1pPr>
          </a:lstStyle>
          <a:p xmlns:a="http://schemas.openxmlformats.org/drawingml/2006/main">
            <a:pPr lvl="0">
              <a:lnSpc>
                <a:spcPct val="100000"/>
              </a:lnSpc>
              <a:spcBef>
                <a:spcPts val="0"/>
              </a:spcBef>
              <a:buNone/>
            </a:pPr>
            <a:r>
              <a:t>Inserir Seção</a:t>
            </a:r>
          </a:p>
        </p:txBody>
      </p:sp>
      <p:sp>
        <p:nvSpPr>
          <p:cNvPr id="72" name="Espaço Reservado para Texto 6">
            <a:extLst xmlns:a="http://schemas.openxmlformats.org/drawingml/2006/main">
              <a:ext uri="{FF2B5EF4-FFF2-40B4-BE49-F238E27FC236}">
                <a16:creationId xmlns:a16="http://schemas.microsoft.com/office/drawing/2014/main" id="{BDA9F1F2-ABC2-4D8D-8E95-0E8A4C2D295D}"/>
              </a:ext>
            </a:extLst>
          </p:cNvPr>
          <p:cNvSpPr>
            <a:spLocks xmlns:a="http://schemas.openxmlformats.org/drawingml/2006/main" noGrp="1"/>
          </p:cNvSpPr>
          <p:nvPr>
            <p:ph type="body" idx="18" hasCustomPrompt="1"/>
          </p:nvPr>
        </p:nvSpPr>
        <p:spPr>
          <a:xfrm xmlns:a="http://schemas.openxmlformats.org/drawingml/2006/main">
            <a:off x="375638" y="1485836"/>
            <a:ext cx="3938623" cy="338554"/>
          </a:xfrm>
          <a:prstGeom xmlns:a="http://schemas.openxmlformats.org/drawingml/2006/main" prst="rect">
            <a:avLst/>
          </a:prstGeom>
        </p:spPr>
        <p:txBody>
          <a:bodyPr xmlns:a="http://schemas.openxmlformats.org/drawingml/2006/main" vert="horz" wrap="square" lIns="0" tIns="45720" rIns="91440" bIns="45720" anchor="t">
            <a:spAutoFit/>
          </a:bodyPr>
          <a:lstStyle xmlns:a="http://schemas.openxmlformats.org/drawingml/2006/main">
            <a:lvl1pPr algn="l">
              <a:buNone/>
              <a:defRPr sz="1600" b="0">
                <a:solidFill>
                  <a:schemeClr val="tx2"/>
                </a:solidFill>
                <a:latin typeface="Roboto Light"/>
                <a:ea typeface="Roboto Light"/>
                <a:cs typeface="Roboto Light"/>
              </a:defRPr>
            </a:lvl1pPr>
          </a:lstStyle>
          <a:p xmlns:a="http://schemas.openxmlformats.org/drawingml/2006/main">
            <a:pPr lvl="0">
              <a:lnSpc>
                <a:spcPct val="100000"/>
              </a:lnSpc>
              <a:spcBef>
                <a:spcPts val="0"/>
              </a:spcBef>
              <a:buNone/>
            </a:pPr>
            <a:r>
              <a:t>Inserir Título Seção</a:t>
            </a:r>
          </a:p>
        </p:txBody>
      </p:sp>
      <p:sp>
        <p:nvSpPr>
          <p:cNvPr id="73" name="Espaço Reservado para Texto 6">
            <a:extLst xmlns:a="http://schemas.openxmlformats.org/drawingml/2006/main">
              <a:ext uri="{FF2B5EF4-FFF2-40B4-BE49-F238E27FC236}">
                <a16:creationId xmlns:a16="http://schemas.microsoft.com/office/drawing/2014/main" id="{0A91C08B-11B6-4949-955F-D55D9CBDCDD4}"/>
              </a:ext>
            </a:extLst>
          </p:cNvPr>
          <p:cNvSpPr>
            <a:spLocks xmlns:a="http://schemas.openxmlformats.org/drawingml/2006/main" noGrp="1"/>
          </p:cNvSpPr>
          <p:nvPr>
            <p:ph type="body" idx="19" hasCustomPrompt="1"/>
          </p:nvPr>
        </p:nvSpPr>
        <p:spPr>
          <a:xfrm xmlns:a="http://schemas.openxmlformats.org/drawingml/2006/main">
            <a:off x="375638" y="2139998"/>
            <a:ext cx="3938623" cy="338554"/>
          </a:xfrm>
          <a:prstGeom xmlns:a="http://schemas.openxmlformats.org/drawingml/2006/main" prst="rect">
            <a:avLst/>
          </a:prstGeom>
        </p:spPr>
        <p:txBody>
          <a:bodyPr xmlns:a="http://schemas.openxmlformats.org/drawingml/2006/main" vert="horz" lIns="0" tIns="45720" rIns="91440" bIns="45720" anchor="t">
            <a:noAutofit/>
          </a:bodyPr>
          <a:lstStyle xmlns:a="http://schemas.openxmlformats.org/drawingml/2006/main">
            <a:lvl1pPr algn="l">
              <a:buNone/>
              <a:defRPr sz="2000" b="0">
                <a:solidFill>
                  <a:schemeClr val="accent3"/>
                </a:solidFill>
                <a:latin typeface="Roboto Light"/>
                <a:ea typeface="Roboto Light"/>
                <a:cs typeface="Roboto Light"/>
              </a:defRPr>
            </a:lvl1pPr>
          </a:lstStyle>
          <a:p xmlns:a="http://schemas.openxmlformats.org/drawingml/2006/main">
            <a:pPr lvl="0">
              <a:lnSpc>
                <a:spcPct val="100000"/>
              </a:lnSpc>
              <a:spcBef>
                <a:spcPts val="0"/>
              </a:spcBef>
              <a:buNone/>
            </a:pPr>
            <a:r>
              <a:t>Inserir Seção</a:t>
            </a:r>
          </a:p>
        </p:txBody>
      </p:sp>
      <p:sp>
        <p:nvSpPr>
          <p:cNvPr id="74" name="Espaço Reservado para Texto 6">
            <a:extLst xmlns:a="http://schemas.openxmlformats.org/drawingml/2006/main">
              <a:ext uri="{FF2B5EF4-FFF2-40B4-BE49-F238E27FC236}">
                <a16:creationId xmlns:a16="http://schemas.microsoft.com/office/drawing/2014/main" id="{61B220E4-8E3F-4CA0-815C-0FC23ECB015D}"/>
              </a:ext>
            </a:extLst>
          </p:cNvPr>
          <p:cNvSpPr>
            <a:spLocks xmlns:a="http://schemas.openxmlformats.org/drawingml/2006/main" noGrp="1"/>
          </p:cNvSpPr>
          <p:nvPr>
            <p:ph type="body" idx="20" hasCustomPrompt="1"/>
          </p:nvPr>
        </p:nvSpPr>
        <p:spPr>
          <a:xfrm xmlns:a="http://schemas.openxmlformats.org/drawingml/2006/main">
            <a:off x="375638" y="2470216"/>
            <a:ext cx="3938623" cy="338554"/>
          </a:xfrm>
          <a:prstGeom xmlns:a="http://schemas.openxmlformats.org/drawingml/2006/main" prst="rect">
            <a:avLst/>
          </a:prstGeom>
        </p:spPr>
        <p:txBody>
          <a:bodyPr xmlns:a="http://schemas.openxmlformats.org/drawingml/2006/main" vert="horz" wrap="square" lIns="0" tIns="45720" rIns="91440" bIns="45720" anchor="t">
            <a:spAutoFit/>
          </a:bodyPr>
          <a:lstStyle xmlns:a="http://schemas.openxmlformats.org/drawingml/2006/main">
            <a:lvl1pPr algn="l">
              <a:buNone/>
              <a:defRPr sz="1600" b="0">
                <a:solidFill>
                  <a:schemeClr val="tx2"/>
                </a:solidFill>
                <a:latin typeface="Roboto Light"/>
                <a:ea typeface="Roboto Light"/>
                <a:cs typeface="Roboto Light"/>
              </a:defRPr>
            </a:lvl1pPr>
          </a:lstStyle>
          <a:p xmlns:a="http://schemas.openxmlformats.org/drawingml/2006/main">
            <a:pPr lvl="0">
              <a:lnSpc>
                <a:spcPct val="100000"/>
              </a:lnSpc>
              <a:spcBef>
                <a:spcPts val="0"/>
              </a:spcBef>
              <a:buNone/>
            </a:pPr>
            <a:r>
              <a:t>Inserir Título Seção</a:t>
            </a:r>
          </a:p>
        </p:txBody>
      </p:sp>
      <p:sp>
        <p:nvSpPr>
          <p:cNvPr id="75" name="Espaço Reservado para Texto 6">
            <a:extLst xmlns:a="http://schemas.openxmlformats.org/drawingml/2006/main">
              <a:ext uri="{FF2B5EF4-FFF2-40B4-BE49-F238E27FC236}">
                <a16:creationId xmlns:a16="http://schemas.microsoft.com/office/drawing/2014/main" id="{55260DBC-11EE-4FC0-8B7C-0A2E6E95D846}"/>
              </a:ext>
            </a:extLst>
          </p:cNvPr>
          <p:cNvSpPr>
            <a:spLocks xmlns:a="http://schemas.openxmlformats.org/drawingml/2006/main" noGrp="1"/>
          </p:cNvSpPr>
          <p:nvPr>
            <p:ph type="body" idx="21" hasCustomPrompt="1"/>
          </p:nvPr>
        </p:nvSpPr>
        <p:spPr>
          <a:xfrm xmlns:a="http://schemas.openxmlformats.org/drawingml/2006/main">
            <a:off x="375638" y="3134792"/>
            <a:ext cx="3938623" cy="338554"/>
          </a:xfrm>
          <a:prstGeom xmlns:a="http://schemas.openxmlformats.org/drawingml/2006/main" prst="rect">
            <a:avLst/>
          </a:prstGeom>
        </p:spPr>
        <p:txBody>
          <a:bodyPr xmlns:a="http://schemas.openxmlformats.org/drawingml/2006/main" vert="horz" lIns="0" tIns="45720" rIns="91440" bIns="45720" anchor="t">
            <a:noAutofit/>
          </a:bodyPr>
          <a:lstStyle xmlns:a="http://schemas.openxmlformats.org/drawingml/2006/main">
            <a:lvl1pPr algn="l">
              <a:buNone/>
              <a:defRPr sz="2000" b="0">
                <a:solidFill>
                  <a:schemeClr val="accent3"/>
                </a:solidFill>
                <a:latin typeface="Roboto Light"/>
                <a:ea typeface="Roboto Light"/>
                <a:cs typeface="Roboto Light"/>
              </a:defRPr>
            </a:lvl1pPr>
          </a:lstStyle>
          <a:p xmlns:a="http://schemas.openxmlformats.org/drawingml/2006/main">
            <a:pPr lvl="0">
              <a:lnSpc>
                <a:spcPct val="100000"/>
              </a:lnSpc>
              <a:spcBef>
                <a:spcPts val="0"/>
              </a:spcBef>
              <a:buNone/>
            </a:pPr>
            <a:r>
              <a:t>Inserir Seção</a:t>
            </a:r>
          </a:p>
        </p:txBody>
      </p:sp>
      <p:sp>
        <p:nvSpPr>
          <p:cNvPr id="76" name="Espaço Reservado para Texto 6">
            <a:extLst xmlns:a="http://schemas.openxmlformats.org/drawingml/2006/main">
              <a:ext uri="{FF2B5EF4-FFF2-40B4-BE49-F238E27FC236}">
                <a16:creationId xmlns:a16="http://schemas.microsoft.com/office/drawing/2014/main" id="{6E08F1B6-19EB-446F-A384-6FA55F237690}"/>
              </a:ext>
            </a:extLst>
          </p:cNvPr>
          <p:cNvSpPr>
            <a:spLocks xmlns:a="http://schemas.openxmlformats.org/drawingml/2006/main" noGrp="1"/>
          </p:cNvSpPr>
          <p:nvPr>
            <p:ph type="body" idx="22" hasCustomPrompt="1"/>
          </p:nvPr>
        </p:nvSpPr>
        <p:spPr>
          <a:xfrm xmlns:a="http://schemas.openxmlformats.org/drawingml/2006/main">
            <a:off x="375638" y="3465010"/>
            <a:ext cx="3938623" cy="338554"/>
          </a:xfrm>
          <a:prstGeom xmlns:a="http://schemas.openxmlformats.org/drawingml/2006/main" prst="rect">
            <a:avLst/>
          </a:prstGeom>
        </p:spPr>
        <p:txBody>
          <a:bodyPr xmlns:a="http://schemas.openxmlformats.org/drawingml/2006/main" vert="horz" wrap="square" lIns="0" tIns="45720" rIns="91440" bIns="45720" anchor="t">
            <a:spAutoFit/>
          </a:bodyPr>
          <a:lstStyle xmlns:a="http://schemas.openxmlformats.org/drawingml/2006/main">
            <a:lvl1pPr algn="l">
              <a:buNone/>
              <a:defRPr sz="1600" b="0">
                <a:solidFill>
                  <a:schemeClr val="tx2"/>
                </a:solidFill>
                <a:latin typeface="Roboto Light"/>
                <a:ea typeface="Roboto Light"/>
                <a:cs typeface="Roboto Light"/>
              </a:defRPr>
            </a:lvl1pPr>
          </a:lstStyle>
          <a:p xmlns:a="http://schemas.openxmlformats.org/drawingml/2006/main">
            <a:pPr lvl="0">
              <a:lnSpc>
                <a:spcPct val="100000"/>
              </a:lnSpc>
              <a:spcBef>
                <a:spcPts val="0"/>
              </a:spcBef>
              <a:buNone/>
            </a:pPr>
            <a:r>
              <a:t>Inserir Título Seção</a:t>
            </a:r>
          </a:p>
        </p:txBody>
      </p:sp>
      <p:sp>
        <p:nvSpPr>
          <p:cNvPr id="77" name="Espaço Reservado para Texto 6">
            <a:extLst xmlns:a="http://schemas.openxmlformats.org/drawingml/2006/main">
              <a:ext uri="{FF2B5EF4-FFF2-40B4-BE49-F238E27FC236}">
                <a16:creationId xmlns:a16="http://schemas.microsoft.com/office/drawing/2014/main" id="{91B87D7C-F3BF-4C21-A351-A0BDE3AC1780}"/>
              </a:ext>
            </a:extLst>
          </p:cNvPr>
          <p:cNvSpPr>
            <a:spLocks xmlns:a="http://schemas.openxmlformats.org/drawingml/2006/main" noGrp="1"/>
          </p:cNvSpPr>
          <p:nvPr>
            <p:ph type="body" idx="23" hasCustomPrompt="1"/>
          </p:nvPr>
        </p:nvSpPr>
        <p:spPr>
          <a:xfrm xmlns:a="http://schemas.openxmlformats.org/drawingml/2006/main">
            <a:off x="375638" y="4118342"/>
            <a:ext cx="3938623" cy="338554"/>
          </a:xfrm>
          <a:prstGeom xmlns:a="http://schemas.openxmlformats.org/drawingml/2006/main" prst="rect">
            <a:avLst/>
          </a:prstGeom>
        </p:spPr>
        <p:txBody>
          <a:bodyPr xmlns:a="http://schemas.openxmlformats.org/drawingml/2006/main" vert="horz" lIns="0" tIns="45720" rIns="91440" bIns="45720" anchor="t">
            <a:noAutofit/>
          </a:bodyPr>
          <a:lstStyle xmlns:a="http://schemas.openxmlformats.org/drawingml/2006/main">
            <a:lvl1pPr algn="l">
              <a:buNone/>
              <a:defRPr sz="2000" b="0">
                <a:solidFill>
                  <a:schemeClr val="accent3"/>
                </a:solidFill>
                <a:latin typeface="Roboto Light"/>
                <a:ea typeface="Roboto Light"/>
                <a:cs typeface="Roboto Light"/>
              </a:defRPr>
            </a:lvl1pPr>
          </a:lstStyle>
          <a:p xmlns:a="http://schemas.openxmlformats.org/drawingml/2006/main">
            <a:pPr lvl="0">
              <a:lnSpc>
                <a:spcPct val="100000"/>
              </a:lnSpc>
              <a:spcBef>
                <a:spcPts val="0"/>
              </a:spcBef>
              <a:buNone/>
            </a:pPr>
            <a:r>
              <a:t>Inserir Seção</a:t>
            </a:r>
          </a:p>
        </p:txBody>
      </p:sp>
      <p:sp>
        <p:nvSpPr>
          <p:cNvPr id="78" name="Espaço Reservado para Texto 6">
            <a:extLst xmlns:a="http://schemas.openxmlformats.org/drawingml/2006/main">
              <a:ext uri="{FF2B5EF4-FFF2-40B4-BE49-F238E27FC236}">
                <a16:creationId xmlns:a16="http://schemas.microsoft.com/office/drawing/2014/main" id="{0AADF45C-FD67-4EA0-A19C-DFC61C6FDD41}"/>
              </a:ext>
            </a:extLst>
          </p:cNvPr>
          <p:cNvSpPr>
            <a:spLocks xmlns:a="http://schemas.openxmlformats.org/drawingml/2006/main" noGrp="1"/>
          </p:cNvSpPr>
          <p:nvPr>
            <p:ph type="body" idx="24" hasCustomPrompt="1"/>
          </p:nvPr>
        </p:nvSpPr>
        <p:spPr>
          <a:xfrm xmlns:a="http://schemas.openxmlformats.org/drawingml/2006/main">
            <a:off x="375638" y="4448560"/>
            <a:ext cx="3938623" cy="338554"/>
          </a:xfrm>
          <a:prstGeom xmlns:a="http://schemas.openxmlformats.org/drawingml/2006/main" prst="rect">
            <a:avLst/>
          </a:prstGeom>
        </p:spPr>
        <p:txBody>
          <a:bodyPr xmlns:a="http://schemas.openxmlformats.org/drawingml/2006/main" vert="horz" wrap="square" lIns="0" tIns="45720" rIns="91440" bIns="45720" anchor="t">
            <a:spAutoFit/>
          </a:bodyPr>
          <a:lstStyle xmlns:a="http://schemas.openxmlformats.org/drawingml/2006/main">
            <a:lvl1pPr algn="l">
              <a:buNone/>
              <a:defRPr sz="1600" b="0">
                <a:solidFill>
                  <a:schemeClr val="tx2"/>
                </a:solidFill>
                <a:latin typeface="Roboto Light"/>
                <a:ea typeface="Roboto Light"/>
                <a:cs typeface="Roboto Light"/>
              </a:defRPr>
            </a:lvl1pPr>
          </a:lstStyle>
          <a:p xmlns:a="http://schemas.openxmlformats.org/drawingml/2006/main">
            <a:pPr lvl="0">
              <a:lnSpc>
                <a:spcPct val="100000"/>
              </a:lnSpc>
              <a:spcBef>
                <a:spcPts val="0"/>
              </a:spcBef>
              <a:buNone/>
            </a:pPr>
            <a:r>
              <a:t>Inserir Título Seção</a:t>
            </a:r>
          </a:p>
        </p:txBody>
      </p:sp>
      <p:sp>
        <p:nvSpPr>
          <p:cNvPr id="79" name="Espaço Reservado para Texto 6">
            <a:extLst xmlns:a="http://schemas.openxmlformats.org/drawingml/2006/main">
              <a:ext uri="{FF2B5EF4-FFF2-40B4-BE49-F238E27FC236}">
                <a16:creationId xmlns:a16="http://schemas.microsoft.com/office/drawing/2014/main" id="{DBE90486-65C0-4DE3-B772-E75BDCB11A71}"/>
              </a:ext>
            </a:extLst>
          </p:cNvPr>
          <p:cNvSpPr>
            <a:spLocks xmlns:a="http://schemas.openxmlformats.org/drawingml/2006/main" noGrp="1"/>
          </p:cNvSpPr>
          <p:nvPr>
            <p:ph type="body" idx="25" hasCustomPrompt="1"/>
          </p:nvPr>
        </p:nvSpPr>
        <p:spPr>
          <a:xfrm xmlns:a="http://schemas.openxmlformats.org/drawingml/2006/main">
            <a:off x="375638" y="5101892"/>
            <a:ext cx="3938623" cy="338554"/>
          </a:xfrm>
          <a:prstGeom xmlns:a="http://schemas.openxmlformats.org/drawingml/2006/main" prst="rect">
            <a:avLst/>
          </a:prstGeom>
        </p:spPr>
        <p:txBody>
          <a:bodyPr xmlns:a="http://schemas.openxmlformats.org/drawingml/2006/main" vert="horz" lIns="0" tIns="45720" rIns="91440" bIns="45720" anchor="t">
            <a:noAutofit/>
          </a:bodyPr>
          <a:lstStyle xmlns:a="http://schemas.openxmlformats.org/drawingml/2006/main">
            <a:lvl1pPr algn="l">
              <a:buNone/>
              <a:defRPr sz="2000" b="0">
                <a:solidFill>
                  <a:schemeClr val="accent3"/>
                </a:solidFill>
                <a:latin typeface="Roboto Light"/>
                <a:ea typeface="Roboto Light"/>
                <a:cs typeface="Roboto Light"/>
              </a:defRPr>
            </a:lvl1pPr>
          </a:lstStyle>
          <a:p xmlns:a="http://schemas.openxmlformats.org/drawingml/2006/main">
            <a:pPr lvl="0">
              <a:lnSpc>
                <a:spcPct val="100000"/>
              </a:lnSpc>
              <a:spcBef>
                <a:spcPts val="0"/>
              </a:spcBef>
              <a:buNone/>
            </a:pPr>
            <a:r>
              <a:t>Inserir Seção</a:t>
            </a:r>
          </a:p>
        </p:txBody>
      </p:sp>
      <p:sp>
        <p:nvSpPr>
          <p:cNvPr id="80" name="Espaço Reservado para Texto 6">
            <a:extLst xmlns:a="http://schemas.openxmlformats.org/drawingml/2006/main">
              <a:ext uri="{FF2B5EF4-FFF2-40B4-BE49-F238E27FC236}">
                <a16:creationId xmlns:a16="http://schemas.microsoft.com/office/drawing/2014/main" id="{1A800117-3D6E-41C0-87EE-163118B8A2E2}"/>
              </a:ext>
            </a:extLst>
          </p:cNvPr>
          <p:cNvSpPr>
            <a:spLocks xmlns:a="http://schemas.openxmlformats.org/drawingml/2006/main" noGrp="1"/>
          </p:cNvSpPr>
          <p:nvPr>
            <p:ph type="body" idx="26" hasCustomPrompt="1"/>
          </p:nvPr>
        </p:nvSpPr>
        <p:spPr>
          <a:xfrm xmlns:a="http://schemas.openxmlformats.org/drawingml/2006/main">
            <a:off x="375638" y="5432110"/>
            <a:ext cx="3938623" cy="338554"/>
          </a:xfrm>
          <a:prstGeom xmlns:a="http://schemas.openxmlformats.org/drawingml/2006/main" prst="rect">
            <a:avLst/>
          </a:prstGeom>
        </p:spPr>
        <p:txBody>
          <a:bodyPr xmlns:a="http://schemas.openxmlformats.org/drawingml/2006/main" vert="horz" wrap="square" lIns="0" tIns="45720" rIns="91440" bIns="45720" anchor="t">
            <a:spAutoFit/>
          </a:bodyPr>
          <a:lstStyle xmlns:a="http://schemas.openxmlformats.org/drawingml/2006/main">
            <a:lvl1pPr algn="l">
              <a:buNone/>
              <a:defRPr sz="1600" b="0">
                <a:solidFill>
                  <a:schemeClr val="tx2"/>
                </a:solidFill>
                <a:latin typeface="Roboto Light"/>
                <a:ea typeface="Roboto Light"/>
                <a:cs typeface="Roboto Light"/>
              </a:defRPr>
            </a:lvl1pPr>
          </a:lstStyle>
          <a:p xmlns:a="http://schemas.openxmlformats.org/drawingml/2006/main">
            <a:pPr lvl="0">
              <a:lnSpc>
                <a:spcPct val="100000"/>
              </a:lnSpc>
              <a:spcBef>
                <a:spcPts val="0"/>
              </a:spcBef>
              <a:buNone/>
            </a:pPr>
            <a:r>
              <a:t>Inserir Título Seção</a:t>
            </a:r>
          </a:p>
        </p:txBody>
      </p:sp>
      <p:sp>
        <p:nvSpPr>
          <p:cNvPr id="82" name="Espaço Reservado para Texto 6">
            <a:extLst xmlns:a="http://schemas.openxmlformats.org/drawingml/2006/main">
              <a:ext uri="{FF2B5EF4-FFF2-40B4-BE49-F238E27FC236}">
                <a16:creationId xmlns:a16="http://schemas.microsoft.com/office/drawing/2014/main" id="{55F89238-ABFA-4DE5-BEEE-C9A02D0C172F}"/>
              </a:ext>
            </a:extLst>
          </p:cNvPr>
          <p:cNvSpPr>
            <a:spLocks xmlns:a="http://schemas.openxmlformats.org/drawingml/2006/main" noGrp="1"/>
          </p:cNvSpPr>
          <p:nvPr>
            <p:ph type="body" idx="27" hasCustomPrompt="1"/>
          </p:nvPr>
        </p:nvSpPr>
        <p:spPr>
          <a:xfrm xmlns:a="http://schemas.openxmlformats.org/drawingml/2006/main">
            <a:off x="375638" y="6100882"/>
            <a:ext cx="3938623" cy="338554"/>
          </a:xfrm>
          <a:prstGeom xmlns:a="http://schemas.openxmlformats.org/drawingml/2006/main" prst="rect">
            <a:avLst/>
          </a:prstGeom>
        </p:spPr>
        <p:txBody>
          <a:bodyPr xmlns:a="http://schemas.openxmlformats.org/drawingml/2006/main" vert="horz" lIns="0" tIns="45720" rIns="91440" bIns="45720" anchor="t">
            <a:noAutofit/>
          </a:bodyPr>
          <a:lstStyle xmlns:a="http://schemas.openxmlformats.org/drawingml/2006/main">
            <a:lvl1pPr algn="l">
              <a:buNone/>
              <a:defRPr sz="2000" b="0">
                <a:solidFill>
                  <a:schemeClr val="accent3"/>
                </a:solidFill>
                <a:latin typeface="Roboto Light"/>
                <a:ea typeface="Roboto Light"/>
                <a:cs typeface="Roboto Light"/>
              </a:defRPr>
            </a:lvl1pPr>
          </a:lstStyle>
          <a:p xmlns:a="http://schemas.openxmlformats.org/drawingml/2006/main">
            <a:pPr lvl="0">
              <a:lnSpc>
                <a:spcPct val="100000"/>
              </a:lnSpc>
              <a:spcBef>
                <a:spcPts val="0"/>
              </a:spcBef>
              <a:buNone/>
            </a:pPr>
            <a:r>
              <a:t>Inserir Seção</a:t>
            </a:r>
          </a:p>
        </p:txBody>
      </p:sp>
      <p:sp>
        <p:nvSpPr>
          <p:cNvPr id="83" name="Espaço Reservado para Texto 6">
            <a:extLst xmlns:a="http://schemas.openxmlformats.org/drawingml/2006/main">
              <a:ext uri="{FF2B5EF4-FFF2-40B4-BE49-F238E27FC236}">
                <a16:creationId xmlns:a16="http://schemas.microsoft.com/office/drawing/2014/main" id="{B576006F-5C63-4F83-A6A7-3A1D6518574B}"/>
              </a:ext>
            </a:extLst>
          </p:cNvPr>
          <p:cNvSpPr>
            <a:spLocks xmlns:a="http://schemas.openxmlformats.org/drawingml/2006/main" noGrp="1"/>
          </p:cNvSpPr>
          <p:nvPr>
            <p:ph type="body" idx="28" hasCustomPrompt="1"/>
          </p:nvPr>
        </p:nvSpPr>
        <p:spPr>
          <a:xfrm xmlns:a="http://schemas.openxmlformats.org/drawingml/2006/main">
            <a:off x="375638" y="6431100"/>
            <a:ext cx="3938623" cy="338554"/>
          </a:xfrm>
          <a:prstGeom xmlns:a="http://schemas.openxmlformats.org/drawingml/2006/main" prst="rect">
            <a:avLst/>
          </a:prstGeom>
        </p:spPr>
        <p:txBody>
          <a:bodyPr xmlns:a="http://schemas.openxmlformats.org/drawingml/2006/main" vert="horz" wrap="square" lIns="0" tIns="45720" rIns="91440" bIns="45720" anchor="t">
            <a:spAutoFit/>
          </a:bodyPr>
          <a:lstStyle xmlns:a="http://schemas.openxmlformats.org/drawingml/2006/main">
            <a:lvl1pPr algn="l">
              <a:buNone/>
              <a:defRPr sz="1600" b="0">
                <a:solidFill>
                  <a:schemeClr val="tx2"/>
                </a:solidFill>
                <a:latin typeface="Roboto Light"/>
                <a:ea typeface="Roboto Light"/>
                <a:cs typeface="Roboto Light"/>
              </a:defRPr>
            </a:lvl1pPr>
          </a:lstStyle>
          <a:p xmlns:a="http://schemas.openxmlformats.org/drawingml/2006/main">
            <a:pPr lvl="0">
              <a:lnSpc>
                <a:spcPct val="100000"/>
              </a:lnSpc>
              <a:spcBef>
                <a:spcPts val="0"/>
              </a:spcBef>
              <a:buNone/>
            </a:pPr>
            <a:r>
              <a:t>Inserir Título Seção</a:t>
            </a:r>
          </a:p>
        </p:txBody>
      </p:sp>
      <p:sp>
        <p:nvSpPr>
          <p:cNvPr id="84" name="Espaço Reservado para Texto 6">
            <a:extLst xmlns:a="http://schemas.openxmlformats.org/drawingml/2006/main">
              <a:ext uri="{FF2B5EF4-FFF2-40B4-BE49-F238E27FC236}">
                <a16:creationId xmlns:a16="http://schemas.microsoft.com/office/drawing/2014/main" id="{5BF4C252-6B86-4B48-9F78-8860636B44CF}"/>
              </a:ext>
            </a:extLst>
          </p:cNvPr>
          <p:cNvSpPr>
            <a:spLocks xmlns:a="http://schemas.openxmlformats.org/drawingml/2006/main" noGrp="1"/>
          </p:cNvSpPr>
          <p:nvPr>
            <p:ph type="body" idx="29" hasCustomPrompt="1"/>
          </p:nvPr>
        </p:nvSpPr>
        <p:spPr>
          <a:xfrm xmlns:a="http://schemas.openxmlformats.org/drawingml/2006/main">
            <a:off x="375638" y="7084432"/>
            <a:ext cx="3938623" cy="338554"/>
          </a:xfrm>
          <a:prstGeom xmlns:a="http://schemas.openxmlformats.org/drawingml/2006/main" prst="rect">
            <a:avLst/>
          </a:prstGeom>
        </p:spPr>
        <p:txBody>
          <a:bodyPr xmlns:a="http://schemas.openxmlformats.org/drawingml/2006/main" vert="horz" lIns="0" tIns="45720" rIns="91440" bIns="45720" anchor="t">
            <a:noAutofit/>
          </a:bodyPr>
          <a:lstStyle xmlns:a="http://schemas.openxmlformats.org/drawingml/2006/main">
            <a:lvl1pPr algn="l">
              <a:buNone/>
              <a:defRPr sz="2000" b="0">
                <a:solidFill>
                  <a:schemeClr val="accent3"/>
                </a:solidFill>
                <a:latin typeface="Roboto Light"/>
                <a:ea typeface="Roboto Light"/>
                <a:cs typeface="Roboto Light"/>
              </a:defRPr>
            </a:lvl1pPr>
          </a:lstStyle>
          <a:p xmlns:a="http://schemas.openxmlformats.org/drawingml/2006/main">
            <a:pPr lvl="0">
              <a:lnSpc>
                <a:spcPct val="100000"/>
              </a:lnSpc>
              <a:spcBef>
                <a:spcPts val="0"/>
              </a:spcBef>
              <a:buNone/>
            </a:pPr>
            <a:r>
              <a:t>Inserir Seção</a:t>
            </a:r>
          </a:p>
        </p:txBody>
      </p:sp>
      <p:sp>
        <p:nvSpPr>
          <p:cNvPr id="85" name="Espaço Reservado para Texto 6">
            <a:extLst xmlns:a="http://schemas.openxmlformats.org/drawingml/2006/main">
              <a:ext uri="{FF2B5EF4-FFF2-40B4-BE49-F238E27FC236}">
                <a16:creationId xmlns:a16="http://schemas.microsoft.com/office/drawing/2014/main" id="{25455617-CBBE-4E5A-84C2-E57D5C8B9CAE}"/>
              </a:ext>
            </a:extLst>
          </p:cNvPr>
          <p:cNvSpPr>
            <a:spLocks xmlns:a="http://schemas.openxmlformats.org/drawingml/2006/main" noGrp="1"/>
          </p:cNvSpPr>
          <p:nvPr>
            <p:ph type="body" idx="30" hasCustomPrompt="1"/>
          </p:nvPr>
        </p:nvSpPr>
        <p:spPr>
          <a:xfrm xmlns:a="http://schemas.openxmlformats.org/drawingml/2006/main">
            <a:off x="375638" y="7414650"/>
            <a:ext cx="3938623" cy="338554"/>
          </a:xfrm>
          <a:prstGeom xmlns:a="http://schemas.openxmlformats.org/drawingml/2006/main" prst="rect">
            <a:avLst/>
          </a:prstGeom>
        </p:spPr>
        <p:txBody>
          <a:bodyPr xmlns:a="http://schemas.openxmlformats.org/drawingml/2006/main" vert="horz" wrap="square" lIns="0" tIns="45720" rIns="91440" bIns="45720" anchor="t">
            <a:spAutoFit/>
          </a:bodyPr>
          <a:lstStyle xmlns:a="http://schemas.openxmlformats.org/drawingml/2006/main">
            <a:lvl1pPr algn="l">
              <a:buNone/>
              <a:defRPr sz="1600" b="0">
                <a:solidFill>
                  <a:schemeClr val="tx2"/>
                </a:solidFill>
                <a:latin typeface="Roboto Light"/>
                <a:ea typeface="Roboto Light"/>
                <a:cs typeface="Roboto Light"/>
              </a:defRPr>
            </a:lvl1pPr>
          </a:lstStyle>
          <a:p xmlns:a="http://schemas.openxmlformats.org/drawingml/2006/main">
            <a:pPr lvl="0">
              <a:lnSpc>
                <a:spcPct val="100000"/>
              </a:lnSpc>
              <a:spcBef>
                <a:spcPts val="0"/>
              </a:spcBef>
              <a:buNone/>
            </a:pPr>
            <a:r>
              <a:t>Inserir Título Seção</a:t>
            </a:r>
          </a:p>
        </p:txBody>
      </p:sp>
      <p:sp>
        <p:nvSpPr>
          <p:cNvPr id="86" name="CaixaDeTexto 9">
            <a:extLst xmlns:a="http://schemas.openxmlformats.org/drawingml/2006/main">
              <a:ext uri="{FF2B5EF4-FFF2-40B4-BE49-F238E27FC236}">
                <a16:creationId xmlns:a16="http://schemas.microsoft.com/office/drawing/2014/main" id="{50BF8A2C-093E-471E-8719-A576D404CF14}"/>
              </a:ext>
            </a:extLst>
          </p:cNvPr>
          <p:cNvSpPr>
            <a:spLocks xmlns:a="http://schemas.openxmlformats.org/drawingml/2006/main" noGrp="1"/>
          </p:cNvSpPr>
          <p:nvPr/>
        </p:nvSpPr>
        <p:spPr>
          <a:xfrm xmlns:a="http://schemas.openxmlformats.org/drawingml/2006/main">
            <a:off x="6328029" y="9584374"/>
            <a:ext cx="148017" cy="127755"/>
          </a:xfrm>
          <a:prstGeom xmlns:a="http://schemas.openxmlformats.org/drawingml/2006/main" prst="rect">
            <a:avLst/>
          </a:prstGeom>
        </p:spPr>
        <p:txBody>
          <a:bodyPr xmlns:a="http://schemas.openxmlformats.org/drawingml/2006/main" vert="horz" wrap="square" lIns="0" tIns="25718" rIns="0" bIns="25718" anchor="ctr"/>
          <a:lstStyle xmlns:a="http://schemas.openxmlformats.org/drawingml/2006/main">
            <a:lvl1pPr algn="r">
              <a:buNone/>
              <a:defRPr sz="900" b="1">
                <a:solidFill>
                  <a:srgbClr val="606163"/>
                </a:solidFill>
              </a:defRPr>
            </a:lvl1pPr>
          </a:lstStyle>
          <a:p xmlns:a="http://schemas.openxmlformats.org/drawingml/2006/main">
            <a:pPr lvl="0" algn="ctr">
              <a:buNone/>
            </a:pPr>
            <a:fld id="{9B9BAEC2-C893-4510-BAEC-A634F6DBFF95}" type="slidenum">
              <a:rPr sz="800" b="0">
                <a:solidFill>
                  <a:schemeClr val="bg1"/>
                </a:solidFill>
                <a:latin typeface="Roboto"/>
                <a:ea typeface="Roboto"/>
                <a:cs typeface="Roboto"/>
              </a:rPr>
              <a:t>‹#›</a:t>
            </a:fld>
            <a:endParaRPr sz="800" b="0">
              <a:solidFill>
                <a:schemeClr val="bg1"/>
              </a:solidFill>
              <a:latin typeface="Roboto"/>
              <a:ea typeface="Roboto"/>
              <a:cs typeface="Roboto"/>
            </a:endParaRPr>
          </a:p>
        </p:txBody>
      </p:sp>
      <p:sp>
        <p:nvSpPr>
          <p:cNvPr id="99" name="Espaço Reservado para Texto 6">
            <a:extLst xmlns:a="http://schemas.openxmlformats.org/drawingml/2006/main">
              <a:ext uri="{FF2B5EF4-FFF2-40B4-BE49-F238E27FC236}">
                <a16:creationId xmlns:a16="http://schemas.microsoft.com/office/drawing/2014/main" id="{7B172628-B577-4AEB-B6C9-D0D032DB3544}"/>
              </a:ext>
            </a:extLst>
          </p:cNvPr>
          <p:cNvSpPr>
            <a:spLocks xmlns:a="http://schemas.openxmlformats.org/drawingml/2006/main" noGrp="1"/>
          </p:cNvSpPr>
          <p:nvPr>
            <p:ph type="body" idx="31" hasCustomPrompt="1"/>
          </p:nvPr>
        </p:nvSpPr>
        <p:spPr>
          <a:xfrm xmlns:a="http://schemas.openxmlformats.org/drawingml/2006/main">
            <a:off x="375638" y="8063396"/>
            <a:ext cx="3938623" cy="338554"/>
          </a:xfrm>
          <a:prstGeom xmlns:a="http://schemas.openxmlformats.org/drawingml/2006/main" prst="rect">
            <a:avLst/>
          </a:prstGeom>
        </p:spPr>
        <p:txBody>
          <a:bodyPr xmlns:a="http://schemas.openxmlformats.org/drawingml/2006/main" vert="horz" lIns="0" tIns="45720" rIns="91440" bIns="45720" anchor="t">
            <a:noAutofit/>
          </a:bodyPr>
          <a:lstStyle xmlns:a="http://schemas.openxmlformats.org/drawingml/2006/main">
            <a:lvl1pPr algn="l">
              <a:buNone/>
              <a:defRPr sz="2000" b="0">
                <a:solidFill>
                  <a:schemeClr val="accent3"/>
                </a:solidFill>
                <a:latin typeface="Roboto Light"/>
                <a:ea typeface="Roboto Light"/>
                <a:cs typeface="Roboto Light"/>
              </a:defRPr>
            </a:lvl1pPr>
          </a:lstStyle>
          <a:p xmlns:a="http://schemas.openxmlformats.org/drawingml/2006/main">
            <a:pPr lvl="0">
              <a:lnSpc>
                <a:spcPct val="100000"/>
              </a:lnSpc>
              <a:spcBef>
                <a:spcPts val="0"/>
              </a:spcBef>
              <a:buNone/>
            </a:pPr>
            <a:r>
              <a:t>Inserir Seção</a:t>
            </a:r>
          </a:p>
        </p:txBody>
      </p:sp>
      <p:sp>
        <p:nvSpPr>
          <p:cNvPr id="100" name="Espaço Reservado para Texto 6">
            <a:extLst xmlns:a="http://schemas.openxmlformats.org/drawingml/2006/main">
              <a:ext uri="{FF2B5EF4-FFF2-40B4-BE49-F238E27FC236}">
                <a16:creationId xmlns:a16="http://schemas.microsoft.com/office/drawing/2014/main" id="{B20D4700-3F28-45FE-AD12-4DD7C836112A}"/>
              </a:ext>
            </a:extLst>
          </p:cNvPr>
          <p:cNvSpPr>
            <a:spLocks xmlns:a="http://schemas.openxmlformats.org/drawingml/2006/main" noGrp="1"/>
          </p:cNvSpPr>
          <p:nvPr>
            <p:ph type="body" idx="32" hasCustomPrompt="1"/>
          </p:nvPr>
        </p:nvSpPr>
        <p:spPr>
          <a:xfrm xmlns:a="http://schemas.openxmlformats.org/drawingml/2006/main">
            <a:off x="375638" y="8393614"/>
            <a:ext cx="3938623" cy="338554"/>
          </a:xfrm>
          <a:prstGeom xmlns:a="http://schemas.openxmlformats.org/drawingml/2006/main" prst="rect">
            <a:avLst/>
          </a:prstGeom>
        </p:spPr>
        <p:txBody>
          <a:bodyPr xmlns:a="http://schemas.openxmlformats.org/drawingml/2006/main" vert="horz" wrap="square" lIns="0" tIns="45720" rIns="91440" bIns="45720" anchor="t">
            <a:spAutoFit/>
          </a:bodyPr>
          <a:lstStyle xmlns:a="http://schemas.openxmlformats.org/drawingml/2006/main">
            <a:lvl1pPr algn="l">
              <a:buNone/>
              <a:defRPr sz="1600" b="0">
                <a:solidFill>
                  <a:schemeClr val="tx2"/>
                </a:solidFill>
                <a:latin typeface="Roboto Light"/>
                <a:ea typeface="Roboto Light"/>
                <a:cs typeface="Roboto Light"/>
              </a:defRPr>
            </a:lvl1pPr>
          </a:lstStyle>
          <a:p xmlns:a="http://schemas.openxmlformats.org/drawingml/2006/main">
            <a:pPr lvl="0">
              <a:lnSpc>
                <a:spcPct val="100000"/>
              </a:lnSpc>
              <a:spcBef>
                <a:spcPts val="0"/>
              </a:spcBef>
              <a:buNone/>
            </a:pPr>
            <a:r>
              <a:t>Inserir Título Seção</a:t>
            </a:r>
          </a:p>
        </p:txBody>
      </p:sp>
      <p:sp>
        <p:nvSpPr>
          <p:cNvPr id="59" name="Conector reto 7">
            <a:extLst xmlns:a="http://schemas.openxmlformats.org/drawingml/2006/main">
              <a:ext uri="{FF2B5EF4-FFF2-40B4-BE49-F238E27FC236}">
                <a16:creationId xmlns:a16="http://schemas.microsoft.com/office/drawing/2014/main" id="{C6207E09-D998-45C7-B32C-F72C90D68ED2}"/>
              </a:ext>
            </a:extLst>
          </p:cNvPr>
          <p:cNvSpPr>
            <a:spLocks xmlns:a="http://schemas.openxmlformats.org/drawingml/2006/main" noGrp="1"/>
          </p:cNvSpPr>
          <p:nvPr/>
        </p:nvSpPr>
        <p:spPr>
          <a:xfrm xmlns:a="http://schemas.openxmlformats.org/drawingml/2006/main" rot="0" flipH="0" flipV="0">
            <a:off x="0" y="9287596"/>
            <a:ext cx="6858000" cy="0"/>
          </a:xfrm>
          <a:prstGeom xmlns:a="http://schemas.openxmlformats.org/drawingml/2006/main" prst="line">
            <a:avLst/>
          </a:prstGeom>
          <a:ln xmlns:a="http://schemas.openxmlformats.org/drawingml/2006/main">
            <a:solidFill>
              <a:schemeClr val="bg1">
                <a:lumMod val="8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0" name="Conector reto 2">
            <a:extLst xmlns:a="http://schemas.openxmlformats.org/drawingml/2006/main">
              <a:ext uri="{FF2B5EF4-FFF2-40B4-BE49-F238E27FC236}">
                <a16:creationId xmlns:a16="http://schemas.microsoft.com/office/drawing/2014/main" id="{15F798CC-7EF3-4FA7-AEFF-0495B2542FA2}"/>
              </a:ext>
            </a:extLst>
          </p:cNvPr>
          <p:cNvSpPr>
            <a:spLocks xmlns:a="http://schemas.openxmlformats.org/drawingml/2006/main" noGrp="1"/>
          </p:cNvSpPr>
          <p:nvPr/>
        </p:nvSpPr>
        <p:spPr>
          <a:xfrm xmlns:a="http://schemas.openxmlformats.org/drawingml/2006/main" rot="0" flipH="1" flipV="0">
            <a:off x="5235613" y="8408987"/>
            <a:ext cx="1622386" cy="1497013"/>
          </a:xfrm>
          <a:prstGeom xmlns:a="http://schemas.openxmlformats.org/drawingml/2006/main" prst="line">
            <a:avLst/>
          </a:prstGeom>
          <a:ln xmlns:a="http://schemas.openxmlformats.org/drawingml/2006/main">
            <a:solidFill>
              <a:schemeClr val="bg1">
                <a:lumMod val="8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8" name="Freeform: Shape 37">
            <a:extLst xmlns:a="http://schemas.openxmlformats.org/drawingml/2006/main">
              <a:ext uri="{FF2B5EF4-FFF2-40B4-BE49-F238E27FC236}">
                <a16:creationId xmlns:a16="http://schemas.microsoft.com/office/drawing/2014/main" id="{B095B632-657C-4580-8D60-6742FAE9328E}"/>
              </a:ext>
            </a:extLst>
          </p:cNvPr>
          <p:cNvSpPr>
            <a:spLocks xmlns:a="http://schemas.openxmlformats.org/drawingml/2006/main" noGrp="1"/>
          </p:cNvSpPr>
          <p:nvPr/>
        </p:nvSpPr>
        <p:spPr>
          <a:xfrm xmlns:a="http://schemas.openxmlformats.org/drawingml/2006/main">
            <a:off x="381000" y="9526266"/>
            <a:ext cx="270465" cy="243970"/>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rgbClr val="000000"/>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Tree>
  </p:cSld>
</p:sldLayout>
</file>

<file path=ppt/slideLayouts/slideLayout29.xml><?xml version="1.0" encoding="utf-8"?>
<p:sldLayout xmlns:p="http://schemas.openxmlformats.org/presentationml/2006/main" preserve="1" userDrawn="1">
  <p:cSld name="Divisória">
    <p:bg>
      <p:bgPr>
        <a:solidFill xmlns:a="http://schemas.openxmlformats.org/drawingml/2006/main">
          <a:schemeClr val="bg1"/>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B4004B1B-6C67-4C40-BA3A-400177C1EF88}"/>
              </a:ext>
            </a:extLst>
          </p:cNvPr>
          <p:cNvSpPr>
            <a:spLocks xmlns:a="http://schemas.openxmlformats.org/drawingml/2006/main" noGrp="1"/>
          </p:cNvSpPr>
          <p:nvPr/>
        </p:nvSpPr>
        <p:spPr>
          <a:xfrm xmlns:a="http://schemas.openxmlformats.org/drawingml/2006/main">
            <a:off x="-1" y="0"/>
            <a:ext cx="6858001" cy="200346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solidFill>
                <a:schemeClr val="bg1"/>
              </a:solidFill>
              <a:latin typeface="Roboto"/>
              <a:ea typeface="Roboto"/>
              <a:cs typeface="Roboto"/>
            </a:endParaRPr>
          </a:p>
        </p:txBody>
      </p:sp>
      <p:sp>
        <p:nvSpPr>
          <p:cNvPr id="40" name="Rectangle 39">
            <a:extLst xmlns:a="http://schemas.openxmlformats.org/drawingml/2006/main">
              <a:ext uri="{FF2B5EF4-FFF2-40B4-BE49-F238E27FC236}">
                <a16:creationId xmlns:a16="http://schemas.microsoft.com/office/drawing/2014/main" id="{8213840C-2C06-4CAA-815E-6052211F6CA0}"/>
              </a:ext>
            </a:extLst>
          </p:cNvPr>
          <p:cNvSpPr>
            <a:spLocks xmlns:a="http://schemas.openxmlformats.org/drawingml/2006/main" noGrp="1"/>
          </p:cNvSpPr>
          <p:nvPr/>
        </p:nvSpPr>
        <p:spPr>
          <a:xfrm xmlns:a="http://schemas.openxmlformats.org/drawingml/2006/main" rot="0" flipH="1" flipV="1">
            <a:off x="0" y="1188728"/>
            <a:ext cx="6858000" cy="8717272"/>
          </a:xfrm>
          <a:prstGeom xmlns:a="http://schemas.openxmlformats.org/drawingml/2006/main" prst="rect">
            <a:avLst/>
          </a:prstGeom>
          <a:solidFill xmlns:a="http://schemas.openxmlformats.org/drawingml/2006/main">
            <a:schemeClr val="accent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r">
              <a:buNone/>
            </a:pPr>
            <a:endParaRPr/>
          </a:p>
        </p:txBody>
      </p:sp>
      <p:pic>
        <p:nvPicPr>
          <p:cNvPr id="94" name="Picture 40"/>
          <p:cNvPicPr>
            <a:picLocks xmlns:a="http://schemas.openxmlformats.org/drawingml/2006/main" noChangeAspect="1"/>
          </p:cNvPicPr>
          <p:nvPr/>
        </p:nvPicPr>
        <p:blipFill rotWithShape="1">
          <a:blip xmlns:r="http://schemas.openxmlformats.org/officeDocument/2006/relationships" xmlns:a="http://schemas.openxmlformats.org/drawingml/2006/main" r:embed="R96049b4e90f14c94">
            <a:alphaModFix amt="49000"/>
          </a:blip>
          <a:srcRect xmlns:a="http://schemas.openxmlformats.org/drawingml/2006/main" l="11124" t="0" r="0" b="0"/>
          <a:stretch xmlns:a="http://schemas.openxmlformats.org/drawingml/2006/main"/>
        </p:blipFill>
        <p:spPr>
          <a:xfrm xmlns:a="http://schemas.openxmlformats.org/drawingml/2006/main" rot="16200000" flipH="0" flipV="1">
            <a:off x="-929638" y="2127408"/>
            <a:ext cx="8717273" cy="6857998"/>
          </a:xfrm>
          <a:prstGeom xmlns:a="http://schemas.openxmlformats.org/drawingml/2006/main" prst="rect">
            <a:avLst/>
          </a:prstGeom>
        </p:spPr>
      </p:pic>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53" name="Freeform: Shape 52">
            <a:extLst xmlns:a="http://schemas.openxmlformats.org/drawingml/2006/main">
              <a:ext uri="{FF2B5EF4-FFF2-40B4-BE49-F238E27FC236}">
                <a16:creationId xmlns:a16="http://schemas.microsoft.com/office/drawing/2014/main" id="{C0D7674D-49E8-4FD1-8EE6-775A8BFD963D}"/>
              </a:ext>
            </a:extLst>
          </p:cNvPr>
          <p:cNvSpPr>
            <a:spLocks xmlns:a="http://schemas.openxmlformats.org/drawingml/2006/main" noGrp="1"/>
          </p:cNvSpPr>
          <p:nvPr/>
        </p:nvSpPr>
        <p:spPr>
          <a:xfrm xmlns:a="http://schemas.openxmlformats.org/drawingml/2006/main" rot="0" flipH="0" flipV="0">
            <a:off x="390154" y="406178"/>
            <a:ext cx="379041" cy="341910"/>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5" name="Freeform: Shape 54">
            <a:extLst xmlns:a="http://schemas.openxmlformats.org/drawingml/2006/main">
              <a:ext uri="{FF2B5EF4-FFF2-40B4-BE49-F238E27FC236}">
                <a16:creationId xmlns:a16="http://schemas.microsoft.com/office/drawing/2014/main" id="{273D17AC-608D-476F-91F6-CBDB227934BC}"/>
              </a:ext>
            </a:extLst>
          </p:cNvPr>
          <p:cNvSpPr>
            <a:spLocks xmlns:a="http://schemas.openxmlformats.org/drawingml/2006/main" noGrp="1"/>
          </p:cNvSpPr>
          <p:nvPr/>
        </p:nvSpPr>
        <p:spPr>
          <a:xfrm xmlns:a="http://schemas.openxmlformats.org/drawingml/2006/main" rot="0" flipH="0" flipV="0">
            <a:off x="840444" y="603165"/>
            <a:ext cx="53804" cy="102915"/>
          </a:xfrm>
          <a:custGeom xmlns:a="http://schemas.openxmlformats.org/drawingml/2006/main">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7" name="Freeform: Shape 56">
            <a:extLst xmlns:a="http://schemas.openxmlformats.org/drawingml/2006/main">
              <a:ext uri="{FF2B5EF4-FFF2-40B4-BE49-F238E27FC236}">
                <a16:creationId xmlns:a16="http://schemas.microsoft.com/office/drawing/2014/main" id="{89D56B08-E8EB-4273-9F75-1A42800FD143}"/>
              </a:ext>
            </a:extLst>
          </p:cNvPr>
          <p:cNvSpPr>
            <a:spLocks xmlns:a="http://schemas.openxmlformats.org/drawingml/2006/main" noGrp="1"/>
          </p:cNvSpPr>
          <p:nvPr/>
        </p:nvSpPr>
        <p:spPr>
          <a:xfrm xmlns:a="http://schemas.openxmlformats.org/drawingml/2006/main" rot="0" flipH="0" flipV="0">
            <a:off x="905396" y="602357"/>
            <a:ext cx="99669" cy="105549"/>
          </a:xfrm>
          <a:custGeom xmlns:a="http://schemas.openxmlformats.org/drawingml/2006/main">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1" name="Freeform: Shape 60">
            <a:extLst xmlns:a="http://schemas.openxmlformats.org/drawingml/2006/main">
              <a:ext uri="{FF2B5EF4-FFF2-40B4-BE49-F238E27FC236}">
                <a16:creationId xmlns:a16="http://schemas.microsoft.com/office/drawing/2014/main" id="{20671906-27FC-42C4-A9E6-35A63345C057}"/>
              </a:ext>
            </a:extLst>
          </p:cNvPr>
          <p:cNvSpPr>
            <a:spLocks xmlns:a="http://schemas.openxmlformats.org/drawingml/2006/main" noGrp="1"/>
          </p:cNvSpPr>
          <p:nvPr/>
        </p:nvSpPr>
        <p:spPr>
          <a:xfrm xmlns:a="http://schemas.openxmlformats.org/drawingml/2006/main" rot="0" flipH="0" flipV="0">
            <a:off x="1021910" y="602345"/>
            <a:ext cx="82004" cy="105552"/>
          </a:xfrm>
          <a:custGeom xmlns:a="http://schemas.openxmlformats.org/drawingml/2006/main">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2" name="Freeform: Shape 61">
            <a:extLst xmlns:a="http://schemas.openxmlformats.org/drawingml/2006/main">
              <a:ext uri="{FF2B5EF4-FFF2-40B4-BE49-F238E27FC236}">
                <a16:creationId xmlns:a16="http://schemas.microsoft.com/office/drawing/2014/main" id="{69454B6E-7FD0-4912-A22A-33AE78094B3B}"/>
              </a:ext>
            </a:extLst>
          </p:cNvPr>
          <p:cNvSpPr>
            <a:spLocks xmlns:a="http://schemas.openxmlformats.org/drawingml/2006/main" noGrp="1"/>
          </p:cNvSpPr>
          <p:nvPr/>
        </p:nvSpPr>
        <p:spPr>
          <a:xfrm xmlns:a="http://schemas.openxmlformats.org/drawingml/2006/main" rot="0" flipH="0" flipV="0">
            <a:off x="1121359" y="602357"/>
            <a:ext cx="99669" cy="105549"/>
          </a:xfrm>
          <a:custGeom xmlns:a="http://schemas.openxmlformats.org/drawingml/2006/main">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3" name="Freeform: Shape 62">
            <a:extLst xmlns:a="http://schemas.openxmlformats.org/drawingml/2006/main">
              <a:ext uri="{FF2B5EF4-FFF2-40B4-BE49-F238E27FC236}">
                <a16:creationId xmlns:a16="http://schemas.microsoft.com/office/drawing/2014/main" id="{E0AD0E05-3DF2-467D-BDF2-ED8EC44AA42A}"/>
              </a:ext>
            </a:extLst>
          </p:cNvPr>
          <p:cNvSpPr>
            <a:spLocks xmlns:a="http://schemas.openxmlformats.org/drawingml/2006/main" noGrp="1"/>
          </p:cNvSpPr>
          <p:nvPr/>
        </p:nvSpPr>
        <p:spPr>
          <a:xfrm xmlns:a="http://schemas.openxmlformats.org/drawingml/2006/main" rot="0" flipH="0" flipV="0">
            <a:off x="1240311" y="602345"/>
            <a:ext cx="84625" cy="105549"/>
          </a:xfrm>
          <a:custGeom xmlns:a="http://schemas.openxmlformats.org/drawingml/2006/main">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4" name="Freeform: Shape 63">
            <a:extLst xmlns:a="http://schemas.openxmlformats.org/drawingml/2006/main">
              <a:ext uri="{FF2B5EF4-FFF2-40B4-BE49-F238E27FC236}">
                <a16:creationId xmlns:a16="http://schemas.microsoft.com/office/drawing/2014/main" id="{6766A6D9-B62B-4E0B-8E9A-9861449C93B9}"/>
              </a:ext>
            </a:extLst>
          </p:cNvPr>
          <p:cNvSpPr>
            <a:spLocks xmlns:a="http://schemas.openxmlformats.org/drawingml/2006/main" noGrp="1"/>
          </p:cNvSpPr>
          <p:nvPr/>
        </p:nvSpPr>
        <p:spPr>
          <a:xfrm xmlns:a="http://schemas.openxmlformats.org/drawingml/2006/main" rot="0" flipH="0" flipV="0">
            <a:off x="1354583" y="603165"/>
            <a:ext cx="53803" cy="102915"/>
          </a:xfrm>
          <a:custGeom xmlns:a="http://schemas.openxmlformats.org/drawingml/2006/main">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5" name="Freeform: Shape 64">
            <a:extLst xmlns:a="http://schemas.openxmlformats.org/drawingml/2006/main">
              <a:ext uri="{FF2B5EF4-FFF2-40B4-BE49-F238E27FC236}">
                <a16:creationId xmlns:a16="http://schemas.microsoft.com/office/drawing/2014/main" id="{2449AA0B-9870-42BD-AFAC-DE917DC4535C}"/>
              </a:ext>
            </a:extLst>
          </p:cNvPr>
          <p:cNvSpPr>
            <a:spLocks xmlns:a="http://schemas.openxmlformats.org/drawingml/2006/main" noGrp="1"/>
          </p:cNvSpPr>
          <p:nvPr/>
        </p:nvSpPr>
        <p:spPr>
          <a:xfrm xmlns:a="http://schemas.openxmlformats.org/drawingml/2006/main" rot="0" flipH="0" flipV="0">
            <a:off x="1419535" y="602357"/>
            <a:ext cx="101090" cy="105549"/>
          </a:xfrm>
          <a:custGeom xmlns:a="http://schemas.openxmlformats.org/drawingml/2006/main">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6" name="Freeform: Shape 65">
            <a:extLst xmlns:a="http://schemas.openxmlformats.org/drawingml/2006/main">
              <a:ext uri="{FF2B5EF4-FFF2-40B4-BE49-F238E27FC236}">
                <a16:creationId xmlns:a16="http://schemas.microsoft.com/office/drawing/2014/main" id="{5219A594-2CF0-4BDD-8434-C0E75A7F1753}"/>
              </a:ext>
            </a:extLst>
          </p:cNvPr>
          <p:cNvSpPr>
            <a:spLocks xmlns:a="http://schemas.openxmlformats.org/drawingml/2006/main" noGrp="1"/>
          </p:cNvSpPr>
          <p:nvPr/>
        </p:nvSpPr>
        <p:spPr>
          <a:xfrm xmlns:a="http://schemas.openxmlformats.org/drawingml/2006/main" rot="0" flipH="0" flipV="0">
            <a:off x="1543142" y="563780"/>
            <a:ext cx="87296" cy="142092"/>
          </a:xfrm>
          <a:custGeom xmlns:a="http://schemas.openxmlformats.org/drawingml/2006/main">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87" name="Rectangle 86">
            <a:extLst xmlns:a="http://schemas.openxmlformats.org/drawingml/2006/main">
              <a:ext uri="{FF2B5EF4-FFF2-40B4-BE49-F238E27FC236}">
                <a16:creationId xmlns:a16="http://schemas.microsoft.com/office/drawing/2014/main" id="{07C5F37B-60FC-4C36-9DD3-0AB5A17A75AB}"/>
              </a:ext>
            </a:extLst>
          </p:cNvPr>
          <p:cNvSpPr>
            <a:spLocks xmlns:a="http://schemas.openxmlformats.org/drawingml/2006/main" noGrp="1"/>
          </p:cNvSpPr>
          <p:nvPr/>
        </p:nvSpPr>
        <p:spPr>
          <a:xfrm xmlns:a="http://schemas.openxmlformats.org/drawingml/2006/main">
            <a:off x="4086054" y="0"/>
            <a:ext cx="2771946" cy="1188728"/>
          </a:xfrm>
          <a:custGeom xmlns:a="http://schemas.openxmlformats.org/drawingml/2006/main">
            <a:gdLst>
              <a:gd name="connsiteX0" fmla="*/ 0 w 2771946"/>
              <a:gd name="connsiteY0" fmla="*/ 0 h 1188728"/>
              <a:gd name="connsiteX1" fmla="*/ 2771946 w 2771946"/>
              <a:gd name="connsiteY1" fmla="*/ 0 h 1188728"/>
              <a:gd name="connsiteX2" fmla="*/ 2771946 w 2771946"/>
              <a:gd name="connsiteY2" fmla="*/ 1188728 h 1188728"/>
              <a:gd name="connsiteX3" fmla="*/ 0 w 2771946"/>
              <a:gd name="connsiteY3" fmla="*/ 1188728 h 1188728"/>
              <a:gd name="connsiteX4" fmla="*/ 0 w 2771946"/>
              <a:gd name="connsiteY4" fmla="*/ 0 h 1188728"/>
              <a:gd name="connsiteX0" fmla="*/ 0 w 2771946"/>
              <a:gd name="connsiteY0" fmla="*/ 0 h 1188728"/>
              <a:gd name="connsiteX1" fmla="*/ 2771946 w 2771946"/>
              <a:gd name="connsiteY1" fmla="*/ 0 h 1188728"/>
              <a:gd name="connsiteX2" fmla="*/ 2771946 w 2771946"/>
              <a:gd name="connsiteY2" fmla="*/ 1188728 h 1188728"/>
              <a:gd name="connsiteX3" fmla="*/ 1104900 w 2771946"/>
              <a:gd name="connsiteY3" fmla="*/ 909328 h 1188728"/>
              <a:gd name="connsiteX4" fmla="*/ 0 w 2771946"/>
              <a:gd name="connsiteY4" fmla="*/ 0 h 1188728"/>
              <a:gd name="connsiteX0" fmla="*/ 0 w 2771946"/>
              <a:gd name="connsiteY0" fmla="*/ 0 h 1188728"/>
              <a:gd name="connsiteX1" fmla="*/ 2771946 w 2771946"/>
              <a:gd name="connsiteY1" fmla="*/ 0 h 1188728"/>
              <a:gd name="connsiteX2" fmla="*/ 2771946 w 2771946"/>
              <a:gd name="connsiteY2" fmla="*/ 1188728 h 1188728"/>
              <a:gd name="connsiteX3" fmla="*/ 971550 w 2771946"/>
              <a:gd name="connsiteY3" fmla="*/ 1188728 h 1188728"/>
              <a:gd name="connsiteX4" fmla="*/ 0 w 2771946"/>
              <a:gd name="connsiteY4" fmla="*/ 0 h 1188728"/>
            </a:gdLst>
            <a:rect l="l" t="t" r="r" b="b"/>
            <a:pathLst>
              <a:path w="2771946" h="1188728">
                <a:moveTo>
                  <a:pt x="0" y="0"/>
                </a:moveTo>
                <a:lnTo>
                  <a:pt x="2771946" y="0"/>
                </a:lnTo>
                <a:lnTo>
                  <a:pt x="2771946" y="1188728"/>
                </a:lnTo>
                <a:lnTo>
                  <a:pt x="971550" y="1188728"/>
                </a:lnTo>
                <a:lnTo>
                  <a:pt x="0" y="0"/>
                </a:ln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solidFill>
                <a:schemeClr val="bg1"/>
              </a:solidFill>
              <a:latin typeface="Roboto"/>
              <a:ea typeface="Roboto"/>
              <a:cs typeface="Roboto"/>
            </a:endParaRPr>
          </a:p>
        </p:txBody>
      </p:sp>
      <p:sp>
        <p:nvSpPr>
          <p:cNvPr id="69" name="Conector reto 7">
            <a:extLst xmlns:a="http://schemas.openxmlformats.org/drawingml/2006/main">
              <a:ext uri="{FF2B5EF4-FFF2-40B4-BE49-F238E27FC236}">
                <a16:creationId xmlns:a16="http://schemas.microsoft.com/office/drawing/2014/main" id="{C8D1291A-8928-4B43-BAAF-D26542412684}"/>
              </a:ext>
            </a:extLst>
          </p:cNvPr>
          <p:cNvSpPr>
            <a:spLocks xmlns:a="http://schemas.openxmlformats.org/drawingml/2006/main" noGrp="1"/>
          </p:cNvSpPr>
          <p:nvPr/>
        </p:nvSpPr>
        <p:spPr>
          <a:xfrm xmlns:a="http://schemas.openxmlformats.org/drawingml/2006/main" rot="0" flipH="0" flipV="0">
            <a:off x="0" y="1182378"/>
            <a:ext cx="6858000" cy="0"/>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1" name="Conector reto 2">
            <a:extLst xmlns:a="http://schemas.openxmlformats.org/drawingml/2006/main">
              <a:ext uri="{FF2B5EF4-FFF2-40B4-BE49-F238E27FC236}">
                <a16:creationId xmlns:a16="http://schemas.microsoft.com/office/drawing/2014/main" id="{AE9A1998-A2D6-4EE8-AF7D-BE23CD2967A9}"/>
              </a:ext>
            </a:extLst>
          </p:cNvPr>
          <p:cNvSpPr>
            <a:spLocks xmlns:a="http://schemas.openxmlformats.org/drawingml/2006/main" noGrp="1"/>
          </p:cNvSpPr>
          <p:nvPr/>
        </p:nvSpPr>
        <p:spPr>
          <a:xfrm xmlns:a="http://schemas.openxmlformats.org/drawingml/2006/main" rot="0" flipH="1" flipV="1">
            <a:off x="4091842" y="0"/>
            <a:ext cx="2766156" cy="3415894"/>
          </a:xfrm>
          <a:prstGeom xmlns:a="http://schemas.openxmlformats.org/drawingml/2006/main" prst="line">
            <a:avLst/>
          </a:prstGeom>
          <a:ln xmlns:a="http://schemas.openxmlformats.org/drawingml/2006/main" w="12700">
            <a:solidFill>
              <a:schemeClr val="accent3"/>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8" name="CaixaDeTexto 9">
            <a:extLst xmlns:a="http://schemas.openxmlformats.org/drawingml/2006/main">
              <a:ext uri="{FF2B5EF4-FFF2-40B4-BE49-F238E27FC236}">
                <a16:creationId xmlns:a16="http://schemas.microsoft.com/office/drawing/2014/main" id="{2FF21D72-7D65-4AA3-AE03-41BAE5375E8C}"/>
              </a:ext>
            </a:extLst>
          </p:cNvPr>
          <p:cNvSpPr>
            <a:spLocks xmlns:a="http://schemas.openxmlformats.org/drawingml/2006/main" noGrp="1"/>
          </p:cNvSpPr>
          <p:nvPr/>
        </p:nvSpPr>
        <p:spPr>
          <a:xfrm xmlns:a="http://schemas.openxmlformats.org/drawingml/2006/main">
            <a:off x="6328029" y="9584374"/>
            <a:ext cx="148017" cy="127755"/>
          </a:xfrm>
          <a:prstGeom xmlns:a="http://schemas.openxmlformats.org/drawingml/2006/main" prst="rect">
            <a:avLst/>
          </a:prstGeom>
        </p:spPr>
        <p:txBody>
          <a:bodyPr xmlns:a="http://schemas.openxmlformats.org/drawingml/2006/main" vert="horz" wrap="square" lIns="0" tIns="25718" rIns="0" bIns="25718" anchor="ctr"/>
          <a:lstStyle xmlns:a="http://schemas.openxmlformats.org/drawingml/2006/main">
            <a:lvl1pPr algn="r">
              <a:buNone/>
              <a:defRPr sz="900" b="1">
                <a:solidFill>
                  <a:srgbClr val="606163"/>
                </a:solidFill>
              </a:defRPr>
            </a:lvl1pPr>
          </a:lstStyle>
          <a:p xmlns:a="http://schemas.openxmlformats.org/drawingml/2006/main">
            <a:pPr lvl="0" algn="ctr">
              <a:buNone/>
            </a:pPr>
            <a:fld id="{9B9BAEC2-C893-4510-BAEC-A634F6DBFF95}" type="slidenum">
              <a:rPr sz="800" b="0">
                <a:solidFill>
                  <a:schemeClr val="bg1"/>
                </a:solidFill>
                <a:latin typeface="Roboto"/>
                <a:ea typeface="Roboto"/>
                <a:cs typeface="Roboto"/>
              </a:rPr>
              <a:t>‹#›</a:t>
            </a:fld>
            <a:endParaRPr sz="800" b="0">
              <a:solidFill>
                <a:schemeClr val="bg1"/>
              </a:solidFill>
              <a:latin typeface="Roboto"/>
              <a:ea typeface="Roboto"/>
              <a:cs typeface="Roboto"/>
            </a:endParaRPr>
          </a:p>
        </p:txBody>
      </p:sp>
      <p:sp>
        <p:nvSpPr>
          <p:cNvPr id="89" name="Text Placeholder 40">
            <a:extLst xmlns:a="http://schemas.openxmlformats.org/drawingml/2006/main">
              <a:ext uri="{FF2B5EF4-FFF2-40B4-BE49-F238E27FC236}">
                <a16:creationId xmlns:a16="http://schemas.microsoft.com/office/drawing/2014/main" id="{91D72DC1-72BB-4D90-888F-230C2490908D}"/>
              </a:ext>
            </a:extLst>
          </p:cNvPr>
          <p:cNvSpPr>
            <a:spLocks xmlns:a="http://schemas.openxmlformats.org/drawingml/2006/main" noGrp="1"/>
          </p:cNvSpPr>
          <p:nvPr>
            <p:ph type="body" idx="11" hasCustomPrompt="1"/>
          </p:nvPr>
        </p:nvSpPr>
        <p:spPr>
          <a:xfrm xmlns:a="http://schemas.openxmlformats.org/drawingml/2006/main">
            <a:off x="368299" y="1928155"/>
            <a:ext cx="5337375" cy="45890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lvl1pPr algn="l">
              <a:buNone/>
              <a:defRPr sz="3200" b="0" i="0">
                <a:solidFill>
                  <a:schemeClr val="bg1"/>
                </a:solidFill>
                <a:latin typeface="+mj-lt"/>
                <a:ea typeface="+mj-lt"/>
                <a:cs typeface="+mj-lt"/>
              </a:defRPr>
            </a:lvl1pPr>
          </a:lstStyle>
          <a:p xmlns:a="http://schemas.openxmlformats.org/drawingml/2006/main">
            <a:pPr lvl="0" algn="ctr" defTabSz="914400">
              <a:lnSpc>
                <a:spcPct val="80000"/>
              </a:lnSpc>
              <a:spcBef>
                <a:spcPts val="1200"/>
              </a:spcBef>
              <a:buNone/>
            </a:pPr>
            <a:r>
              <a:t>Edit</a:t>
            </a:r>
            <a:endParaRPr/>
          </a:p>
        </p:txBody>
      </p:sp>
      <p:sp>
        <p:nvSpPr>
          <p:cNvPr id="90" name="Text Placeholder 40">
            <a:extLst xmlns:a="http://schemas.openxmlformats.org/drawingml/2006/main">
              <a:ext uri="{FF2B5EF4-FFF2-40B4-BE49-F238E27FC236}">
                <a16:creationId xmlns:a16="http://schemas.microsoft.com/office/drawing/2014/main" id="{B7833D10-130C-44AA-A9F0-0C48CBA6D02C}"/>
              </a:ext>
            </a:extLst>
          </p:cNvPr>
          <p:cNvSpPr>
            <a:spLocks xmlns:a="http://schemas.openxmlformats.org/drawingml/2006/main" noGrp="1"/>
          </p:cNvSpPr>
          <p:nvPr>
            <p:ph type="body" idx="12" hasCustomPrompt="1"/>
          </p:nvPr>
        </p:nvSpPr>
        <p:spPr>
          <a:xfrm xmlns:a="http://schemas.openxmlformats.org/drawingml/2006/main">
            <a:off x="368300" y="1509004"/>
            <a:ext cx="3006272" cy="336050"/>
          </a:xfrm>
          <a:prstGeom xmlns:a="http://schemas.openxmlformats.org/drawingml/2006/main" prst="rect">
            <a:avLst/>
          </a:prstGeom>
          <a:noFill xmlns:a="http://schemas.openxmlformats.org/drawingml/2006/main"/>
        </p:spPr>
        <p:txBody>
          <a:bodyPr xmlns:a="http://schemas.openxmlformats.org/drawingml/2006/main" wrap="none" lIns="0" tIns="0" rIns="0" bIns="0" anchor="ctr">
            <a:noAutofit/>
          </a:bodyPr>
          <a:lstStyle xmlns:a="http://schemas.openxmlformats.org/drawingml/2006/main">
            <a:lvl1pPr algn="l">
              <a:buNone/>
              <a:defRPr sz="1800" b="0" i="0">
                <a:solidFill>
                  <a:schemeClr val="accent2"/>
                </a:solidFill>
                <a:latin typeface="+mj-lt"/>
                <a:ea typeface="+mj-lt"/>
                <a:cs typeface="+mj-lt"/>
              </a:defRPr>
            </a:lvl1pPr>
          </a:lstStyle>
          <a:p xmlns:a="http://schemas.openxmlformats.org/drawingml/2006/main">
            <a:pPr lvl="0" algn="ctr" defTabSz="914400">
              <a:lnSpc>
                <a:spcPct val="80000"/>
              </a:lnSpc>
              <a:spcBef>
                <a:spcPts val="1200"/>
              </a:spcBef>
              <a:buNone/>
            </a:pPr>
            <a:r>
              <a:t>Section</a:t>
            </a:r>
            <a:endParaRPr/>
          </a:p>
        </p:txBody>
      </p:sp>
    </p:spTree>
  </p:cSld>
</p:sldLayout>
</file>

<file path=ppt/slideLayouts/slideLayout30.xml><?xml version="1.0" encoding="utf-8"?>
<p:sldLayout xmlns:p="http://schemas.openxmlformats.org/presentationml/2006/main" preserve="1" userDrawn="1">
  <p:cSld name="1 Gráfico">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35" name="Espaço Reservado para Conteúdo 14">
            <a:extLst xmlns:a="http://schemas.openxmlformats.org/drawingml/2006/main">
              <a:ext uri="{FF2B5EF4-FFF2-40B4-BE49-F238E27FC236}">
                <a16:creationId xmlns:a16="http://schemas.microsoft.com/office/drawing/2014/main" id="{D8D9FAC2-6A16-4A54-B55B-FEED7719F70A}"/>
              </a:ext>
            </a:extLst>
          </p:cNvPr>
          <p:cNvSpPr>
            <a:spLocks xmlns:a="http://schemas.openxmlformats.org/drawingml/2006/main" noGrp="1"/>
          </p:cNvSpPr>
          <p:nvPr>
            <p:ph idx="29" hasCustomPrompt="1"/>
          </p:nvPr>
        </p:nvSpPr>
        <p:spPr>
          <a:xfrm xmlns:a="http://schemas.openxmlformats.org/drawingml/2006/main">
            <a:off x="382829" y="1798335"/>
            <a:ext cx="6105737" cy="7668901"/>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6" name="Espaço Reservado para Conteúdo 14">
            <a:extLst xmlns:a="http://schemas.openxmlformats.org/drawingml/2006/main">
              <a:ext uri="{FF2B5EF4-FFF2-40B4-BE49-F238E27FC236}">
                <a16:creationId xmlns:a16="http://schemas.microsoft.com/office/drawing/2014/main" id="{F03016C5-25C3-487A-A063-9D5AE9126411}"/>
              </a:ext>
            </a:extLst>
          </p:cNvPr>
          <p:cNvSpPr>
            <a:spLocks xmlns:a="http://schemas.openxmlformats.org/drawingml/2006/main" noGrp="1"/>
          </p:cNvSpPr>
          <p:nvPr>
            <p:ph idx="30" hasCustomPrompt="1"/>
          </p:nvPr>
        </p:nvSpPr>
        <p:spPr>
          <a:xfrm xmlns:a="http://schemas.openxmlformats.org/drawingml/2006/main">
            <a:off x="382829" y="1509718"/>
            <a:ext cx="6099547"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22" name="Straight Connector 21">
            <a:extLst xmlns:a="http://schemas.openxmlformats.org/drawingml/2006/main">
              <a:ext uri="{FF2B5EF4-FFF2-40B4-BE49-F238E27FC236}">
                <a16:creationId xmlns:a16="http://schemas.microsoft.com/office/drawing/2014/main" id="{963240E2-4DD0-4870-88FF-26A9E57FF602}"/>
              </a:ext>
            </a:extLst>
          </p:cNvPr>
          <p:cNvSpPr>
            <a:spLocks xmlns:a="http://schemas.openxmlformats.org/drawingml/2006/main" noGrp="1"/>
          </p:cNvSpPr>
          <p:nvPr/>
        </p:nvSpPr>
        <p:spPr>
          <a:xfrm xmlns:a="http://schemas.openxmlformats.org/drawingml/2006/main">
            <a:off x="390154" y="734469"/>
            <a:ext cx="6099546"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Espaço Reservado para Texto 6">
            <a:extLst xmlns:a="http://schemas.openxmlformats.org/drawingml/2006/main">
              <a:ext uri="{FF2B5EF4-FFF2-40B4-BE49-F238E27FC236}">
                <a16:creationId xmlns:a16="http://schemas.microsoft.com/office/drawing/2014/main" id="{63243072-4DA0-4C3A-B73A-671A2BEE8737}"/>
              </a:ext>
            </a:extLst>
          </p:cNvPr>
          <p:cNvSpPr>
            <a:spLocks xmlns:a="http://schemas.openxmlformats.org/drawingml/2006/main" noGrp="1"/>
          </p:cNvSpPr>
          <p:nvPr>
            <p:ph type="body" idx="16" hasCustomPrompt="1"/>
          </p:nvPr>
        </p:nvSpPr>
        <p:spPr>
          <a:xfrm xmlns:a="http://schemas.openxmlformats.org/drawingml/2006/main">
            <a:off x="390153" y="814312"/>
            <a:ext cx="6099547" cy="262500"/>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1900" b="1" spc="0">
                <a:solidFill>
                  <a:schemeClr val="tx2"/>
                </a:solidFill>
                <a:latin typeface="Roboto"/>
                <a:ea typeface="Roboto"/>
                <a:cs typeface="Roboto"/>
              </a:defRPr>
            </a:lvl1pPr>
          </a:lstStyle>
          <a:p xmlns:a="http://schemas.openxmlformats.org/drawingml/2006/main">
            <a:pPr lvl="0">
              <a:buNone/>
            </a:pPr>
            <a:r>
              <a:t>EDITAR</a:t>
            </a:r>
          </a:p>
        </p:txBody>
      </p:sp>
      <p:sp>
        <p:nvSpPr>
          <p:cNvPr id="13" name="Espaço Reservado para Texto 6">
            <a:extLst xmlns:a="http://schemas.openxmlformats.org/drawingml/2006/main">
              <a:ext uri="{FF2B5EF4-FFF2-40B4-BE49-F238E27FC236}">
                <a16:creationId xmlns:a16="http://schemas.microsoft.com/office/drawing/2014/main" id="{6194D149-E2F1-4BF9-A8EC-BA08D0C1D8BC}"/>
              </a:ext>
            </a:extLst>
          </p:cNvPr>
          <p:cNvSpPr>
            <a:spLocks xmlns:a="http://schemas.openxmlformats.org/drawingml/2006/main" noGrp="1"/>
          </p:cNvSpPr>
          <p:nvPr>
            <p:ph type="body" idx="17" hasCustomPrompt="1"/>
          </p:nvPr>
        </p:nvSpPr>
        <p:spPr>
          <a:xfrm xmlns:a="http://schemas.openxmlformats.org/drawingml/2006/main">
            <a:off x="390154" y="1119209"/>
            <a:ext cx="6099545" cy="30457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600" b="0">
                <a:solidFill>
                  <a:schemeClr val="tx2"/>
                </a:solidFill>
                <a:latin typeface="Roboto Light"/>
                <a:ea typeface="Roboto Light"/>
                <a:cs typeface="Roboto Light"/>
              </a:defRPr>
            </a:lvl1pPr>
          </a:lstStyle>
          <a:p xmlns:a="http://schemas.openxmlformats.org/drawingml/2006/main">
            <a:pPr lvl="0">
              <a:buNone/>
            </a:pPr>
            <a:r>
              <a:t>Clique para editar o texto mestre</a:t>
            </a:r>
          </a:p>
        </p:txBody>
      </p:sp>
      <p:sp>
        <p:nvSpPr>
          <p:cNvPr id="14" name="Espaço Reservado para Texto 6">
            <a:extLst xmlns:a="http://schemas.openxmlformats.org/drawingml/2006/main">
              <a:ext uri="{FF2B5EF4-FFF2-40B4-BE49-F238E27FC236}">
                <a16:creationId xmlns:a16="http://schemas.microsoft.com/office/drawing/2014/main" id="{2B30E5FD-9051-4E1E-8485-CF615FEFF1FB}"/>
              </a:ext>
            </a:extLst>
          </p:cNvPr>
          <p:cNvSpPr>
            <a:spLocks xmlns:a="http://schemas.openxmlformats.org/drawingml/2006/main" noGrp="1"/>
          </p:cNvSpPr>
          <p:nvPr>
            <p:ph type="body" idx="26"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2" name="Date Placeholder 6">
            <a:extLst xmlns:a="http://schemas.openxmlformats.org/drawingml/2006/main">
              <a:ext uri="{FF2B5EF4-FFF2-40B4-BE49-F238E27FC236}">
                <a16:creationId xmlns:a16="http://schemas.microsoft.com/office/drawing/2014/main" id="{ABC290B6-06C0-D618-F1C8-136467B3F1EB}"/>
              </a:ext>
            </a:extLst>
          </p:cNvPr>
          <p:cNvSpPr>
            <a:spLocks xmlns:a="http://schemas.openxmlformats.org/drawingml/2006/main" noGrp="1"/>
          </p:cNvSpPr>
          <p:nvPr>
            <p:ph type="dt" idx="2"/>
          </p:nvPr>
        </p:nvSpPr>
        <p:spPr>
          <a:xfrm xmlns:a="http://schemas.openxmlformats.org/drawingml/2006/main">
            <a:off x="3957639" y="438763"/>
            <a:ext cx="2532062" cy="184666"/>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August 2024</a:t>
            </a:r>
          </a:p>
        </p:txBody>
      </p:sp>
      <p:pic>
        <p:nvPicPr>
          <p:cNvPr id="46" name="Graphic 2"/>
          <p:cNvPicPr>
            <a:picLocks xmlns:a="http://schemas.openxmlformats.org/drawingml/2006/main" noChangeAspect="1"/>
          </p:cNvPicPr>
          <p:nvPr/>
        </p:nvPicPr>
        <p:blipFill>
          <a:blip xmlns:r="http://schemas.openxmlformats.org/officeDocument/2006/relationships" xmlns:a="http://schemas.openxmlformats.org/drawingml/2006/main" r:embed="Rc755db54fd52415e">
            <a:extLst>
              <a:ext uri="{96DAC541-7B7A-43D3-8B79-37D633B846F1}">
                <asvg:svgBlip xmlns:asvg="http://schemas.microsoft.com/office/drawing/2016/SVG/main" r:embed="R9bcaeebf7fd2413e"/>
              </a:ext>
            </a:extLst>
          </a:blip>
          <a:stretch xmlns:a="http://schemas.openxmlformats.org/drawingml/2006/main">
            <a:fillRect l="0" t="0" r="0" b="0"/>
          </a:stretch>
        </p:blipFill>
        <p:spPr>
          <a:xfrm xmlns:a="http://schemas.openxmlformats.org/drawingml/2006/main">
            <a:off x="6121399" y="9569081"/>
            <a:ext cx="152400" cy="152400"/>
          </a:xfrm>
          <a:prstGeom xmlns:a="http://schemas.openxmlformats.org/drawingml/2006/main" prst="rect">
            <a:avLst/>
          </a:prstGeom>
        </p:spPr>
      </p:pic>
    </p:spTree>
  </p:cSld>
</p:sldLayout>
</file>

<file path=ppt/slideLayouts/slideLayout31.xml><?xml version="1.0" encoding="utf-8"?>
<p:sldLayout xmlns:p="http://schemas.openxmlformats.org/presentationml/2006/main" preserve="1" userDrawn="1">
  <p:cSld name="2 Gráficos">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53" name="Text Placeholder 4">
            <a:extLst xmlns:a="http://schemas.openxmlformats.org/drawingml/2006/main">
              <a:ext uri="{FF2B5EF4-FFF2-40B4-BE49-F238E27FC236}">
                <a16:creationId xmlns:a16="http://schemas.microsoft.com/office/drawing/2014/main" id="{03A51246-6836-408F-ABF0-EEEEE8E00F14}"/>
              </a:ext>
            </a:extLst>
          </p:cNvPr>
          <p:cNvSpPr>
            <a:spLocks xmlns:a="http://schemas.openxmlformats.org/drawingml/2006/main" noGrp="1"/>
          </p:cNvSpPr>
          <p:nvPr>
            <p:ph type="body" idx="20"/>
          </p:nvPr>
        </p:nvSpPr>
        <p:spPr>
          <a:xfrm xmlns:a="http://schemas.openxmlformats.org/drawingml/2006/main">
            <a:off x="382828" y="1497015"/>
            <a:ext cx="6106871" cy="3948034"/>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27" name="Espaço Reservado para Conteúdo 14">
            <a:extLst xmlns:a="http://schemas.openxmlformats.org/drawingml/2006/main">
              <a:ext uri="{FF2B5EF4-FFF2-40B4-BE49-F238E27FC236}">
                <a16:creationId xmlns:a16="http://schemas.microsoft.com/office/drawing/2014/main" id="{7459543B-5D1A-4593-B70A-B3031D0AB289}"/>
              </a:ext>
            </a:extLst>
          </p:cNvPr>
          <p:cNvSpPr>
            <a:spLocks xmlns:a="http://schemas.openxmlformats.org/drawingml/2006/main" noGrp="1"/>
          </p:cNvSpPr>
          <p:nvPr>
            <p:ph idx="21" hasCustomPrompt="1"/>
          </p:nvPr>
        </p:nvSpPr>
        <p:spPr>
          <a:xfrm xmlns:a="http://schemas.openxmlformats.org/drawingml/2006/main">
            <a:off x="382829" y="7896455"/>
            <a:ext cx="6106871" cy="1557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29" name="Espaço Reservado para Conteúdo 14">
            <a:extLst xmlns:a="http://schemas.openxmlformats.org/drawingml/2006/main">
              <a:ext uri="{FF2B5EF4-FFF2-40B4-BE49-F238E27FC236}">
                <a16:creationId xmlns:a16="http://schemas.microsoft.com/office/drawing/2014/main" id="{F5CC7ACC-9FC6-43CE-AF39-B94FD98BF6E6}"/>
              </a:ext>
            </a:extLst>
          </p:cNvPr>
          <p:cNvSpPr>
            <a:spLocks xmlns:a="http://schemas.openxmlformats.org/drawingml/2006/main" noGrp="1"/>
          </p:cNvSpPr>
          <p:nvPr>
            <p:ph idx="23" hasCustomPrompt="1"/>
          </p:nvPr>
        </p:nvSpPr>
        <p:spPr>
          <a:xfrm xmlns:a="http://schemas.openxmlformats.org/drawingml/2006/main">
            <a:off x="382829" y="7607837"/>
            <a:ext cx="6106871"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5" name="Espaço Reservado para Conteúdo 14">
            <a:extLst xmlns:a="http://schemas.openxmlformats.org/drawingml/2006/main">
              <a:ext uri="{FF2B5EF4-FFF2-40B4-BE49-F238E27FC236}">
                <a16:creationId xmlns:a16="http://schemas.microsoft.com/office/drawing/2014/main" id="{D8D9FAC2-6A16-4A54-B55B-FEED7719F70A}"/>
              </a:ext>
            </a:extLst>
          </p:cNvPr>
          <p:cNvSpPr>
            <a:spLocks xmlns:a="http://schemas.openxmlformats.org/drawingml/2006/main" noGrp="1"/>
          </p:cNvSpPr>
          <p:nvPr>
            <p:ph idx="29" hasCustomPrompt="1"/>
          </p:nvPr>
        </p:nvSpPr>
        <p:spPr>
          <a:xfrm xmlns:a="http://schemas.openxmlformats.org/drawingml/2006/main">
            <a:off x="382829" y="5927315"/>
            <a:ext cx="6105737" cy="1578834"/>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6" name="Espaço Reservado para Conteúdo 14">
            <a:extLst xmlns:a="http://schemas.openxmlformats.org/drawingml/2006/main">
              <a:ext uri="{FF2B5EF4-FFF2-40B4-BE49-F238E27FC236}">
                <a16:creationId xmlns:a16="http://schemas.microsoft.com/office/drawing/2014/main" id="{F03016C5-25C3-487A-A063-9D5AE9126411}"/>
              </a:ext>
            </a:extLst>
          </p:cNvPr>
          <p:cNvSpPr>
            <a:spLocks xmlns:a="http://schemas.openxmlformats.org/drawingml/2006/main" noGrp="1"/>
          </p:cNvSpPr>
          <p:nvPr>
            <p:ph idx="30" hasCustomPrompt="1"/>
          </p:nvPr>
        </p:nvSpPr>
        <p:spPr>
          <a:xfrm xmlns:a="http://schemas.openxmlformats.org/drawingml/2006/main">
            <a:off x="382829" y="5638697"/>
            <a:ext cx="6099547"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22" name="Straight Connector 21">
            <a:extLst xmlns:a="http://schemas.openxmlformats.org/drawingml/2006/main">
              <a:ext uri="{FF2B5EF4-FFF2-40B4-BE49-F238E27FC236}">
                <a16:creationId xmlns:a16="http://schemas.microsoft.com/office/drawing/2014/main" id="{A4C95384-D4DC-4398-9307-C70741D3C350}"/>
              </a:ext>
            </a:extLst>
          </p:cNvPr>
          <p:cNvSpPr>
            <a:spLocks xmlns:a="http://schemas.openxmlformats.org/drawingml/2006/main" noGrp="1"/>
          </p:cNvSpPr>
          <p:nvPr/>
        </p:nvSpPr>
        <p:spPr>
          <a:xfrm xmlns:a="http://schemas.openxmlformats.org/drawingml/2006/main">
            <a:off x="390154" y="734469"/>
            <a:ext cx="6099546"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6" name="Espaço Reservado para Texto 6">
            <a:extLst xmlns:a="http://schemas.openxmlformats.org/drawingml/2006/main">
              <a:ext uri="{FF2B5EF4-FFF2-40B4-BE49-F238E27FC236}">
                <a16:creationId xmlns:a16="http://schemas.microsoft.com/office/drawing/2014/main" id="{F0727637-B56E-4C1E-9D50-4D5CB2A21C4F}"/>
              </a:ext>
            </a:extLst>
          </p:cNvPr>
          <p:cNvSpPr>
            <a:spLocks xmlns:a="http://schemas.openxmlformats.org/drawingml/2006/main" noGrp="1"/>
          </p:cNvSpPr>
          <p:nvPr>
            <p:ph type="body" idx="16" hasCustomPrompt="1"/>
          </p:nvPr>
        </p:nvSpPr>
        <p:spPr>
          <a:xfrm xmlns:a="http://schemas.openxmlformats.org/drawingml/2006/main">
            <a:off x="390153" y="814312"/>
            <a:ext cx="6099547" cy="262500"/>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1900" b="1" spc="0">
                <a:solidFill>
                  <a:schemeClr val="tx2"/>
                </a:solidFill>
                <a:latin typeface="Roboto"/>
                <a:ea typeface="Roboto"/>
                <a:cs typeface="Roboto"/>
              </a:defRPr>
            </a:lvl1pPr>
          </a:lstStyle>
          <a:p xmlns:a="http://schemas.openxmlformats.org/drawingml/2006/main">
            <a:pPr lvl="0">
              <a:buNone/>
            </a:pPr>
            <a:r>
              <a:t>EDITAR</a:t>
            </a:r>
          </a:p>
        </p:txBody>
      </p:sp>
      <p:sp>
        <p:nvSpPr>
          <p:cNvPr id="37" name="Espaço Reservado para Texto 6">
            <a:extLst xmlns:a="http://schemas.openxmlformats.org/drawingml/2006/main">
              <a:ext uri="{FF2B5EF4-FFF2-40B4-BE49-F238E27FC236}">
                <a16:creationId xmlns:a16="http://schemas.microsoft.com/office/drawing/2014/main" id="{6A52A1EC-A892-4253-A152-66B87248D94E}"/>
              </a:ext>
            </a:extLst>
          </p:cNvPr>
          <p:cNvSpPr>
            <a:spLocks xmlns:a="http://schemas.openxmlformats.org/drawingml/2006/main" noGrp="1"/>
          </p:cNvSpPr>
          <p:nvPr>
            <p:ph type="body" idx="17" hasCustomPrompt="1"/>
          </p:nvPr>
        </p:nvSpPr>
        <p:spPr>
          <a:xfrm xmlns:a="http://schemas.openxmlformats.org/drawingml/2006/main">
            <a:off x="390154" y="1119209"/>
            <a:ext cx="6099545" cy="30457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600" b="0">
                <a:solidFill>
                  <a:schemeClr val="tx2"/>
                </a:solidFill>
                <a:latin typeface="Roboto Light"/>
                <a:ea typeface="Roboto Light"/>
                <a:cs typeface="Roboto Light"/>
              </a:defRPr>
            </a:lvl1pPr>
          </a:lstStyle>
          <a:p xmlns:a="http://schemas.openxmlformats.org/drawingml/2006/main">
            <a:pPr lvl="0">
              <a:buNone/>
            </a:pPr>
            <a:r>
              <a:t>Clique para editar o texto mestre</a:t>
            </a:r>
          </a:p>
        </p:txBody>
      </p:sp>
      <p:sp>
        <p:nvSpPr>
          <p:cNvPr id="14" name="Espaço Reservado para Texto 6">
            <a:extLst xmlns:a="http://schemas.openxmlformats.org/drawingml/2006/main">
              <a:ext uri="{FF2B5EF4-FFF2-40B4-BE49-F238E27FC236}">
                <a16:creationId xmlns:a16="http://schemas.microsoft.com/office/drawing/2014/main" id="{7905309A-7F3E-4A7B-816E-100D4419AC95}"/>
              </a:ext>
            </a:extLst>
          </p:cNvPr>
          <p:cNvSpPr>
            <a:spLocks xmlns:a="http://schemas.openxmlformats.org/drawingml/2006/main" noGrp="1"/>
          </p:cNvSpPr>
          <p:nvPr>
            <p:ph type="body" idx="26"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15" name="Date Placeholder 1">
            <a:extLst xmlns:a="http://schemas.openxmlformats.org/drawingml/2006/main">
              <a:ext uri="{FF2B5EF4-FFF2-40B4-BE49-F238E27FC236}">
                <a16:creationId xmlns:a16="http://schemas.microsoft.com/office/drawing/2014/main" id="{F553351A-90B3-4CE5-942E-AE4248858838}"/>
              </a:ext>
            </a:extLst>
          </p:cNvPr>
          <p:cNvSpPr>
            <a:spLocks xmlns:a="http://schemas.openxmlformats.org/drawingml/2006/main" noGrp="1"/>
          </p:cNvSpPr>
          <p:nvPr>
            <p:ph type="dt" idx="2"/>
          </p:nvPr>
        </p:nvSpPr>
        <p:spPr>
          <a:xfrm xmlns:a="http://schemas.openxmlformats.org/drawingml/2006/main">
            <a:off x="3971925" y="438763"/>
            <a:ext cx="2517775"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bg2"/>
                </a:solidFill>
                <a:latin typeface="Roboto Light"/>
                <a:ea typeface="Roboto Light"/>
                <a:cs typeface="Roboto Light"/>
              </a:defRPr>
            </a:lvl1pPr>
          </a:lstStyle>
          <a:p xmlns:a="http://schemas.openxmlformats.org/drawingml/2006/main">
            <a:fld id="{0AD01827-9A36-4138-95B8-B0189D2D0C96}" type="datetime4">
              <a:t>August 6, 2026</a:t>
            </a:fld>
            <a:endParaRPr/>
          </a:p>
        </p:txBody>
      </p:sp>
    </p:spTree>
  </p:cSld>
</p:sldLayout>
</file>

<file path=ppt/slideLayouts/slideLayout32.xml><?xml version="1.0" encoding="utf-8"?>
<p:sldLayout xmlns:p="http://schemas.openxmlformats.org/presentationml/2006/main" preserve="1" userDrawn="1">
  <p:cSld name="3 Gráficos">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53" name="Text Placeholder 4">
            <a:extLst xmlns:a="http://schemas.openxmlformats.org/drawingml/2006/main">
              <a:ext uri="{FF2B5EF4-FFF2-40B4-BE49-F238E27FC236}">
                <a16:creationId xmlns:a16="http://schemas.microsoft.com/office/drawing/2014/main" id="{03A51246-6836-408F-ABF0-EEEEE8E00F14}"/>
              </a:ext>
            </a:extLst>
          </p:cNvPr>
          <p:cNvSpPr>
            <a:spLocks xmlns:a="http://schemas.openxmlformats.org/drawingml/2006/main" noGrp="1"/>
          </p:cNvSpPr>
          <p:nvPr>
            <p:ph type="body" idx="20"/>
          </p:nvPr>
        </p:nvSpPr>
        <p:spPr>
          <a:xfrm xmlns:a="http://schemas.openxmlformats.org/drawingml/2006/main">
            <a:off x="382829" y="1497013"/>
            <a:ext cx="2923563" cy="2616675"/>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31" name="Espaço Reservado para Conteúdo 14">
            <a:extLst xmlns:a="http://schemas.openxmlformats.org/drawingml/2006/main">
              <a:ext uri="{FF2B5EF4-FFF2-40B4-BE49-F238E27FC236}">
                <a16:creationId xmlns:a16="http://schemas.microsoft.com/office/drawing/2014/main" id="{B4A8E0CC-AF6D-4249-B907-8B90F14E6EEE}"/>
              </a:ext>
            </a:extLst>
          </p:cNvPr>
          <p:cNvSpPr>
            <a:spLocks xmlns:a="http://schemas.openxmlformats.org/drawingml/2006/main" noGrp="1"/>
          </p:cNvSpPr>
          <p:nvPr>
            <p:ph idx="25" hasCustomPrompt="1"/>
          </p:nvPr>
        </p:nvSpPr>
        <p:spPr>
          <a:xfrm xmlns:a="http://schemas.openxmlformats.org/drawingml/2006/main">
            <a:off x="382829" y="4581387"/>
            <a:ext cx="6119679" cy="208201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2" name="Espaço Reservado para Conteúdo 14">
            <a:extLst xmlns:a="http://schemas.openxmlformats.org/drawingml/2006/main">
              <a:ext uri="{FF2B5EF4-FFF2-40B4-BE49-F238E27FC236}">
                <a16:creationId xmlns:a16="http://schemas.microsoft.com/office/drawing/2014/main" id="{D196756B-2AE4-4A67-89B3-B66A7F1396F6}"/>
              </a:ext>
            </a:extLst>
          </p:cNvPr>
          <p:cNvSpPr>
            <a:spLocks xmlns:a="http://schemas.openxmlformats.org/drawingml/2006/main" noGrp="1"/>
          </p:cNvSpPr>
          <p:nvPr>
            <p:ph idx="26" hasCustomPrompt="1"/>
          </p:nvPr>
        </p:nvSpPr>
        <p:spPr>
          <a:xfrm xmlns:a="http://schemas.openxmlformats.org/drawingml/2006/main">
            <a:off x="3536951" y="1836751"/>
            <a:ext cx="2965558" cy="2276937"/>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3" name="Espaço Reservado para Conteúdo 14">
            <a:extLst xmlns:a="http://schemas.openxmlformats.org/drawingml/2006/main">
              <a:ext uri="{FF2B5EF4-FFF2-40B4-BE49-F238E27FC236}">
                <a16:creationId xmlns:a16="http://schemas.microsoft.com/office/drawing/2014/main" id="{B149349D-4017-411D-A6E4-6FA59E261E07}"/>
              </a:ext>
            </a:extLst>
          </p:cNvPr>
          <p:cNvSpPr>
            <a:spLocks xmlns:a="http://schemas.openxmlformats.org/drawingml/2006/main" noGrp="1"/>
          </p:cNvSpPr>
          <p:nvPr>
            <p:ph idx="27" hasCustomPrompt="1"/>
          </p:nvPr>
        </p:nvSpPr>
        <p:spPr>
          <a:xfrm xmlns:a="http://schemas.openxmlformats.org/drawingml/2006/main">
            <a:off x="382829" y="4292769"/>
            <a:ext cx="6119679"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4" name="Espaço Reservado para Conteúdo 14">
            <a:extLst xmlns:a="http://schemas.openxmlformats.org/drawingml/2006/main">
              <a:ext uri="{FF2B5EF4-FFF2-40B4-BE49-F238E27FC236}">
                <a16:creationId xmlns:a16="http://schemas.microsoft.com/office/drawing/2014/main" id="{849E52CD-1DB8-4809-A80A-ECC086DFD60E}"/>
              </a:ext>
            </a:extLst>
          </p:cNvPr>
          <p:cNvSpPr>
            <a:spLocks xmlns:a="http://schemas.openxmlformats.org/drawingml/2006/main" noGrp="1"/>
          </p:cNvSpPr>
          <p:nvPr>
            <p:ph idx="28" hasCustomPrompt="1"/>
          </p:nvPr>
        </p:nvSpPr>
        <p:spPr>
          <a:xfrm xmlns:a="http://schemas.openxmlformats.org/drawingml/2006/main">
            <a:off x="3552750" y="1548134"/>
            <a:ext cx="2949758"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20" name="Text Placeholder 4">
            <a:extLst xmlns:a="http://schemas.openxmlformats.org/drawingml/2006/main">
              <a:ext uri="{FF2B5EF4-FFF2-40B4-BE49-F238E27FC236}">
                <a16:creationId xmlns:a16="http://schemas.microsoft.com/office/drawing/2014/main" id="{92D80794-D9BD-4233-9669-1606A39695D6}"/>
              </a:ext>
            </a:extLst>
          </p:cNvPr>
          <p:cNvSpPr>
            <a:spLocks xmlns:a="http://schemas.openxmlformats.org/drawingml/2006/main" noGrp="1"/>
          </p:cNvSpPr>
          <p:nvPr>
            <p:ph type="body" idx="29"/>
          </p:nvPr>
        </p:nvSpPr>
        <p:spPr>
          <a:xfrm xmlns:a="http://schemas.openxmlformats.org/drawingml/2006/main">
            <a:off x="390154" y="6866857"/>
            <a:ext cx="2923563" cy="2584765"/>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21" name="Espaço Reservado para Conteúdo 14">
            <a:extLst xmlns:a="http://schemas.openxmlformats.org/drawingml/2006/main">
              <a:ext uri="{FF2B5EF4-FFF2-40B4-BE49-F238E27FC236}">
                <a16:creationId xmlns:a16="http://schemas.microsoft.com/office/drawing/2014/main" id="{A6CB413F-84EF-44DF-BD40-B9F876AF8DE8}"/>
              </a:ext>
            </a:extLst>
          </p:cNvPr>
          <p:cNvSpPr>
            <a:spLocks xmlns:a="http://schemas.openxmlformats.org/drawingml/2006/main" noGrp="1"/>
          </p:cNvSpPr>
          <p:nvPr>
            <p:ph idx="30" hasCustomPrompt="1"/>
          </p:nvPr>
        </p:nvSpPr>
        <p:spPr>
          <a:xfrm xmlns:a="http://schemas.openxmlformats.org/drawingml/2006/main">
            <a:off x="3544276" y="7190300"/>
            <a:ext cx="2965558" cy="2263264"/>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22" name="Espaço Reservado para Conteúdo 14">
            <a:extLst xmlns:a="http://schemas.openxmlformats.org/drawingml/2006/main">
              <a:ext uri="{FF2B5EF4-FFF2-40B4-BE49-F238E27FC236}">
                <a16:creationId xmlns:a16="http://schemas.microsoft.com/office/drawing/2014/main" id="{81B1184E-C2A9-4D89-B81A-04C67DFDFC84}"/>
              </a:ext>
            </a:extLst>
          </p:cNvPr>
          <p:cNvSpPr>
            <a:spLocks xmlns:a="http://schemas.openxmlformats.org/drawingml/2006/main" noGrp="1"/>
          </p:cNvSpPr>
          <p:nvPr>
            <p:ph idx="31" hasCustomPrompt="1"/>
          </p:nvPr>
        </p:nvSpPr>
        <p:spPr>
          <a:xfrm xmlns:a="http://schemas.openxmlformats.org/drawingml/2006/main">
            <a:off x="3560075" y="6901682"/>
            <a:ext cx="2949758"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23" name="Straight Connector 22">
            <a:extLst xmlns:a="http://schemas.openxmlformats.org/drawingml/2006/main">
              <a:ext uri="{FF2B5EF4-FFF2-40B4-BE49-F238E27FC236}">
                <a16:creationId xmlns:a16="http://schemas.microsoft.com/office/drawing/2014/main" id="{6A5EF959-8AB1-45BB-8DDE-852BF083B5B7}"/>
              </a:ext>
            </a:extLst>
          </p:cNvPr>
          <p:cNvSpPr>
            <a:spLocks xmlns:a="http://schemas.openxmlformats.org/drawingml/2006/main" noGrp="1"/>
          </p:cNvSpPr>
          <p:nvPr/>
        </p:nvSpPr>
        <p:spPr>
          <a:xfrm xmlns:a="http://schemas.openxmlformats.org/drawingml/2006/main">
            <a:off x="390154" y="734469"/>
            <a:ext cx="6099546"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Espaço Reservado para Texto 6">
            <a:extLst xmlns:a="http://schemas.openxmlformats.org/drawingml/2006/main">
              <a:ext uri="{FF2B5EF4-FFF2-40B4-BE49-F238E27FC236}">
                <a16:creationId xmlns:a16="http://schemas.microsoft.com/office/drawing/2014/main" id="{667A78A2-6B0A-4B79-B91F-864FAEBDF306}"/>
              </a:ext>
            </a:extLst>
          </p:cNvPr>
          <p:cNvSpPr>
            <a:spLocks xmlns:a="http://schemas.openxmlformats.org/drawingml/2006/main" noGrp="1"/>
          </p:cNvSpPr>
          <p:nvPr>
            <p:ph type="body" idx="16" hasCustomPrompt="1"/>
          </p:nvPr>
        </p:nvSpPr>
        <p:spPr>
          <a:xfrm xmlns:a="http://schemas.openxmlformats.org/drawingml/2006/main">
            <a:off x="390153" y="814312"/>
            <a:ext cx="6099547" cy="262500"/>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1900" b="1" spc="0">
                <a:solidFill>
                  <a:schemeClr val="tx2"/>
                </a:solidFill>
                <a:latin typeface="Roboto"/>
                <a:ea typeface="Roboto"/>
                <a:cs typeface="Roboto"/>
              </a:defRPr>
            </a:lvl1pPr>
          </a:lstStyle>
          <a:p xmlns:a="http://schemas.openxmlformats.org/drawingml/2006/main">
            <a:pPr lvl="0">
              <a:buNone/>
            </a:pPr>
            <a:r>
              <a:t>EDITAR</a:t>
            </a:r>
          </a:p>
        </p:txBody>
      </p:sp>
      <p:sp>
        <p:nvSpPr>
          <p:cNvPr id="18" name="Espaço Reservado para Texto 6">
            <a:extLst xmlns:a="http://schemas.openxmlformats.org/drawingml/2006/main">
              <a:ext uri="{FF2B5EF4-FFF2-40B4-BE49-F238E27FC236}">
                <a16:creationId xmlns:a16="http://schemas.microsoft.com/office/drawing/2014/main" id="{C057AED6-8480-40FD-AA17-1DD8BA77D1B9}"/>
              </a:ext>
            </a:extLst>
          </p:cNvPr>
          <p:cNvSpPr>
            <a:spLocks xmlns:a="http://schemas.openxmlformats.org/drawingml/2006/main" noGrp="1"/>
          </p:cNvSpPr>
          <p:nvPr>
            <p:ph type="body" idx="17" hasCustomPrompt="1"/>
          </p:nvPr>
        </p:nvSpPr>
        <p:spPr>
          <a:xfrm xmlns:a="http://schemas.openxmlformats.org/drawingml/2006/main">
            <a:off x="390154" y="1119209"/>
            <a:ext cx="6099545" cy="30457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600" b="0">
                <a:solidFill>
                  <a:schemeClr val="tx2"/>
                </a:solidFill>
                <a:latin typeface="Roboto Light"/>
                <a:ea typeface="Roboto Light"/>
                <a:cs typeface="Roboto Light"/>
              </a:defRPr>
            </a:lvl1pPr>
          </a:lstStyle>
          <a:p xmlns:a="http://schemas.openxmlformats.org/drawingml/2006/main">
            <a:pPr lvl="0">
              <a:buNone/>
            </a:pPr>
            <a:r>
              <a:t>Clique para editar o texto mestre</a:t>
            </a:r>
          </a:p>
        </p:txBody>
      </p:sp>
      <p:sp>
        <p:nvSpPr>
          <p:cNvPr id="19" name="Espaço Reservado para Texto 6">
            <a:extLst xmlns:a="http://schemas.openxmlformats.org/drawingml/2006/main">
              <a:ext uri="{FF2B5EF4-FFF2-40B4-BE49-F238E27FC236}">
                <a16:creationId xmlns:a16="http://schemas.microsoft.com/office/drawing/2014/main" id="{D8173AC5-D6F2-4007-9E85-9CC5D5ECAF90}"/>
              </a:ext>
            </a:extLst>
          </p:cNvPr>
          <p:cNvSpPr>
            <a:spLocks xmlns:a="http://schemas.openxmlformats.org/drawingml/2006/main" noGrp="1"/>
          </p:cNvSpPr>
          <p:nvPr>
            <p:ph type="body" idx="32"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24" name="Date Placeholder 1">
            <a:extLst xmlns:a="http://schemas.openxmlformats.org/drawingml/2006/main">
              <a:ext uri="{FF2B5EF4-FFF2-40B4-BE49-F238E27FC236}">
                <a16:creationId xmlns:a16="http://schemas.microsoft.com/office/drawing/2014/main" id="{907C5A98-0307-4E77-A8F5-55605CF6F9F6}"/>
              </a:ext>
            </a:extLst>
          </p:cNvPr>
          <p:cNvSpPr>
            <a:spLocks xmlns:a="http://schemas.openxmlformats.org/drawingml/2006/main" noGrp="1"/>
          </p:cNvSpPr>
          <p:nvPr>
            <p:ph type="dt" idx="2"/>
          </p:nvPr>
        </p:nvSpPr>
        <p:spPr>
          <a:xfrm xmlns:a="http://schemas.openxmlformats.org/drawingml/2006/main">
            <a:off x="3971925" y="438763"/>
            <a:ext cx="2517775"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bg2"/>
                </a:solidFill>
                <a:latin typeface="Roboto Light"/>
                <a:ea typeface="Roboto Light"/>
                <a:cs typeface="Roboto Light"/>
              </a:defRPr>
            </a:lvl1pPr>
          </a:lstStyle>
          <a:p xmlns:a="http://schemas.openxmlformats.org/drawingml/2006/main">
            <a:fld id="{5EBDDC5B-631B-4336-9543-98257A1F05F5}" type="datetime4">
              <a:t>August 6, 2026</a:t>
            </a:fld>
            <a:endParaRPr/>
          </a:p>
        </p:txBody>
      </p:sp>
    </p:spTree>
  </p:cSld>
</p:sldLayout>
</file>

<file path=ppt/slideLayouts/slideLayout33.xml><?xml version="1.0" encoding="utf-8"?>
<p:sldLayout xmlns:p="http://schemas.openxmlformats.org/presentationml/2006/main" preserve="1" userDrawn="1">
  <p:cSld name="4 Gráficos">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20" name="Text Placeholder 4">
            <a:extLst xmlns:a="http://schemas.openxmlformats.org/drawingml/2006/main">
              <a:ext uri="{FF2B5EF4-FFF2-40B4-BE49-F238E27FC236}">
                <a16:creationId xmlns:a16="http://schemas.microsoft.com/office/drawing/2014/main" id="{49A1E59E-08DB-45E6-A0D5-7C78A54C869F}"/>
              </a:ext>
            </a:extLst>
          </p:cNvPr>
          <p:cNvSpPr>
            <a:spLocks xmlns:a="http://schemas.openxmlformats.org/drawingml/2006/main" noGrp="1"/>
          </p:cNvSpPr>
          <p:nvPr>
            <p:ph type="body" idx="20"/>
          </p:nvPr>
        </p:nvSpPr>
        <p:spPr>
          <a:xfrm xmlns:a="http://schemas.openxmlformats.org/drawingml/2006/main">
            <a:off x="382829" y="1497013"/>
            <a:ext cx="2923563" cy="4079539"/>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21" name="Espaço Reservado para Conteúdo 14">
            <a:extLst xmlns:a="http://schemas.openxmlformats.org/drawingml/2006/main">
              <a:ext uri="{FF2B5EF4-FFF2-40B4-BE49-F238E27FC236}">
                <a16:creationId xmlns:a16="http://schemas.microsoft.com/office/drawing/2014/main" id="{85B528AB-0607-4A82-934E-C1C7106546B5}"/>
              </a:ext>
            </a:extLst>
          </p:cNvPr>
          <p:cNvSpPr>
            <a:spLocks xmlns:a="http://schemas.openxmlformats.org/drawingml/2006/main" noGrp="1"/>
          </p:cNvSpPr>
          <p:nvPr>
            <p:ph idx="26" hasCustomPrompt="1"/>
          </p:nvPr>
        </p:nvSpPr>
        <p:spPr>
          <a:xfrm xmlns:a="http://schemas.openxmlformats.org/drawingml/2006/main">
            <a:off x="3536951" y="1831799"/>
            <a:ext cx="2965558" cy="3744754"/>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22" name="Espaço Reservado para Conteúdo 14">
            <a:extLst xmlns:a="http://schemas.openxmlformats.org/drawingml/2006/main">
              <a:ext uri="{FF2B5EF4-FFF2-40B4-BE49-F238E27FC236}">
                <a16:creationId xmlns:a16="http://schemas.microsoft.com/office/drawing/2014/main" id="{5294E6AB-735D-48F4-9AC8-EF3781FB2746}"/>
              </a:ext>
            </a:extLst>
          </p:cNvPr>
          <p:cNvSpPr>
            <a:spLocks xmlns:a="http://schemas.openxmlformats.org/drawingml/2006/main" noGrp="1"/>
          </p:cNvSpPr>
          <p:nvPr>
            <p:ph idx="28" hasCustomPrompt="1"/>
          </p:nvPr>
        </p:nvSpPr>
        <p:spPr>
          <a:xfrm xmlns:a="http://schemas.openxmlformats.org/drawingml/2006/main">
            <a:off x="3552750" y="1543180"/>
            <a:ext cx="2949758"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23" name="Espaço Reservado para Conteúdo 14">
            <a:extLst xmlns:a="http://schemas.openxmlformats.org/drawingml/2006/main">
              <a:ext uri="{FF2B5EF4-FFF2-40B4-BE49-F238E27FC236}">
                <a16:creationId xmlns:a16="http://schemas.microsoft.com/office/drawing/2014/main" id="{6B9EB78B-FD20-4719-A056-235ADA20204A}"/>
              </a:ext>
            </a:extLst>
          </p:cNvPr>
          <p:cNvSpPr>
            <a:spLocks xmlns:a="http://schemas.openxmlformats.org/drawingml/2006/main" noGrp="1"/>
          </p:cNvSpPr>
          <p:nvPr>
            <p:ph idx="25" hasCustomPrompt="1"/>
          </p:nvPr>
        </p:nvSpPr>
        <p:spPr>
          <a:xfrm xmlns:a="http://schemas.openxmlformats.org/drawingml/2006/main">
            <a:off x="382829" y="6010940"/>
            <a:ext cx="6119679" cy="1466185"/>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25" name="Espaço Reservado para Conteúdo 14">
            <a:extLst xmlns:a="http://schemas.openxmlformats.org/drawingml/2006/main">
              <a:ext uri="{FF2B5EF4-FFF2-40B4-BE49-F238E27FC236}">
                <a16:creationId xmlns:a16="http://schemas.microsoft.com/office/drawing/2014/main" id="{378CEBA8-7472-47EB-BC4A-EA019A667AE5}"/>
              </a:ext>
            </a:extLst>
          </p:cNvPr>
          <p:cNvSpPr>
            <a:spLocks xmlns:a="http://schemas.openxmlformats.org/drawingml/2006/main" noGrp="1"/>
          </p:cNvSpPr>
          <p:nvPr>
            <p:ph idx="27" hasCustomPrompt="1"/>
          </p:nvPr>
        </p:nvSpPr>
        <p:spPr>
          <a:xfrm xmlns:a="http://schemas.openxmlformats.org/drawingml/2006/main">
            <a:off x="382829" y="5722322"/>
            <a:ext cx="6119679"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26" name="Espaço Reservado para Conteúdo 14">
            <a:extLst xmlns:a="http://schemas.openxmlformats.org/drawingml/2006/main">
              <a:ext uri="{FF2B5EF4-FFF2-40B4-BE49-F238E27FC236}">
                <a16:creationId xmlns:a16="http://schemas.microsoft.com/office/drawing/2014/main" id="{88102008-164E-4847-B70E-2DA2859EB5FA}"/>
              </a:ext>
            </a:extLst>
          </p:cNvPr>
          <p:cNvSpPr>
            <a:spLocks xmlns:a="http://schemas.openxmlformats.org/drawingml/2006/main" noGrp="1"/>
          </p:cNvSpPr>
          <p:nvPr>
            <p:ph idx="21" hasCustomPrompt="1"/>
          </p:nvPr>
        </p:nvSpPr>
        <p:spPr>
          <a:xfrm xmlns:a="http://schemas.openxmlformats.org/drawingml/2006/main">
            <a:off x="382829" y="7896455"/>
            <a:ext cx="2938221" cy="1557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7" name="Espaço Reservado para Conteúdo 14">
            <a:extLst xmlns:a="http://schemas.openxmlformats.org/drawingml/2006/main">
              <a:ext uri="{FF2B5EF4-FFF2-40B4-BE49-F238E27FC236}">
                <a16:creationId xmlns:a16="http://schemas.microsoft.com/office/drawing/2014/main" id="{1DAFB6F6-C902-48DE-A854-209EE1401B64}"/>
              </a:ext>
            </a:extLst>
          </p:cNvPr>
          <p:cNvSpPr>
            <a:spLocks xmlns:a="http://schemas.openxmlformats.org/drawingml/2006/main" noGrp="1"/>
          </p:cNvSpPr>
          <p:nvPr>
            <p:ph idx="22" hasCustomPrompt="1"/>
          </p:nvPr>
        </p:nvSpPr>
        <p:spPr>
          <a:xfrm xmlns:a="http://schemas.openxmlformats.org/drawingml/2006/main">
            <a:off x="3536951" y="7896455"/>
            <a:ext cx="2965558" cy="1557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8" name="Espaço Reservado para Conteúdo 14">
            <a:extLst xmlns:a="http://schemas.openxmlformats.org/drawingml/2006/main">
              <a:ext uri="{FF2B5EF4-FFF2-40B4-BE49-F238E27FC236}">
                <a16:creationId xmlns:a16="http://schemas.microsoft.com/office/drawing/2014/main" id="{B4F7A4B0-6A5B-48E7-93D0-A6438A15CF56}"/>
              </a:ext>
            </a:extLst>
          </p:cNvPr>
          <p:cNvSpPr>
            <a:spLocks xmlns:a="http://schemas.openxmlformats.org/drawingml/2006/main" noGrp="1"/>
          </p:cNvSpPr>
          <p:nvPr>
            <p:ph idx="23" hasCustomPrompt="1"/>
          </p:nvPr>
        </p:nvSpPr>
        <p:spPr>
          <a:xfrm xmlns:a="http://schemas.openxmlformats.org/drawingml/2006/main">
            <a:off x="382829" y="7607837"/>
            <a:ext cx="2938221"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9" name="Espaço Reservado para Conteúdo 14">
            <a:extLst xmlns:a="http://schemas.openxmlformats.org/drawingml/2006/main">
              <a:ext uri="{FF2B5EF4-FFF2-40B4-BE49-F238E27FC236}">
                <a16:creationId xmlns:a16="http://schemas.microsoft.com/office/drawing/2014/main" id="{C64B94EB-9494-4B55-92F4-166DEF48DB35}"/>
              </a:ext>
            </a:extLst>
          </p:cNvPr>
          <p:cNvSpPr>
            <a:spLocks xmlns:a="http://schemas.openxmlformats.org/drawingml/2006/main" noGrp="1"/>
          </p:cNvSpPr>
          <p:nvPr>
            <p:ph idx="24" hasCustomPrompt="1"/>
          </p:nvPr>
        </p:nvSpPr>
        <p:spPr>
          <a:xfrm xmlns:a="http://schemas.openxmlformats.org/drawingml/2006/main">
            <a:off x="3552750" y="7607837"/>
            <a:ext cx="2949758"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42" name="Straight Connector 41">
            <a:extLst xmlns:a="http://schemas.openxmlformats.org/drawingml/2006/main">
              <a:ext uri="{FF2B5EF4-FFF2-40B4-BE49-F238E27FC236}">
                <a16:creationId xmlns:a16="http://schemas.microsoft.com/office/drawing/2014/main" id="{0E21A18F-D2C0-40D0-BCC8-212740E77A50}"/>
              </a:ext>
            </a:extLst>
          </p:cNvPr>
          <p:cNvSpPr>
            <a:spLocks xmlns:a="http://schemas.openxmlformats.org/drawingml/2006/main" noGrp="1"/>
          </p:cNvSpPr>
          <p:nvPr/>
        </p:nvSpPr>
        <p:spPr>
          <a:xfrm xmlns:a="http://schemas.openxmlformats.org/drawingml/2006/main">
            <a:off x="390154" y="734469"/>
            <a:ext cx="6099546"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Espaço Reservado para Texto 6">
            <a:extLst xmlns:a="http://schemas.openxmlformats.org/drawingml/2006/main">
              <a:ext uri="{FF2B5EF4-FFF2-40B4-BE49-F238E27FC236}">
                <a16:creationId xmlns:a16="http://schemas.microsoft.com/office/drawing/2014/main" id="{E9006F28-0FC5-4C17-84E9-DDB1DE717662}"/>
              </a:ext>
            </a:extLst>
          </p:cNvPr>
          <p:cNvSpPr>
            <a:spLocks xmlns:a="http://schemas.openxmlformats.org/drawingml/2006/main" noGrp="1"/>
          </p:cNvSpPr>
          <p:nvPr>
            <p:ph type="body" idx="16" hasCustomPrompt="1"/>
          </p:nvPr>
        </p:nvSpPr>
        <p:spPr>
          <a:xfrm xmlns:a="http://schemas.openxmlformats.org/drawingml/2006/main">
            <a:off x="390153" y="814312"/>
            <a:ext cx="6099547" cy="262500"/>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1900" b="1" spc="0">
                <a:solidFill>
                  <a:schemeClr val="tx2"/>
                </a:solidFill>
                <a:latin typeface="Roboto"/>
                <a:ea typeface="Roboto"/>
                <a:cs typeface="Roboto"/>
              </a:defRPr>
            </a:lvl1pPr>
          </a:lstStyle>
          <a:p xmlns:a="http://schemas.openxmlformats.org/drawingml/2006/main">
            <a:pPr lvl="0">
              <a:buNone/>
            </a:pPr>
            <a:r>
              <a:t>EDITAR</a:t>
            </a:r>
          </a:p>
        </p:txBody>
      </p:sp>
      <p:sp>
        <p:nvSpPr>
          <p:cNvPr id="19" name="Espaço Reservado para Texto 6">
            <a:extLst xmlns:a="http://schemas.openxmlformats.org/drawingml/2006/main">
              <a:ext uri="{FF2B5EF4-FFF2-40B4-BE49-F238E27FC236}">
                <a16:creationId xmlns:a16="http://schemas.microsoft.com/office/drawing/2014/main" id="{840CD343-D27F-44CB-9F5D-7257A48DB76E}"/>
              </a:ext>
            </a:extLst>
          </p:cNvPr>
          <p:cNvSpPr>
            <a:spLocks xmlns:a="http://schemas.openxmlformats.org/drawingml/2006/main" noGrp="1"/>
          </p:cNvSpPr>
          <p:nvPr>
            <p:ph type="body" idx="17" hasCustomPrompt="1"/>
          </p:nvPr>
        </p:nvSpPr>
        <p:spPr>
          <a:xfrm xmlns:a="http://schemas.openxmlformats.org/drawingml/2006/main">
            <a:off x="390154" y="1119209"/>
            <a:ext cx="6099545" cy="30457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600" b="0">
                <a:solidFill>
                  <a:schemeClr val="tx2"/>
                </a:solidFill>
                <a:latin typeface="Roboto Light"/>
                <a:ea typeface="Roboto Light"/>
                <a:cs typeface="Roboto Light"/>
              </a:defRPr>
            </a:lvl1pPr>
          </a:lstStyle>
          <a:p xmlns:a="http://schemas.openxmlformats.org/drawingml/2006/main">
            <a:pPr lvl="0">
              <a:buNone/>
            </a:pPr>
            <a:r>
              <a:t>Clique para editar o texto mestre</a:t>
            </a:r>
          </a:p>
        </p:txBody>
      </p:sp>
      <p:sp>
        <p:nvSpPr>
          <p:cNvPr id="17" name="Espaço Reservado para Texto 6">
            <a:extLst xmlns:a="http://schemas.openxmlformats.org/drawingml/2006/main">
              <a:ext uri="{FF2B5EF4-FFF2-40B4-BE49-F238E27FC236}">
                <a16:creationId xmlns:a16="http://schemas.microsoft.com/office/drawing/2014/main" id="{522774F4-0A02-4D7F-A169-A0935028BEB7}"/>
              </a:ext>
            </a:extLst>
          </p:cNvPr>
          <p:cNvSpPr>
            <a:spLocks xmlns:a="http://schemas.openxmlformats.org/drawingml/2006/main" noGrp="1"/>
          </p:cNvSpPr>
          <p:nvPr>
            <p:ph type="body" idx="29"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24" name="Date Placeholder 1">
            <a:extLst xmlns:a="http://schemas.openxmlformats.org/drawingml/2006/main">
              <a:ext uri="{FF2B5EF4-FFF2-40B4-BE49-F238E27FC236}">
                <a16:creationId xmlns:a16="http://schemas.microsoft.com/office/drawing/2014/main" id="{41D27BDA-0B7B-4B7B-98DE-F04BF5B3804F}"/>
              </a:ext>
            </a:extLst>
          </p:cNvPr>
          <p:cNvSpPr>
            <a:spLocks xmlns:a="http://schemas.openxmlformats.org/drawingml/2006/main" noGrp="1"/>
          </p:cNvSpPr>
          <p:nvPr>
            <p:ph type="dt" idx="2"/>
          </p:nvPr>
        </p:nvSpPr>
        <p:spPr>
          <a:xfrm xmlns:a="http://schemas.openxmlformats.org/drawingml/2006/main">
            <a:off x="3971925" y="438763"/>
            <a:ext cx="2517775"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bg2"/>
                </a:solidFill>
                <a:latin typeface="Roboto Light"/>
                <a:ea typeface="Roboto Light"/>
                <a:cs typeface="Roboto Light"/>
              </a:defRPr>
            </a:lvl1pPr>
          </a:lstStyle>
          <a:p xmlns:a="http://schemas.openxmlformats.org/drawingml/2006/main">
            <a:fld id="{9A406CDC-6C73-4F07-BA2F-100422012497}" type="datetime4">
              <a:t>August 6, 2026</a:t>
            </a:fld>
            <a:endParaRPr/>
          </a:p>
        </p:txBody>
      </p:sp>
    </p:spTree>
  </p:cSld>
</p:sldLayout>
</file>

<file path=ppt/slideLayouts/slideLayout34.xml><?xml version="1.0" encoding="utf-8"?>
<p:sldLayout xmlns:p="http://schemas.openxmlformats.org/presentationml/2006/main" preserve="1" userDrawn="1">
  <p:cSld name="5 Gráficos">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53" name="Text Placeholder 4">
            <a:extLst xmlns:a="http://schemas.openxmlformats.org/drawingml/2006/main">
              <a:ext uri="{FF2B5EF4-FFF2-40B4-BE49-F238E27FC236}">
                <a16:creationId xmlns:a16="http://schemas.microsoft.com/office/drawing/2014/main" id="{03A51246-6836-408F-ABF0-EEEEE8E00F14}"/>
              </a:ext>
            </a:extLst>
          </p:cNvPr>
          <p:cNvSpPr>
            <a:spLocks xmlns:a="http://schemas.openxmlformats.org/drawingml/2006/main" noGrp="1"/>
          </p:cNvSpPr>
          <p:nvPr>
            <p:ph type="body" idx="20"/>
          </p:nvPr>
        </p:nvSpPr>
        <p:spPr>
          <a:xfrm xmlns:a="http://schemas.openxmlformats.org/drawingml/2006/main">
            <a:off x="382829" y="1500036"/>
            <a:ext cx="6063034" cy="2027390"/>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2"/>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3" name="Straight Connector 2">
            <a:extLst xmlns:a="http://schemas.openxmlformats.org/drawingml/2006/main">
              <a:ext uri="{FF2B5EF4-FFF2-40B4-BE49-F238E27FC236}">
                <a16:creationId xmlns:a16="http://schemas.microsoft.com/office/drawing/2014/main" id="{F222067B-20CB-431E-AF55-9456FE4BE3A6}"/>
              </a:ext>
            </a:extLst>
          </p:cNvPr>
          <p:cNvSpPr>
            <a:spLocks xmlns:a="http://schemas.openxmlformats.org/drawingml/2006/main" noGrp="1"/>
          </p:cNvSpPr>
          <p:nvPr/>
        </p:nvSpPr>
        <p:spPr>
          <a:xfrm xmlns:a="http://schemas.openxmlformats.org/drawingml/2006/main">
            <a:off x="390154" y="734469"/>
            <a:ext cx="6099546"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7" name="Espaço Reservado para Conteúdo 14">
            <a:extLst xmlns:a="http://schemas.openxmlformats.org/drawingml/2006/main">
              <a:ext uri="{FF2B5EF4-FFF2-40B4-BE49-F238E27FC236}">
                <a16:creationId xmlns:a16="http://schemas.microsoft.com/office/drawing/2014/main" id="{7459543B-5D1A-4593-B70A-B3031D0AB289}"/>
              </a:ext>
            </a:extLst>
          </p:cNvPr>
          <p:cNvSpPr>
            <a:spLocks xmlns:a="http://schemas.openxmlformats.org/drawingml/2006/main" noGrp="1"/>
          </p:cNvSpPr>
          <p:nvPr>
            <p:ph idx="21" hasCustomPrompt="1"/>
          </p:nvPr>
        </p:nvSpPr>
        <p:spPr>
          <a:xfrm xmlns:a="http://schemas.openxmlformats.org/drawingml/2006/main">
            <a:off x="382829" y="7896455"/>
            <a:ext cx="2938221" cy="1557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28" name="Espaço Reservado para Conteúdo 14">
            <a:extLst xmlns:a="http://schemas.openxmlformats.org/drawingml/2006/main">
              <a:ext uri="{FF2B5EF4-FFF2-40B4-BE49-F238E27FC236}">
                <a16:creationId xmlns:a16="http://schemas.microsoft.com/office/drawing/2014/main" id="{90F6C72D-8B37-43A2-8FA6-85DFDDE86A1B}"/>
              </a:ext>
            </a:extLst>
          </p:cNvPr>
          <p:cNvSpPr>
            <a:spLocks xmlns:a="http://schemas.openxmlformats.org/drawingml/2006/main" noGrp="1"/>
          </p:cNvSpPr>
          <p:nvPr>
            <p:ph idx="22" hasCustomPrompt="1"/>
          </p:nvPr>
        </p:nvSpPr>
        <p:spPr>
          <a:xfrm xmlns:a="http://schemas.openxmlformats.org/drawingml/2006/main">
            <a:off x="3536951" y="7896455"/>
            <a:ext cx="2965558" cy="1557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29" name="Espaço Reservado para Conteúdo 14">
            <a:extLst xmlns:a="http://schemas.openxmlformats.org/drawingml/2006/main">
              <a:ext uri="{FF2B5EF4-FFF2-40B4-BE49-F238E27FC236}">
                <a16:creationId xmlns:a16="http://schemas.microsoft.com/office/drawing/2014/main" id="{F5CC7ACC-9FC6-43CE-AF39-B94FD98BF6E6}"/>
              </a:ext>
            </a:extLst>
          </p:cNvPr>
          <p:cNvSpPr>
            <a:spLocks xmlns:a="http://schemas.openxmlformats.org/drawingml/2006/main" noGrp="1"/>
          </p:cNvSpPr>
          <p:nvPr>
            <p:ph idx="23" hasCustomPrompt="1"/>
          </p:nvPr>
        </p:nvSpPr>
        <p:spPr>
          <a:xfrm xmlns:a="http://schemas.openxmlformats.org/drawingml/2006/main">
            <a:off x="382829" y="7607837"/>
            <a:ext cx="2938221"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0" name="Espaço Reservado para Conteúdo 14">
            <a:extLst xmlns:a="http://schemas.openxmlformats.org/drawingml/2006/main">
              <a:ext uri="{FF2B5EF4-FFF2-40B4-BE49-F238E27FC236}">
                <a16:creationId xmlns:a16="http://schemas.microsoft.com/office/drawing/2014/main" id="{24118CA0-014C-422D-9DAA-777D7AB184F5}"/>
              </a:ext>
            </a:extLst>
          </p:cNvPr>
          <p:cNvSpPr>
            <a:spLocks xmlns:a="http://schemas.openxmlformats.org/drawingml/2006/main" noGrp="1"/>
          </p:cNvSpPr>
          <p:nvPr>
            <p:ph idx="24" hasCustomPrompt="1"/>
          </p:nvPr>
        </p:nvSpPr>
        <p:spPr>
          <a:xfrm xmlns:a="http://schemas.openxmlformats.org/drawingml/2006/main">
            <a:off x="3552750" y="7607837"/>
            <a:ext cx="2949758"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1" name="Espaço Reservado para Conteúdo 14">
            <a:extLst xmlns:a="http://schemas.openxmlformats.org/drawingml/2006/main">
              <a:ext uri="{FF2B5EF4-FFF2-40B4-BE49-F238E27FC236}">
                <a16:creationId xmlns:a16="http://schemas.microsoft.com/office/drawing/2014/main" id="{B4A8E0CC-AF6D-4249-B907-8B90F14E6EEE}"/>
              </a:ext>
            </a:extLst>
          </p:cNvPr>
          <p:cNvSpPr>
            <a:spLocks xmlns:a="http://schemas.openxmlformats.org/drawingml/2006/main" noGrp="1"/>
          </p:cNvSpPr>
          <p:nvPr>
            <p:ph idx="25" hasCustomPrompt="1"/>
          </p:nvPr>
        </p:nvSpPr>
        <p:spPr>
          <a:xfrm xmlns:a="http://schemas.openxmlformats.org/drawingml/2006/main">
            <a:off x="382829" y="3937440"/>
            <a:ext cx="2938221" cy="1578834"/>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2" name="Espaço Reservado para Conteúdo 14">
            <a:extLst xmlns:a="http://schemas.openxmlformats.org/drawingml/2006/main">
              <a:ext uri="{FF2B5EF4-FFF2-40B4-BE49-F238E27FC236}">
                <a16:creationId xmlns:a16="http://schemas.microsoft.com/office/drawing/2014/main" id="{D196756B-2AE4-4A67-89B3-B66A7F1396F6}"/>
              </a:ext>
            </a:extLst>
          </p:cNvPr>
          <p:cNvSpPr>
            <a:spLocks xmlns:a="http://schemas.openxmlformats.org/drawingml/2006/main" noGrp="1"/>
          </p:cNvSpPr>
          <p:nvPr>
            <p:ph idx="26" hasCustomPrompt="1"/>
          </p:nvPr>
        </p:nvSpPr>
        <p:spPr>
          <a:xfrm xmlns:a="http://schemas.openxmlformats.org/drawingml/2006/main">
            <a:off x="3536951" y="3937440"/>
            <a:ext cx="2965558" cy="1578834"/>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3" name="Espaço Reservado para Conteúdo 14">
            <a:extLst xmlns:a="http://schemas.openxmlformats.org/drawingml/2006/main">
              <a:ext uri="{FF2B5EF4-FFF2-40B4-BE49-F238E27FC236}">
                <a16:creationId xmlns:a16="http://schemas.microsoft.com/office/drawing/2014/main" id="{B149349D-4017-411D-A6E4-6FA59E261E07}"/>
              </a:ext>
            </a:extLst>
          </p:cNvPr>
          <p:cNvSpPr>
            <a:spLocks xmlns:a="http://schemas.openxmlformats.org/drawingml/2006/main" noGrp="1"/>
          </p:cNvSpPr>
          <p:nvPr>
            <p:ph idx="27" hasCustomPrompt="1"/>
          </p:nvPr>
        </p:nvSpPr>
        <p:spPr>
          <a:xfrm xmlns:a="http://schemas.openxmlformats.org/drawingml/2006/main">
            <a:off x="382829" y="3648822"/>
            <a:ext cx="2938221"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4" name="Espaço Reservado para Conteúdo 14">
            <a:extLst xmlns:a="http://schemas.openxmlformats.org/drawingml/2006/main">
              <a:ext uri="{FF2B5EF4-FFF2-40B4-BE49-F238E27FC236}">
                <a16:creationId xmlns:a16="http://schemas.microsoft.com/office/drawing/2014/main" id="{849E52CD-1DB8-4809-A80A-ECC086DFD60E}"/>
              </a:ext>
            </a:extLst>
          </p:cNvPr>
          <p:cNvSpPr>
            <a:spLocks xmlns:a="http://schemas.openxmlformats.org/drawingml/2006/main" noGrp="1"/>
          </p:cNvSpPr>
          <p:nvPr>
            <p:ph idx="28" hasCustomPrompt="1"/>
          </p:nvPr>
        </p:nvSpPr>
        <p:spPr>
          <a:xfrm xmlns:a="http://schemas.openxmlformats.org/drawingml/2006/main">
            <a:off x="3552750" y="3648822"/>
            <a:ext cx="2949758"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5" name="Espaço Reservado para Conteúdo 14">
            <a:extLst xmlns:a="http://schemas.openxmlformats.org/drawingml/2006/main">
              <a:ext uri="{FF2B5EF4-FFF2-40B4-BE49-F238E27FC236}">
                <a16:creationId xmlns:a16="http://schemas.microsoft.com/office/drawing/2014/main" id="{D8D9FAC2-6A16-4A54-B55B-FEED7719F70A}"/>
              </a:ext>
            </a:extLst>
          </p:cNvPr>
          <p:cNvSpPr>
            <a:spLocks xmlns:a="http://schemas.openxmlformats.org/drawingml/2006/main" noGrp="1"/>
          </p:cNvSpPr>
          <p:nvPr>
            <p:ph idx="29" hasCustomPrompt="1"/>
          </p:nvPr>
        </p:nvSpPr>
        <p:spPr>
          <a:xfrm xmlns:a="http://schemas.openxmlformats.org/drawingml/2006/main">
            <a:off x="382829" y="5927315"/>
            <a:ext cx="6105737" cy="1578834"/>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2"/>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6" name="Espaço Reservado para Conteúdo 14">
            <a:extLst xmlns:a="http://schemas.openxmlformats.org/drawingml/2006/main">
              <a:ext uri="{FF2B5EF4-FFF2-40B4-BE49-F238E27FC236}">
                <a16:creationId xmlns:a16="http://schemas.microsoft.com/office/drawing/2014/main" id="{F03016C5-25C3-487A-A063-9D5AE9126411}"/>
              </a:ext>
            </a:extLst>
          </p:cNvPr>
          <p:cNvSpPr>
            <a:spLocks xmlns:a="http://schemas.openxmlformats.org/drawingml/2006/main" noGrp="1"/>
          </p:cNvSpPr>
          <p:nvPr>
            <p:ph idx="30" hasCustomPrompt="1"/>
          </p:nvPr>
        </p:nvSpPr>
        <p:spPr>
          <a:xfrm xmlns:a="http://schemas.openxmlformats.org/drawingml/2006/main">
            <a:off x="382829" y="5638697"/>
            <a:ext cx="6099547"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20" name="Espaço Reservado para Texto 6">
            <a:extLst xmlns:a="http://schemas.openxmlformats.org/drawingml/2006/main">
              <a:ext uri="{FF2B5EF4-FFF2-40B4-BE49-F238E27FC236}">
                <a16:creationId xmlns:a16="http://schemas.microsoft.com/office/drawing/2014/main" id="{91D8F271-5DD6-476D-87DF-62D9F494BA28}"/>
              </a:ext>
            </a:extLst>
          </p:cNvPr>
          <p:cNvSpPr>
            <a:spLocks xmlns:a="http://schemas.openxmlformats.org/drawingml/2006/main" noGrp="1"/>
          </p:cNvSpPr>
          <p:nvPr>
            <p:ph type="body" idx="16" hasCustomPrompt="1"/>
          </p:nvPr>
        </p:nvSpPr>
        <p:spPr>
          <a:xfrm xmlns:a="http://schemas.openxmlformats.org/drawingml/2006/main">
            <a:off x="390153" y="814312"/>
            <a:ext cx="6099547" cy="262500"/>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1900" b="1" spc="0">
                <a:solidFill>
                  <a:schemeClr val="tx2"/>
                </a:solidFill>
                <a:latin typeface="Roboto"/>
                <a:ea typeface="Roboto"/>
                <a:cs typeface="Roboto"/>
              </a:defRPr>
            </a:lvl1pPr>
          </a:lstStyle>
          <a:p xmlns:a="http://schemas.openxmlformats.org/drawingml/2006/main">
            <a:pPr lvl="0">
              <a:buNone/>
            </a:pPr>
            <a:r>
              <a:t>EDITAR</a:t>
            </a:r>
          </a:p>
        </p:txBody>
      </p:sp>
      <p:sp>
        <p:nvSpPr>
          <p:cNvPr id="21" name="Espaço Reservado para Texto 6">
            <a:extLst xmlns:a="http://schemas.openxmlformats.org/drawingml/2006/main">
              <a:ext uri="{FF2B5EF4-FFF2-40B4-BE49-F238E27FC236}">
                <a16:creationId xmlns:a16="http://schemas.microsoft.com/office/drawing/2014/main" id="{AF9F85D2-CE44-4122-A483-C9E0FDD6786F}"/>
              </a:ext>
            </a:extLst>
          </p:cNvPr>
          <p:cNvSpPr>
            <a:spLocks xmlns:a="http://schemas.openxmlformats.org/drawingml/2006/main" noGrp="1"/>
          </p:cNvSpPr>
          <p:nvPr>
            <p:ph type="body" idx="17" hasCustomPrompt="1"/>
          </p:nvPr>
        </p:nvSpPr>
        <p:spPr>
          <a:xfrm xmlns:a="http://schemas.openxmlformats.org/drawingml/2006/main">
            <a:off x="390154" y="1119209"/>
            <a:ext cx="6099545" cy="30457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600" b="0">
                <a:solidFill>
                  <a:schemeClr val="tx2"/>
                </a:solidFill>
                <a:latin typeface="Roboto Light"/>
                <a:ea typeface="Roboto Light"/>
                <a:cs typeface="Roboto Light"/>
              </a:defRPr>
            </a:lvl1pPr>
          </a:lstStyle>
          <a:p xmlns:a="http://schemas.openxmlformats.org/drawingml/2006/main">
            <a:pPr lvl="0">
              <a:buNone/>
            </a:pPr>
            <a:r>
              <a:t>Clique para editar o texto mestre</a:t>
            </a:r>
          </a:p>
        </p:txBody>
      </p:sp>
      <p:sp>
        <p:nvSpPr>
          <p:cNvPr id="22" name="Espaço Reservado para Texto 6">
            <a:extLst xmlns:a="http://schemas.openxmlformats.org/drawingml/2006/main">
              <a:ext uri="{FF2B5EF4-FFF2-40B4-BE49-F238E27FC236}">
                <a16:creationId xmlns:a16="http://schemas.microsoft.com/office/drawing/2014/main" id="{74EB01E9-4823-42ED-A528-F9EFE6F730DC}"/>
              </a:ext>
            </a:extLst>
          </p:cNvPr>
          <p:cNvSpPr>
            <a:spLocks xmlns:a="http://schemas.openxmlformats.org/drawingml/2006/main" noGrp="1"/>
          </p:cNvSpPr>
          <p:nvPr>
            <p:ph type="body" idx="31"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23" name="Date Placeholder 1">
            <a:extLst xmlns:a="http://schemas.openxmlformats.org/drawingml/2006/main">
              <a:ext uri="{FF2B5EF4-FFF2-40B4-BE49-F238E27FC236}">
                <a16:creationId xmlns:a16="http://schemas.microsoft.com/office/drawing/2014/main" id="{8D52D738-8B55-415F-BAF5-54C848910AF7}"/>
              </a:ext>
            </a:extLst>
          </p:cNvPr>
          <p:cNvSpPr>
            <a:spLocks xmlns:a="http://schemas.openxmlformats.org/drawingml/2006/main" noGrp="1"/>
          </p:cNvSpPr>
          <p:nvPr>
            <p:ph type="dt" idx="2"/>
          </p:nvPr>
        </p:nvSpPr>
        <p:spPr>
          <a:xfrm xmlns:a="http://schemas.openxmlformats.org/drawingml/2006/main">
            <a:off x="3971925" y="438763"/>
            <a:ext cx="2517775"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bg2"/>
                </a:solidFill>
                <a:latin typeface="Roboto Light"/>
                <a:ea typeface="Roboto Light"/>
                <a:cs typeface="Roboto Light"/>
              </a:defRPr>
            </a:lvl1pPr>
          </a:lstStyle>
          <a:p xmlns:a="http://schemas.openxmlformats.org/drawingml/2006/main">
            <a:fld id="{944B1522-D64F-491F-B357-196ED417A415}" type="datetime4">
              <a:t>August 6, 2026</a:t>
            </a:fld>
            <a:endParaRPr/>
          </a:p>
        </p:txBody>
      </p:sp>
    </p:spTree>
  </p:cSld>
</p:sldLayout>
</file>

<file path=ppt/slideLayouts/slideLayout35.xml><?xml version="1.0" encoding="utf-8"?>
<p:sldLayout xmlns:p="http://schemas.openxmlformats.org/presentationml/2006/main" preserve="1" userDrawn="1">
  <p:cSld name="5 Gráficos v2">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53" name="Text Placeholder 4">
            <a:extLst xmlns:a="http://schemas.openxmlformats.org/drawingml/2006/main">
              <a:ext uri="{FF2B5EF4-FFF2-40B4-BE49-F238E27FC236}">
                <a16:creationId xmlns:a16="http://schemas.microsoft.com/office/drawing/2014/main" id="{03A51246-6836-408F-ABF0-EEEEE8E00F14}"/>
              </a:ext>
            </a:extLst>
          </p:cNvPr>
          <p:cNvSpPr>
            <a:spLocks xmlns:a="http://schemas.openxmlformats.org/drawingml/2006/main" noGrp="1"/>
          </p:cNvSpPr>
          <p:nvPr>
            <p:ph type="body" idx="20"/>
          </p:nvPr>
        </p:nvSpPr>
        <p:spPr>
          <a:xfrm xmlns:a="http://schemas.openxmlformats.org/drawingml/2006/main">
            <a:off x="382829" y="1498177"/>
            <a:ext cx="6063034" cy="2029248"/>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lIns="72000" tIns="72000" rIns="72000" bIns="72000">
            <a:noAutofit/>
          </a:bodyPr>
          <a:lstStyle xmlns:a="http://schemas.openxmlformats.org/drawingml/2006/main">
            <a:lvl1pPr marL="0" marR="0" indent="0" algn="just" defTabSz="914400">
              <a:lnSpc>
                <a:spcPct val="125000"/>
              </a:lnSpc>
              <a:spcBef>
                <a:spcPts val="600"/>
              </a:spcBef>
              <a:spcAft>
                <a:spcPts val="0"/>
              </a:spcAft>
              <a:buClrTx/>
              <a:buSzTx/>
              <a:buFont typeface="Arial"/>
              <a:buNone/>
              <a:defRPr sz="1000">
                <a:solidFill>
                  <a:schemeClr val="tx1"/>
                </a:solidFill>
                <a:latin typeface="Roboto Light"/>
                <a:ea typeface="Roboto Light"/>
                <a:cs typeface="Roboto Light"/>
              </a:defRPr>
            </a:lvl1pPr>
            <a:lvl2pPr>
              <a:buNone/>
              <a:defRPr sz="1800">
                <a:solidFill>
                  <a:schemeClr val="tx1"/>
                </a:solidFill>
              </a:defRPr>
            </a:lvl2pPr>
            <a:lvl3pPr>
              <a:buNone/>
              <a:defRPr sz="1800">
                <a:solidFill>
                  <a:schemeClr val="tx1"/>
                </a:solidFill>
              </a:defRPr>
            </a:lvl3pPr>
            <a:lvl4pPr>
              <a:buNone/>
              <a:defRPr sz="1800">
                <a:solidFill>
                  <a:schemeClr val="tx1"/>
                </a:solidFill>
              </a:defRPr>
            </a:lvl4pPr>
            <a:lvl5pPr>
              <a:buNone/>
              <a:defRPr sz="1800">
                <a:solidFill>
                  <a:schemeClr val="tx1"/>
                </a:solidFill>
              </a:defRPr>
            </a:lvl5pPr>
          </a:lstStyle>
          <a:p xmlns:a="http://schemas.openxmlformats.org/drawingml/2006/main">
            <a:pPr lvl="0" defTabSz="914400">
              <a:buNone/>
            </a:pPr>
            <a:r>
              <a:t>Click to edit Master text styles</a:t>
            </a:r>
          </a:p>
        </p:txBody>
      </p:sp>
      <p:sp>
        <p:nvSpPr>
          <p:cNvPr id="27" name="Espaço Reservado para Conteúdo 14">
            <a:extLst xmlns:a="http://schemas.openxmlformats.org/drawingml/2006/main">
              <a:ext uri="{FF2B5EF4-FFF2-40B4-BE49-F238E27FC236}">
                <a16:creationId xmlns:a16="http://schemas.microsoft.com/office/drawing/2014/main" id="{7459543B-5D1A-4593-B70A-B3031D0AB289}"/>
              </a:ext>
            </a:extLst>
          </p:cNvPr>
          <p:cNvSpPr>
            <a:spLocks xmlns:a="http://schemas.openxmlformats.org/drawingml/2006/main" noGrp="1"/>
          </p:cNvSpPr>
          <p:nvPr>
            <p:ph idx="21" hasCustomPrompt="1"/>
          </p:nvPr>
        </p:nvSpPr>
        <p:spPr>
          <a:xfrm xmlns:a="http://schemas.openxmlformats.org/drawingml/2006/main">
            <a:off x="382829" y="7896455"/>
            <a:ext cx="2938221" cy="1557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28" name="Espaço Reservado para Conteúdo 14">
            <a:extLst xmlns:a="http://schemas.openxmlformats.org/drawingml/2006/main">
              <a:ext uri="{FF2B5EF4-FFF2-40B4-BE49-F238E27FC236}">
                <a16:creationId xmlns:a16="http://schemas.microsoft.com/office/drawing/2014/main" id="{90F6C72D-8B37-43A2-8FA6-85DFDDE86A1B}"/>
              </a:ext>
            </a:extLst>
          </p:cNvPr>
          <p:cNvSpPr>
            <a:spLocks xmlns:a="http://schemas.openxmlformats.org/drawingml/2006/main" noGrp="1"/>
          </p:cNvSpPr>
          <p:nvPr>
            <p:ph idx="22" hasCustomPrompt="1"/>
          </p:nvPr>
        </p:nvSpPr>
        <p:spPr>
          <a:xfrm xmlns:a="http://schemas.openxmlformats.org/drawingml/2006/main">
            <a:off x="3536951" y="7896455"/>
            <a:ext cx="2965558" cy="1557108"/>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29" name="Espaço Reservado para Conteúdo 14">
            <a:extLst xmlns:a="http://schemas.openxmlformats.org/drawingml/2006/main">
              <a:ext uri="{FF2B5EF4-FFF2-40B4-BE49-F238E27FC236}">
                <a16:creationId xmlns:a16="http://schemas.microsoft.com/office/drawing/2014/main" id="{F5CC7ACC-9FC6-43CE-AF39-B94FD98BF6E6}"/>
              </a:ext>
            </a:extLst>
          </p:cNvPr>
          <p:cNvSpPr>
            <a:spLocks xmlns:a="http://schemas.openxmlformats.org/drawingml/2006/main" noGrp="1"/>
          </p:cNvSpPr>
          <p:nvPr>
            <p:ph idx="23" hasCustomPrompt="1"/>
          </p:nvPr>
        </p:nvSpPr>
        <p:spPr>
          <a:xfrm xmlns:a="http://schemas.openxmlformats.org/drawingml/2006/main">
            <a:off x="382829" y="7607837"/>
            <a:ext cx="2938221"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0" name="Espaço Reservado para Conteúdo 14">
            <a:extLst xmlns:a="http://schemas.openxmlformats.org/drawingml/2006/main">
              <a:ext uri="{FF2B5EF4-FFF2-40B4-BE49-F238E27FC236}">
                <a16:creationId xmlns:a16="http://schemas.microsoft.com/office/drawing/2014/main" id="{24118CA0-014C-422D-9DAA-777D7AB184F5}"/>
              </a:ext>
            </a:extLst>
          </p:cNvPr>
          <p:cNvSpPr>
            <a:spLocks xmlns:a="http://schemas.openxmlformats.org/drawingml/2006/main" noGrp="1"/>
          </p:cNvSpPr>
          <p:nvPr>
            <p:ph idx="24" hasCustomPrompt="1"/>
          </p:nvPr>
        </p:nvSpPr>
        <p:spPr>
          <a:xfrm xmlns:a="http://schemas.openxmlformats.org/drawingml/2006/main">
            <a:off x="3552750" y="7607837"/>
            <a:ext cx="2949758"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1" name="Espaço Reservado para Conteúdo 14">
            <a:extLst xmlns:a="http://schemas.openxmlformats.org/drawingml/2006/main">
              <a:ext uri="{FF2B5EF4-FFF2-40B4-BE49-F238E27FC236}">
                <a16:creationId xmlns:a16="http://schemas.microsoft.com/office/drawing/2014/main" id="{B4A8E0CC-AF6D-4249-B907-8B90F14E6EEE}"/>
              </a:ext>
            </a:extLst>
          </p:cNvPr>
          <p:cNvSpPr>
            <a:spLocks xmlns:a="http://schemas.openxmlformats.org/drawingml/2006/main" noGrp="1"/>
          </p:cNvSpPr>
          <p:nvPr>
            <p:ph idx="25" hasCustomPrompt="1"/>
          </p:nvPr>
        </p:nvSpPr>
        <p:spPr>
          <a:xfrm xmlns:a="http://schemas.openxmlformats.org/drawingml/2006/main">
            <a:off x="377825" y="5908439"/>
            <a:ext cx="2938221" cy="1578834"/>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2" name="Espaço Reservado para Conteúdo 14">
            <a:extLst xmlns:a="http://schemas.openxmlformats.org/drawingml/2006/main">
              <a:ext uri="{FF2B5EF4-FFF2-40B4-BE49-F238E27FC236}">
                <a16:creationId xmlns:a16="http://schemas.microsoft.com/office/drawing/2014/main" id="{D196756B-2AE4-4A67-89B3-B66A7F1396F6}"/>
              </a:ext>
            </a:extLst>
          </p:cNvPr>
          <p:cNvSpPr>
            <a:spLocks xmlns:a="http://schemas.openxmlformats.org/drawingml/2006/main" noGrp="1"/>
          </p:cNvSpPr>
          <p:nvPr>
            <p:ph idx="26" hasCustomPrompt="1"/>
          </p:nvPr>
        </p:nvSpPr>
        <p:spPr>
          <a:xfrm xmlns:a="http://schemas.openxmlformats.org/drawingml/2006/main">
            <a:off x="3531947" y="5908439"/>
            <a:ext cx="2965558" cy="1578834"/>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3" name="Espaço Reservado para Conteúdo 14">
            <a:extLst xmlns:a="http://schemas.openxmlformats.org/drawingml/2006/main">
              <a:ext uri="{FF2B5EF4-FFF2-40B4-BE49-F238E27FC236}">
                <a16:creationId xmlns:a16="http://schemas.microsoft.com/office/drawing/2014/main" id="{B149349D-4017-411D-A6E4-6FA59E261E07}"/>
              </a:ext>
            </a:extLst>
          </p:cNvPr>
          <p:cNvSpPr>
            <a:spLocks xmlns:a="http://schemas.openxmlformats.org/drawingml/2006/main" noGrp="1"/>
          </p:cNvSpPr>
          <p:nvPr>
            <p:ph idx="27" hasCustomPrompt="1"/>
          </p:nvPr>
        </p:nvSpPr>
        <p:spPr>
          <a:xfrm xmlns:a="http://schemas.openxmlformats.org/drawingml/2006/main">
            <a:off x="377825" y="5619821"/>
            <a:ext cx="2938221"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4" name="Espaço Reservado para Conteúdo 14">
            <a:extLst xmlns:a="http://schemas.openxmlformats.org/drawingml/2006/main">
              <a:ext uri="{FF2B5EF4-FFF2-40B4-BE49-F238E27FC236}">
                <a16:creationId xmlns:a16="http://schemas.microsoft.com/office/drawing/2014/main" id="{849E52CD-1DB8-4809-A80A-ECC086DFD60E}"/>
              </a:ext>
            </a:extLst>
          </p:cNvPr>
          <p:cNvSpPr>
            <a:spLocks xmlns:a="http://schemas.openxmlformats.org/drawingml/2006/main" noGrp="1"/>
          </p:cNvSpPr>
          <p:nvPr>
            <p:ph idx="28" hasCustomPrompt="1"/>
          </p:nvPr>
        </p:nvSpPr>
        <p:spPr>
          <a:xfrm xmlns:a="http://schemas.openxmlformats.org/drawingml/2006/main">
            <a:off x="3547746" y="5619821"/>
            <a:ext cx="2949758"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5" name="Espaço Reservado para Conteúdo 14">
            <a:extLst xmlns:a="http://schemas.openxmlformats.org/drawingml/2006/main">
              <a:ext uri="{FF2B5EF4-FFF2-40B4-BE49-F238E27FC236}">
                <a16:creationId xmlns:a16="http://schemas.microsoft.com/office/drawing/2014/main" id="{D8D9FAC2-6A16-4A54-B55B-FEED7719F70A}"/>
              </a:ext>
            </a:extLst>
          </p:cNvPr>
          <p:cNvSpPr>
            <a:spLocks xmlns:a="http://schemas.openxmlformats.org/drawingml/2006/main" noGrp="1"/>
          </p:cNvSpPr>
          <p:nvPr>
            <p:ph idx="29" hasCustomPrompt="1"/>
          </p:nvPr>
        </p:nvSpPr>
        <p:spPr>
          <a:xfrm xmlns:a="http://schemas.openxmlformats.org/drawingml/2006/main">
            <a:off x="382829" y="3929789"/>
            <a:ext cx="6105737" cy="1578834"/>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6" name="Espaço Reservado para Conteúdo 14">
            <a:extLst xmlns:a="http://schemas.openxmlformats.org/drawingml/2006/main">
              <a:ext uri="{FF2B5EF4-FFF2-40B4-BE49-F238E27FC236}">
                <a16:creationId xmlns:a16="http://schemas.microsoft.com/office/drawing/2014/main" id="{F03016C5-25C3-487A-A063-9D5AE9126411}"/>
              </a:ext>
            </a:extLst>
          </p:cNvPr>
          <p:cNvSpPr>
            <a:spLocks xmlns:a="http://schemas.openxmlformats.org/drawingml/2006/main" noGrp="1"/>
          </p:cNvSpPr>
          <p:nvPr>
            <p:ph idx="30" hasCustomPrompt="1"/>
          </p:nvPr>
        </p:nvSpPr>
        <p:spPr>
          <a:xfrm xmlns:a="http://schemas.openxmlformats.org/drawingml/2006/main">
            <a:off x="382829" y="3641171"/>
            <a:ext cx="6099547"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22" name="Straight Connector 21">
            <a:extLst xmlns:a="http://schemas.openxmlformats.org/drawingml/2006/main">
              <a:ext uri="{FF2B5EF4-FFF2-40B4-BE49-F238E27FC236}">
                <a16:creationId xmlns:a16="http://schemas.microsoft.com/office/drawing/2014/main" id="{9F063059-6AD1-4E13-9A07-5697117EE5CE}"/>
              </a:ext>
            </a:extLst>
          </p:cNvPr>
          <p:cNvSpPr>
            <a:spLocks xmlns:a="http://schemas.openxmlformats.org/drawingml/2006/main" noGrp="1"/>
          </p:cNvSpPr>
          <p:nvPr/>
        </p:nvSpPr>
        <p:spPr>
          <a:xfrm xmlns:a="http://schemas.openxmlformats.org/drawingml/2006/main">
            <a:off x="390154" y="734469"/>
            <a:ext cx="6099546"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0" name="Espaço Reservado para Texto 6">
            <a:extLst xmlns:a="http://schemas.openxmlformats.org/drawingml/2006/main">
              <a:ext uri="{FF2B5EF4-FFF2-40B4-BE49-F238E27FC236}">
                <a16:creationId xmlns:a16="http://schemas.microsoft.com/office/drawing/2014/main" id="{C5901B80-52C0-495B-B245-C86EC38FA663}"/>
              </a:ext>
            </a:extLst>
          </p:cNvPr>
          <p:cNvSpPr>
            <a:spLocks xmlns:a="http://schemas.openxmlformats.org/drawingml/2006/main" noGrp="1"/>
          </p:cNvSpPr>
          <p:nvPr>
            <p:ph type="body" idx="16" hasCustomPrompt="1"/>
          </p:nvPr>
        </p:nvSpPr>
        <p:spPr>
          <a:xfrm xmlns:a="http://schemas.openxmlformats.org/drawingml/2006/main">
            <a:off x="390153" y="814312"/>
            <a:ext cx="6099547" cy="262500"/>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1900" b="1" spc="0">
                <a:solidFill>
                  <a:schemeClr val="tx2"/>
                </a:solidFill>
                <a:latin typeface="Roboto"/>
                <a:ea typeface="Roboto"/>
                <a:cs typeface="Roboto"/>
              </a:defRPr>
            </a:lvl1pPr>
          </a:lstStyle>
          <a:p xmlns:a="http://schemas.openxmlformats.org/drawingml/2006/main">
            <a:pPr lvl="0">
              <a:buNone/>
            </a:pPr>
            <a:r>
              <a:t>EDITAR</a:t>
            </a:r>
          </a:p>
        </p:txBody>
      </p:sp>
      <p:sp>
        <p:nvSpPr>
          <p:cNvPr id="21" name="Espaço Reservado para Texto 6">
            <a:extLst xmlns:a="http://schemas.openxmlformats.org/drawingml/2006/main">
              <a:ext uri="{FF2B5EF4-FFF2-40B4-BE49-F238E27FC236}">
                <a16:creationId xmlns:a16="http://schemas.microsoft.com/office/drawing/2014/main" id="{12A1DB4F-E711-4954-BA2E-C3355075992F}"/>
              </a:ext>
            </a:extLst>
          </p:cNvPr>
          <p:cNvSpPr>
            <a:spLocks xmlns:a="http://schemas.openxmlformats.org/drawingml/2006/main" noGrp="1"/>
          </p:cNvSpPr>
          <p:nvPr>
            <p:ph type="body" idx="17" hasCustomPrompt="1"/>
          </p:nvPr>
        </p:nvSpPr>
        <p:spPr>
          <a:xfrm xmlns:a="http://schemas.openxmlformats.org/drawingml/2006/main">
            <a:off x="390154" y="1119209"/>
            <a:ext cx="6099545" cy="30457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600" b="0">
                <a:solidFill>
                  <a:schemeClr val="tx2"/>
                </a:solidFill>
                <a:latin typeface="Roboto Light"/>
                <a:ea typeface="Roboto Light"/>
                <a:cs typeface="Roboto Light"/>
              </a:defRPr>
            </a:lvl1pPr>
          </a:lstStyle>
          <a:p xmlns:a="http://schemas.openxmlformats.org/drawingml/2006/main">
            <a:pPr lvl="0">
              <a:buNone/>
            </a:pPr>
            <a:r>
              <a:t>Clique para editar o texto mestre</a:t>
            </a:r>
          </a:p>
        </p:txBody>
      </p:sp>
      <p:sp>
        <p:nvSpPr>
          <p:cNvPr id="23" name="Espaço Reservado para Texto 6">
            <a:extLst xmlns:a="http://schemas.openxmlformats.org/drawingml/2006/main">
              <a:ext uri="{FF2B5EF4-FFF2-40B4-BE49-F238E27FC236}">
                <a16:creationId xmlns:a16="http://schemas.microsoft.com/office/drawing/2014/main" id="{8578E20C-E30C-41E8-BD4E-471F9D9B43F9}"/>
              </a:ext>
            </a:extLst>
          </p:cNvPr>
          <p:cNvSpPr>
            <a:spLocks xmlns:a="http://schemas.openxmlformats.org/drawingml/2006/main" noGrp="1"/>
          </p:cNvSpPr>
          <p:nvPr>
            <p:ph type="body" idx="31"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24" name="Date Placeholder 1">
            <a:extLst xmlns:a="http://schemas.openxmlformats.org/drawingml/2006/main">
              <a:ext uri="{FF2B5EF4-FFF2-40B4-BE49-F238E27FC236}">
                <a16:creationId xmlns:a16="http://schemas.microsoft.com/office/drawing/2014/main" id="{BEDC87FD-5664-4739-BE21-72F2918833A4}"/>
              </a:ext>
            </a:extLst>
          </p:cNvPr>
          <p:cNvSpPr>
            <a:spLocks xmlns:a="http://schemas.openxmlformats.org/drawingml/2006/main" noGrp="1"/>
          </p:cNvSpPr>
          <p:nvPr>
            <p:ph type="dt" idx="2"/>
          </p:nvPr>
        </p:nvSpPr>
        <p:spPr>
          <a:xfrm xmlns:a="http://schemas.openxmlformats.org/drawingml/2006/main">
            <a:off x="3971925" y="438763"/>
            <a:ext cx="2517776"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bg2"/>
                </a:solidFill>
                <a:latin typeface="Roboto Light"/>
                <a:ea typeface="Roboto Light"/>
                <a:cs typeface="Roboto Light"/>
              </a:defRPr>
            </a:lvl1pPr>
          </a:lstStyle>
          <a:p xmlns:a="http://schemas.openxmlformats.org/drawingml/2006/main">
            <a:fld id="{8BA8F4B9-B6C6-4F2E-BC07-C261BB51569F}" type="datetime4">
              <a:t>August 6, 2026</a:t>
            </a:fld>
            <a:endParaRPr/>
          </a:p>
        </p:txBody>
      </p:sp>
    </p:spTree>
  </p:cSld>
</p:sldLayout>
</file>

<file path=ppt/slideLayouts/slideLayout36.xml><?xml version="1.0" encoding="utf-8"?>
<p:sldLayout xmlns:p="http://schemas.openxmlformats.org/presentationml/2006/main" preserve="1" userDrawn="1">
  <p:cSld name="Thesis Charts">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35" name="Espaço Reservado para Conteúdo 14">
            <a:extLst xmlns:a="http://schemas.openxmlformats.org/drawingml/2006/main">
              <a:ext uri="{FF2B5EF4-FFF2-40B4-BE49-F238E27FC236}">
                <a16:creationId xmlns:a16="http://schemas.microsoft.com/office/drawing/2014/main" id="{D8D9FAC2-6A16-4A54-B55B-FEED7719F70A}"/>
              </a:ext>
            </a:extLst>
          </p:cNvPr>
          <p:cNvSpPr>
            <a:spLocks xmlns:a="http://schemas.openxmlformats.org/drawingml/2006/main" noGrp="1"/>
          </p:cNvSpPr>
          <p:nvPr>
            <p:ph idx="29" hasCustomPrompt="1"/>
          </p:nvPr>
        </p:nvSpPr>
        <p:spPr>
          <a:xfrm xmlns:a="http://schemas.openxmlformats.org/drawingml/2006/main">
            <a:off x="382829" y="1791895"/>
            <a:ext cx="2923573" cy="1565267"/>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6" name="Espaço Reservado para Conteúdo 14">
            <a:extLst xmlns:a="http://schemas.openxmlformats.org/drawingml/2006/main">
              <a:ext uri="{FF2B5EF4-FFF2-40B4-BE49-F238E27FC236}">
                <a16:creationId xmlns:a16="http://schemas.microsoft.com/office/drawing/2014/main" id="{F03016C5-25C3-487A-A063-9D5AE9126411}"/>
              </a:ext>
            </a:extLst>
          </p:cNvPr>
          <p:cNvSpPr>
            <a:spLocks xmlns:a="http://schemas.openxmlformats.org/drawingml/2006/main" noGrp="1"/>
          </p:cNvSpPr>
          <p:nvPr>
            <p:ph idx="30" hasCustomPrompt="1"/>
          </p:nvPr>
        </p:nvSpPr>
        <p:spPr>
          <a:xfrm xmlns:a="http://schemas.openxmlformats.org/drawingml/2006/main">
            <a:off x="382829" y="1503277"/>
            <a:ext cx="6099547"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22" name="Straight Connector 21">
            <a:extLst xmlns:a="http://schemas.openxmlformats.org/drawingml/2006/main">
              <a:ext uri="{FF2B5EF4-FFF2-40B4-BE49-F238E27FC236}">
                <a16:creationId xmlns:a16="http://schemas.microsoft.com/office/drawing/2014/main" id="{4CD7E25E-82C1-4F51-9E0E-370038E7F705}"/>
              </a:ext>
            </a:extLst>
          </p:cNvPr>
          <p:cNvSpPr>
            <a:spLocks xmlns:a="http://schemas.openxmlformats.org/drawingml/2006/main" noGrp="1"/>
          </p:cNvSpPr>
          <p:nvPr/>
        </p:nvSpPr>
        <p:spPr>
          <a:xfrm xmlns:a="http://schemas.openxmlformats.org/drawingml/2006/main">
            <a:off x="390154" y="734469"/>
            <a:ext cx="6099546"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0" name="Espaço Reservado para Texto 6">
            <a:extLst xmlns:a="http://schemas.openxmlformats.org/drawingml/2006/main">
              <a:ext uri="{FF2B5EF4-FFF2-40B4-BE49-F238E27FC236}">
                <a16:creationId xmlns:a16="http://schemas.microsoft.com/office/drawing/2014/main" id="{C5901B80-52C0-495B-B245-C86EC38FA663}"/>
              </a:ext>
            </a:extLst>
          </p:cNvPr>
          <p:cNvSpPr>
            <a:spLocks xmlns:a="http://schemas.openxmlformats.org/drawingml/2006/main" noGrp="1"/>
          </p:cNvSpPr>
          <p:nvPr>
            <p:ph type="body" idx="16" hasCustomPrompt="1"/>
          </p:nvPr>
        </p:nvSpPr>
        <p:spPr>
          <a:xfrm xmlns:a="http://schemas.openxmlformats.org/drawingml/2006/main">
            <a:off x="390153" y="814312"/>
            <a:ext cx="6099547" cy="262500"/>
          </a:xfrm>
          <a:prstGeom xmlns:a="http://schemas.openxmlformats.org/drawingml/2006/main" prst="rect">
            <a:avLst/>
          </a:prstGeom>
        </p:spPr>
        <p:txBody>
          <a:bodyPr xmlns:a="http://schemas.openxmlformats.org/drawingml/2006/main" lIns="0" tIns="0" rIns="0" bIns="0" anchor="t"/>
          <a:lstStyle xmlns:a="http://schemas.openxmlformats.org/drawingml/2006/main">
            <a:lvl1pPr>
              <a:buNone/>
              <a:defRPr sz="1900" b="1" spc="0">
                <a:solidFill>
                  <a:schemeClr val="tx2"/>
                </a:solidFill>
                <a:latin typeface="Roboto"/>
                <a:ea typeface="Roboto"/>
                <a:cs typeface="Roboto"/>
              </a:defRPr>
            </a:lvl1pPr>
          </a:lstStyle>
          <a:p xmlns:a="http://schemas.openxmlformats.org/drawingml/2006/main">
            <a:pPr lvl="0">
              <a:buNone/>
            </a:pPr>
            <a:r>
              <a:t>EDITAR</a:t>
            </a:r>
          </a:p>
        </p:txBody>
      </p:sp>
      <p:sp>
        <p:nvSpPr>
          <p:cNvPr id="21" name="Espaço Reservado para Texto 6">
            <a:extLst xmlns:a="http://schemas.openxmlformats.org/drawingml/2006/main">
              <a:ext uri="{FF2B5EF4-FFF2-40B4-BE49-F238E27FC236}">
                <a16:creationId xmlns:a16="http://schemas.microsoft.com/office/drawing/2014/main" id="{12A1DB4F-E711-4954-BA2E-C3355075992F}"/>
              </a:ext>
            </a:extLst>
          </p:cNvPr>
          <p:cNvSpPr>
            <a:spLocks xmlns:a="http://schemas.openxmlformats.org/drawingml/2006/main" noGrp="1"/>
          </p:cNvSpPr>
          <p:nvPr>
            <p:ph type="body" idx="17" hasCustomPrompt="1"/>
          </p:nvPr>
        </p:nvSpPr>
        <p:spPr>
          <a:xfrm xmlns:a="http://schemas.openxmlformats.org/drawingml/2006/main">
            <a:off x="390154" y="1119209"/>
            <a:ext cx="6099545" cy="30457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a:buNone/>
              <a:defRPr sz="1600" b="0">
                <a:solidFill>
                  <a:schemeClr val="tx2"/>
                </a:solidFill>
                <a:latin typeface="Roboto Light"/>
                <a:ea typeface="Roboto Light"/>
                <a:cs typeface="Roboto Light"/>
              </a:defRPr>
            </a:lvl1pPr>
          </a:lstStyle>
          <a:p xmlns:a="http://schemas.openxmlformats.org/drawingml/2006/main">
            <a:pPr lvl="0">
              <a:buNone/>
            </a:pPr>
            <a:r>
              <a:t>Clique para editar o texto mestre</a:t>
            </a:r>
          </a:p>
        </p:txBody>
      </p:sp>
      <p:sp>
        <p:nvSpPr>
          <p:cNvPr id="23" name="Espaço Reservado para Texto 6">
            <a:extLst xmlns:a="http://schemas.openxmlformats.org/drawingml/2006/main">
              <a:ext uri="{FF2B5EF4-FFF2-40B4-BE49-F238E27FC236}">
                <a16:creationId xmlns:a16="http://schemas.microsoft.com/office/drawing/2014/main" id="{8578E20C-E30C-41E8-BD4E-471F9D9B43F9}"/>
              </a:ext>
            </a:extLst>
          </p:cNvPr>
          <p:cNvSpPr>
            <a:spLocks xmlns:a="http://schemas.openxmlformats.org/drawingml/2006/main" noGrp="1"/>
          </p:cNvSpPr>
          <p:nvPr>
            <p:ph type="body" idx="31"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24" name="Date Placeholder 1">
            <a:extLst xmlns:a="http://schemas.openxmlformats.org/drawingml/2006/main">
              <a:ext uri="{FF2B5EF4-FFF2-40B4-BE49-F238E27FC236}">
                <a16:creationId xmlns:a16="http://schemas.microsoft.com/office/drawing/2014/main" id="{BEDC87FD-5664-4739-BE21-72F2918833A4}"/>
              </a:ext>
            </a:extLst>
          </p:cNvPr>
          <p:cNvSpPr>
            <a:spLocks xmlns:a="http://schemas.openxmlformats.org/drawingml/2006/main" noGrp="1"/>
          </p:cNvSpPr>
          <p:nvPr>
            <p:ph type="dt" idx="2"/>
          </p:nvPr>
        </p:nvSpPr>
        <p:spPr>
          <a:xfrm xmlns:a="http://schemas.openxmlformats.org/drawingml/2006/main">
            <a:off x="3971925" y="438763"/>
            <a:ext cx="2517776"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bg2"/>
                </a:solidFill>
                <a:latin typeface="Roboto Light"/>
                <a:ea typeface="Roboto Light"/>
                <a:cs typeface="Roboto Light"/>
              </a:defRPr>
            </a:lvl1pPr>
          </a:lstStyle>
          <a:p xmlns:a="http://schemas.openxmlformats.org/drawingml/2006/main">
            <a:fld id="{8BA8F4B9-B6C6-4F2E-BC07-C261BB51569F}" type="datetime4">
              <a:t>August 6, 2026</a:t>
            </a:fld>
            <a:endParaRPr/>
          </a:p>
        </p:txBody>
      </p:sp>
      <p:sp>
        <p:nvSpPr>
          <p:cNvPr id="19" name="Espaço Reservado para Conteúdo 14">
            <a:extLst xmlns:a="http://schemas.openxmlformats.org/drawingml/2006/main">
              <a:ext uri="{FF2B5EF4-FFF2-40B4-BE49-F238E27FC236}">
                <a16:creationId xmlns:a16="http://schemas.microsoft.com/office/drawing/2014/main" id="{D23B7F16-8ADE-42C2-B1EE-5684155EC67C}"/>
              </a:ext>
            </a:extLst>
          </p:cNvPr>
          <p:cNvSpPr>
            <a:spLocks xmlns:a="http://schemas.openxmlformats.org/drawingml/2006/main" noGrp="1"/>
          </p:cNvSpPr>
          <p:nvPr>
            <p:ph idx="32" hasCustomPrompt="1"/>
          </p:nvPr>
        </p:nvSpPr>
        <p:spPr>
          <a:xfrm xmlns:a="http://schemas.openxmlformats.org/drawingml/2006/main">
            <a:off x="390153" y="3838161"/>
            <a:ext cx="2923573" cy="1565267"/>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25" name="Espaço Reservado para Conteúdo 14">
            <a:extLst xmlns:a="http://schemas.openxmlformats.org/drawingml/2006/main">
              <a:ext uri="{FF2B5EF4-FFF2-40B4-BE49-F238E27FC236}">
                <a16:creationId xmlns:a16="http://schemas.microsoft.com/office/drawing/2014/main" id="{8D21CE70-9138-4D56-899D-1BFC170ACCAA}"/>
              </a:ext>
            </a:extLst>
          </p:cNvPr>
          <p:cNvSpPr>
            <a:spLocks xmlns:a="http://schemas.openxmlformats.org/drawingml/2006/main" noGrp="1"/>
          </p:cNvSpPr>
          <p:nvPr>
            <p:ph idx="33" hasCustomPrompt="1"/>
          </p:nvPr>
        </p:nvSpPr>
        <p:spPr>
          <a:xfrm xmlns:a="http://schemas.openxmlformats.org/drawingml/2006/main">
            <a:off x="390153" y="3549543"/>
            <a:ext cx="6099547"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26" name="Espaço Reservado para Conteúdo 14">
            <a:extLst xmlns:a="http://schemas.openxmlformats.org/drawingml/2006/main">
              <a:ext uri="{FF2B5EF4-FFF2-40B4-BE49-F238E27FC236}">
                <a16:creationId xmlns:a16="http://schemas.microsoft.com/office/drawing/2014/main" id="{DA0FF651-C1F8-494C-8441-58B8D108DFB0}"/>
              </a:ext>
            </a:extLst>
          </p:cNvPr>
          <p:cNvSpPr>
            <a:spLocks xmlns:a="http://schemas.openxmlformats.org/drawingml/2006/main" noGrp="1"/>
          </p:cNvSpPr>
          <p:nvPr>
            <p:ph idx="34" hasCustomPrompt="1"/>
          </p:nvPr>
        </p:nvSpPr>
        <p:spPr>
          <a:xfrm xmlns:a="http://schemas.openxmlformats.org/drawingml/2006/main">
            <a:off x="390153" y="5842030"/>
            <a:ext cx="2923573" cy="1565267"/>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7" name="Espaço Reservado para Conteúdo 14">
            <a:extLst xmlns:a="http://schemas.openxmlformats.org/drawingml/2006/main">
              <a:ext uri="{FF2B5EF4-FFF2-40B4-BE49-F238E27FC236}">
                <a16:creationId xmlns:a16="http://schemas.microsoft.com/office/drawing/2014/main" id="{EA6A1D37-C00C-4212-9602-D8F29782C38B}"/>
              </a:ext>
            </a:extLst>
          </p:cNvPr>
          <p:cNvSpPr>
            <a:spLocks xmlns:a="http://schemas.openxmlformats.org/drawingml/2006/main" noGrp="1"/>
          </p:cNvSpPr>
          <p:nvPr>
            <p:ph idx="35" hasCustomPrompt="1"/>
          </p:nvPr>
        </p:nvSpPr>
        <p:spPr>
          <a:xfrm xmlns:a="http://schemas.openxmlformats.org/drawingml/2006/main">
            <a:off x="390153" y="5553412"/>
            <a:ext cx="6099547"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38" name="Espaço Reservado para Conteúdo 14">
            <a:extLst xmlns:a="http://schemas.openxmlformats.org/drawingml/2006/main">
              <a:ext uri="{FF2B5EF4-FFF2-40B4-BE49-F238E27FC236}">
                <a16:creationId xmlns:a16="http://schemas.microsoft.com/office/drawing/2014/main" id="{9BD0D569-187E-435F-84F7-4A907AB05F06}"/>
              </a:ext>
            </a:extLst>
          </p:cNvPr>
          <p:cNvSpPr>
            <a:spLocks xmlns:a="http://schemas.openxmlformats.org/drawingml/2006/main" noGrp="1"/>
          </p:cNvSpPr>
          <p:nvPr>
            <p:ph idx="36" hasCustomPrompt="1"/>
          </p:nvPr>
        </p:nvSpPr>
        <p:spPr>
          <a:xfrm xmlns:a="http://schemas.openxmlformats.org/drawingml/2006/main">
            <a:off x="397477" y="7888296"/>
            <a:ext cx="2923573" cy="1565267"/>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39" name="Espaço Reservado para Conteúdo 14">
            <a:extLst xmlns:a="http://schemas.openxmlformats.org/drawingml/2006/main">
              <a:ext uri="{FF2B5EF4-FFF2-40B4-BE49-F238E27FC236}">
                <a16:creationId xmlns:a16="http://schemas.microsoft.com/office/drawing/2014/main" id="{BD578F19-77CA-4807-93D6-DF0C8142271F}"/>
              </a:ext>
            </a:extLst>
          </p:cNvPr>
          <p:cNvSpPr>
            <a:spLocks xmlns:a="http://schemas.openxmlformats.org/drawingml/2006/main" noGrp="1"/>
          </p:cNvSpPr>
          <p:nvPr>
            <p:ph idx="37" hasCustomPrompt="1"/>
          </p:nvPr>
        </p:nvSpPr>
        <p:spPr>
          <a:xfrm xmlns:a="http://schemas.openxmlformats.org/drawingml/2006/main">
            <a:off x="397477" y="7599678"/>
            <a:ext cx="6099547" cy="246221"/>
          </a:xfrm>
          <a:prstGeom xmlns:a="http://schemas.openxmlformats.org/drawingml/2006/main" prst="rect">
            <a:avLst/>
          </a:prstGeom>
          <a:solidFill xmlns:a="http://schemas.openxmlformats.org/drawingml/2006/main">
            <a:schemeClr val="bg1"/>
          </a:solidFill>
          <a:effectLst xmlns:a="http://schemas.openxmlformats.org/drawingml/2006/main">
            <a:outerShdw dist="12700" dir="5400000" algn="ctr" rotWithShape="0">
              <a:schemeClr val="tx2">
                <a:alpha val="70000"/>
              </a:schemeClr>
            </a:outerShdw>
          </a:effectLst>
        </p:spPr>
        <p:txBody>
          <a:bodyPr xmlns:a="http://schemas.openxmlformats.org/drawingml/2006/main" wrap="square" lIns="0" anchor="b">
            <a:spAutoFit/>
          </a:bodyPr>
          <a:lstStyle xmlns:a="http://schemas.openxmlformats.org/drawingml/2006/main">
            <a:lvl1pPr>
              <a:buNone/>
              <a:defRPr sz="1000" b="1">
                <a:solidFill>
                  <a:schemeClr val="tx1"/>
                </a:solidFill>
                <a:latin typeface="Roboto Light"/>
                <a:ea typeface="Roboto Light"/>
                <a:cs typeface="Roboto Light"/>
              </a:defRPr>
            </a:lvl1pPr>
          </a:lstStyle>
          <a:p xmlns:a="http://schemas.openxmlformats.org/drawingml/2006/main">
            <a:pPr lvl="0">
              <a:lnSpc>
                <a:spcPct val="100000"/>
              </a:lnSpc>
              <a:spcBef>
                <a:spcPts val="0"/>
              </a:spcBef>
              <a:buNone/>
            </a:pPr>
            <a:r>
              <a:t>Clique para editar o texto mestre</a:t>
            </a:r>
          </a:p>
        </p:txBody>
      </p:sp>
      <p:sp>
        <p:nvSpPr>
          <p:cNvPr id="40" name="Espaço Reservado para Conteúdo 14">
            <a:extLst xmlns:a="http://schemas.openxmlformats.org/drawingml/2006/main">
              <a:ext uri="{FF2B5EF4-FFF2-40B4-BE49-F238E27FC236}">
                <a16:creationId xmlns:a16="http://schemas.microsoft.com/office/drawing/2014/main" id="{008E7608-0ADC-4C74-A591-69DB8C22030C}"/>
              </a:ext>
            </a:extLst>
          </p:cNvPr>
          <p:cNvSpPr>
            <a:spLocks xmlns:a="http://schemas.openxmlformats.org/drawingml/2006/main" noGrp="1"/>
          </p:cNvSpPr>
          <p:nvPr>
            <p:ph idx="38" hasCustomPrompt="1"/>
          </p:nvPr>
        </p:nvSpPr>
        <p:spPr>
          <a:xfrm xmlns:a="http://schemas.openxmlformats.org/drawingml/2006/main">
            <a:off x="3536952" y="1791895"/>
            <a:ext cx="2923573" cy="1565267"/>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41" name="Espaço Reservado para Conteúdo 14">
            <a:extLst xmlns:a="http://schemas.openxmlformats.org/drawingml/2006/main">
              <a:ext uri="{FF2B5EF4-FFF2-40B4-BE49-F238E27FC236}">
                <a16:creationId xmlns:a16="http://schemas.microsoft.com/office/drawing/2014/main" id="{34DA8105-E242-4DA6-910E-D486433DF87A}"/>
              </a:ext>
            </a:extLst>
          </p:cNvPr>
          <p:cNvSpPr>
            <a:spLocks xmlns:a="http://schemas.openxmlformats.org/drawingml/2006/main" noGrp="1"/>
          </p:cNvSpPr>
          <p:nvPr>
            <p:ph idx="39" hasCustomPrompt="1"/>
          </p:nvPr>
        </p:nvSpPr>
        <p:spPr>
          <a:xfrm xmlns:a="http://schemas.openxmlformats.org/drawingml/2006/main">
            <a:off x="3544276" y="3838161"/>
            <a:ext cx="2923573" cy="1565267"/>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42" name="Espaço Reservado para Conteúdo 14">
            <a:extLst xmlns:a="http://schemas.openxmlformats.org/drawingml/2006/main">
              <a:ext uri="{FF2B5EF4-FFF2-40B4-BE49-F238E27FC236}">
                <a16:creationId xmlns:a16="http://schemas.microsoft.com/office/drawing/2014/main" id="{581288D2-722F-44A9-937B-2A51CBC81940}"/>
              </a:ext>
            </a:extLst>
          </p:cNvPr>
          <p:cNvSpPr>
            <a:spLocks xmlns:a="http://schemas.openxmlformats.org/drawingml/2006/main" noGrp="1"/>
          </p:cNvSpPr>
          <p:nvPr>
            <p:ph idx="40" hasCustomPrompt="1"/>
          </p:nvPr>
        </p:nvSpPr>
        <p:spPr>
          <a:xfrm xmlns:a="http://schemas.openxmlformats.org/drawingml/2006/main">
            <a:off x="3544276" y="5842030"/>
            <a:ext cx="2923573" cy="1565267"/>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
        <p:nvSpPr>
          <p:cNvPr id="43" name="Espaço Reservado para Conteúdo 14">
            <a:extLst xmlns:a="http://schemas.openxmlformats.org/drawingml/2006/main">
              <a:ext uri="{FF2B5EF4-FFF2-40B4-BE49-F238E27FC236}">
                <a16:creationId xmlns:a16="http://schemas.microsoft.com/office/drawing/2014/main" id="{0A7E3758-611C-4779-8E92-7476EE614506}"/>
              </a:ext>
            </a:extLst>
          </p:cNvPr>
          <p:cNvSpPr>
            <a:spLocks xmlns:a="http://schemas.openxmlformats.org/drawingml/2006/main" noGrp="1"/>
          </p:cNvSpPr>
          <p:nvPr>
            <p:ph idx="41" hasCustomPrompt="1"/>
          </p:nvPr>
        </p:nvSpPr>
        <p:spPr>
          <a:xfrm xmlns:a="http://schemas.openxmlformats.org/drawingml/2006/main">
            <a:off x="3551600" y="7888296"/>
            <a:ext cx="2923573" cy="1565267"/>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gn="just">
              <a:lnSpc>
                <a:spcPct val="100000"/>
              </a:lnSpc>
              <a:spcBef>
                <a:spcPts val="0"/>
              </a:spcBef>
              <a:buFont typeface="Arial"/>
              <a:buNone/>
              <a:defRPr sz="1000" b="0">
                <a:solidFill>
                  <a:schemeClr val="tx1"/>
                </a:solidFill>
                <a:latin typeface="Roboto Light"/>
                <a:ea typeface="Roboto Light"/>
                <a:cs typeface="Roboto Light"/>
              </a:defRPr>
            </a:lvl1pPr>
            <a:lvl2pPr marL="135000" indent="135000">
              <a:lnSpc>
                <a:spcPct val="100000"/>
              </a:lnSpc>
              <a:spcBef>
                <a:spcPts val="900"/>
              </a:spcBef>
              <a:buNone/>
              <a:defRPr sz="825" b="0">
                <a:solidFill>
                  <a:schemeClr val="accent6"/>
                </a:solidFill>
              </a:defRPr>
            </a:lvl2pPr>
            <a:lvl3pPr>
              <a:buNone/>
              <a:defRPr sz="900">
                <a:solidFill>
                  <a:schemeClr val="accent6"/>
                </a:solidFill>
              </a:defRPr>
            </a:lvl3pPr>
            <a:lvl4pPr>
              <a:buNone/>
              <a:defRPr sz="825">
                <a:solidFill>
                  <a:schemeClr val="accent6"/>
                </a:solidFill>
              </a:defRPr>
            </a:lvl4pPr>
            <a:lvl5pPr>
              <a:buNone/>
              <a:defRPr sz="825">
                <a:solidFill>
                  <a:schemeClr val="accent6"/>
                </a:solidFill>
              </a:defRPr>
            </a:lvl5pPr>
          </a:lstStyle>
          <a:p xmlns:a="http://schemas.openxmlformats.org/drawingml/2006/main">
            <a:pPr lvl="0">
              <a:buNone/>
            </a:pPr>
            <a:r>
              <a:t>Clique para editar o texto mestre</a:t>
            </a:r>
          </a:p>
        </p:txBody>
      </p:sp>
    </p:spTree>
  </p:cSld>
</p:sldLayout>
</file>

<file path=ppt/slideLayouts/slideLayout37.xml><?xml version="1.0" encoding="utf-8"?>
<p:sldLayout xmlns:p="http://schemas.openxmlformats.org/presentationml/2006/main" preserve="1" userDrawn="1">
  <p:cSld name="Disclaimer">
    <p:bg>
      <p:bgPr>
        <a:solidFill xmlns:a="http://schemas.openxmlformats.org/drawingml/2006/main">
          <a:schemeClr val="bg1"/>
        </a:solidFill>
      </p:bgPr>
    </p:bg>
    <p:spTree>
      <p:nvGrpSpPr>
        <p:cNvPr id="1" name=""/>
        <p:cNvGrpSpPr/>
        <p:nvPr/>
      </p:nvGrpSpPr>
      <p:grpSpPr>
        <a:xfrm xmlns:a="http://schemas.openxmlformats.org/drawingml/2006/main"/>
      </p:grpSpPr>
      <p:sp>
        <p:nvSpPr>
          <p:cNvPr id="17" name="TextBox 16">
            <a:extLst xmlns:a="http://schemas.openxmlformats.org/drawingml/2006/main">
              <a:ext uri="{FF2B5EF4-FFF2-40B4-BE49-F238E27FC236}">
                <a16:creationId xmlns:a16="http://schemas.microsoft.com/office/drawing/2014/main" id="{3B476172-FCCC-4217-B659-E252FC48877E}"/>
              </a:ext>
            </a:extLst>
          </p:cNvPr>
          <p:cNvSpPr>
            <a:spLocks xmlns:a="http://schemas.openxmlformats.org/drawingml/2006/main" noGrp="1"/>
          </p:cNvSpPr>
          <p:nvPr/>
        </p:nvSpPr>
        <p:spPr>
          <a:xfrm xmlns:a="http://schemas.openxmlformats.org/drawingml/2006/main">
            <a:off x="390153" y="814312"/>
            <a:ext cx="6099546" cy="26314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lvl1pPr indent="0" defTabSz="385767">
              <a:lnSpc>
                <a:spcPct val="90000"/>
              </a:lnSpc>
              <a:spcBef>
                <a:spcPts val="422"/>
              </a:spcBef>
              <a:buFont typeface="Arial"/>
              <a:buNone/>
              <a:defRPr sz="1900" b="1" spc="0">
                <a:solidFill>
                  <a:schemeClr val="tx2"/>
                </a:solidFill>
                <a:latin typeface="Roboto"/>
                <a:ea typeface="Roboto"/>
                <a:cs typeface="Roboto"/>
              </a:defRPr>
            </a:lvl1pPr>
            <a:lvl2pPr marL="227710" indent="-77020" defTabSz="385767">
              <a:lnSpc>
                <a:spcPct val="90000"/>
              </a:lnSpc>
              <a:spcBef>
                <a:spcPts val="211"/>
              </a:spcBef>
              <a:buFont typeface="Arial"/>
              <a:buChar char="•"/>
              <a:defRPr sz="591">
                <a:solidFill>
                  <a:schemeClr val="tx2"/>
                </a:solidFill>
              </a:defRPr>
            </a:lvl2pPr>
            <a:lvl3pPr marL="379070" indent="-77689" defTabSz="385767">
              <a:lnSpc>
                <a:spcPct val="90000"/>
              </a:lnSpc>
              <a:spcBef>
                <a:spcPts val="211"/>
              </a:spcBef>
              <a:buFont typeface="Arial"/>
              <a:buChar char="•"/>
              <a:defRPr sz="506">
                <a:solidFill>
                  <a:schemeClr val="tx2"/>
                </a:solidFill>
              </a:defRPr>
            </a:lvl3pPr>
            <a:lvl4pPr marL="529761" indent="-77689" defTabSz="385767">
              <a:lnSpc>
                <a:spcPct val="90000"/>
              </a:lnSpc>
              <a:spcBef>
                <a:spcPts val="211"/>
              </a:spcBef>
              <a:buFont typeface="Arial"/>
              <a:buChar char="•"/>
              <a:defRPr sz="464">
                <a:solidFill>
                  <a:schemeClr val="tx2"/>
                </a:solidFill>
              </a:defRPr>
            </a:lvl4pPr>
            <a:lvl5pPr marL="680451" indent="-73671" defTabSz="385767">
              <a:lnSpc>
                <a:spcPct val="90000"/>
              </a:lnSpc>
              <a:spcBef>
                <a:spcPts val="211"/>
              </a:spcBef>
              <a:buFont typeface="Arial"/>
              <a:buChar char="•"/>
              <a:defRPr sz="464">
                <a:solidFill>
                  <a:schemeClr val="tx2"/>
                </a:solidFill>
              </a:defRPr>
            </a:lvl5pPr>
            <a:lvl6pPr marL="1060860" indent="-96442" defTabSz="385767">
              <a:lnSpc>
                <a:spcPct val="90000"/>
              </a:lnSpc>
              <a:spcBef>
                <a:spcPts val="211"/>
              </a:spcBef>
              <a:buFont typeface="Arial"/>
              <a:buChar char="•"/>
              <a:defRPr sz="760"/>
            </a:lvl6pPr>
            <a:lvl7pPr marL="1253744" indent="-96442" defTabSz="385767">
              <a:lnSpc>
                <a:spcPct val="90000"/>
              </a:lnSpc>
              <a:spcBef>
                <a:spcPts val="211"/>
              </a:spcBef>
              <a:buFont typeface="Arial"/>
              <a:buChar char="•"/>
              <a:defRPr sz="760"/>
            </a:lvl7pPr>
            <a:lvl8pPr marL="1446628" indent="-96442" defTabSz="385767">
              <a:lnSpc>
                <a:spcPct val="90000"/>
              </a:lnSpc>
              <a:spcBef>
                <a:spcPts val="211"/>
              </a:spcBef>
              <a:buFont typeface="Arial"/>
              <a:buChar char="•"/>
              <a:defRPr sz="760"/>
            </a:lvl8pPr>
            <a:lvl9pPr marL="1639511" indent="-96442" defTabSz="385767">
              <a:lnSpc>
                <a:spcPct val="90000"/>
              </a:lnSpc>
              <a:spcBef>
                <a:spcPts val="211"/>
              </a:spcBef>
              <a:buFont typeface="Arial"/>
              <a:buChar char="•"/>
              <a:defRPr sz="760"/>
            </a:lvl9pPr>
          </a:lstStyle>
          <a:p xmlns:a="http://schemas.openxmlformats.org/drawingml/2006/main">
            <a:pPr lvl="0">
              <a:buNone/>
            </a:pPr>
            <a:r>
              <a:t>Disclaimer</a:t>
            </a:r>
          </a:p>
        </p:txBody>
      </p:sp>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22" name="Straight Connector 21">
            <a:extLst xmlns:a="http://schemas.openxmlformats.org/drawingml/2006/main">
              <a:ext uri="{FF2B5EF4-FFF2-40B4-BE49-F238E27FC236}">
                <a16:creationId xmlns:a16="http://schemas.microsoft.com/office/drawing/2014/main" id="{F6896F86-3CBA-433E-9725-E848F97B6478}"/>
              </a:ext>
            </a:extLst>
          </p:cNvPr>
          <p:cNvSpPr>
            <a:spLocks xmlns:a="http://schemas.openxmlformats.org/drawingml/2006/main" noGrp="1"/>
          </p:cNvSpPr>
          <p:nvPr/>
        </p:nvSpPr>
        <p:spPr>
          <a:xfrm xmlns:a="http://schemas.openxmlformats.org/drawingml/2006/main">
            <a:off x="390154" y="734469"/>
            <a:ext cx="6099546"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Espaço Reservado para Texto 6">
            <a:extLst xmlns:a="http://schemas.openxmlformats.org/drawingml/2006/main">
              <a:ext uri="{FF2B5EF4-FFF2-40B4-BE49-F238E27FC236}">
                <a16:creationId xmlns:a16="http://schemas.microsoft.com/office/drawing/2014/main" id="{2B30E5FD-9051-4E1E-8485-CF615FEFF1FB}"/>
              </a:ext>
            </a:extLst>
          </p:cNvPr>
          <p:cNvSpPr>
            <a:spLocks xmlns:a="http://schemas.openxmlformats.org/drawingml/2006/main" noGrp="1"/>
          </p:cNvSpPr>
          <p:nvPr>
            <p:ph type="body" idx="26" hasCustomPrompt="1"/>
          </p:nvPr>
        </p:nvSpPr>
        <p:spPr>
          <a:xfrm xmlns:a="http://schemas.openxmlformats.org/drawingml/2006/main">
            <a:off x="1021910" y="9548813"/>
            <a:ext cx="5251889" cy="197643"/>
          </a:xfrm>
          <a:prstGeom xmlns:a="http://schemas.openxmlformats.org/drawingml/2006/main" prst="rect">
            <a:avLst/>
          </a:prstGeom>
        </p:spPr>
        <p:txBody>
          <a:bodyPr xmlns:a="http://schemas.openxmlformats.org/drawingml/2006/main" vert="horz" lIns="0" tIns="0" rIns="0" bIns="0" anchor="ctr">
            <a:noAutofit/>
          </a:bodyPr>
          <a:lstStyle xmlns:a="http://schemas.openxmlformats.org/drawingml/2006/main">
            <a:lvl1pPr algn="l">
              <a:buNone/>
              <a:defRPr sz="700" b="0">
                <a:solidFill>
                  <a:schemeClr val="tx1"/>
                </a:solidFill>
                <a:latin typeface="Roboto"/>
                <a:ea typeface="Roboto"/>
                <a:cs typeface="Roboto"/>
              </a:defRPr>
            </a:lvl1pPr>
          </a:lstStyle>
          <a:p xmlns:a="http://schemas.openxmlformats.org/drawingml/2006/main">
            <a:pPr lvl="0">
              <a:buNone/>
            </a:pPr>
            <a:r>
              <a:t>Fonte:  XXX, XXX, XXX | Notas: (1) XXX; (2) XXX; (3) XXX</a:t>
            </a:r>
            <a:endParaRPr/>
          </a:p>
        </p:txBody>
      </p:sp>
      <p:sp>
        <p:nvSpPr>
          <p:cNvPr id="15" name="Date Placeholder 1">
            <a:extLst xmlns:a="http://schemas.openxmlformats.org/drawingml/2006/main">
              <a:ext uri="{FF2B5EF4-FFF2-40B4-BE49-F238E27FC236}">
                <a16:creationId xmlns:a16="http://schemas.microsoft.com/office/drawing/2014/main" id="{CEDF22C0-1511-410D-B4C2-53B4E4FE64CB}"/>
              </a:ext>
            </a:extLst>
          </p:cNvPr>
          <p:cNvSpPr>
            <a:spLocks xmlns:a="http://schemas.openxmlformats.org/drawingml/2006/main" noGrp="1"/>
          </p:cNvSpPr>
          <p:nvPr>
            <p:ph type="dt" idx="2"/>
          </p:nvPr>
        </p:nvSpPr>
        <p:spPr>
          <a:xfrm xmlns:a="http://schemas.openxmlformats.org/drawingml/2006/main">
            <a:off x="3971925" y="438763"/>
            <a:ext cx="2517775" cy="184666"/>
          </a:xfrm>
          <a:prstGeom xmlns:a="http://schemas.openxmlformats.org/drawingml/2006/main" prst="rect">
            <a:avLst/>
          </a:prstGeom>
        </p:spPr>
        <p:txBody>
          <a:bodyPr xmlns:a="http://schemas.openxmlformats.org/drawingml/2006/main" vert="horz" wrap="square" lIns="0" tIns="0" rIns="0" bIns="0" anchor="ctr">
            <a:spAutoFit/>
          </a:bodyPr>
          <a:lstStyle xmlns:a="http://schemas.openxmlformats.org/drawingml/2006/main">
            <a:lvl1pPr algn="r">
              <a:buNone/>
              <a:defRPr sz="1200">
                <a:solidFill>
                  <a:schemeClr val="bg2"/>
                </a:solidFill>
                <a:latin typeface="Roboto Light"/>
                <a:ea typeface="Roboto Light"/>
                <a:cs typeface="Roboto Light"/>
              </a:defRPr>
            </a:lvl1pPr>
          </a:lstStyle>
          <a:p xmlns:a="http://schemas.openxmlformats.org/drawingml/2006/main">
            <a:fld id="{4D03E599-AFA5-4A08-AC9F-588B0C61A5AB}" type="datetime4">
              <a:t>August 6, 2026</a:t>
            </a:fld>
            <a:endParaRPr/>
          </a:p>
        </p:txBody>
      </p:sp>
      <p:sp>
        <p:nvSpPr>
          <p:cNvPr id="2" name="TextBox 1">
            <a:extLst xmlns:a="http://schemas.openxmlformats.org/drawingml/2006/main">
              <a:ext uri="{FF2B5EF4-FFF2-40B4-BE49-F238E27FC236}">
                <a16:creationId xmlns:a16="http://schemas.microsoft.com/office/drawing/2014/main" id="{52F95B42-1FBA-401A-8214-0A1239E090A4}"/>
              </a:ext>
            </a:extLst>
          </p:cNvPr>
          <p:cNvSpPr>
            <a:spLocks xmlns:a="http://schemas.openxmlformats.org/drawingml/2006/main" noGrp="1"/>
          </p:cNvSpPr>
          <p:nvPr/>
        </p:nvSpPr>
        <p:spPr>
          <a:xfrm xmlns:a="http://schemas.openxmlformats.org/drawingml/2006/main">
            <a:off x="390153" y="1318100"/>
            <a:ext cx="6099546" cy="8099974"/>
          </a:xfrm>
          <a:prstGeom xmlns:a="http://schemas.openxmlformats.org/drawingml/2006/main" prst="rect">
            <a:avLst/>
          </a:prstGeom>
        </p:spPr>
        <p:txBody>
          <a:bodyPr xmlns:a="http://schemas.openxmlformats.org/drawingml/2006/main" lIns="0" tIns="0" rIns="0" bIns="0">
            <a:spAutoFit/>
          </a:bodyPr>
          <a:lstStyle xmlns:a="http://schemas.openxmlformats.org/drawingml/2006/main">
            <a:lvl1pPr indent="0" defTabSz="385767">
              <a:lnSpc>
                <a:spcPct val="90000"/>
              </a:lnSpc>
              <a:spcBef>
                <a:spcPts val="422"/>
              </a:spcBef>
              <a:buFont typeface="Arial"/>
              <a:buNone/>
              <a:defRPr sz="730">
                <a:solidFill>
                  <a:schemeClr val="tx2"/>
                </a:solidFill>
              </a:defRPr>
            </a:lvl1pPr>
            <a:lvl2pPr marL="227710" indent="-77020" defTabSz="385767">
              <a:lnSpc>
                <a:spcPct val="90000"/>
              </a:lnSpc>
              <a:spcBef>
                <a:spcPts val="211"/>
              </a:spcBef>
              <a:buFont typeface="Arial"/>
              <a:buChar char="•"/>
              <a:defRPr sz="591">
                <a:solidFill>
                  <a:schemeClr val="tx2"/>
                </a:solidFill>
              </a:defRPr>
            </a:lvl2pPr>
            <a:lvl3pPr marL="379070" indent="-77689" defTabSz="385767">
              <a:lnSpc>
                <a:spcPct val="90000"/>
              </a:lnSpc>
              <a:spcBef>
                <a:spcPts val="211"/>
              </a:spcBef>
              <a:buFont typeface="Arial"/>
              <a:buChar char="•"/>
              <a:defRPr sz="506">
                <a:solidFill>
                  <a:schemeClr val="tx2"/>
                </a:solidFill>
              </a:defRPr>
            </a:lvl3pPr>
            <a:lvl4pPr marL="529761" indent="-77689" defTabSz="385767">
              <a:lnSpc>
                <a:spcPct val="90000"/>
              </a:lnSpc>
              <a:spcBef>
                <a:spcPts val="211"/>
              </a:spcBef>
              <a:buFont typeface="Arial"/>
              <a:buChar char="•"/>
              <a:defRPr sz="464">
                <a:solidFill>
                  <a:schemeClr val="tx2"/>
                </a:solidFill>
              </a:defRPr>
            </a:lvl4pPr>
            <a:lvl5pPr marL="680451" indent="-73671" defTabSz="385767">
              <a:lnSpc>
                <a:spcPct val="90000"/>
              </a:lnSpc>
              <a:spcBef>
                <a:spcPts val="211"/>
              </a:spcBef>
              <a:buFont typeface="Arial"/>
              <a:buChar char="•"/>
              <a:defRPr sz="464">
                <a:solidFill>
                  <a:schemeClr val="tx2"/>
                </a:solidFill>
              </a:defRPr>
            </a:lvl5pPr>
            <a:lvl6pPr marL="1060860" indent="-96442" defTabSz="385767">
              <a:lnSpc>
                <a:spcPct val="90000"/>
              </a:lnSpc>
              <a:spcBef>
                <a:spcPts val="211"/>
              </a:spcBef>
              <a:buFont typeface="Arial"/>
              <a:buChar char="•"/>
              <a:defRPr sz="760"/>
            </a:lvl6pPr>
            <a:lvl7pPr marL="1253744" indent="-96442" defTabSz="385767">
              <a:lnSpc>
                <a:spcPct val="90000"/>
              </a:lnSpc>
              <a:spcBef>
                <a:spcPts val="211"/>
              </a:spcBef>
              <a:buFont typeface="Arial"/>
              <a:buChar char="•"/>
              <a:defRPr sz="760"/>
            </a:lvl7pPr>
            <a:lvl8pPr marL="1446628" indent="-96442" defTabSz="385767">
              <a:lnSpc>
                <a:spcPct val="90000"/>
              </a:lnSpc>
              <a:spcBef>
                <a:spcPts val="211"/>
              </a:spcBef>
              <a:buFont typeface="Arial"/>
              <a:buChar char="•"/>
              <a:defRPr sz="760"/>
            </a:lvl8pPr>
            <a:lvl9pPr marL="1639511" indent="-96442" defTabSz="385767">
              <a:lnSpc>
                <a:spcPct val="90000"/>
              </a:lnSpc>
              <a:spcBef>
                <a:spcPts val="211"/>
              </a:spcBef>
              <a:buFont typeface="Arial"/>
              <a:buChar char="•"/>
              <a:defRPr sz="760"/>
            </a:lvl9pPr>
          </a:lstStyle>
          <a:p xmlns:a="http://schemas.openxmlformats.org/drawingml/2006/main">
            <a:pPr marL="228600" lvl="0" indent="-228600" algn="just">
              <a:lnSpc>
                <a:spcPts val="800"/>
              </a:lnSpc>
              <a:buFont typeface="+mj-lt"/>
              <a:buAutoNum type="arabicPeriod"/>
            </a:pPr>
            <a:r>
              <a:rPr sz="650" i="0"/>
              <a:t>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xmlns:a="http://schemas.openxmlformats.org/drawingml/2006/main">
            <a:pPr marL="228600" lvl="0" indent="-228600" algn="just">
              <a:lnSpc>
                <a:spcPts val="800"/>
              </a:lnSpc>
              <a:buFont typeface="+mj-lt"/>
              <a:buAutoNum type="arabicPeriod"/>
            </a:pPr>
            <a:r>
              <a:rPr sz="650" i="0"/>
              <a:t>This report was prepared considering the product risk classification in order to generate allocation results for each investor profile.  		</a:t>
            </a:r>
          </a:p>
          <a:p xmlns:a="http://schemas.openxmlformats.org/drawingml/2006/main">
            <a:pPr marL="228600" lvl="0" indent="-228600" algn="just">
              <a:lnSpc>
                <a:spcPts val="800"/>
              </a:lnSpc>
              <a:buFont typeface="+mj-lt"/>
              <a:buAutoNum type="arabicPeriod"/>
            </a:pPr>
            <a:r>
              <a:rPr sz="650" i="0"/>
              <a:t>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p>
          <a:p xmlns:a="http://schemas.openxmlformats.org/drawingml/2006/main">
            <a:pPr marL="228600" lvl="0" indent="-228600" algn="just">
              <a:lnSpc>
                <a:spcPts val="800"/>
              </a:lnSpc>
              <a:buFont typeface="+mj-lt"/>
              <a:buAutoNum type="arabicPeriod"/>
            </a:pPr>
            <a:r>
              <a:rPr sz="650" i="0"/>
              <a:t>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xmlns:a="http://schemas.openxmlformats.org/drawingml/2006/main">
            <a:pPr marL="228600" lvl="0" indent="-228600" algn="just">
              <a:lnSpc>
                <a:spcPts val="800"/>
              </a:lnSpc>
              <a:buFont typeface="+mj-lt"/>
              <a:buAutoNum type="arabicPeriod"/>
            </a:pPr>
            <a:r>
              <a:rPr sz="650" i="0"/>
              <a:t>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xmlns:a="http://schemas.openxmlformats.org/drawingml/2006/main">
            <a:pPr marL="228600" lvl="0" indent="-228600" algn="just">
              <a:lnSpc>
                <a:spcPts val="800"/>
              </a:lnSpc>
              <a:buFont typeface="+mj-lt"/>
              <a:buAutoNum type="arabicPeriod"/>
            </a:pPr>
            <a:r>
              <a:rPr sz="650" i="0"/>
              <a:t>XP Investimentos’ analysts are obligated to comply with all the rules laid down in the APIMEC’s conduct code for the securities analyst and XP Investimentos’ analyst of securities conduct policy.  		</a:t>
            </a:r>
          </a:p>
          <a:p xmlns:a="http://schemas.openxmlformats.org/drawingml/2006/main">
            <a:pPr marL="228600" lvl="0" indent="-228600" algn="just">
              <a:lnSpc>
                <a:spcPts val="800"/>
              </a:lnSpc>
              <a:buFont typeface="+mj-lt"/>
              <a:buAutoNum type="arabicPeriod"/>
            </a:pPr>
            <a:r>
              <a:rPr sz="650" i="0"/>
              <a:t>Customer service is carried out by XP Investimentos employees or by autonomous investment agents who perform their activities through XP, in accordance with CVM Resolution 16/2021,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xmlns:a="http://schemas.openxmlformats.org/drawingml/2006/main">
            <a:pPr marL="228600" lvl="0" indent="-228600" algn="just">
              <a:lnSpc>
                <a:spcPts val="800"/>
              </a:lnSpc>
              <a:buFont typeface="+mj-lt"/>
              <a:buAutoNum type="arabicPeriod"/>
            </a:pPr>
            <a:r>
              <a:rPr sz="650" i="0"/>
              <a:t>For the purpose of verifying the adequacy of the investor's profile to the investment services and products offered by XP Investimentos, we use the methodology of adequacy of products by portfolio, in accordance with the ANBIMA Rules and Procedures of Suitability No. 01 and the ANBIMA Code of Regulation and Best Practices for Distribution of Investment Products. This methodology consists of assigning a maximum risk score for each investor profile (conservative, moderate and aggressive), as well as a risk score for each of the products offered by XP Investimentos, so that all customers can have access to all products, provided that within the amounts and limits of the risk score defined for their profile. Before applying to the products and/or contracting the services subject to this material, it is important that you verify that your current risk score includes the application in the products and/or the contracting of the services in question, as well as whether there are limitations of volume, 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application/contract, or if there are limitations in relation to the amount and/or financial volume for said application/contracting, this means that, based on the current composition of your portfolio, this application/contract is not appropriate to your profile. If you have questions about the process of suiting the products offered by XP Investimentos to your investor profile, please refer to the FAQ. Market conditions, climate change and the macroeconomic scenario can affect investment performance.</a:t>
            </a:r>
          </a:p>
          <a:p xmlns:a="http://schemas.openxmlformats.org/drawingml/2006/main">
            <a:pPr marL="228600" lvl="0" indent="-228600" algn="just">
              <a:lnSpc>
                <a:spcPts val="800"/>
              </a:lnSpc>
              <a:buFont typeface="+mj-lt"/>
              <a:buAutoNum type="arabicPeriod"/>
            </a:pPr>
            <a:r>
              <a:rPr sz="650" i="0"/>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xmlns:a="http://schemas.openxmlformats.org/drawingml/2006/main">
            <a:pPr marL="228600" lvl="0" indent="-228600" algn="just">
              <a:lnSpc>
                <a:spcPts val="800"/>
              </a:lnSpc>
              <a:buFont typeface="+mj-lt"/>
              <a:buAutoNum type="arabicPeriod"/>
            </a:pPr>
            <a:r>
              <a:rPr sz="650" i="0"/>
              <a:t>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p>
          <a:p xmlns:a="http://schemas.openxmlformats.org/drawingml/2006/main">
            <a:pPr marL="228600" lvl="0" indent="-228600" algn="just">
              <a:lnSpc>
                <a:spcPts val="800"/>
              </a:lnSpc>
              <a:buFont typeface="+mj-lt"/>
              <a:buAutoNum type="arabicPeriod"/>
            </a:pPr>
            <a:r>
              <a:rPr sz="650" i="0"/>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ttps://institucional.xpi.com.br/ouvidoria.aspx/.  				</a:t>
            </a:r>
          </a:p>
          <a:p xmlns:a="http://schemas.openxmlformats.org/drawingml/2006/main">
            <a:pPr marL="228600" lvl="0" indent="-228600" algn="just">
              <a:lnSpc>
                <a:spcPts val="800"/>
              </a:lnSpc>
              <a:buFont typeface="+mj-lt"/>
              <a:buAutoNum type="arabicPeriod"/>
            </a:pPr>
            <a:r>
              <a:rPr sz="650" i="0"/>
              <a:t>The cost of the transactions billing policies are defined in the operational cost tables which are made available on XP Investimentos website: www.xpi.com.br.</a:t>
            </a:r>
          </a:p>
          <a:p xmlns:a="http://schemas.openxmlformats.org/drawingml/2006/main">
            <a:pPr marL="228600" lvl="0" indent="-228600" algn="just">
              <a:lnSpc>
                <a:spcPts val="800"/>
              </a:lnSpc>
              <a:buFont typeface="+mj-lt"/>
              <a:buAutoNum type="arabicPeriod"/>
            </a:pPr>
            <a:r>
              <a:rPr sz="650" i="0"/>
              <a:t>XP Investimentos is exempt from any liability for any damages, direct or indirect, that come from the use of this report or its contents.  	</a:t>
            </a:r>
          </a:p>
          <a:p xmlns:a="http://schemas.openxmlformats.org/drawingml/2006/main">
            <a:pPr marL="228600" lvl="0" indent="-228600" algn="just">
              <a:lnSpc>
                <a:spcPts val="800"/>
              </a:lnSpc>
              <a:buFont typeface="+mj-lt"/>
              <a:buAutoNum type="arabicPeriod"/>
            </a:pPr>
            <a:r>
              <a:rPr sz="650" i="0"/>
              <a:t>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xmlns:a="http://schemas.openxmlformats.org/drawingml/2006/main">
            <a:pPr marL="228600" lvl="0" indent="-228600" algn="just">
              <a:lnSpc>
                <a:spcPts val="800"/>
              </a:lnSpc>
              <a:buFont typeface="+mj-lt"/>
              <a:buAutoNum type="arabicPeriod"/>
            </a:pPr>
            <a:r>
              <a:rPr sz="650" i="0"/>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p>
          <a:p xmlns:a="http://schemas.openxmlformats.org/drawingml/2006/main">
            <a:pPr marL="228600" lvl="0" indent="-228600" algn="just">
              <a:lnSpc>
                <a:spcPts val="800"/>
              </a:lnSpc>
              <a:buFont typeface="+mj-lt"/>
              <a:buAutoNum type="arabicPeriod"/>
            </a:pPr>
            <a:r>
              <a:rPr sz="650" i="0"/>
              <a:t>Investment in options is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p>
          <a:p xmlns:a="http://schemas.openxmlformats.org/drawingml/2006/main">
            <a:pPr marL="228600" lvl="0" indent="-228600" algn="just">
              <a:lnSpc>
                <a:spcPts val="800"/>
              </a:lnSpc>
              <a:buFont typeface="+mj-lt"/>
              <a:buAutoNum type="arabicPeriod"/>
            </a:pPr>
            <a:r>
              <a:rPr sz="650" i="0"/>
              <a:t>Investment in terms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  			</a:t>
            </a:r>
          </a:p>
          <a:p xmlns:a="http://schemas.openxmlformats.org/drawingml/2006/main">
            <a:pPr marL="228600" lvl="0" indent="-228600" algn="just">
              <a:lnSpc>
                <a:spcPts val="800"/>
              </a:lnSpc>
              <a:buFont typeface="+mj-lt"/>
              <a:buAutoNum type="arabicPeriod"/>
            </a:pPr>
            <a:r>
              <a:rPr sz="650" i="0"/>
              <a:t>Investments in futures markets are subject to significant loss of principal.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p>
          <a:p xmlns:a="http://schemas.openxmlformats.org/drawingml/2006/main">
            <a:pPr marL="228600" lvl="0" indent="-228600" algn="just">
              <a:lnSpc>
                <a:spcPts val="800"/>
              </a:lnSpc>
              <a:buFont typeface="+mj-lt"/>
              <a:buAutoNum type="arabicPeriod"/>
            </a:pPr>
            <a:r>
              <a:rPr sz="650" i="0"/>
              <a:t>This institution is adhering ANBIMA Code of Regulation and best practices for the distribution activity of retail investment products.		</a:t>
            </a:r>
          </a:p>
          <a:p xmlns:a="http://schemas.openxmlformats.org/drawingml/2006/main">
            <a:pPr marL="228600" lvl="0" indent="-228600" algn="just">
              <a:lnSpc>
                <a:spcPts val="800"/>
              </a:lnSpc>
              <a:buFont typeface="+mj-lt"/>
              <a:buAutoNum type="arabicPeriod"/>
            </a:pPr>
            <a:r>
              <a:rPr sz="650" i="0"/>
              <a:t>XP Investments US, LLC, a broker-dealer registered with the U.S. Securities and Exchange Commission, has assumed responsibility for this research for purposes of U.S. law.  All transactions arising from this research should be directed to XP Investments US, LLC, at +1 646-664-0525.		</a:t>
            </a:r>
          </a:p>
          <a:p xmlns:a="http://schemas.openxmlformats.org/drawingml/2006/main">
            <a:pPr marL="228600" lvl="0" indent="-228600" algn="just">
              <a:lnSpc>
                <a:spcPts val="800"/>
              </a:lnSpc>
              <a:buFont typeface="+mj-lt"/>
              <a:buAutoNum type="arabicPeriod"/>
            </a:pPr>
            <a:r>
              <a:rPr sz="650" i="0"/>
              <a:t>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p>
        </p:txBody>
      </p:sp>
    </p:spTree>
  </p:cSld>
</p:sldLayout>
</file>

<file path=ppt/slideLayouts/slideLayout38.xml><?xml version="1.0" encoding="utf-8"?>
<p:sldLayout xmlns:p="http://schemas.openxmlformats.org/presentationml/2006/main" preserve="1" userDrawn="1">
  <p:cSld name="Fechamento">
    <p:bg>
      <p:bgPr>
        <a:solidFill xmlns:a="http://schemas.openxmlformats.org/drawingml/2006/main">
          <a:schemeClr val="bg1"/>
        </a:solidFill>
      </p:bgPr>
    </p:bg>
    <p:spTree>
      <p:nvGrpSpPr>
        <p:cNvPr id="1" name=""/>
        <p:cNvGrpSpPr/>
        <p:nvPr/>
      </p:nvGrpSpPr>
      <p:grpSpPr>
        <a:xfrm xmlns:a="http://schemas.openxmlformats.org/drawingml/2006/main"/>
      </p:grpSpPr>
      <p:sp>
        <p:nvSpPr>
          <p:cNvPr id="11" name="Do not remove" hidden="1">
            <a:extLst xmlns:a="http://schemas.openxmlformats.org/drawingml/2006/main">
              <a:ext uri="{FF2B5EF4-FFF2-40B4-BE49-F238E27FC236}">
                <a16:creationId xmlns:a16="http://schemas.microsoft.com/office/drawing/2014/main" id="{A0E1623B-010B-478D-BFD7-8A4047822D40}"/>
              </a:ext>
            </a:extLst>
          </p:cNvPr>
          <p:cNvSpPr>
            <a:spLocks xmlns:a="http://schemas.openxmlformats.org/drawingml/2006/main" noGrp="1"/>
          </p:cNvSpPr>
          <p:nvPr/>
        </p:nvSpPr>
        <p:spPr>
          <a:xfrm xmlns:a="http://schemas.openxmlformats.org/drawingml/2006/main">
            <a:off x="0" y="0"/>
            <a:ext cx="7144" cy="18344"/>
          </a:xfrm>
          <a:prstGeom xmlns:a="http://schemas.openxmlformats.org/drawingml/2006/main" prst="octagon">
            <a:avLst/>
          </a:prstGeom>
          <a:no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b="1">
              <a:solidFill>
                <a:schemeClr val="bg1"/>
              </a:solidFill>
              <a:latin typeface="Roboto"/>
              <a:ea typeface="Roboto"/>
              <a:cs typeface="Roboto"/>
            </a:endParaRPr>
          </a:p>
        </p:txBody>
      </p:sp>
      <p:sp>
        <p:nvSpPr>
          <p:cNvPr id="25" name="Rectangle 24">
            <a:extLst xmlns:a="http://schemas.openxmlformats.org/drawingml/2006/main">
              <a:ext uri="{FF2B5EF4-FFF2-40B4-BE49-F238E27FC236}">
                <a16:creationId xmlns:a16="http://schemas.microsoft.com/office/drawing/2014/main" id="{09CD1B14-21A0-4905-A3FF-6A46EBDF6BCD}"/>
              </a:ext>
            </a:extLst>
          </p:cNvPr>
          <p:cNvSpPr>
            <a:spLocks xmlns:a="http://schemas.openxmlformats.org/drawingml/2006/main" noGrp="1"/>
          </p:cNvSpPr>
          <p:nvPr/>
        </p:nvSpPr>
        <p:spPr>
          <a:xfrm xmlns:a="http://schemas.openxmlformats.org/drawingml/2006/main">
            <a:off x="0" y="0"/>
            <a:ext cx="6858000" cy="9906000"/>
          </a:xfrm>
          <a:prstGeom xmlns:a="http://schemas.openxmlformats.org/drawingml/2006/main" prst="rect">
            <a:avLst/>
          </a:prstGeom>
          <a:solidFill xmlns:a="http://schemas.openxmlformats.org/drawingml/2006/main">
            <a:srgbClr val="18191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solidFill>
                <a:schemeClr val="bg1"/>
              </a:solidFill>
              <a:latin typeface="Roboto"/>
              <a:ea typeface="Roboto"/>
              <a:cs typeface="Roboto"/>
            </a:endParaRPr>
          </a:p>
        </p:txBody>
      </p:sp>
      <p:pic>
        <p:nvPicPr>
          <p:cNvPr id="66" name="Picture 25"/>
          <p:cNvPicPr>
            <a:picLocks xmlns:a="http://schemas.openxmlformats.org/drawingml/2006/main" noChangeAspect="1"/>
          </p:cNvPicPr>
          <p:nvPr/>
        </p:nvPicPr>
        <p:blipFill rotWithShape="1">
          <a:blip xmlns:r="http://schemas.openxmlformats.org/officeDocument/2006/relationships" xmlns:a="http://schemas.openxmlformats.org/drawingml/2006/main" r:embed="Racaaaef77c874793">
            <a:alphaModFix amt="81000"/>
          </a:blip>
          <a:srcRect xmlns:a="http://schemas.openxmlformats.org/drawingml/2006/main" l="1783" t="114" r="50667" b="1655"/>
          <a:stretch xmlns:a="http://schemas.openxmlformats.org/drawingml/2006/main"/>
        </p:blipFill>
        <p:spPr>
          <a:xfrm xmlns:a="http://schemas.openxmlformats.org/drawingml/2006/main">
            <a:off x="0" y="0"/>
            <a:ext cx="6858000" cy="9906000"/>
          </a:xfrm>
          <a:prstGeom xmlns:a="http://schemas.openxmlformats.org/drawingml/2006/main" prst="rect">
            <a:avLst/>
          </a:prstGeom>
        </p:spPr>
      </p:pic>
      <p:sp>
        <p:nvSpPr>
          <p:cNvPr id="38" name="Straight Connector 37">
            <a:extLst xmlns:a="http://schemas.openxmlformats.org/drawingml/2006/main">
              <a:ext uri="{FF2B5EF4-FFF2-40B4-BE49-F238E27FC236}">
                <a16:creationId xmlns:a16="http://schemas.microsoft.com/office/drawing/2014/main" id="{3465BFAC-30FD-4B35-B92C-1CC45C9BF8B9}"/>
              </a:ext>
            </a:extLst>
          </p:cNvPr>
          <p:cNvSpPr>
            <a:spLocks xmlns:a="http://schemas.openxmlformats.org/drawingml/2006/main" noGrp="1"/>
          </p:cNvSpPr>
          <p:nvPr/>
        </p:nvSpPr>
        <p:spPr>
          <a:xfrm xmlns:a="http://schemas.openxmlformats.org/drawingml/2006/main" rot="0" flipH="0" flipV="1">
            <a:off x="-438" y="8704940"/>
            <a:ext cx="6858438" cy="0"/>
          </a:xfrm>
          <a:prstGeom xmlns:a="http://schemas.openxmlformats.org/drawingml/2006/main" prst="line">
            <a:avLst/>
          </a:prstGeom>
          <a:ln xmlns:a="http://schemas.openxmlformats.org/drawingml/2006/main" w="12700">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9" name="Straight Connector 38">
            <a:extLst xmlns:a="http://schemas.openxmlformats.org/drawingml/2006/main">
              <a:ext uri="{FF2B5EF4-FFF2-40B4-BE49-F238E27FC236}">
                <a16:creationId xmlns:a16="http://schemas.microsoft.com/office/drawing/2014/main" id="{7CEB94F6-9BA6-4254-A3E9-A893FBCC977D}"/>
              </a:ext>
            </a:extLst>
          </p:cNvPr>
          <p:cNvSpPr>
            <a:spLocks xmlns:a="http://schemas.openxmlformats.org/drawingml/2006/main" noGrp="1"/>
          </p:cNvSpPr>
          <p:nvPr/>
        </p:nvSpPr>
        <p:spPr>
          <a:xfrm xmlns:a="http://schemas.openxmlformats.org/drawingml/2006/main" rot="0" flipH="0" flipV="1">
            <a:off x="3536949" y="6168571"/>
            <a:ext cx="3306080" cy="3737429"/>
          </a:xfrm>
          <a:prstGeom xmlns:a="http://schemas.openxmlformats.org/drawingml/2006/main" prst="line">
            <a:avLst/>
          </a:prstGeom>
          <a:ln xmlns:a="http://schemas.openxmlformats.org/drawingml/2006/main" w="12700">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69" name="Graphic 39"/>
          <p:cNvPicPr>
            <a:picLocks xmlns:a="http://schemas.openxmlformats.org/drawingml/2006/main" noChangeAspect="1"/>
          </p:cNvPicPr>
          <p:nvPr/>
        </p:nvPicPr>
        <p:blipFill>
          <a:blip xmlns:r="http://schemas.openxmlformats.org/officeDocument/2006/relationships" xmlns:a="http://schemas.openxmlformats.org/drawingml/2006/main" r:embed="R415bea96f8ad4b5a">
            <a:extLst>
              <a:ext uri="{96DAC541-7B7A-43D3-8B79-37D633B846F1}">
                <asvg:svgBlip xmlns:asvg="http://schemas.microsoft.com/office/drawing/2016/SVG/main" r:embed="R4682d881c682458a"/>
              </a:ext>
            </a:extLst>
          </a:blip>
          <a:stretch xmlns:a="http://schemas.openxmlformats.org/drawingml/2006/main">
            <a:fillRect l="0" t="0" r="0" b="0"/>
          </a:stretch>
        </p:blipFill>
        <p:spPr>
          <a:xfrm xmlns:a="http://schemas.openxmlformats.org/drawingml/2006/main">
            <a:off x="5565203" y="9198690"/>
            <a:ext cx="924497" cy="213562"/>
          </a:xfrm>
          <a:prstGeom xmlns:a="http://schemas.openxmlformats.org/drawingml/2006/main" prst="rect">
            <a:avLst/>
          </a:prstGeom>
        </p:spPr>
      </p:pic>
      <p:sp>
        <p:nvSpPr>
          <p:cNvPr id="51" name="Freeform: Shape 50">
            <a:extLst xmlns:a="http://schemas.openxmlformats.org/drawingml/2006/main">
              <a:ext uri="{FF2B5EF4-FFF2-40B4-BE49-F238E27FC236}">
                <a16:creationId xmlns:a16="http://schemas.microsoft.com/office/drawing/2014/main" id="{4B5EB41B-6E79-481E-A6C7-0CE249B9C220}"/>
              </a:ext>
            </a:extLst>
          </p:cNvPr>
          <p:cNvSpPr>
            <a:spLocks xmlns:a="http://schemas.openxmlformats.org/drawingml/2006/main" noGrp="1"/>
          </p:cNvSpPr>
          <p:nvPr/>
        </p:nvSpPr>
        <p:spPr>
          <a:xfrm xmlns:a="http://schemas.openxmlformats.org/drawingml/2006/main" rot="0" flipH="0" flipV="0">
            <a:off x="2684238" y="4747691"/>
            <a:ext cx="455210" cy="410618"/>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4" name="Freeform: Shape 53">
            <a:extLst xmlns:a="http://schemas.openxmlformats.org/drawingml/2006/main">
              <a:ext uri="{FF2B5EF4-FFF2-40B4-BE49-F238E27FC236}">
                <a16:creationId xmlns:a16="http://schemas.microsoft.com/office/drawing/2014/main" id="{F920B4FD-CF67-4AC3-ACC8-8AE9EED3B08A}"/>
              </a:ext>
            </a:extLst>
          </p:cNvPr>
          <p:cNvSpPr>
            <a:spLocks xmlns:a="http://schemas.openxmlformats.org/drawingml/2006/main" noGrp="1"/>
          </p:cNvSpPr>
          <p:nvPr/>
        </p:nvSpPr>
        <p:spPr>
          <a:xfrm xmlns:a="http://schemas.openxmlformats.org/drawingml/2006/main" rot="0" flipH="0" flipV="0">
            <a:off x="3225016" y="4984264"/>
            <a:ext cx="64616" cy="123597"/>
          </a:xfrm>
          <a:custGeom xmlns:a="http://schemas.openxmlformats.org/drawingml/2006/main">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5" name="Freeform: Shape 54">
            <a:extLst xmlns:a="http://schemas.openxmlformats.org/drawingml/2006/main">
              <a:ext uri="{FF2B5EF4-FFF2-40B4-BE49-F238E27FC236}">
                <a16:creationId xmlns:a16="http://schemas.microsoft.com/office/drawing/2014/main" id="{9E5C3886-4D19-464F-B7AC-950F1E46F85F}"/>
              </a:ext>
            </a:extLst>
          </p:cNvPr>
          <p:cNvSpPr>
            <a:spLocks xmlns:a="http://schemas.openxmlformats.org/drawingml/2006/main" noGrp="1"/>
          </p:cNvSpPr>
          <p:nvPr/>
        </p:nvSpPr>
        <p:spPr>
          <a:xfrm xmlns:a="http://schemas.openxmlformats.org/drawingml/2006/main" rot="0" flipH="0" flipV="0">
            <a:off x="3303020" y="4983293"/>
            <a:ext cx="119698" cy="126760"/>
          </a:xfrm>
          <a:custGeom xmlns:a="http://schemas.openxmlformats.org/drawingml/2006/main">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6" name="Freeform: Shape 55">
            <a:extLst xmlns:a="http://schemas.openxmlformats.org/drawingml/2006/main">
              <a:ext uri="{FF2B5EF4-FFF2-40B4-BE49-F238E27FC236}">
                <a16:creationId xmlns:a16="http://schemas.microsoft.com/office/drawing/2014/main" id="{3BFBC377-5A48-41C6-B03C-9149828E8A7C}"/>
              </a:ext>
            </a:extLst>
          </p:cNvPr>
          <p:cNvSpPr>
            <a:spLocks xmlns:a="http://schemas.openxmlformats.org/drawingml/2006/main" noGrp="1"/>
          </p:cNvSpPr>
          <p:nvPr/>
        </p:nvSpPr>
        <p:spPr>
          <a:xfrm xmlns:a="http://schemas.openxmlformats.org/drawingml/2006/main" rot="0" flipH="0" flipV="0">
            <a:off x="3442948" y="4983278"/>
            <a:ext cx="98483" cy="126763"/>
          </a:xfrm>
          <a:custGeom xmlns:a="http://schemas.openxmlformats.org/drawingml/2006/main">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7" name="Freeform: Shape 56">
            <a:extLst xmlns:a="http://schemas.openxmlformats.org/drawingml/2006/main">
              <a:ext uri="{FF2B5EF4-FFF2-40B4-BE49-F238E27FC236}">
                <a16:creationId xmlns:a16="http://schemas.microsoft.com/office/drawing/2014/main" id="{B88D6791-E280-4A9B-B6F6-189BF7C4BF98}"/>
              </a:ext>
            </a:extLst>
          </p:cNvPr>
          <p:cNvSpPr>
            <a:spLocks xmlns:a="http://schemas.openxmlformats.org/drawingml/2006/main" noGrp="1"/>
          </p:cNvSpPr>
          <p:nvPr/>
        </p:nvSpPr>
        <p:spPr>
          <a:xfrm xmlns:a="http://schemas.openxmlformats.org/drawingml/2006/main" rot="0" flipH="0" flipV="0">
            <a:off x="3562382" y="4983293"/>
            <a:ext cx="119698" cy="126760"/>
          </a:xfrm>
          <a:custGeom xmlns:a="http://schemas.openxmlformats.org/drawingml/2006/main">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8" name="Freeform: Shape 57">
            <a:extLst xmlns:a="http://schemas.openxmlformats.org/drawingml/2006/main">
              <a:ext uri="{FF2B5EF4-FFF2-40B4-BE49-F238E27FC236}">
                <a16:creationId xmlns:a16="http://schemas.microsoft.com/office/drawing/2014/main" id="{D846E24C-F514-42EF-8579-AF8CE6A376A7}"/>
              </a:ext>
            </a:extLst>
          </p:cNvPr>
          <p:cNvSpPr>
            <a:spLocks xmlns:a="http://schemas.openxmlformats.org/drawingml/2006/main" noGrp="1"/>
          </p:cNvSpPr>
          <p:nvPr/>
        </p:nvSpPr>
        <p:spPr>
          <a:xfrm xmlns:a="http://schemas.openxmlformats.org/drawingml/2006/main" rot="0" flipH="0" flipV="0">
            <a:off x="3705237" y="4983278"/>
            <a:ext cx="101631" cy="126760"/>
          </a:xfrm>
          <a:custGeom xmlns:a="http://schemas.openxmlformats.org/drawingml/2006/main">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59" name="Freeform: Shape 58">
            <a:extLst xmlns:a="http://schemas.openxmlformats.org/drawingml/2006/main">
              <a:ext uri="{FF2B5EF4-FFF2-40B4-BE49-F238E27FC236}">
                <a16:creationId xmlns:a16="http://schemas.microsoft.com/office/drawing/2014/main" id="{767EAC76-4221-4D48-A548-1D3F7EF8A4ED}"/>
              </a:ext>
            </a:extLst>
          </p:cNvPr>
          <p:cNvSpPr>
            <a:spLocks xmlns:a="http://schemas.openxmlformats.org/drawingml/2006/main" noGrp="1"/>
          </p:cNvSpPr>
          <p:nvPr/>
        </p:nvSpPr>
        <p:spPr>
          <a:xfrm xmlns:a="http://schemas.openxmlformats.org/drawingml/2006/main" rot="0" flipH="0" flipV="0">
            <a:off x="3842473" y="4984264"/>
            <a:ext cx="64615" cy="123597"/>
          </a:xfrm>
          <a:custGeom xmlns:a="http://schemas.openxmlformats.org/drawingml/2006/main">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0" name="Freeform: Shape 59">
            <a:extLst xmlns:a="http://schemas.openxmlformats.org/drawingml/2006/main">
              <a:ext uri="{FF2B5EF4-FFF2-40B4-BE49-F238E27FC236}">
                <a16:creationId xmlns:a16="http://schemas.microsoft.com/office/drawing/2014/main" id="{28455B7D-9D95-4D0E-8503-2F81C7680372}"/>
              </a:ext>
            </a:extLst>
          </p:cNvPr>
          <p:cNvSpPr>
            <a:spLocks xmlns:a="http://schemas.openxmlformats.org/drawingml/2006/main" noGrp="1"/>
          </p:cNvSpPr>
          <p:nvPr/>
        </p:nvSpPr>
        <p:spPr>
          <a:xfrm xmlns:a="http://schemas.openxmlformats.org/drawingml/2006/main" rot="0" flipH="0" flipV="0">
            <a:off x="3920477" y="4983293"/>
            <a:ext cx="121405" cy="126760"/>
          </a:xfrm>
          <a:custGeom xmlns:a="http://schemas.openxmlformats.org/drawingml/2006/main">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61" name="Freeform: Shape 60">
            <a:extLst xmlns:a="http://schemas.openxmlformats.org/drawingml/2006/main">
              <a:ext uri="{FF2B5EF4-FFF2-40B4-BE49-F238E27FC236}">
                <a16:creationId xmlns:a16="http://schemas.microsoft.com/office/drawing/2014/main" id="{DF480758-BB1D-4122-964B-6CD9563D3404}"/>
              </a:ext>
            </a:extLst>
          </p:cNvPr>
          <p:cNvSpPr>
            <a:spLocks xmlns:a="http://schemas.openxmlformats.org/drawingml/2006/main" noGrp="1"/>
          </p:cNvSpPr>
          <p:nvPr/>
        </p:nvSpPr>
        <p:spPr>
          <a:xfrm xmlns:a="http://schemas.openxmlformats.org/drawingml/2006/main" rot="0" flipH="0" flipV="0">
            <a:off x="4068923" y="4936964"/>
            <a:ext cx="104839" cy="170646"/>
          </a:xfrm>
          <a:custGeom xmlns:a="http://schemas.openxmlformats.org/drawingml/2006/main">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xmlns:a="http://schemas.openxmlformats.org/drawingml/2006/main">
            <a:schemeClr val="bg1"/>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50c09a6e554691" /><Relationship Type="http://schemas.openxmlformats.org/officeDocument/2006/relationships/slideLayout" Target="/ppt/slideLayouts/slideLayout1.xml" Id="R6579105c3ea04ac2" /><Relationship Type="http://schemas.openxmlformats.org/officeDocument/2006/relationships/slideLayout" Target="/ppt/slideLayouts/slideLayout2.xml" Id="Rfef28ff850954cbd" /><Relationship Type="http://schemas.openxmlformats.org/officeDocument/2006/relationships/slideLayout" Target="/ppt/slideLayouts/slideLayout3.xml" Id="R64112aa791d84e77" /><Relationship Type="http://schemas.openxmlformats.org/officeDocument/2006/relationships/slideLayout" Target="/ppt/slideLayouts/slideLayout4.xml" Id="R01c6b409278c4216" /><Relationship Type="http://schemas.openxmlformats.org/officeDocument/2006/relationships/slideLayout" Target="/ppt/slideLayouts/slideLayout5.xml" Id="R9e75146cd1454c52" /><Relationship Type="http://schemas.openxmlformats.org/officeDocument/2006/relationships/slideLayout" Target="/ppt/slideLayouts/slideLayout6.xml" Id="R0cfcc86b40c54af7" /><Relationship Type="http://schemas.openxmlformats.org/officeDocument/2006/relationships/slideLayout" Target="/ppt/slideLayouts/slideLayout7.xml" Id="Rd1fcb00deec14861" /><Relationship Type="http://schemas.openxmlformats.org/officeDocument/2006/relationships/slideLayout" Target="/ppt/slideLayouts/slideLayout8.xml" Id="R0d76e5ed17ca41e0" /><Relationship Type="http://schemas.openxmlformats.org/officeDocument/2006/relationships/slideLayout" Target="/ppt/slideLayouts/slideLayout9.xml" Id="R97fe614d76c64029" /><Relationship Type="http://schemas.openxmlformats.org/officeDocument/2006/relationships/slideLayout" Target="/ppt/slideLayouts/slideLayout10.xml" Id="Rbf86d451d8814a55" /><Relationship Type="http://schemas.openxmlformats.org/officeDocument/2006/relationships/slideLayout" Target="/ppt/slideLayouts/slideLayout11.xml" Id="R54e96448fb174101" /><Relationship Type="http://schemas.openxmlformats.org/officeDocument/2006/relationships/slideLayout" Target="/ppt/slideLayouts/slideLayout12.xml" Id="R25b291adb4594641" /><Relationship Type="http://schemas.openxmlformats.org/officeDocument/2006/relationships/slideLayout" Target="/ppt/slideLayouts/slideLayout13.xml" Id="R972023dc357f48d8" /><Relationship Type="http://schemas.openxmlformats.org/officeDocument/2006/relationships/slideLayout" Target="/ppt/slideLayouts/slideLayout14.xml" Id="Rf98832e85d5b496f" /><Relationship Type="http://schemas.openxmlformats.org/officeDocument/2006/relationships/slideLayout" Target="/ppt/slideLayouts/slideLayout15.xml" Id="R4adc4d777c7c45d3" /><Relationship Type="http://schemas.openxmlformats.org/officeDocument/2006/relationships/slideLayout" Target="/ppt/slideLayouts/slideLayout16.xml" Id="R8992f360da834a98" /><Relationship Type="http://schemas.openxmlformats.org/officeDocument/2006/relationships/slideLayout" Target="/ppt/slideLayouts/slideLayout17.xml" Id="R5f5a428712c04def" /><Relationship Type="http://schemas.openxmlformats.org/officeDocument/2006/relationships/slideLayout" Target="/ppt/slideLayouts/slideLayout18.xml" Id="Rb38706b0033e46a7" /><Relationship Type="http://schemas.openxmlformats.org/officeDocument/2006/relationships/slideLayout" Target="/ppt/slideLayouts/slideLayout19.xml" Id="R3391b751a15145d3" /><Relationship Type="http://schemas.openxmlformats.org/officeDocument/2006/relationships/slideLayout" Target="/ppt/slideLayouts/slideLayout20.xml" Id="Ra5341046280a49d6" /><Relationship Type="http://schemas.openxmlformats.org/officeDocument/2006/relationships/slideLayout" Target="/ppt/slideLayouts/slideLayout21.xml" Id="Rdcc7e5ca79f14388"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fbbaa2dbb5ec4330" /><Relationship Type="http://schemas.openxmlformats.org/officeDocument/2006/relationships/slideLayout" Target="/ppt/slideLayouts/slideLayout22.xml" Id="R53187d237ffd4570" /><Relationship Type="http://schemas.openxmlformats.org/officeDocument/2006/relationships/slideLayout" Target="/ppt/slideLayouts/slideLayout23.xml" Id="Rfd742facb07e4744" /><Relationship Type="http://schemas.openxmlformats.org/officeDocument/2006/relationships/slideLayout" Target="/ppt/slideLayouts/slideLayout24.xml" Id="Rd88cc8aca3f148ca" /><Relationship Type="http://schemas.openxmlformats.org/officeDocument/2006/relationships/slideLayout" Target="/ppt/slideLayouts/slideLayout25.xml" Id="Rd416f9fc1a964466" /><Relationship Type="http://schemas.openxmlformats.org/officeDocument/2006/relationships/slideLayout" Target="/ppt/slideLayouts/slideLayout26.xml" Id="R568fb20e37f948b2" /><Relationship Type="http://schemas.openxmlformats.org/officeDocument/2006/relationships/slideLayout" Target="/ppt/slideLayouts/slideLayout27.xml" Id="R35ec9d945bf6457c" /><Relationship Type="http://schemas.openxmlformats.org/officeDocument/2006/relationships/slideLayout" Target="/ppt/slideLayouts/slideLayout28.xml" Id="R1da2af0c277243b4" /><Relationship Type="http://schemas.openxmlformats.org/officeDocument/2006/relationships/slideLayout" Target="/ppt/slideLayouts/slideLayout29.xml" Id="Rfcffc7fa4fab47e3" /><Relationship Type="http://schemas.openxmlformats.org/officeDocument/2006/relationships/slideLayout" Target="/ppt/slideLayouts/slideLayout30.xml" Id="R2b3e2447066444e6" /><Relationship Type="http://schemas.openxmlformats.org/officeDocument/2006/relationships/slideLayout" Target="/ppt/slideLayouts/slideLayout31.xml" Id="Rf7f3553891a24898" /><Relationship Type="http://schemas.openxmlformats.org/officeDocument/2006/relationships/slideLayout" Target="/ppt/slideLayouts/slideLayout32.xml" Id="Rf5aaeedc49d84d63" /><Relationship Type="http://schemas.openxmlformats.org/officeDocument/2006/relationships/slideLayout" Target="/ppt/slideLayouts/slideLayout33.xml" Id="Rd99459355b04434b" /><Relationship Type="http://schemas.openxmlformats.org/officeDocument/2006/relationships/slideLayout" Target="/ppt/slideLayouts/slideLayout34.xml" Id="R2211112c440f4bee" /><Relationship Type="http://schemas.openxmlformats.org/officeDocument/2006/relationships/slideLayout" Target="/ppt/slideLayouts/slideLayout35.xml" Id="Rc6f57f317c6c44ff" /><Relationship Type="http://schemas.openxmlformats.org/officeDocument/2006/relationships/slideLayout" Target="/ppt/slideLayouts/slideLayout36.xml" Id="Rbcf2edd4ed1642c7" /><Relationship Type="http://schemas.openxmlformats.org/officeDocument/2006/relationships/slideLayout" Target="/ppt/slideLayouts/slideLayout37.xml" Id="Re49319b072714d60" /><Relationship Type="http://schemas.openxmlformats.org/officeDocument/2006/relationships/slideLayout" Target="/ppt/slideLayouts/slideLayout38.xml" Id="Re0760308abbc4ee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8" name="CaixaDeTexto 9">
            <a:extLst xmlns:a="http://schemas.openxmlformats.org/drawingml/2006/main">
              <a:ext uri="{FF2B5EF4-FFF2-40B4-BE49-F238E27FC236}">
                <a16:creationId xmlns:a16="http://schemas.microsoft.com/office/drawing/2014/main" id="{18A5BD12-2FE7-4134-9F20-C06CEFC520B9}"/>
              </a:ext>
            </a:extLst>
          </p:cNvPr>
          <p:cNvSpPr>
            <a:spLocks xmlns:a="http://schemas.openxmlformats.org/drawingml/2006/main" noGrp="1"/>
          </p:cNvSpPr>
          <p:nvPr/>
        </p:nvSpPr>
        <p:spPr>
          <a:xfrm xmlns:a="http://schemas.openxmlformats.org/drawingml/2006/main">
            <a:off x="6328029" y="9584374"/>
            <a:ext cx="148017" cy="127755"/>
          </a:xfrm>
          <a:prstGeom xmlns:a="http://schemas.openxmlformats.org/drawingml/2006/main" prst="rect">
            <a:avLst/>
          </a:prstGeom>
        </p:spPr>
        <p:txBody>
          <a:bodyPr xmlns:a="http://schemas.openxmlformats.org/drawingml/2006/main" vert="horz" wrap="square" lIns="0" tIns="25718" rIns="0" bIns="25718" anchor="ctr"/>
          <a:lstStyle xmlns:a="http://schemas.openxmlformats.org/drawingml/2006/main">
            <a:lvl1pPr algn="r">
              <a:buNone/>
              <a:defRPr sz="900" b="1">
                <a:solidFill>
                  <a:srgbClr val="606163"/>
                </a:solidFill>
              </a:defRPr>
            </a:lvl1pPr>
          </a:lstStyle>
          <a:p xmlns:a="http://schemas.openxmlformats.org/drawingml/2006/main">
            <a:pPr lvl="0" algn="ctr">
              <a:buNone/>
            </a:pPr>
            <a:fld id="{9B9BAEC2-C893-4510-BAEC-A634F6DBFF95}" type="slidenum">
              <a:rPr sz="800" b="0">
                <a:solidFill>
                  <a:schemeClr val="tx1"/>
                </a:solidFill>
                <a:latin typeface="Roboto"/>
                <a:ea typeface="Roboto"/>
                <a:cs typeface="Roboto"/>
              </a:rPr>
              <a:t>‹#›</a:t>
            </a:fld>
            <a:endParaRPr sz="800" b="0">
              <a:solidFill>
                <a:schemeClr val="tx1"/>
              </a:solidFill>
              <a:latin typeface="Roboto"/>
              <a:ea typeface="Roboto"/>
              <a:cs typeface="Roboto"/>
            </a:endParaRPr>
          </a:p>
        </p:txBody>
      </p:sp>
      <p:sp>
        <p:nvSpPr>
          <p:cNvPr id="29" name="Conector Reto 170">
            <a:extLst xmlns:a="http://schemas.openxmlformats.org/drawingml/2006/main">
              <a:ext uri="{FF2B5EF4-FFF2-40B4-BE49-F238E27FC236}">
                <a16:creationId xmlns:a16="http://schemas.microsoft.com/office/drawing/2014/main" id="{B7777588-924A-4A90-B464-7B46E9DF9460}"/>
              </a:ext>
            </a:extLst>
          </p:cNvPr>
          <p:cNvSpPr>
            <a:spLocks xmlns:a="http://schemas.openxmlformats.org/drawingml/2006/main" noGrp="1"/>
          </p:cNvSpPr>
          <p:nvPr/>
        </p:nvSpPr>
        <p:spPr>
          <a:xfrm xmlns:a="http://schemas.openxmlformats.org/drawingml/2006/main" flipV="1">
            <a:off x="969232" y="9547232"/>
            <a:ext cx="0" cy="202038"/>
          </a:xfrm>
          <a:prstGeom xmlns:a="http://schemas.openxmlformats.org/drawingml/2006/main" prst="line">
            <a:avLst/>
          </a:prstGeom>
          <a:ln xmlns:a="http://schemas.openxmlformats.org/drawingml/2006/main">
            <a:solidFill>
              <a:schemeClr val="accent4"/>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1" name="Freeform: Shape 30">
            <a:extLst xmlns:a="http://schemas.openxmlformats.org/drawingml/2006/main">
              <a:ext uri="{FF2B5EF4-FFF2-40B4-BE49-F238E27FC236}">
                <a16:creationId xmlns:a16="http://schemas.microsoft.com/office/drawing/2014/main" id="{389CC8BC-1F00-4BDC-A289-8142D2D94754}"/>
              </a:ext>
            </a:extLst>
          </p:cNvPr>
          <p:cNvSpPr>
            <a:spLocks xmlns:a="http://schemas.openxmlformats.org/drawingml/2006/main" noGrp="1"/>
          </p:cNvSpPr>
          <p:nvPr/>
        </p:nvSpPr>
        <p:spPr>
          <a:xfrm xmlns:a="http://schemas.openxmlformats.org/drawingml/2006/main" rot="0" flipH="0" flipV="0">
            <a:off x="368299" y="9572683"/>
            <a:ext cx="167550" cy="151137"/>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3" name="Freeform: Shape 32">
            <a:extLst xmlns:a="http://schemas.openxmlformats.org/drawingml/2006/main">
              <a:ext uri="{FF2B5EF4-FFF2-40B4-BE49-F238E27FC236}">
                <a16:creationId xmlns:a16="http://schemas.microsoft.com/office/drawing/2014/main" id="{D59EF09C-1E4A-4CE4-8368-67623148D05D}"/>
              </a:ext>
            </a:extLst>
          </p:cNvPr>
          <p:cNvSpPr>
            <a:spLocks xmlns:a="http://schemas.openxmlformats.org/drawingml/2006/main" noGrp="1"/>
          </p:cNvSpPr>
          <p:nvPr/>
        </p:nvSpPr>
        <p:spPr>
          <a:xfrm xmlns:a="http://schemas.openxmlformats.org/drawingml/2006/main" rot="0" flipH="0" flipV="0">
            <a:off x="567345" y="9659759"/>
            <a:ext cx="23783" cy="45492"/>
          </a:xfrm>
          <a:custGeom xmlns:a="http://schemas.openxmlformats.org/drawingml/2006/main">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4" name="Freeform: Shape 33">
            <a:extLst xmlns:a="http://schemas.openxmlformats.org/drawingml/2006/main">
              <a:ext uri="{FF2B5EF4-FFF2-40B4-BE49-F238E27FC236}">
                <a16:creationId xmlns:a16="http://schemas.microsoft.com/office/drawing/2014/main" id="{36604BEF-52FB-4611-B5BC-2E4C7A1B4DCE}"/>
              </a:ext>
            </a:extLst>
          </p:cNvPr>
          <p:cNvSpPr>
            <a:spLocks xmlns:a="http://schemas.openxmlformats.org/drawingml/2006/main" noGrp="1"/>
          </p:cNvSpPr>
          <p:nvPr/>
        </p:nvSpPr>
        <p:spPr>
          <a:xfrm xmlns:a="http://schemas.openxmlformats.org/drawingml/2006/main" rot="0" flipH="0" flipV="0">
            <a:off x="596056" y="9659401"/>
            <a:ext cx="44057" cy="46656"/>
          </a:xfrm>
          <a:custGeom xmlns:a="http://schemas.openxmlformats.org/drawingml/2006/main">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5" name="Freeform: Shape 34">
            <a:extLst xmlns:a="http://schemas.openxmlformats.org/drawingml/2006/main">
              <a:ext uri="{FF2B5EF4-FFF2-40B4-BE49-F238E27FC236}">
                <a16:creationId xmlns:a16="http://schemas.microsoft.com/office/drawing/2014/main" id="{348F6015-ACDE-4252-9209-5B93E242751A}"/>
              </a:ext>
            </a:extLst>
          </p:cNvPr>
          <p:cNvSpPr>
            <a:spLocks xmlns:a="http://schemas.openxmlformats.org/drawingml/2006/main" noGrp="1"/>
          </p:cNvSpPr>
          <p:nvPr/>
        </p:nvSpPr>
        <p:spPr>
          <a:xfrm xmlns:a="http://schemas.openxmlformats.org/drawingml/2006/main" rot="0" flipH="0" flipV="0">
            <a:off x="647560" y="9659396"/>
            <a:ext cx="36249" cy="46658"/>
          </a:xfrm>
          <a:custGeom xmlns:a="http://schemas.openxmlformats.org/drawingml/2006/main">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6" name="Freeform: Shape 35">
            <a:extLst xmlns:a="http://schemas.openxmlformats.org/drawingml/2006/main">
              <a:ext uri="{FF2B5EF4-FFF2-40B4-BE49-F238E27FC236}">
                <a16:creationId xmlns:a16="http://schemas.microsoft.com/office/drawing/2014/main" id="{7BE555BE-D9A2-44BD-A617-B521D61BBAB6}"/>
              </a:ext>
            </a:extLst>
          </p:cNvPr>
          <p:cNvSpPr>
            <a:spLocks xmlns:a="http://schemas.openxmlformats.org/drawingml/2006/main" noGrp="1"/>
          </p:cNvSpPr>
          <p:nvPr/>
        </p:nvSpPr>
        <p:spPr>
          <a:xfrm xmlns:a="http://schemas.openxmlformats.org/drawingml/2006/main" rot="0" flipH="0" flipV="0">
            <a:off x="691521" y="9659401"/>
            <a:ext cx="44057" cy="46656"/>
          </a:xfrm>
          <a:custGeom xmlns:a="http://schemas.openxmlformats.org/drawingml/2006/main">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7" name="Freeform: Shape 36">
            <a:extLst xmlns:a="http://schemas.openxmlformats.org/drawingml/2006/main">
              <a:ext uri="{FF2B5EF4-FFF2-40B4-BE49-F238E27FC236}">
                <a16:creationId xmlns:a16="http://schemas.microsoft.com/office/drawing/2014/main" id="{14F2E831-B08D-4D1E-A156-528654CD99C1}"/>
              </a:ext>
            </a:extLst>
          </p:cNvPr>
          <p:cNvSpPr>
            <a:spLocks xmlns:a="http://schemas.openxmlformats.org/drawingml/2006/main" noGrp="1"/>
          </p:cNvSpPr>
          <p:nvPr/>
        </p:nvSpPr>
        <p:spPr>
          <a:xfrm xmlns:a="http://schemas.openxmlformats.org/drawingml/2006/main" rot="0" flipH="0" flipV="0">
            <a:off x="744102" y="9659396"/>
            <a:ext cx="37407" cy="46656"/>
          </a:xfrm>
          <a:custGeom xmlns:a="http://schemas.openxmlformats.org/drawingml/2006/main">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8" name="Freeform: Shape 37">
            <a:extLst xmlns:a="http://schemas.openxmlformats.org/drawingml/2006/main">
              <a:ext uri="{FF2B5EF4-FFF2-40B4-BE49-F238E27FC236}">
                <a16:creationId xmlns:a16="http://schemas.microsoft.com/office/drawing/2014/main" id="{EF483E7C-8FFD-4291-ACD5-5C68DEB74825}"/>
              </a:ext>
            </a:extLst>
          </p:cNvPr>
          <p:cNvSpPr>
            <a:spLocks xmlns:a="http://schemas.openxmlformats.org/drawingml/2006/main" noGrp="1"/>
          </p:cNvSpPr>
          <p:nvPr/>
        </p:nvSpPr>
        <p:spPr>
          <a:xfrm xmlns:a="http://schemas.openxmlformats.org/drawingml/2006/main" rot="0" flipH="0" flipV="0">
            <a:off x="794615" y="9659759"/>
            <a:ext cx="23783" cy="45492"/>
          </a:xfrm>
          <a:custGeom xmlns:a="http://schemas.openxmlformats.org/drawingml/2006/main">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9" name="Freeform: Shape 38">
            <a:extLst xmlns:a="http://schemas.openxmlformats.org/drawingml/2006/main">
              <a:ext uri="{FF2B5EF4-FFF2-40B4-BE49-F238E27FC236}">
                <a16:creationId xmlns:a16="http://schemas.microsoft.com/office/drawing/2014/main" id="{4993F408-ED5F-4840-B119-130BB9018551}"/>
              </a:ext>
            </a:extLst>
          </p:cNvPr>
          <p:cNvSpPr>
            <a:spLocks xmlns:a="http://schemas.openxmlformats.org/drawingml/2006/main" noGrp="1"/>
          </p:cNvSpPr>
          <p:nvPr/>
        </p:nvSpPr>
        <p:spPr>
          <a:xfrm xmlns:a="http://schemas.openxmlformats.org/drawingml/2006/main" rot="0" flipH="0" flipV="0">
            <a:off x="823326" y="9659401"/>
            <a:ext cx="44686" cy="46656"/>
          </a:xfrm>
          <a:custGeom xmlns:a="http://schemas.openxmlformats.org/drawingml/2006/main">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0" name="Freeform: Shape 39">
            <a:extLst xmlns:a="http://schemas.openxmlformats.org/drawingml/2006/main">
              <a:ext uri="{FF2B5EF4-FFF2-40B4-BE49-F238E27FC236}">
                <a16:creationId xmlns:a16="http://schemas.microsoft.com/office/drawing/2014/main" id="{5511F965-E58A-4FB1-902B-6A64436A7F3D}"/>
              </a:ext>
            </a:extLst>
          </p:cNvPr>
          <p:cNvSpPr>
            <a:spLocks xmlns:a="http://schemas.openxmlformats.org/drawingml/2006/main" noGrp="1"/>
          </p:cNvSpPr>
          <p:nvPr/>
        </p:nvSpPr>
        <p:spPr>
          <a:xfrm xmlns:a="http://schemas.openxmlformats.org/drawingml/2006/main" rot="0" flipH="0" flipV="0">
            <a:off x="877965" y="9642349"/>
            <a:ext cx="38588" cy="62810"/>
          </a:xfrm>
          <a:custGeom xmlns:a="http://schemas.openxmlformats.org/drawingml/2006/main">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6" name="Retângulo 13">
            <a:extLst xmlns:a="http://schemas.openxmlformats.org/drawingml/2006/main">
              <a:ext uri="{FF2B5EF4-FFF2-40B4-BE49-F238E27FC236}">
                <a16:creationId xmlns:a16="http://schemas.microsoft.com/office/drawing/2014/main" id="{C692A16D-2AAD-47A9-B615-EDBFCACA6C08}"/>
              </a:ext>
            </a:extLst>
          </p:cNvPr>
          <p:cNvSpPr>
            <a:spLocks xmlns:a="http://schemas.openxmlformats.org/drawingml/2006/main" noGrp="1"/>
          </p:cNvSpPr>
          <p:nvPr/>
        </p:nvSpPr>
        <p:spPr>
          <a:xfrm xmlns:a="http://schemas.openxmlformats.org/drawingml/2006/main" rot="0" flipH="0" flipV="0">
            <a:off x="-954966" y="1581293"/>
            <a:ext cx="850185" cy="279929"/>
          </a:xfrm>
          <a:prstGeom xmlns:a="http://schemas.openxmlformats.org/drawingml/2006/main" prst="rect">
            <a:avLst/>
          </a:prstGeom>
          <a:solidFill xmlns:a="http://schemas.openxmlformats.org/drawingml/2006/main">
            <a:schemeClr val="accent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900" b="1">
                <a:latin typeface="Roboto"/>
                <a:ea typeface="Roboto"/>
                <a:cs typeface="Roboto"/>
              </a:rPr>
              <a:t>0 0 0 </a:t>
            </a:r>
          </a:p>
        </p:txBody>
      </p:sp>
      <p:sp>
        <p:nvSpPr>
          <p:cNvPr id="17" name="Retângulo 14">
            <a:extLst xmlns:a="http://schemas.openxmlformats.org/drawingml/2006/main">
              <a:ext uri="{FF2B5EF4-FFF2-40B4-BE49-F238E27FC236}">
                <a16:creationId xmlns:a16="http://schemas.microsoft.com/office/drawing/2014/main" id="{49E9D0E6-FB77-489C-A3FC-111D665AA2C8}"/>
              </a:ext>
            </a:extLst>
          </p:cNvPr>
          <p:cNvSpPr>
            <a:spLocks xmlns:a="http://schemas.openxmlformats.org/drawingml/2006/main" noGrp="1"/>
          </p:cNvSpPr>
          <p:nvPr/>
        </p:nvSpPr>
        <p:spPr>
          <a:xfrm xmlns:a="http://schemas.openxmlformats.org/drawingml/2006/main" rot="0" flipH="0" flipV="0">
            <a:off x="-954966" y="632518"/>
            <a:ext cx="850185" cy="279929"/>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900" b="1">
                <a:latin typeface="Roboto"/>
                <a:ea typeface="Roboto"/>
                <a:cs typeface="Roboto"/>
              </a:rPr>
              <a:t>142 179 223</a:t>
            </a:r>
          </a:p>
        </p:txBody>
      </p:sp>
      <p:sp>
        <p:nvSpPr>
          <p:cNvPr id="18" name="Retângulo 16">
            <a:extLst xmlns:a="http://schemas.openxmlformats.org/drawingml/2006/main">
              <a:ext uri="{FF2B5EF4-FFF2-40B4-BE49-F238E27FC236}">
                <a16:creationId xmlns:a16="http://schemas.microsoft.com/office/drawing/2014/main" id="{B7EB5F79-8CC5-4BFC-85F8-8563F8529CEA}"/>
              </a:ext>
            </a:extLst>
          </p:cNvPr>
          <p:cNvSpPr>
            <a:spLocks xmlns:a="http://schemas.openxmlformats.org/drawingml/2006/main" noGrp="1"/>
          </p:cNvSpPr>
          <p:nvPr/>
        </p:nvSpPr>
        <p:spPr>
          <a:xfrm xmlns:a="http://schemas.openxmlformats.org/drawingml/2006/main" rot="0" flipH="0" flipV="0">
            <a:off x="-954966" y="948777"/>
            <a:ext cx="850185" cy="279929"/>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900" b="1">
                <a:latin typeface="Roboto"/>
                <a:ea typeface="Roboto"/>
                <a:cs typeface="Roboto"/>
              </a:rPr>
              <a:t>112 121 113</a:t>
            </a:r>
          </a:p>
        </p:txBody>
      </p:sp>
      <p:sp>
        <p:nvSpPr>
          <p:cNvPr id="19" name="Retângulo 18">
            <a:extLst xmlns:a="http://schemas.openxmlformats.org/drawingml/2006/main">
              <a:ext uri="{FF2B5EF4-FFF2-40B4-BE49-F238E27FC236}">
                <a16:creationId xmlns:a16="http://schemas.microsoft.com/office/drawing/2014/main" id="{7F299EE3-683B-4854-B420-0E3181CD77C3}"/>
              </a:ext>
            </a:extLst>
          </p:cNvPr>
          <p:cNvSpPr>
            <a:spLocks xmlns:a="http://schemas.openxmlformats.org/drawingml/2006/main" noGrp="1"/>
          </p:cNvSpPr>
          <p:nvPr/>
        </p:nvSpPr>
        <p:spPr>
          <a:xfrm xmlns:a="http://schemas.openxmlformats.org/drawingml/2006/main" rot="0" flipH="0" flipV="0">
            <a:off x="-954966" y="0"/>
            <a:ext cx="850185" cy="279929"/>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900" b="1">
                <a:latin typeface="Roboto"/>
                <a:ea typeface="Roboto"/>
                <a:cs typeface="Roboto"/>
              </a:rPr>
              <a:t>31 47 68</a:t>
            </a:r>
          </a:p>
        </p:txBody>
      </p:sp>
      <p:sp>
        <p:nvSpPr>
          <p:cNvPr id="20" name="Retângulo 19">
            <a:extLst xmlns:a="http://schemas.openxmlformats.org/drawingml/2006/main">
              <a:ext uri="{FF2B5EF4-FFF2-40B4-BE49-F238E27FC236}">
                <a16:creationId xmlns:a16="http://schemas.microsoft.com/office/drawing/2014/main" id="{1CB3CBF4-519F-4A89-A6BC-0F096BF55948}"/>
              </a:ext>
            </a:extLst>
          </p:cNvPr>
          <p:cNvSpPr>
            <a:spLocks xmlns:a="http://schemas.openxmlformats.org/drawingml/2006/main" noGrp="1"/>
          </p:cNvSpPr>
          <p:nvPr/>
        </p:nvSpPr>
        <p:spPr>
          <a:xfrm xmlns:a="http://schemas.openxmlformats.org/drawingml/2006/main" rot="0" flipH="0" flipV="0">
            <a:off x="-954966" y="316259"/>
            <a:ext cx="850185" cy="279929"/>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900" b="1">
                <a:latin typeface="Roboto"/>
                <a:ea typeface="Roboto"/>
                <a:cs typeface="Roboto"/>
              </a:rPr>
              <a:t>249 193 19</a:t>
            </a:r>
          </a:p>
        </p:txBody>
      </p:sp>
      <p:sp>
        <p:nvSpPr>
          <p:cNvPr id="21" name="Retângulo 25">
            <a:extLst xmlns:a="http://schemas.openxmlformats.org/drawingml/2006/main">
              <a:ext uri="{FF2B5EF4-FFF2-40B4-BE49-F238E27FC236}">
                <a16:creationId xmlns:a16="http://schemas.microsoft.com/office/drawing/2014/main" id="{AE442D1B-B28F-4A51-B152-6F302C379142}"/>
              </a:ext>
            </a:extLst>
          </p:cNvPr>
          <p:cNvSpPr>
            <a:spLocks xmlns:a="http://schemas.openxmlformats.org/drawingml/2006/main" noGrp="1"/>
          </p:cNvSpPr>
          <p:nvPr/>
        </p:nvSpPr>
        <p:spPr>
          <a:xfrm xmlns:a="http://schemas.openxmlformats.org/drawingml/2006/main" rot="0" flipH="0" flipV="0">
            <a:off x="-954966" y="1265036"/>
            <a:ext cx="850185" cy="279929"/>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900" b="1">
                <a:latin typeface="Roboto"/>
                <a:ea typeface="Roboto"/>
                <a:cs typeface="Roboto"/>
              </a:rPr>
              <a:t>73 72 73</a:t>
            </a:r>
          </a:p>
        </p:txBody>
      </p:sp>
      <p:sp>
        <p:nvSpPr>
          <p:cNvPr id="2" name="Espaço Reservado para Texto 6">
            <a:extLst xmlns:a="http://schemas.openxmlformats.org/drawingml/2006/main">
              <a:ext uri="{FF2B5EF4-FFF2-40B4-BE49-F238E27FC236}">
                <a16:creationId xmlns:a16="http://schemas.microsoft.com/office/drawing/2014/main" id="{4407AB14-DDCD-B105-603F-62319F2DB885}"/>
              </a:ext>
            </a:extLst>
          </p:cNvPr>
          <p:cNvSpPr>
            <a:spLocks xmlns:a="http://schemas.openxmlformats.org/drawingml/2006/main" noGrp="1"/>
          </p:cNvSpPr>
          <p:nvPr/>
        </p:nvSpPr>
        <p:spPr>
          <a:xfrm xmlns:a="http://schemas.openxmlformats.org/drawingml/2006/main">
            <a:off x="390154" y="438763"/>
            <a:ext cx="3146796" cy="21586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385767">
              <a:lnSpc>
                <a:spcPct val="90000"/>
              </a:lnSpc>
              <a:spcBef>
                <a:spcPts val="422"/>
              </a:spcBef>
              <a:buFont typeface="Arial"/>
              <a:buNone/>
              <a:defRPr sz="1200" b="0" kern="1200">
                <a:solidFill>
                  <a:schemeClr val="tx2"/>
                </a:solidFill>
                <a:latin typeface="Roboto Light"/>
                <a:ea typeface="Roboto Light"/>
                <a:cs typeface="Roboto Ligh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r>
              <a:t>XP CEO Conference 2026</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79105c3ea04ac2"/>
    <p:sldLayoutId xmlns:r="http://schemas.openxmlformats.org/officeDocument/2006/relationships" id="2147483650" r:id="Rfef28ff850954cbd"/>
    <p:sldLayoutId xmlns:r="http://schemas.openxmlformats.org/officeDocument/2006/relationships" id="2147483651" r:id="R64112aa791d84e77"/>
    <p:sldLayoutId xmlns:r="http://schemas.openxmlformats.org/officeDocument/2006/relationships" id="2147483652" r:id="R01c6b409278c4216"/>
    <p:sldLayoutId xmlns:r="http://schemas.openxmlformats.org/officeDocument/2006/relationships" id="2147483653" r:id="R9e75146cd1454c52"/>
    <p:sldLayoutId xmlns:r="http://schemas.openxmlformats.org/officeDocument/2006/relationships" id="2147483654" r:id="R0cfcc86b40c54af7"/>
    <p:sldLayoutId xmlns:r="http://schemas.openxmlformats.org/officeDocument/2006/relationships" id="2147483655" r:id="Rd1fcb00deec14861"/>
    <p:sldLayoutId xmlns:r="http://schemas.openxmlformats.org/officeDocument/2006/relationships" id="2147483656" r:id="R0d76e5ed17ca41e0"/>
    <p:sldLayoutId xmlns:r="http://schemas.openxmlformats.org/officeDocument/2006/relationships" id="2147483657" r:id="R97fe614d76c64029"/>
    <p:sldLayoutId xmlns:r="http://schemas.openxmlformats.org/officeDocument/2006/relationships" id="2147483658" r:id="Rbf86d451d8814a55"/>
    <p:sldLayoutId xmlns:r="http://schemas.openxmlformats.org/officeDocument/2006/relationships" id="2147483659" r:id="R54e96448fb174101"/>
    <p:sldLayoutId xmlns:r="http://schemas.openxmlformats.org/officeDocument/2006/relationships" id="2147483660" r:id="R25b291adb4594641"/>
    <p:sldLayoutId xmlns:r="http://schemas.openxmlformats.org/officeDocument/2006/relationships" id="2147483661" r:id="R972023dc357f48d8"/>
    <p:sldLayoutId xmlns:r="http://schemas.openxmlformats.org/officeDocument/2006/relationships" id="2147483662" r:id="Rf98832e85d5b496f"/>
    <p:sldLayoutId xmlns:r="http://schemas.openxmlformats.org/officeDocument/2006/relationships" id="2147483663" r:id="R4adc4d777c7c45d3"/>
    <p:sldLayoutId xmlns:r="http://schemas.openxmlformats.org/officeDocument/2006/relationships" id="2147483664" r:id="R8992f360da834a98"/>
    <p:sldLayoutId xmlns:r="http://schemas.openxmlformats.org/officeDocument/2006/relationships" id="2147483665" r:id="R5f5a428712c04def"/>
    <p:sldLayoutId xmlns:r="http://schemas.openxmlformats.org/officeDocument/2006/relationships" id="2147483666" r:id="Rb38706b0033e46a7"/>
    <p:sldLayoutId xmlns:r="http://schemas.openxmlformats.org/officeDocument/2006/relationships" id="2147483667" r:id="R3391b751a15145d3"/>
    <p:sldLayoutId xmlns:r="http://schemas.openxmlformats.org/officeDocument/2006/relationships" id="2147483668" r:id="Ra5341046280a49d6"/>
    <p:sldLayoutId xmlns:r="http://schemas.openxmlformats.org/officeDocument/2006/relationships" id="2147483669" r:id="Rdcc7e5ca79f14388"/>
  </p:sldLayoutIdLst>
  <p:hf sldNum="0" hdr="0" ftr="0"/>
  <p:txStyles>
    <p:titleStyle>
      <a:lvl1pPr xmlns:a="http://schemas.openxmlformats.org/drawingml/2006/main" algn="l" defTabSz="385767">
        <a:lnSpc>
          <a:spcPct val="90000"/>
        </a:lnSpc>
        <a:spcBef>
          <a:spcPct val="0"/>
        </a:spcBef>
        <a:buNone/>
        <a:defRPr sz="1266" b="0" kern="1200">
          <a:solidFill>
            <a:schemeClr val="tx1"/>
          </a:solidFill>
          <a:latin typeface="+mj-lt"/>
          <a:ea typeface="+mj-lt"/>
          <a:cs typeface="+mj-lt"/>
        </a:defRPr>
      </a:lvl1pPr>
    </p:titleStyle>
    <p:bodyStyle>
      <a:lvl1pPr xmlns:a="http://schemas.openxmlformats.org/drawingml/2006/main" marL="0" indent="0" algn="l" defTabSz="385767">
        <a:lnSpc>
          <a:spcPct val="90000"/>
        </a:lnSpc>
        <a:spcBef>
          <a:spcPts val="422"/>
        </a:spcBef>
        <a:buFont typeface="Arial"/>
        <a:buNone/>
        <a:defRPr sz="675" kern="1200">
          <a:solidFill>
            <a:schemeClr val="tx2"/>
          </a:solidFill>
          <a:latin typeface="+mn-lt"/>
          <a:ea typeface="+mn-lt"/>
          <a:cs typeface="+mn-lt"/>
        </a:defRPr>
      </a:lvl1pPr>
      <a:lvl2pPr xmlns:a="http://schemas.openxmlformats.org/drawingml/2006/main"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xmlns:a="http://schemas.openxmlformats.org/drawingml/2006/main"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xmlns:a="http://schemas.openxmlformats.org/drawingml/2006/main"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xmlns:a="http://schemas.openxmlformats.org/drawingml/2006/main"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xmlns:a="http://schemas.openxmlformats.org/drawingml/2006/main"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xmlns:a="http://schemas.openxmlformats.org/drawingml/2006/main"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xmlns:a="http://schemas.openxmlformats.org/drawingml/2006/main"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xmlns:a="http://schemas.openxmlformats.org/drawingml/2006/main" marL="1639511" indent="-96442" algn="l" defTabSz="385767">
        <a:lnSpc>
          <a:spcPct val="90000"/>
        </a:lnSpc>
        <a:spcBef>
          <a:spcPts val="211"/>
        </a:spcBef>
        <a:buFont typeface="Arial"/>
        <a:buChar char="•"/>
        <a:defRPr sz="760" kern="1200">
          <a:solidFill>
            <a:schemeClr val="tx1"/>
          </a:solidFill>
          <a:latin typeface="+mn-lt"/>
          <a:ea typeface="+mn-lt"/>
          <a:cs typeface="+mn-lt"/>
        </a:defRPr>
      </a:lvl9pPr>
    </p:bodyStyle>
    <p:otherStyle>
      <a:lvl1pPr xmlns:a="http://schemas.openxmlformats.org/drawingml/2006/main" marL="0" algn="l" defTabSz="385767">
        <a:buNone/>
        <a:defRPr sz="760" kern="1200">
          <a:solidFill>
            <a:schemeClr val="tx1"/>
          </a:solidFill>
          <a:latin typeface="+mn-lt"/>
          <a:ea typeface="+mn-lt"/>
          <a:cs typeface="+mn-lt"/>
        </a:defRPr>
      </a:lvl1pPr>
      <a:lvl2pPr xmlns:a="http://schemas.openxmlformats.org/drawingml/2006/main" marL="192884" algn="l" defTabSz="385767">
        <a:buNone/>
        <a:defRPr sz="760" kern="1200">
          <a:solidFill>
            <a:schemeClr val="tx1"/>
          </a:solidFill>
          <a:latin typeface="+mn-lt"/>
          <a:ea typeface="+mn-lt"/>
          <a:cs typeface="+mn-lt"/>
        </a:defRPr>
      </a:lvl2pPr>
      <a:lvl3pPr xmlns:a="http://schemas.openxmlformats.org/drawingml/2006/main" marL="385767" algn="l" defTabSz="385767">
        <a:buNone/>
        <a:defRPr sz="760" kern="1200">
          <a:solidFill>
            <a:schemeClr val="tx1"/>
          </a:solidFill>
          <a:latin typeface="+mn-lt"/>
          <a:ea typeface="+mn-lt"/>
          <a:cs typeface="+mn-lt"/>
        </a:defRPr>
      </a:lvl3pPr>
      <a:lvl4pPr xmlns:a="http://schemas.openxmlformats.org/drawingml/2006/main" marL="578651" algn="l" defTabSz="385767">
        <a:buNone/>
        <a:defRPr sz="760" kern="1200">
          <a:solidFill>
            <a:schemeClr val="tx1"/>
          </a:solidFill>
          <a:latin typeface="+mn-lt"/>
          <a:ea typeface="+mn-lt"/>
          <a:cs typeface="+mn-lt"/>
        </a:defRPr>
      </a:lvl4pPr>
      <a:lvl5pPr xmlns:a="http://schemas.openxmlformats.org/drawingml/2006/main" marL="771535" algn="l" defTabSz="385767">
        <a:buNone/>
        <a:defRPr sz="760" kern="1200">
          <a:solidFill>
            <a:schemeClr val="tx1"/>
          </a:solidFill>
          <a:latin typeface="+mn-lt"/>
          <a:ea typeface="+mn-lt"/>
          <a:cs typeface="+mn-lt"/>
        </a:defRPr>
      </a:lvl5pPr>
      <a:lvl6pPr xmlns:a="http://schemas.openxmlformats.org/drawingml/2006/main" marL="964419" algn="l" defTabSz="385767">
        <a:buNone/>
        <a:defRPr sz="760" kern="1200">
          <a:solidFill>
            <a:schemeClr val="tx1"/>
          </a:solidFill>
          <a:latin typeface="+mn-lt"/>
          <a:ea typeface="+mn-lt"/>
          <a:cs typeface="+mn-lt"/>
        </a:defRPr>
      </a:lvl6pPr>
      <a:lvl7pPr xmlns:a="http://schemas.openxmlformats.org/drawingml/2006/main" marL="1157302" algn="l" defTabSz="385767">
        <a:buNone/>
        <a:defRPr sz="760" kern="1200">
          <a:solidFill>
            <a:schemeClr val="tx1"/>
          </a:solidFill>
          <a:latin typeface="+mn-lt"/>
          <a:ea typeface="+mn-lt"/>
          <a:cs typeface="+mn-lt"/>
        </a:defRPr>
      </a:lvl7pPr>
      <a:lvl8pPr xmlns:a="http://schemas.openxmlformats.org/drawingml/2006/main" marL="1350186" algn="l" defTabSz="385767">
        <a:buNone/>
        <a:defRPr sz="760" kern="1200">
          <a:solidFill>
            <a:schemeClr val="tx1"/>
          </a:solidFill>
          <a:latin typeface="+mn-lt"/>
          <a:ea typeface="+mn-lt"/>
          <a:cs typeface="+mn-lt"/>
        </a:defRPr>
      </a:lvl8pPr>
      <a:lvl9pPr xmlns:a="http://schemas.openxmlformats.org/drawingml/2006/main" marL="1543070" algn="l" defTabSz="385767">
        <a:buNone/>
        <a:defRPr sz="76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3120" userDrawn="1">
          <p15:clr>
            <a:srgbClr xmlns:a="http://schemas.openxmlformats.org/drawingml/2006/main" val="F26B43"/>
          </p15:clr>
        </p15:guide>
        <p15:guide id="2" pos="232" userDrawn="1">
          <p15:clr>
            <a:srgbClr xmlns:a="http://schemas.openxmlformats.org/drawingml/2006/main" val="F26B43"/>
          </p15:clr>
        </p15:guide>
        <p15:guide id="3" pos="4088" userDrawn="1">
          <p15:clr>
            <a:srgbClr xmlns:a="http://schemas.openxmlformats.org/drawingml/2006/main" val="F26B43"/>
          </p15:clr>
        </p15:guide>
        <p15:guide id="4" orient="horz" pos="262" userDrawn="1">
          <p15:clr>
            <a:srgbClr xmlns:a="http://schemas.openxmlformats.org/drawingml/2006/main" val="F26B43"/>
          </p15:clr>
        </p15:guide>
        <p15:guide id="5" orient="horz" pos="5955" userDrawn="1">
          <p15:clr>
            <a:srgbClr xmlns:a="http://schemas.openxmlformats.org/drawingml/2006/main" val="F26B43"/>
          </p15:clr>
        </p15:guide>
        <p15:guide id="6" pos="2160" userDrawn="1">
          <p15:clr>
            <a:srgbClr xmlns:a="http://schemas.openxmlformats.org/drawingml/2006/main" val="F26B43"/>
          </p15:clr>
        </p15:guide>
        <p15:guide id="7" orient="horz" pos="466" userDrawn="1">
          <p15:clr>
            <a:srgbClr xmlns:a="http://schemas.openxmlformats.org/drawingml/2006/main" val="F26B43"/>
          </p15:clr>
        </p15:guide>
        <p15:guide id="8" orient="horz" pos="943" userDrawn="1">
          <p15:clr>
            <a:srgbClr xmlns:a="http://schemas.openxmlformats.org/drawingml/2006/main" val="F26B43"/>
          </p15:clr>
        </p15:guide>
      </p15:sldGuideLst>
    </p:ext>
  </p:extLst>
</p:sldMaster>
</file>

<file path=ppt/slideMasters/slideMaster2.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8" name="CaixaDeTexto 9">
            <a:extLst xmlns:a="http://schemas.openxmlformats.org/drawingml/2006/main">
              <a:ext uri="{FF2B5EF4-FFF2-40B4-BE49-F238E27FC236}">
                <a16:creationId xmlns:a16="http://schemas.microsoft.com/office/drawing/2014/main" id="{18A5BD12-2FE7-4134-9F20-C06CEFC520B9}"/>
              </a:ext>
            </a:extLst>
          </p:cNvPr>
          <p:cNvSpPr>
            <a:spLocks xmlns:a="http://schemas.openxmlformats.org/drawingml/2006/main" noGrp="1"/>
          </p:cNvSpPr>
          <p:nvPr/>
        </p:nvSpPr>
        <p:spPr>
          <a:xfrm xmlns:a="http://schemas.openxmlformats.org/drawingml/2006/main">
            <a:off x="6328029" y="9584374"/>
            <a:ext cx="148017" cy="127755"/>
          </a:xfrm>
          <a:prstGeom xmlns:a="http://schemas.openxmlformats.org/drawingml/2006/main" prst="rect">
            <a:avLst/>
          </a:prstGeom>
        </p:spPr>
        <p:txBody>
          <a:bodyPr xmlns:a="http://schemas.openxmlformats.org/drawingml/2006/main" vert="horz" wrap="square" lIns="0" tIns="25718" rIns="0" bIns="25718" anchor="ctr"/>
          <a:lstStyle xmlns:a="http://schemas.openxmlformats.org/drawingml/2006/main">
            <a:lvl1pPr algn="r">
              <a:buNone/>
              <a:defRPr sz="900" b="1">
                <a:solidFill>
                  <a:srgbClr val="606163"/>
                </a:solidFill>
              </a:defRPr>
            </a:lvl1pPr>
          </a:lstStyle>
          <a:p xmlns:a="http://schemas.openxmlformats.org/drawingml/2006/main">
            <a:pPr lvl="0" algn="ctr">
              <a:buNone/>
            </a:pPr>
            <a:fld id="{9B9BAEC2-C893-4510-BAEC-A634F6DBFF95}" type="slidenum">
              <a:rPr sz="800" b="0">
                <a:solidFill>
                  <a:schemeClr val="tx1"/>
                </a:solidFill>
                <a:latin typeface="Roboto"/>
                <a:ea typeface="Roboto"/>
                <a:cs typeface="Roboto"/>
              </a:rPr>
              <a:t>‹#›</a:t>
            </a:fld>
            <a:endParaRPr sz="800" b="0">
              <a:solidFill>
                <a:schemeClr val="tx1"/>
              </a:solidFill>
              <a:latin typeface="Roboto"/>
              <a:ea typeface="Roboto"/>
              <a:cs typeface="Roboto"/>
            </a:endParaRPr>
          </a:p>
        </p:txBody>
      </p:sp>
      <p:sp>
        <p:nvSpPr>
          <p:cNvPr id="29" name="Conector Reto 170">
            <a:extLst xmlns:a="http://schemas.openxmlformats.org/drawingml/2006/main">
              <a:ext uri="{FF2B5EF4-FFF2-40B4-BE49-F238E27FC236}">
                <a16:creationId xmlns:a16="http://schemas.microsoft.com/office/drawing/2014/main" id="{883D1424-A200-4D2B-B5DA-D1A8C55606F5}"/>
              </a:ext>
            </a:extLst>
          </p:cNvPr>
          <p:cNvSpPr>
            <a:spLocks xmlns:a="http://schemas.openxmlformats.org/drawingml/2006/main" noGrp="1"/>
          </p:cNvSpPr>
          <p:nvPr/>
        </p:nvSpPr>
        <p:spPr>
          <a:xfrm xmlns:a="http://schemas.openxmlformats.org/drawingml/2006/main" flipV="1">
            <a:off x="969232" y="9547232"/>
            <a:ext cx="0" cy="202038"/>
          </a:xfrm>
          <a:prstGeom xmlns:a="http://schemas.openxmlformats.org/drawingml/2006/main" prst="line">
            <a:avLst/>
          </a:prstGeom>
          <a:ln xmlns:a="http://schemas.openxmlformats.org/drawingml/2006/main">
            <a:solidFill>
              <a:schemeClr val="accent4"/>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1" name="Freeform: Shape 30">
            <a:extLst xmlns:a="http://schemas.openxmlformats.org/drawingml/2006/main">
              <a:ext uri="{FF2B5EF4-FFF2-40B4-BE49-F238E27FC236}">
                <a16:creationId xmlns:a16="http://schemas.microsoft.com/office/drawing/2014/main" id="{389CC8BC-1F00-4BDC-A289-8142D2D94754}"/>
              </a:ext>
            </a:extLst>
          </p:cNvPr>
          <p:cNvSpPr>
            <a:spLocks xmlns:a="http://schemas.openxmlformats.org/drawingml/2006/main" noGrp="1"/>
          </p:cNvSpPr>
          <p:nvPr/>
        </p:nvSpPr>
        <p:spPr>
          <a:xfrm xmlns:a="http://schemas.openxmlformats.org/drawingml/2006/main" rot="0" flipH="0" flipV="0">
            <a:off x="368299" y="9572683"/>
            <a:ext cx="167550" cy="151137"/>
          </a:xfrm>
          <a:custGeom xmlns:a="http://schemas.openxmlformats.org/drawingml/2006/main">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3" name="Freeform: Shape 32">
            <a:extLst xmlns:a="http://schemas.openxmlformats.org/drawingml/2006/main">
              <a:ext uri="{FF2B5EF4-FFF2-40B4-BE49-F238E27FC236}">
                <a16:creationId xmlns:a16="http://schemas.microsoft.com/office/drawing/2014/main" id="{D59EF09C-1E4A-4CE4-8368-67623148D05D}"/>
              </a:ext>
            </a:extLst>
          </p:cNvPr>
          <p:cNvSpPr>
            <a:spLocks xmlns:a="http://schemas.openxmlformats.org/drawingml/2006/main" noGrp="1"/>
          </p:cNvSpPr>
          <p:nvPr/>
        </p:nvSpPr>
        <p:spPr>
          <a:xfrm xmlns:a="http://schemas.openxmlformats.org/drawingml/2006/main" rot="0" flipH="0" flipV="0">
            <a:off x="567345" y="9659759"/>
            <a:ext cx="23783" cy="45492"/>
          </a:xfrm>
          <a:custGeom xmlns:a="http://schemas.openxmlformats.org/drawingml/2006/main">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4" name="Freeform: Shape 33">
            <a:extLst xmlns:a="http://schemas.openxmlformats.org/drawingml/2006/main">
              <a:ext uri="{FF2B5EF4-FFF2-40B4-BE49-F238E27FC236}">
                <a16:creationId xmlns:a16="http://schemas.microsoft.com/office/drawing/2014/main" id="{36604BEF-52FB-4611-B5BC-2E4C7A1B4DCE}"/>
              </a:ext>
            </a:extLst>
          </p:cNvPr>
          <p:cNvSpPr>
            <a:spLocks xmlns:a="http://schemas.openxmlformats.org/drawingml/2006/main" noGrp="1"/>
          </p:cNvSpPr>
          <p:nvPr/>
        </p:nvSpPr>
        <p:spPr>
          <a:xfrm xmlns:a="http://schemas.openxmlformats.org/drawingml/2006/main" rot="0" flipH="0" flipV="0">
            <a:off x="596056" y="9659401"/>
            <a:ext cx="44057" cy="46656"/>
          </a:xfrm>
          <a:custGeom xmlns:a="http://schemas.openxmlformats.org/drawingml/2006/main">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5" name="Freeform: Shape 34">
            <a:extLst xmlns:a="http://schemas.openxmlformats.org/drawingml/2006/main">
              <a:ext uri="{FF2B5EF4-FFF2-40B4-BE49-F238E27FC236}">
                <a16:creationId xmlns:a16="http://schemas.microsoft.com/office/drawing/2014/main" id="{348F6015-ACDE-4252-9209-5B93E242751A}"/>
              </a:ext>
            </a:extLst>
          </p:cNvPr>
          <p:cNvSpPr>
            <a:spLocks xmlns:a="http://schemas.openxmlformats.org/drawingml/2006/main" noGrp="1"/>
          </p:cNvSpPr>
          <p:nvPr/>
        </p:nvSpPr>
        <p:spPr>
          <a:xfrm xmlns:a="http://schemas.openxmlformats.org/drawingml/2006/main" rot="0" flipH="0" flipV="0">
            <a:off x="647560" y="9659396"/>
            <a:ext cx="36249" cy="46658"/>
          </a:xfrm>
          <a:custGeom xmlns:a="http://schemas.openxmlformats.org/drawingml/2006/main">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6" name="Freeform: Shape 35">
            <a:extLst xmlns:a="http://schemas.openxmlformats.org/drawingml/2006/main">
              <a:ext uri="{FF2B5EF4-FFF2-40B4-BE49-F238E27FC236}">
                <a16:creationId xmlns:a16="http://schemas.microsoft.com/office/drawing/2014/main" id="{7BE555BE-D9A2-44BD-A617-B521D61BBAB6}"/>
              </a:ext>
            </a:extLst>
          </p:cNvPr>
          <p:cNvSpPr>
            <a:spLocks xmlns:a="http://schemas.openxmlformats.org/drawingml/2006/main" noGrp="1"/>
          </p:cNvSpPr>
          <p:nvPr/>
        </p:nvSpPr>
        <p:spPr>
          <a:xfrm xmlns:a="http://schemas.openxmlformats.org/drawingml/2006/main" rot="0" flipH="0" flipV="0">
            <a:off x="691521" y="9659401"/>
            <a:ext cx="44057" cy="46656"/>
          </a:xfrm>
          <a:custGeom xmlns:a="http://schemas.openxmlformats.org/drawingml/2006/main">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7" name="Freeform: Shape 36">
            <a:extLst xmlns:a="http://schemas.openxmlformats.org/drawingml/2006/main">
              <a:ext uri="{FF2B5EF4-FFF2-40B4-BE49-F238E27FC236}">
                <a16:creationId xmlns:a16="http://schemas.microsoft.com/office/drawing/2014/main" id="{14F2E831-B08D-4D1E-A156-528654CD99C1}"/>
              </a:ext>
            </a:extLst>
          </p:cNvPr>
          <p:cNvSpPr>
            <a:spLocks xmlns:a="http://schemas.openxmlformats.org/drawingml/2006/main" noGrp="1"/>
          </p:cNvSpPr>
          <p:nvPr/>
        </p:nvSpPr>
        <p:spPr>
          <a:xfrm xmlns:a="http://schemas.openxmlformats.org/drawingml/2006/main" rot="0" flipH="0" flipV="0">
            <a:off x="744102" y="9659396"/>
            <a:ext cx="37407" cy="46656"/>
          </a:xfrm>
          <a:custGeom xmlns:a="http://schemas.openxmlformats.org/drawingml/2006/main">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8" name="Freeform: Shape 37">
            <a:extLst xmlns:a="http://schemas.openxmlformats.org/drawingml/2006/main">
              <a:ext uri="{FF2B5EF4-FFF2-40B4-BE49-F238E27FC236}">
                <a16:creationId xmlns:a16="http://schemas.microsoft.com/office/drawing/2014/main" id="{EF483E7C-8FFD-4291-ACD5-5C68DEB74825}"/>
              </a:ext>
            </a:extLst>
          </p:cNvPr>
          <p:cNvSpPr>
            <a:spLocks xmlns:a="http://schemas.openxmlformats.org/drawingml/2006/main" noGrp="1"/>
          </p:cNvSpPr>
          <p:nvPr/>
        </p:nvSpPr>
        <p:spPr>
          <a:xfrm xmlns:a="http://schemas.openxmlformats.org/drawingml/2006/main" rot="0" flipH="0" flipV="0">
            <a:off x="794615" y="9659759"/>
            <a:ext cx="23783" cy="45492"/>
          </a:xfrm>
          <a:custGeom xmlns:a="http://schemas.openxmlformats.org/drawingml/2006/main">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39" name="Freeform: Shape 38">
            <a:extLst xmlns:a="http://schemas.openxmlformats.org/drawingml/2006/main">
              <a:ext uri="{FF2B5EF4-FFF2-40B4-BE49-F238E27FC236}">
                <a16:creationId xmlns:a16="http://schemas.microsoft.com/office/drawing/2014/main" id="{4993F408-ED5F-4840-B119-130BB9018551}"/>
              </a:ext>
            </a:extLst>
          </p:cNvPr>
          <p:cNvSpPr>
            <a:spLocks xmlns:a="http://schemas.openxmlformats.org/drawingml/2006/main" noGrp="1"/>
          </p:cNvSpPr>
          <p:nvPr/>
        </p:nvSpPr>
        <p:spPr>
          <a:xfrm xmlns:a="http://schemas.openxmlformats.org/drawingml/2006/main" rot="0" flipH="0" flipV="0">
            <a:off x="823326" y="9659401"/>
            <a:ext cx="44686" cy="46656"/>
          </a:xfrm>
          <a:custGeom xmlns:a="http://schemas.openxmlformats.org/drawingml/2006/main">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40" name="Freeform: Shape 39">
            <a:extLst xmlns:a="http://schemas.openxmlformats.org/drawingml/2006/main">
              <a:ext uri="{FF2B5EF4-FFF2-40B4-BE49-F238E27FC236}">
                <a16:creationId xmlns:a16="http://schemas.microsoft.com/office/drawing/2014/main" id="{5511F965-E58A-4FB1-902B-6A64436A7F3D}"/>
              </a:ext>
            </a:extLst>
          </p:cNvPr>
          <p:cNvSpPr>
            <a:spLocks xmlns:a="http://schemas.openxmlformats.org/drawingml/2006/main" noGrp="1"/>
          </p:cNvSpPr>
          <p:nvPr/>
        </p:nvSpPr>
        <p:spPr>
          <a:xfrm xmlns:a="http://schemas.openxmlformats.org/drawingml/2006/main" rot="0" flipH="0" flipV="0">
            <a:off x="877965" y="9642349"/>
            <a:ext cx="38588" cy="62810"/>
          </a:xfrm>
          <a:custGeom xmlns:a="http://schemas.openxmlformats.org/drawingml/2006/main">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xmlns:a="http://schemas.openxmlformats.org/drawingml/2006/main">
            <a:schemeClr val="accent6"/>
          </a:solidFill>
          <a:ln xmlns:a="http://schemas.openxmlformats.org/drawingml/2006/main" w="6350">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2" name="Date Placeholder 1">
            <a:extLst xmlns:a="http://schemas.openxmlformats.org/drawingml/2006/main">
              <a:ext uri="{FF2B5EF4-FFF2-40B4-BE49-F238E27FC236}">
                <a16:creationId xmlns:a16="http://schemas.microsoft.com/office/drawing/2014/main" id="{7161E563-1BF6-4EB7-B7A2-FD52458467FC}"/>
              </a:ext>
            </a:extLst>
          </p:cNvPr>
          <p:cNvSpPr>
            <a:spLocks xmlns:a="http://schemas.openxmlformats.org/drawingml/2006/main" noGrp="1"/>
          </p:cNvSpPr>
          <p:nvPr>
            <p:ph type="dt" idx="2"/>
          </p:nvPr>
        </p:nvSpPr>
        <p:spPr>
          <a:xfrm xmlns:a="http://schemas.openxmlformats.org/drawingml/2006/main">
            <a:off x="4946650" y="438763"/>
            <a:ext cx="1543050" cy="184666"/>
          </a:xfrm>
          <a:prstGeom xmlns:a="http://schemas.openxmlformats.org/drawingml/2006/main" prst="rect">
            <a:avLst/>
          </a:prstGeom>
        </p:spPr>
        <p:txBody>
          <a:bodyPr xmlns:a="http://schemas.openxmlformats.org/drawingml/2006/main" vert="horz" lIns="0" tIns="0" rIns="0" bIns="0" anchor="ctr">
            <a:spAutoFit/>
          </a:bodyPr>
          <a:lstStyle xmlns:a="http://schemas.openxmlformats.org/drawingml/2006/main">
            <a:lvl1pPr algn="r">
              <a:buNone/>
              <a:defRPr sz="1200">
                <a:solidFill>
                  <a:schemeClr val="bg2"/>
                </a:solidFill>
                <a:latin typeface="Roboto Light"/>
                <a:ea typeface="Roboto Light"/>
                <a:cs typeface="Roboto Light"/>
              </a:defRPr>
            </a:lvl1pPr>
          </a:lstStyle>
          <a:p xmlns:a="http://schemas.openxmlformats.org/drawingml/2006/main">
            <a:r>
              <a:t>August 2024</a:t>
            </a:r>
          </a:p>
        </p:txBody>
      </p:sp>
      <p:sp>
        <p:nvSpPr>
          <p:cNvPr id="16" name="Retângulo 13">
            <a:extLst xmlns:a="http://schemas.openxmlformats.org/drawingml/2006/main">
              <a:ext uri="{FF2B5EF4-FFF2-40B4-BE49-F238E27FC236}">
                <a16:creationId xmlns:a16="http://schemas.microsoft.com/office/drawing/2014/main" id="{C692A16D-2AAD-47A9-B615-EDBFCACA6C08}"/>
              </a:ext>
            </a:extLst>
          </p:cNvPr>
          <p:cNvSpPr>
            <a:spLocks xmlns:a="http://schemas.openxmlformats.org/drawingml/2006/main" noGrp="1"/>
          </p:cNvSpPr>
          <p:nvPr/>
        </p:nvSpPr>
        <p:spPr>
          <a:xfrm xmlns:a="http://schemas.openxmlformats.org/drawingml/2006/main" rot="0" flipH="0" flipV="0">
            <a:off x="-954966" y="1581293"/>
            <a:ext cx="850185" cy="279929"/>
          </a:xfrm>
          <a:prstGeom xmlns:a="http://schemas.openxmlformats.org/drawingml/2006/main" prst="rect">
            <a:avLst/>
          </a:prstGeom>
          <a:solidFill xmlns:a="http://schemas.openxmlformats.org/drawingml/2006/main">
            <a:schemeClr val="accent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900" b="1">
                <a:latin typeface="Roboto"/>
                <a:ea typeface="Roboto"/>
                <a:cs typeface="Roboto"/>
              </a:rPr>
              <a:t>0 0 0 </a:t>
            </a:r>
          </a:p>
        </p:txBody>
      </p:sp>
      <p:sp>
        <p:nvSpPr>
          <p:cNvPr id="17" name="Retângulo 14">
            <a:extLst xmlns:a="http://schemas.openxmlformats.org/drawingml/2006/main">
              <a:ext uri="{FF2B5EF4-FFF2-40B4-BE49-F238E27FC236}">
                <a16:creationId xmlns:a16="http://schemas.microsoft.com/office/drawing/2014/main" id="{49E9D0E6-FB77-489C-A3FC-111D665AA2C8}"/>
              </a:ext>
            </a:extLst>
          </p:cNvPr>
          <p:cNvSpPr>
            <a:spLocks xmlns:a="http://schemas.openxmlformats.org/drawingml/2006/main" noGrp="1"/>
          </p:cNvSpPr>
          <p:nvPr/>
        </p:nvSpPr>
        <p:spPr>
          <a:xfrm xmlns:a="http://schemas.openxmlformats.org/drawingml/2006/main" rot="0" flipH="0" flipV="0">
            <a:off x="-954966" y="632518"/>
            <a:ext cx="850185" cy="279929"/>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900" b="1">
                <a:latin typeface="Roboto"/>
                <a:ea typeface="Roboto"/>
                <a:cs typeface="Roboto"/>
              </a:rPr>
              <a:t>142 179 223</a:t>
            </a:r>
          </a:p>
        </p:txBody>
      </p:sp>
      <p:sp>
        <p:nvSpPr>
          <p:cNvPr id="18" name="Retângulo 16">
            <a:extLst xmlns:a="http://schemas.openxmlformats.org/drawingml/2006/main">
              <a:ext uri="{FF2B5EF4-FFF2-40B4-BE49-F238E27FC236}">
                <a16:creationId xmlns:a16="http://schemas.microsoft.com/office/drawing/2014/main" id="{B7EB5F79-8CC5-4BFC-85F8-8563F8529CEA}"/>
              </a:ext>
            </a:extLst>
          </p:cNvPr>
          <p:cNvSpPr>
            <a:spLocks xmlns:a="http://schemas.openxmlformats.org/drawingml/2006/main" noGrp="1"/>
          </p:cNvSpPr>
          <p:nvPr/>
        </p:nvSpPr>
        <p:spPr>
          <a:xfrm xmlns:a="http://schemas.openxmlformats.org/drawingml/2006/main" rot="0" flipH="0" flipV="0">
            <a:off x="-954966" y="948777"/>
            <a:ext cx="850185" cy="279929"/>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900" b="1">
                <a:latin typeface="Roboto"/>
                <a:ea typeface="Roboto"/>
                <a:cs typeface="Roboto"/>
              </a:rPr>
              <a:t>112 121 113</a:t>
            </a:r>
          </a:p>
        </p:txBody>
      </p:sp>
      <p:sp>
        <p:nvSpPr>
          <p:cNvPr id="19" name="Retângulo 18">
            <a:extLst xmlns:a="http://schemas.openxmlformats.org/drawingml/2006/main">
              <a:ext uri="{FF2B5EF4-FFF2-40B4-BE49-F238E27FC236}">
                <a16:creationId xmlns:a16="http://schemas.microsoft.com/office/drawing/2014/main" id="{7F299EE3-683B-4854-B420-0E3181CD77C3}"/>
              </a:ext>
            </a:extLst>
          </p:cNvPr>
          <p:cNvSpPr>
            <a:spLocks xmlns:a="http://schemas.openxmlformats.org/drawingml/2006/main" noGrp="1"/>
          </p:cNvSpPr>
          <p:nvPr/>
        </p:nvSpPr>
        <p:spPr>
          <a:xfrm xmlns:a="http://schemas.openxmlformats.org/drawingml/2006/main" rot="0" flipH="0" flipV="0">
            <a:off x="-954966" y="0"/>
            <a:ext cx="850185" cy="279929"/>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900" b="1">
                <a:latin typeface="Roboto"/>
                <a:ea typeface="Roboto"/>
                <a:cs typeface="Roboto"/>
              </a:rPr>
              <a:t>31 47 68</a:t>
            </a:r>
          </a:p>
        </p:txBody>
      </p:sp>
      <p:sp>
        <p:nvSpPr>
          <p:cNvPr id="20" name="Retângulo 19">
            <a:extLst xmlns:a="http://schemas.openxmlformats.org/drawingml/2006/main">
              <a:ext uri="{FF2B5EF4-FFF2-40B4-BE49-F238E27FC236}">
                <a16:creationId xmlns:a16="http://schemas.microsoft.com/office/drawing/2014/main" id="{1CB3CBF4-519F-4A89-A6BC-0F096BF55948}"/>
              </a:ext>
            </a:extLst>
          </p:cNvPr>
          <p:cNvSpPr>
            <a:spLocks xmlns:a="http://schemas.openxmlformats.org/drawingml/2006/main" noGrp="1"/>
          </p:cNvSpPr>
          <p:nvPr/>
        </p:nvSpPr>
        <p:spPr>
          <a:xfrm xmlns:a="http://schemas.openxmlformats.org/drawingml/2006/main" rot="0" flipH="0" flipV="0">
            <a:off x="-954966" y="316259"/>
            <a:ext cx="850185" cy="279929"/>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900" b="1">
                <a:latin typeface="Roboto"/>
                <a:ea typeface="Roboto"/>
                <a:cs typeface="Roboto"/>
              </a:rPr>
              <a:t>249 193 19</a:t>
            </a:r>
          </a:p>
        </p:txBody>
      </p:sp>
      <p:sp>
        <p:nvSpPr>
          <p:cNvPr id="21" name="Retângulo 25">
            <a:extLst xmlns:a="http://schemas.openxmlformats.org/drawingml/2006/main">
              <a:ext uri="{FF2B5EF4-FFF2-40B4-BE49-F238E27FC236}">
                <a16:creationId xmlns:a16="http://schemas.microsoft.com/office/drawing/2014/main" id="{AE442D1B-B28F-4A51-B152-6F302C379142}"/>
              </a:ext>
            </a:extLst>
          </p:cNvPr>
          <p:cNvSpPr>
            <a:spLocks xmlns:a="http://schemas.openxmlformats.org/drawingml/2006/main" noGrp="1"/>
          </p:cNvSpPr>
          <p:nvPr/>
        </p:nvSpPr>
        <p:spPr>
          <a:xfrm xmlns:a="http://schemas.openxmlformats.org/drawingml/2006/main" rot="0" flipH="0" flipV="0">
            <a:off x="-954966" y="1265036"/>
            <a:ext cx="850185" cy="279929"/>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900" b="1">
                <a:latin typeface="Roboto"/>
                <a:ea typeface="Roboto"/>
                <a:cs typeface="Roboto"/>
              </a:rPr>
              <a:t>73 72 73</a:t>
            </a:r>
          </a:p>
        </p:txBody>
      </p:sp>
      <p:sp>
        <p:nvSpPr>
          <p:cNvPr id="23" name="Espaço Reservado para Texto 6">
            <a:extLst xmlns:a="http://schemas.openxmlformats.org/drawingml/2006/main">
              <a:ext uri="{FF2B5EF4-FFF2-40B4-BE49-F238E27FC236}">
                <a16:creationId xmlns:a16="http://schemas.microsoft.com/office/drawing/2014/main" id="{6CF3791F-62F2-4029-A8F8-4CB526805BC9}"/>
              </a:ext>
            </a:extLst>
          </p:cNvPr>
          <p:cNvSpPr>
            <a:spLocks xmlns:a="http://schemas.openxmlformats.org/drawingml/2006/main" noGrp="1"/>
          </p:cNvSpPr>
          <p:nvPr/>
        </p:nvSpPr>
        <p:spPr>
          <a:xfrm xmlns:a="http://schemas.openxmlformats.org/drawingml/2006/main">
            <a:off x="390154" y="438763"/>
            <a:ext cx="3146796" cy="21586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385767">
              <a:lnSpc>
                <a:spcPct val="90000"/>
              </a:lnSpc>
              <a:spcBef>
                <a:spcPts val="422"/>
              </a:spcBef>
              <a:buFont typeface="Arial"/>
              <a:buNone/>
              <a:defRPr sz="1200" b="0" kern="1200">
                <a:solidFill>
                  <a:schemeClr val="tx2"/>
                </a:solidFill>
                <a:latin typeface="Roboto Light"/>
                <a:ea typeface="Roboto Light"/>
                <a:cs typeface="Roboto Light"/>
              </a:defRPr>
            </a:lvl1pPr>
            <a:lvl2pPr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marL="1639511" indent="-96442" algn="l" defTabSz="385767">
              <a:lnSpc>
                <a:spcPct val="90000"/>
              </a:lnSpc>
              <a:spcBef>
                <a:spcPts val="211"/>
              </a:spcBef>
              <a:buFont typeface="Arial"/>
              <a:buChar char="•"/>
              <a:defRPr sz="760" kern="1200">
                <a:solidFill>
                  <a:schemeClr val="tx1"/>
                </a:solidFill>
                <a:latin typeface="+mn-lt"/>
                <a:ea typeface="+mn-lt"/>
                <a:cs typeface="+mn-lt"/>
              </a:defRPr>
            </a:lvl9pPr>
          </a:lstStyle>
          <a:p xmlns:a="http://schemas.openxmlformats.org/drawingml/2006/main">
            <a:r>
              <a:t>XP CEO Conference 2025</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71" r:id="R53187d237ffd4570"/>
    <p:sldLayoutId xmlns:r="http://schemas.openxmlformats.org/officeDocument/2006/relationships" id="2147483672" r:id="Rfd742facb07e4744"/>
    <p:sldLayoutId xmlns:r="http://schemas.openxmlformats.org/officeDocument/2006/relationships" id="2147483673" r:id="Rd88cc8aca3f148ca"/>
    <p:sldLayoutId xmlns:r="http://schemas.openxmlformats.org/officeDocument/2006/relationships" id="2147483674" r:id="Rd416f9fc1a964466"/>
    <p:sldLayoutId xmlns:r="http://schemas.openxmlformats.org/officeDocument/2006/relationships" id="2147483675" r:id="R568fb20e37f948b2"/>
    <p:sldLayoutId xmlns:r="http://schemas.openxmlformats.org/officeDocument/2006/relationships" id="2147483676" r:id="R35ec9d945bf6457c"/>
    <p:sldLayoutId xmlns:r="http://schemas.openxmlformats.org/officeDocument/2006/relationships" id="2147483677" r:id="R1da2af0c277243b4"/>
    <p:sldLayoutId xmlns:r="http://schemas.openxmlformats.org/officeDocument/2006/relationships" id="2147483678" r:id="Rfcffc7fa4fab47e3"/>
    <p:sldLayoutId xmlns:r="http://schemas.openxmlformats.org/officeDocument/2006/relationships" id="2147483679" r:id="R2b3e2447066444e6"/>
    <p:sldLayoutId xmlns:r="http://schemas.openxmlformats.org/officeDocument/2006/relationships" id="2147483680" r:id="Rf7f3553891a24898"/>
    <p:sldLayoutId xmlns:r="http://schemas.openxmlformats.org/officeDocument/2006/relationships" id="2147483681" r:id="Rf5aaeedc49d84d63"/>
    <p:sldLayoutId xmlns:r="http://schemas.openxmlformats.org/officeDocument/2006/relationships" id="2147483682" r:id="Rd99459355b04434b"/>
    <p:sldLayoutId xmlns:r="http://schemas.openxmlformats.org/officeDocument/2006/relationships" id="2147483683" r:id="R2211112c440f4bee"/>
    <p:sldLayoutId xmlns:r="http://schemas.openxmlformats.org/officeDocument/2006/relationships" id="2147483684" r:id="Rc6f57f317c6c44ff"/>
    <p:sldLayoutId xmlns:r="http://schemas.openxmlformats.org/officeDocument/2006/relationships" id="2147483685" r:id="Rbcf2edd4ed1642c7"/>
    <p:sldLayoutId xmlns:r="http://schemas.openxmlformats.org/officeDocument/2006/relationships" id="2147483686" r:id="Re49319b072714d60"/>
    <p:sldLayoutId xmlns:r="http://schemas.openxmlformats.org/officeDocument/2006/relationships" id="2147483687" r:id="Re0760308abbc4eeb"/>
  </p:sldLayoutIdLst>
  <p:hf sldNum="0" hdr="0" ftr="0"/>
  <p:txStyles>
    <p:titleStyle>
      <a:lvl1pPr xmlns:a="http://schemas.openxmlformats.org/drawingml/2006/main" algn="l" defTabSz="385767">
        <a:lnSpc>
          <a:spcPct val="90000"/>
        </a:lnSpc>
        <a:spcBef>
          <a:spcPct val="0"/>
        </a:spcBef>
        <a:buNone/>
        <a:defRPr sz="1266" b="0" kern="1200">
          <a:solidFill>
            <a:schemeClr val="tx1"/>
          </a:solidFill>
          <a:latin typeface="+mj-lt"/>
          <a:ea typeface="+mj-lt"/>
          <a:cs typeface="+mj-lt"/>
        </a:defRPr>
      </a:lvl1pPr>
    </p:titleStyle>
    <p:bodyStyle>
      <a:lvl1pPr xmlns:a="http://schemas.openxmlformats.org/drawingml/2006/main" marL="0" indent="0" algn="l" defTabSz="385767">
        <a:lnSpc>
          <a:spcPct val="90000"/>
        </a:lnSpc>
        <a:spcBef>
          <a:spcPts val="422"/>
        </a:spcBef>
        <a:buFont typeface="Arial"/>
        <a:buNone/>
        <a:defRPr sz="675" kern="1200">
          <a:solidFill>
            <a:schemeClr val="tx2"/>
          </a:solidFill>
          <a:latin typeface="+mn-lt"/>
          <a:ea typeface="+mn-lt"/>
          <a:cs typeface="+mn-lt"/>
        </a:defRPr>
      </a:lvl1pPr>
      <a:lvl2pPr xmlns:a="http://schemas.openxmlformats.org/drawingml/2006/main" marL="227710" indent="-77020" algn="l" defTabSz="385767">
        <a:lnSpc>
          <a:spcPct val="90000"/>
        </a:lnSpc>
        <a:spcBef>
          <a:spcPts val="211"/>
        </a:spcBef>
        <a:buFont typeface="Arial"/>
        <a:buChar char="•"/>
        <a:defRPr sz="591" kern="1200">
          <a:solidFill>
            <a:schemeClr val="tx2"/>
          </a:solidFill>
          <a:latin typeface="+mn-lt"/>
          <a:ea typeface="+mn-lt"/>
          <a:cs typeface="+mn-lt"/>
        </a:defRPr>
      </a:lvl2pPr>
      <a:lvl3pPr xmlns:a="http://schemas.openxmlformats.org/drawingml/2006/main" marL="379070" indent="-77689" algn="l" defTabSz="385767">
        <a:lnSpc>
          <a:spcPct val="90000"/>
        </a:lnSpc>
        <a:spcBef>
          <a:spcPts val="211"/>
        </a:spcBef>
        <a:buFont typeface="Arial"/>
        <a:buChar char="•"/>
        <a:defRPr sz="506" kern="1200">
          <a:solidFill>
            <a:schemeClr val="tx2"/>
          </a:solidFill>
          <a:latin typeface="+mn-lt"/>
          <a:ea typeface="+mn-lt"/>
          <a:cs typeface="+mn-lt"/>
        </a:defRPr>
      </a:lvl3pPr>
      <a:lvl4pPr xmlns:a="http://schemas.openxmlformats.org/drawingml/2006/main" marL="529761" indent="-77689" algn="l" defTabSz="385767">
        <a:lnSpc>
          <a:spcPct val="90000"/>
        </a:lnSpc>
        <a:spcBef>
          <a:spcPts val="211"/>
        </a:spcBef>
        <a:buFont typeface="Arial"/>
        <a:buChar char="•"/>
        <a:defRPr sz="464" kern="1200">
          <a:solidFill>
            <a:schemeClr val="tx2"/>
          </a:solidFill>
          <a:latin typeface="+mn-lt"/>
          <a:ea typeface="+mn-lt"/>
          <a:cs typeface="+mn-lt"/>
        </a:defRPr>
      </a:lvl4pPr>
      <a:lvl5pPr xmlns:a="http://schemas.openxmlformats.org/drawingml/2006/main" marL="680451" indent="-73671" algn="l" defTabSz="385767">
        <a:lnSpc>
          <a:spcPct val="90000"/>
        </a:lnSpc>
        <a:spcBef>
          <a:spcPts val="211"/>
        </a:spcBef>
        <a:buFont typeface="Arial"/>
        <a:buChar char="•"/>
        <a:defRPr sz="464" kern="1200">
          <a:solidFill>
            <a:schemeClr val="tx2"/>
          </a:solidFill>
          <a:latin typeface="+mn-lt"/>
          <a:ea typeface="+mn-lt"/>
          <a:cs typeface="+mn-lt"/>
        </a:defRPr>
      </a:lvl5pPr>
      <a:lvl6pPr xmlns:a="http://schemas.openxmlformats.org/drawingml/2006/main" marL="1060860" indent="-96442" algn="l" defTabSz="385767">
        <a:lnSpc>
          <a:spcPct val="90000"/>
        </a:lnSpc>
        <a:spcBef>
          <a:spcPts val="211"/>
        </a:spcBef>
        <a:buFont typeface="Arial"/>
        <a:buChar char="•"/>
        <a:defRPr sz="760" kern="1200">
          <a:solidFill>
            <a:schemeClr val="tx1"/>
          </a:solidFill>
          <a:latin typeface="+mn-lt"/>
          <a:ea typeface="+mn-lt"/>
          <a:cs typeface="+mn-lt"/>
        </a:defRPr>
      </a:lvl6pPr>
      <a:lvl7pPr xmlns:a="http://schemas.openxmlformats.org/drawingml/2006/main" marL="1253744" indent="-96442" algn="l" defTabSz="385767">
        <a:lnSpc>
          <a:spcPct val="90000"/>
        </a:lnSpc>
        <a:spcBef>
          <a:spcPts val="211"/>
        </a:spcBef>
        <a:buFont typeface="Arial"/>
        <a:buChar char="•"/>
        <a:defRPr sz="760" kern="1200">
          <a:solidFill>
            <a:schemeClr val="tx1"/>
          </a:solidFill>
          <a:latin typeface="+mn-lt"/>
          <a:ea typeface="+mn-lt"/>
          <a:cs typeface="+mn-lt"/>
        </a:defRPr>
      </a:lvl7pPr>
      <a:lvl8pPr xmlns:a="http://schemas.openxmlformats.org/drawingml/2006/main" marL="1446628" indent="-96442" algn="l" defTabSz="385767">
        <a:lnSpc>
          <a:spcPct val="90000"/>
        </a:lnSpc>
        <a:spcBef>
          <a:spcPts val="211"/>
        </a:spcBef>
        <a:buFont typeface="Arial"/>
        <a:buChar char="•"/>
        <a:defRPr sz="760" kern="1200">
          <a:solidFill>
            <a:schemeClr val="tx1"/>
          </a:solidFill>
          <a:latin typeface="+mn-lt"/>
          <a:ea typeface="+mn-lt"/>
          <a:cs typeface="+mn-lt"/>
        </a:defRPr>
      </a:lvl8pPr>
      <a:lvl9pPr xmlns:a="http://schemas.openxmlformats.org/drawingml/2006/main" marL="1639511" indent="-96442" algn="l" defTabSz="385767">
        <a:lnSpc>
          <a:spcPct val="90000"/>
        </a:lnSpc>
        <a:spcBef>
          <a:spcPts val="211"/>
        </a:spcBef>
        <a:buFont typeface="Arial"/>
        <a:buChar char="•"/>
        <a:defRPr sz="760" kern="1200">
          <a:solidFill>
            <a:schemeClr val="tx1"/>
          </a:solidFill>
          <a:latin typeface="+mn-lt"/>
          <a:ea typeface="+mn-lt"/>
          <a:cs typeface="+mn-lt"/>
        </a:defRPr>
      </a:lvl9pPr>
    </p:bodyStyle>
    <p:otherStyle>
      <a:lvl1pPr xmlns:a="http://schemas.openxmlformats.org/drawingml/2006/main" marL="0" algn="l" defTabSz="385767">
        <a:buNone/>
        <a:defRPr sz="760" kern="1200">
          <a:solidFill>
            <a:schemeClr val="tx1"/>
          </a:solidFill>
          <a:latin typeface="+mn-lt"/>
          <a:ea typeface="+mn-lt"/>
          <a:cs typeface="+mn-lt"/>
        </a:defRPr>
      </a:lvl1pPr>
      <a:lvl2pPr xmlns:a="http://schemas.openxmlformats.org/drawingml/2006/main" marL="192884" algn="l" defTabSz="385767">
        <a:buNone/>
        <a:defRPr sz="760" kern="1200">
          <a:solidFill>
            <a:schemeClr val="tx1"/>
          </a:solidFill>
          <a:latin typeface="+mn-lt"/>
          <a:ea typeface="+mn-lt"/>
          <a:cs typeface="+mn-lt"/>
        </a:defRPr>
      </a:lvl2pPr>
      <a:lvl3pPr xmlns:a="http://schemas.openxmlformats.org/drawingml/2006/main" marL="385767" algn="l" defTabSz="385767">
        <a:buNone/>
        <a:defRPr sz="760" kern="1200">
          <a:solidFill>
            <a:schemeClr val="tx1"/>
          </a:solidFill>
          <a:latin typeface="+mn-lt"/>
          <a:ea typeface="+mn-lt"/>
          <a:cs typeface="+mn-lt"/>
        </a:defRPr>
      </a:lvl3pPr>
      <a:lvl4pPr xmlns:a="http://schemas.openxmlformats.org/drawingml/2006/main" marL="578651" algn="l" defTabSz="385767">
        <a:buNone/>
        <a:defRPr sz="760" kern="1200">
          <a:solidFill>
            <a:schemeClr val="tx1"/>
          </a:solidFill>
          <a:latin typeface="+mn-lt"/>
          <a:ea typeface="+mn-lt"/>
          <a:cs typeface="+mn-lt"/>
        </a:defRPr>
      </a:lvl4pPr>
      <a:lvl5pPr xmlns:a="http://schemas.openxmlformats.org/drawingml/2006/main" marL="771535" algn="l" defTabSz="385767">
        <a:buNone/>
        <a:defRPr sz="760" kern="1200">
          <a:solidFill>
            <a:schemeClr val="tx1"/>
          </a:solidFill>
          <a:latin typeface="+mn-lt"/>
          <a:ea typeface="+mn-lt"/>
          <a:cs typeface="+mn-lt"/>
        </a:defRPr>
      </a:lvl5pPr>
      <a:lvl6pPr xmlns:a="http://schemas.openxmlformats.org/drawingml/2006/main" marL="964419" algn="l" defTabSz="385767">
        <a:buNone/>
        <a:defRPr sz="760" kern="1200">
          <a:solidFill>
            <a:schemeClr val="tx1"/>
          </a:solidFill>
          <a:latin typeface="+mn-lt"/>
          <a:ea typeface="+mn-lt"/>
          <a:cs typeface="+mn-lt"/>
        </a:defRPr>
      </a:lvl6pPr>
      <a:lvl7pPr xmlns:a="http://schemas.openxmlformats.org/drawingml/2006/main" marL="1157302" algn="l" defTabSz="385767">
        <a:buNone/>
        <a:defRPr sz="760" kern="1200">
          <a:solidFill>
            <a:schemeClr val="tx1"/>
          </a:solidFill>
          <a:latin typeface="+mn-lt"/>
          <a:ea typeface="+mn-lt"/>
          <a:cs typeface="+mn-lt"/>
        </a:defRPr>
      </a:lvl7pPr>
      <a:lvl8pPr xmlns:a="http://schemas.openxmlformats.org/drawingml/2006/main" marL="1350186" algn="l" defTabSz="385767">
        <a:buNone/>
        <a:defRPr sz="760" kern="1200">
          <a:solidFill>
            <a:schemeClr val="tx1"/>
          </a:solidFill>
          <a:latin typeface="+mn-lt"/>
          <a:ea typeface="+mn-lt"/>
          <a:cs typeface="+mn-lt"/>
        </a:defRPr>
      </a:lvl8pPr>
      <a:lvl9pPr xmlns:a="http://schemas.openxmlformats.org/drawingml/2006/main" marL="1543070" algn="l" defTabSz="385767">
        <a:buNone/>
        <a:defRPr sz="76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3120">
          <p15:clr>
            <a:srgbClr xmlns:a="http://schemas.openxmlformats.org/drawingml/2006/main" val="F26B43"/>
          </p15:clr>
        </p15:guide>
        <p15:guide id="2" pos="232">
          <p15:clr>
            <a:srgbClr xmlns:a="http://schemas.openxmlformats.org/drawingml/2006/main" val="F26B43"/>
          </p15:clr>
        </p15:guide>
        <p15:guide id="3" pos="4088">
          <p15:clr>
            <a:srgbClr xmlns:a="http://schemas.openxmlformats.org/drawingml/2006/main" val="F26B43"/>
          </p15:clr>
        </p15:guide>
        <p15:guide id="4" orient="horz" pos="262">
          <p15:clr>
            <a:srgbClr xmlns:a="http://schemas.openxmlformats.org/drawingml/2006/main" val="F26B43"/>
          </p15:clr>
        </p15:guide>
        <p15:guide id="5" orient="horz" pos="5955">
          <p15:clr>
            <a:srgbClr xmlns:a="http://schemas.openxmlformats.org/drawingml/2006/main" val="F26B43"/>
          </p15:clr>
        </p15:guide>
        <p15:guide id="6" pos="2160">
          <p15:clr>
            <a:srgbClr xmlns:a="http://schemas.openxmlformats.org/drawingml/2006/main" val="F26B43"/>
          </p15:clr>
        </p15:guide>
        <p15:guide id="7" orient="horz" pos="466">
          <p15:clr>
            <a:srgbClr xmlns:a="http://schemas.openxmlformats.org/drawingml/2006/main" val="F26B43"/>
          </p15:clr>
        </p15:guide>
        <p15:guide id="8" orient="horz" pos="943">
          <p15:clr>
            <a:srgbClr xmlns:a="http://schemas.openxmlformats.org/drawingml/2006/main" val="F26B43"/>
          </p15:clr>
        </p15:guide>
      </p15:sldGuideLst>
    </p:ext>
  </p:extLst>
</p:sldMaster>
</file>

<file path=ppt/slideMasters/theme/theme2.xml><?xml version="1.0" encoding="utf-8"?>
<a:theme xmlns:a="http://schemas.openxmlformats.org/drawingml/2006/main" name="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XP Atacado">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1_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XP Atacado">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9.xml" Id="R14043a1664a24dd6" /><Relationship Type="http://schemas.openxmlformats.org/officeDocument/2006/relationships/notesSlide" Target="/ppt/notesSlides/notesSlide1.xml" Id="R7aab2c71d5f148b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Text Placeholder 2">
            <a:extLst xmlns:a="http://schemas.openxmlformats.org/drawingml/2006/main">
              <a:ext uri="{FF2B5EF4-FFF2-40B4-BE49-F238E27FC236}">
                <a16:creationId xmlns:a16="http://schemas.microsoft.com/office/drawing/2014/main" id="{09C5E58A-DD28-2AE4-F475-E9BF93E18C65}"/>
              </a:ext>
            </a:extLst>
          </p:cNvPr>
          <p:cNvSpPr>
            <a:spLocks xmlns:a="http://schemas.openxmlformats.org/drawingml/2006/main" noGrp="1"/>
          </p:cNvSpPr>
          <p:nvPr>
            <p:ph type="body" idx="4294967295"/>
          </p:nvPr>
        </p:nvSpPr>
        <p:spPr>
          <a:xfrm xmlns:a="http://schemas.openxmlformats.org/drawingml/2006/main">
            <a:off x="368300" y="745804"/>
            <a:ext cx="6121400" cy="3360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lnSpc>
                <a:spcPct val="100000"/>
              </a:lnSpc>
              <a:spcBef>
                <a:spcPts val="600"/>
              </a:spcBef>
              <a:buNone/>
            </a:pPr>
            <a:r>
              <a:rPr sz="1600" b="1">
                <a:solidFill>
                  <a:schemeClr val="bg1"/>
                </a:solidFill>
              </a:rPr>
              <a:t>CONFIRMED COMPANIES </a:t>
            </a:r>
          </a:p>
        </p:txBody>
      </p:sp>
      <p:sp>
        <p:nvSpPr>
          <p:cNvPr id="5" name="TextBox 4">
            <a:extLst xmlns:a="http://schemas.openxmlformats.org/drawingml/2006/main">
              <a:ext uri="{FF2B5EF4-FFF2-40B4-BE49-F238E27FC236}">
                <a16:creationId xmlns:a16="http://schemas.microsoft.com/office/drawing/2014/main" id="{9894061F-ECC4-0743-1A90-68B7C52ABE46}"/>
              </a:ext>
            </a:extLst>
          </p:cNvPr>
          <p:cNvSpPr>
            <a:spLocks xmlns:a="http://schemas.openxmlformats.org/drawingml/2006/main" noGrp="1"/>
          </p:cNvSpPr>
          <p:nvPr/>
        </p:nvSpPr>
        <p:spPr>
          <a:xfrm xmlns:a="http://schemas.openxmlformats.org/drawingml/2006/main">
            <a:off x="368300" y="1188496"/>
            <a:ext cx="2008717"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rgbClr val="8EB3DF"/>
                </a:solidFill>
                <a:latin typeface="+mj-lt"/>
                <a:ea typeface="+mj-lt"/>
                <a:cs typeface="+mj-lt"/>
              </a:rPr>
              <a:t>Agri</a:t>
            </a:r>
            <a:r>
              <a:rPr b="1">
                <a:solidFill>
                  <a:srgbClr val="8EB3DF"/>
                </a:solidFill>
                <a:latin typeface="+mj-lt"/>
                <a:ea typeface="+mj-lt"/>
                <a:cs typeface="+mj-lt"/>
              </a:rPr>
              <a:t>, Food &amp; Beverage</a:t>
            </a:r>
          </a:p>
        </p:txBody>
      </p:sp>
      <p:sp>
        <p:nvSpPr>
          <p:cNvPr id="6" name="TextBox 5">
            <a:extLst xmlns:a="http://schemas.openxmlformats.org/drawingml/2006/main">
              <a:ext uri="{FF2B5EF4-FFF2-40B4-BE49-F238E27FC236}">
                <a16:creationId xmlns:a16="http://schemas.microsoft.com/office/drawing/2014/main" id="{C07BF4F6-D250-28DC-1280-0653CD83F1C3}"/>
              </a:ext>
            </a:extLst>
          </p:cNvPr>
          <p:cNvSpPr>
            <a:spLocks xmlns:a="http://schemas.openxmlformats.org/drawingml/2006/main" noGrp="1"/>
          </p:cNvSpPr>
          <p:nvPr/>
        </p:nvSpPr>
        <p:spPr>
          <a:xfrm xmlns:a="http://schemas.openxmlformats.org/drawingml/2006/main">
            <a:off x="368300" y="3232658"/>
            <a:ext cx="2008717"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rgbClr val="8EB3DF"/>
                </a:solidFill>
                <a:latin typeface="+mj-lt"/>
                <a:ea typeface="+mj-lt"/>
                <a:cs typeface="+mj-lt"/>
              </a:rPr>
              <a:t>Education</a:t>
            </a:r>
            <a:endParaRPr b="1">
              <a:solidFill>
                <a:srgbClr val="8EB3DF"/>
              </a:solidFill>
              <a:latin typeface="+mj-lt"/>
              <a:ea typeface="+mj-lt"/>
              <a:cs typeface="+mj-lt"/>
            </a:endParaRPr>
          </a:p>
        </p:txBody>
      </p:sp>
      <p:sp>
        <p:nvSpPr>
          <p:cNvPr id="9" name="TextBox 8">
            <a:extLst xmlns:a="http://schemas.openxmlformats.org/drawingml/2006/main">
              <a:ext uri="{FF2B5EF4-FFF2-40B4-BE49-F238E27FC236}">
                <a16:creationId xmlns:a16="http://schemas.microsoft.com/office/drawing/2014/main" id="{01DBFD07-AD00-29F7-2A45-10A5FA686A3B}"/>
              </a:ext>
            </a:extLst>
          </p:cNvPr>
          <p:cNvSpPr>
            <a:spLocks xmlns:a="http://schemas.openxmlformats.org/drawingml/2006/main" noGrp="1"/>
          </p:cNvSpPr>
          <p:nvPr/>
        </p:nvSpPr>
        <p:spPr>
          <a:xfrm xmlns:a="http://schemas.openxmlformats.org/drawingml/2006/main">
            <a:off x="368300" y="1492730"/>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3Tentos</a:t>
            </a:r>
          </a:p>
        </p:txBody>
      </p:sp>
      <p:sp>
        <p:nvSpPr>
          <p:cNvPr id="10" name="TextBox 9">
            <a:extLst xmlns:a="http://schemas.openxmlformats.org/drawingml/2006/main">
              <a:ext uri="{FF2B5EF4-FFF2-40B4-BE49-F238E27FC236}">
                <a16:creationId xmlns:a16="http://schemas.microsoft.com/office/drawing/2014/main" id="{3AD47163-42BA-A3C0-2C82-4A26912C6B04}"/>
              </a:ext>
            </a:extLst>
          </p:cNvPr>
          <p:cNvSpPr>
            <a:spLocks xmlns:a="http://schemas.openxmlformats.org/drawingml/2006/main" noGrp="1"/>
          </p:cNvSpPr>
          <p:nvPr/>
        </p:nvSpPr>
        <p:spPr>
          <a:xfrm xmlns:a="http://schemas.openxmlformats.org/drawingml/2006/main">
            <a:off x="368300" y="1649528"/>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Ambev</a:t>
            </a:r>
          </a:p>
        </p:txBody>
      </p:sp>
      <p:sp>
        <p:nvSpPr>
          <p:cNvPr id="11" name="TextBox 10">
            <a:extLst xmlns:a="http://schemas.openxmlformats.org/drawingml/2006/main">
              <a:ext uri="{FF2B5EF4-FFF2-40B4-BE49-F238E27FC236}">
                <a16:creationId xmlns:a16="http://schemas.microsoft.com/office/drawing/2014/main" id="{C1194A34-D787-1DA9-4305-C8D9D271D9DE}"/>
              </a:ext>
            </a:extLst>
          </p:cNvPr>
          <p:cNvSpPr>
            <a:spLocks xmlns:a="http://schemas.openxmlformats.org/drawingml/2006/main" noGrp="1"/>
          </p:cNvSpPr>
          <p:nvPr/>
        </p:nvSpPr>
        <p:spPr>
          <a:xfrm xmlns:a="http://schemas.openxmlformats.org/drawingml/2006/main">
            <a:off x="368300" y="1806326"/>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Boa Safra</a:t>
            </a:r>
          </a:p>
        </p:txBody>
      </p:sp>
      <p:sp>
        <p:nvSpPr>
          <p:cNvPr id="12" name="TextBox 11">
            <a:extLst xmlns:a="http://schemas.openxmlformats.org/drawingml/2006/main">
              <a:ext uri="{FF2B5EF4-FFF2-40B4-BE49-F238E27FC236}">
                <a16:creationId xmlns:a16="http://schemas.microsoft.com/office/drawing/2014/main" id="{0371286B-8D12-1AAE-03AE-79A704CD6E71}"/>
              </a:ext>
            </a:extLst>
          </p:cNvPr>
          <p:cNvSpPr>
            <a:spLocks xmlns:a="http://schemas.openxmlformats.org/drawingml/2006/main" noGrp="1"/>
          </p:cNvSpPr>
          <p:nvPr/>
        </p:nvSpPr>
        <p:spPr>
          <a:xfrm xmlns:a="http://schemas.openxmlformats.org/drawingml/2006/main">
            <a:off x="368300" y="1963124"/>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Brasil Agro</a:t>
            </a:r>
          </a:p>
        </p:txBody>
      </p:sp>
      <p:sp>
        <p:nvSpPr>
          <p:cNvPr id="13" name="TextBox 12">
            <a:extLst xmlns:a="http://schemas.openxmlformats.org/drawingml/2006/main">
              <a:ext uri="{FF2B5EF4-FFF2-40B4-BE49-F238E27FC236}">
                <a16:creationId xmlns:a16="http://schemas.microsoft.com/office/drawing/2014/main" id="{96C8B3AB-9289-0D64-ED6A-41DC5763ED58}"/>
              </a:ext>
            </a:extLst>
          </p:cNvPr>
          <p:cNvSpPr>
            <a:spLocks xmlns:a="http://schemas.openxmlformats.org/drawingml/2006/main" noGrp="1"/>
          </p:cNvSpPr>
          <p:nvPr/>
        </p:nvSpPr>
        <p:spPr>
          <a:xfrm xmlns:a="http://schemas.openxmlformats.org/drawingml/2006/main">
            <a:off x="368300" y="2119922"/>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Camil</a:t>
            </a:r>
          </a:p>
        </p:txBody>
      </p:sp>
      <p:sp>
        <p:nvSpPr>
          <p:cNvPr id="14" name="TextBox 13">
            <a:extLst xmlns:a="http://schemas.openxmlformats.org/drawingml/2006/main">
              <a:ext uri="{FF2B5EF4-FFF2-40B4-BE49-F238E27FC236}">
                <a16:creationId xmlns:a16="http://schemas.microsoft.com/office/drawing/2014/main" id="{1773C050-0CEF-BB6F-D597-6DCFC4CC5F02}"/>
              </a:ext>
            </a:extLst>
          </p:cNvPr>
          <p:cNvSpPr>
            <a:spLocks xmlns:a="http://schemas.openxmlformats.org/drawingml/2006/main" noGrp="1"/>
          </p:cNvSpPr>
          <p:nvPr/>
        </p:nvSpPr>
        <p:spPr>
          <a:xfrm xmlns:a="http://schemas.openxmlformats.org/drawingml/2006/main">
            <a:off x="368300" y="2276720"/>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Jalles</a:t>
            </a:r>
          </a:p>
        </p:txBody>
      </p:sp>
      <p:sp>
        <p:nvSpPr>
          <p:cNvPr id="15" name="TextBox 14">
            <a:extLst xmlns:a="http://schemas.openxmlformats.org/drawingml/2006/main">
              <a:ext uri="{FF2B5EF4-FFF2-40B4-BE49-F238E27FC236}">
                <a16:creationId xmlns:a16="http://schemas.microsoft.com/office/drawing/2014/main" id="{3B65C74C-969E-74A7-59E8-B0C48013CE36}"/>
              </a:ext>
            </a:extLst>
          </p:cNvPr>
          <p:cNvSpPr>
            <a:spLocks xmlns:a="http://schemas.openxmlformats.org/drawingml/2006/main" noGrp="1"/>
          </p:cNvSpPr>
          <p:nvPr/>
        </p:nvSpPr>
        <p:spPr>
          <a:xfrm xmlns:a="http://schemas.openxmlformats.org/drawingml/2006/main">
            <a:off x="368300" y="2433518"/>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JBS</a:t>
            </a:r>
          </a:p>
        </p:txBody>
      </p:sp>
      <p:sp>
        <p:nvSpPr>
          <p:cNvPr id="16" name="TextBox 15">
            <a:extLst xmlns:a="http://schemas.openxmlformats.org/drawingml/2006/main">
              <a:ext uri="{FF2B5EF4-FFF2-40B4-BE49-F238E27FC236}">
                <a16:creationId xmlns:a16="http://schemas.microsoft.com/office/drawing/2014/main" id="{B7A69670-3ACB-4A7D-8AA4-D5FDB5C444D9}"/>
              </a:ext>
            </a:extLst>
          </p:cNvPr>
          <p:cNvSpPr>
            <a:spLocks xmlns:a="http://schemas.openxmlformats.org/drawingml/2006/main" noGrp="1"/>
          </p:cNvSpPr>
          <p:nvPr/>
        </p:nvSpPr>
        <p:spPr>
          <a:xfrm xmlns:a="http://schemas.openxmlformats.org/drawingml/2006/main">
            <a:off x="368300" y="2590316"/>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M. Dias Branco</a:t>
            </a:r>
          </a:p>
        </p:txBody>
      </p:sp>
      <p:sp>
        <p:nvSpPr>
          <p:cNvPr id="17" name="TextBox 16">
            <a:extLst xmlns:a="http://schemas.openxmlformats.org/drawingml/2006/main">
              <a:ext uri="{FF2B5EF4-FFF2-40B4-BE49-F238E27FC236}">
                <a16:creationId xmlns:a16="http://schemas.microsoft.com/office/drawing/2014/main" id="{BBDFF9F5-9B58-C9BD-9C3C-ED94081EDD2F}"/>
              </a:ext>
            </a:extLst>
          </p:cNvPr>
          <p:cNvSpPr>
            <a:spLocks xmlns:a="http://schemas.openxmlformats.org/drawingml/2006/main" noGrp="1"/>
          </p:cNvSpPr>
          <p:nvPr/>
        </p:nvSpPr>
        <p:spPr>
          <a:xfrm xmlns:a="http://schemas.openxmlformats.org/drawingml/2006/main">
            <a:off x="368300" y="2747114"/>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MBRF</a:t>
            </a:r>
          </a:p>
        </p:txBody>
      </p:sp>
      <p:sp>
        <p:nvSpPr>
          <p:cNvPr id="18" name="TextBox 17">
            <a:extLst xmlns:a="http://schemas.openxmlformats.org/drawingml/2006/main">
              <a:ext uri="{FF2B5EF4-FFF2-40B4-BE49-F238E27FC236}">
                <a16:creationId xmlns:a16="http://schemas.microsoft.com/office/drawing/2014/main" id="{720A33CD-2B85-2E8B-557F-928FBED8D1D1}"/>
              </a:ext>
            </a:extLst>
          </p:cNvPr>
          <p:cNvSpPr>
            <a:spLocks xmlns:a="http://schemas.openxmlformats.org/drawingml/2006/main" noGrp="1"/>
          </p:cNvSpPr>
          <p:nvPr/>
        </p:nvSpPr>
        <p:spPr>
          <a:xfrm xmlns:a="http://schemas.openxmlformats.org/drawingml/2006/main">
            <a:off x="368300" y="4492830"/>
            <a:ext cx="2008717"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rgbClr val="8EB3DF"/>
                </a:solidFill>
                <a:latin typeface="+mj-lt"/>
                <a:ea typeface="+mj-lt"/>
                <a:cs typeface="+mj-lt"/>
              </a:rPr>
              <a:t>Financials</a:t>
            </a:r>
            <a:endParaRPr b="1">
              <a:solidFill>
                <a:srgbClr val="8EB3DF"/>
              </a:solidFill>
              <a:latin typeface="+mj-lt"/>
              <a:ea typeface="+mj-lt"/>
              <a:cs typeface="+mj-lt"/>
            </a:endParaRPr>
          </a:p>
        </p:txBody>
      </p:sp>
      <p:sp>
        <p:nvSpPr>
          <p:cNvPr id="19" name="TextBox 18">
            <a:extLst xmlns:a="http://schemas.openxmlformats.org/drawingml/2006/main">
              <a:ext uri="{FF2B5EF4-FFF2-40B4-BE49-F238E27FC236}">
                <a16:creationId xmlns:a16="http://schemas.microsoft.com/office/drawing/2014/main" id="{EA2010E7-F1AA-9420-CAED-9AB11E018642}"/>
              </a:ext>
            </a:extLst>
          </p:cNvPr>
          <p:cNvSpPr>
            <a:spLocks xmlns:a="http://schemas.openxmlformats.org/drawingml/2006/main" noGrp="1"/>
          </p:cNvSpPr>
          <p:nvPr/>
        </p:nvSpPr>
        <p:spPr>
          <a:xfrm xmlns:a="http://schemas.openxmlformats.org/drawingml/2006/main">
            <a:off x="368300" y="2903912"/>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Minerva</a:t>
            </a:r>
          </a:p>
        </p:txBody>
      </p:sp>
      <p:sp>
        <p:nvSpPr>
          <p:cNvPr id="20" name="TextBox 19">
            <a:extLst xmlns:a="http://schemas.openxmlformats.org/drawingml/2006/main">
              <a:ext uri="{FF2B5EF4-FFF2-40B4-BE49-F238E27FC236}">
                <a16:creationId xmlns:a16="http://schemas.microsoft.com/office/drawing/2014/main" id="{A956658B-2C0D-35E6-4E7B-CF83E902C754}"/>
              </a:ext>
            </a:extLst>
          </p:cNvPr>
          <p:cNvSpPr>
            <a:spLocks xmlns:a="http://schemas.openxmlformats.org/drawingml/2006/main" noGrp="1"/>
          </p:cNvSpPr>
          <p:nvPr/>
        </p:nvSpPr>
        <p:spPr>
          <a:xfrm xmlns:a="http://schemas.openxmlformats.org/drawingml/2006/main">
            <a:off x="368300" y="3060710"/>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SLC</a:t>
            </a:r>
          </a:p>
        </p:txBody>
      </p:sp>
      <p:sp>
        <p:nvSpPr>
          <p:cNvPr id="21" name="TextBox 20">
            <a:extLst xmlns:a="http://schemas.openxmlformats.org/drawingml/2006/main">
              <a:ext uri="{FF2B5EF4-FFF2-40B4-BE49-F238E27FC236}">
                <a16:creationId xmlns:a16="http://schemas.microsoft.com/office/drawing/2014/main" id="{35F937FD-0E9B-70C2-55BB-8CC141206B17}"/>
              </a:ext>
            </a:extLst>
          </p:cNvPr>
          <p:cNvSpPr>
            <a:spLocks xmlns:a="http://schemas.openxmlformats.org/drawingml/2006/main" noGrp="1"/>
          </p:cNvSpPr>
          <p:nvPr/>
        </p:nvSpPr>
        <p:spPr>
          <a:xfrm xmlns:a="http://schemas.openxmlformats.org/drawingml/2006/main">
            <a:off x="368300" y="7164184"/>
            <a:ext cx="2008717"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rgbClr val="8EB3DF"/>
                </a:solidFill>
                <a:latin typeface="+mj-lt"/>
                <a:ea typeface="+mj-lt"/>
                <a:cs typeface="+mj-lt"/>
              </a:rPr>
              <a:t>Healthcare</a:t>
            </a:r>
            <a:endParaRPr b="1">
              <a:solidFill>
                <a:srgbClr val="8EB3DF"/>
              </a:solidFill>
              <a:latin typeface="+mj-lt"/>
              <a:ea typeface="+mj-lt"/>
              <a:cs typeface="+mj-lt"/>
            </a:endParaRPr>
          </a:p>
        </p:txBody>
      </p:sp>
      <p:sp>
        <p:nvSpPr>
          <p:cNvPr id="22" name="TextBox 21">
            <a:extLst xmlns:a="http://schemas.openxmlformats.org/drawingml/2006/main">
              <a:ext uri="{FF2B5EF4-FFF2-40B4-BE49-F238E27FC236}">
                <a16:creationId xmlns:a16="http://schemas.microsoft.com/office/drawing/2014/main" id="{3B8C69D6-B594-525E-CECD-298311DF1D54}"/>
              </a:ext>
            </a:extLst>
          </p:cNvPr>
          <p:cNvSpPr>
            <a:spLocks xmlns:a="http://schemas.openxmlformats.org/drawingml/2006/main" noGrp="1"/>
          </p:cNvSpPr>
          <p:nvPr/>
        </p:nvSpPr>
        <p:spPr>
          <a:xfrm xmlns:a="http://schemas.openxmlformats.org/drawingml/2006/main">
            <a:off x="368300" y="3536892"/>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Ânima</a:t>
            </a:r>
          </a:p>
        </p:txBody>
      </p:sp>
      <p:sp>
        <p:nvSpPr>
          <p:cNvPr id="23" name="TextBox 22">
            <a:extLst xmlns:a="http://schemas.openxmlformats.org/drawingml/2006/main">
              <a:ext uri="{FF2B5EF4-FFF2-40B4-BE49-F238E27FC236}">
                <a16:creationId xmlns:a16="http://schemas.microsoft.com/office/drawing/2014/main" id="{1C155C5E-2EF1-FF18-6697-DCAD2BE2653A}"/>
              </a:ext>
            </a:extLst>
          </p:cNvPr>
          <p:cNvSpPr>
            <a:spLocks xmlns:a="http://schemas.openxmlformats.org/drawingml/2006/main" noGrp="1"/>
          </p:cNvSpPr>
          <p:nvPr/>
        </p:nvSpPr>
        <p:spPr>
          <a:xfrm xmlns:a="http://schemas.openxmlformats.org/drawingml/2006/main">
            <a:off x="368300" y="3693690"/>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Cogna Educação</a:t>
            </a:r>
          </a:p>
        </p:txBody>
      </p:sp>
      <p:sp>
        <p:nvSpPr>
          <p:cNvPr id="24" name="TextBox 23">
            <a:extLst xmlns:a="http://schemas.openxmlformats.org/drawingml/2006/main">
              <a:ext uri="{FF2B5EF4-FFF2-40B4-BE49-F238E27FC236}">
                <a16:creationId xmlns:a16="http://schemas.microsoft.com/office/drawing/2014/main" id="{3021C88D-7BEA-8727-57C8-D52F6F6EF354}"/>
              </a:ext>
            </a:extLst>
          </p:cNvPr>
          <p:cNvSpPr>
            <a:spLocks xmlns:a="http://schemas.openxmlformats.org/drawingml/2006/main" noGrp="1"/>
          </p:cNvSpPr>
          <p:nvPr/>
        </p:nvSpPr>
        <p:spPr>
          <a:xfrm xmlns:a="http://schemas.openxmlformats.org/drawingml/2006/main">
            <a:off x="368300" y="3850488"/>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Cruzeiro do Sul Educacional</a:t>
            </a:r>
            <a:endParaRPr sz="800" b="1">
              <a:solidFill>
                <a:schemeClr val="bg1"/>
              </a:solidFill>
              <a:latin typeface="+mj-lt"/>
              <a:ea typeface="+mj-lt"/>
              <a:cs typeface="+mj-lt"/>
            </a:endParaRPr>
          </a:p>
        </p:txBody>
      </p:sp>
      <p:sp>
        <p:nvSpPr>
          <p:cNvPr id="25" name="TextBox 24">
            <a:extLst xmlns:a="http://schemas.openxmlformats.org/drawingml/2006/main">
              <a:ext uri="{FF2B5EF4-FFF2-40B4-BE49-F238E27FC236}">
                <a16:creationId xmlns:a16="http://schemas.microsoft.com/office/drawing/2014/main" id="{96BD2B1F-3564-865E-9E0B-A5EFF321BD5B}"/>
              </a:ext>
            </a:extLst>
          </p:cNvPr>
          <p:cNvSpPr>
            <a:spLocks xmlns:a="http://schemas.openxmlformats.org/drawingml/2006/main" noGrp="1"/>
          </p:cNvSpPr>
          <p:nvPr/>
        </p:nvSpPr>
        <p:spPr>
          <a:xfrm xmlns:a="http://schemas.openxmlformats.org/drawingml/2006/main">
            <a:off x="2424642" y="1188496"/>
            <a:ext cx="2008717"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rgbClr val="8EB3DF"/>
                </a:solidFill>
                <a:latin typeface="+mj-lt"/>
                <a:ea typeface="+mj-lt"/>
                <a:cs typeface="+mj-lt"/>
              </a:rPr>
              <a:t>Capital Goods</a:t>
            </a:r>
            <a:endParaRPr b="1">
              <a:solidFill>
                <a:srgbClr val="8EB3DF"/>
              </a:solidFill>
              <a:latin typeface="+mj-lt"/>
              <a:ea typeface="+mj-lt"/>
              <a:cs typeface="+mj-lt"/>
            </a:endParaRPr>
          </a:p>
        </p:txBody>
      </p:sp>
      <p:sp>
        <p:nvSpPr>
          <p:cNvPr id="26" name="TextBox 25">
            <a:extLst xmlns:a="http://schemas.openxmlformats.org/drawingml/2006/main">
              <a:ext uri="{FF2B5EF4-FFF2-40B4-BE49-F238E27FC236}">
                <a16:creationId xmlns:a16="http://schemas.microsoft.com/office/drawing/2014/main" id="{ABF60356-B4B7-6CED-DF60-FD873AF00AE3}"/>
              </a:ext>
            </a:extLst>
          </p:cNvPr>
          <p:cNvSpPr>
            <a:spLocks xmlns:a="http://schemas.openxmlformats.org/drawingml/2006/main" noGrp="1"/>
          </p:cNvSpPr>
          <p:nvPr/>
        </p:nvSpPr>
        <p:spPr>
          <a:xfrm xmlns:a="http://schemas.openxmlformats.org/drawingml/2006/main">
            <a:off x="368300" y="4007286"/>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Salta</a:t>
            </a:r>
            <a:endParaRPr sz="800" b="1">
              <a:solidFill>
                <a:schemeClr val="bg1"/>
              </a:solidFill>
              <a:latin typeface="+mj-lt"/>
              <a:ea typeface="+mj-lt"/>
              <a:cs typeface="+mj-lt"/>
            </a:endParaRPr>
          </a:p>
        </p:txBody>
      </p:sp>
      <p:sp>
        <p:nvSpPr>
          <p:cNvPr id="27" name="TextBox 26">
            <a:extLst xmlns:a="http://schemas.openxmlformats.org/drawingml/2006/main">
              <a:ext uri="{FF2B5EF4-FFF2-40B4-BE49-F238E27FC236}">
                <a16:creationId xmlns:a16="http://schemas.microsoft.com/office/drawing/2014/main" id="{79D73DFD-9BB6-F4A0-CB05-F3651EFFF364}"/>
              </a:ext>
            </a:extLst>
          </p:cNvPr>
          <p:cNvSpPr>
            <a:spLocks xmlns:a="http://schemas.openxmlformats.org/drawingml/2006/main" noGrp="1"/>
          </p:cNvSpPr>
          <p:nvPr/>
        </p:nvSpPr>
        <p:spPr>
          <a:xfrm xmlns:a="http://schemas.openxmlformats.org/drawingml/2006/main">
            <a:off x="368300" y="4164084"/>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Vitru Educação</a:t>
            </a:r>
            <a:endParaRPr sz="800" b="1">
              <a:solidFill>
                <a:schemeClr val="bg1"/>
              </a:solidFill>
              <a:latin typeface="+mj-lt"/>
              <a:ea typeface="+mj-lt"/>
              <a:cs typeface="+mj-lt"/>
            </a:endParaRPr>
          </a:p>
        </p:txBody>
      </p:sp>
      <p:sp>
        <p:nvSpPr>
          <p:cNvPr id="28" name="TextBox 27">
            <a:extLst xmlns:a="http://schemas.openxmlformats.org/drawingml/2006/main">
              <a:ext uri="{FF2B5EF4-FFF2-40B4-BE49-F238E27FC236}">
                <a16:creationId xmlns:a16="http://schemas.microsoft.com/office/drawing/2014/main" id="{B555EA56-0B60-BF37-301F-B69720ADEC03}"/>
              </a:ext>
            </a:extLst>
          </p:cNvPr>
          <p:cNvSpPr>
            <a:spLocks xmlns:a="http://schemas.openxmlformats.org/drawingml/2006/main" noGrp="1"/>
          </p:cNvSpPr>
          <p:nvPr/>
        </p:nvSpPr>
        <p:spPr>
          <a:xfrm xmlns:a="http://schemas.openxmlformats.org/drawingml/2006/main">
            <a:off x="368300" y="4320882"/>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Yduqs</a:t>
            </a:r>
          </a:p>
        </p:txBody>
      </p:sp>
      <p:sp>
        <p:nvSpPr>
          <p:cNvPr id="29" name="TextBox 28">
            <a:extLst xmlns:a="http://schemas.openxmlformats.org/drawingml/2006/main">
              <a:ext uri="{FF2B5EF4-FFF2-40B4-BE49-F238E27FC236}">
                <a16:creationId xmlns:a16="http://schemas.microsoft.com/office/drawing/2014/main" id="{950BADC2-D72A-2BB7-BDE3-E83F0D809A36}"/>
              </a:ext>
            </a:extLst>
          </p:cNvPr>
          <p:cNvSpPr>
            <a:spLocks xmlns:a="http://schemas.openxmlformats.org/drawingml/2006/main" noGrp="1"/>
          </p:cNvSpPr>
          <p:nvPr/>
        </p:nvSpPr>
        <p:spPr>
          <a:xfrm xmlns:a="http://schemas.openxmlformats.org/drawingml/2006/main">
            <a:off x="368300" y="4797064"/>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Agibank</a:t>
            </a:r>
          </a:p>
        </p:txBody>
      </p:sp>
      <p:sp>
        <p:nvSpPr>
          <p:cNvPr id="30" name="TextBox 29">
            <a:extLst xmlns:a="http://schemas.openxmlformats.org/drawingml/2006/main">
              <a:ext uri="{FF2B5EF4-FFF2-40B4-BE49-F238E27FC236}">
                <a16:creationId xmlns:a16="http://schemas.microsoft.com/office/drawing/2014/main" id="{F4B428C1-BEB1-2677-45BA-2C5CBC495E8D}"/>
              </a:ext>
            </a:extLst>
          </p:cNvPr>
          <p:cNvSpPr>
            <a:spLocks xmlns:a="http://schemas.openxmlformats.org/drawingml/2006/main" noGrp="1"/>
          </p:cNvSpPr>
          <p:nvPr/>
        </p:nvSpPr>
        <p:spPr>
          <a:xfrm xmlns:a="http://schemas.openxmlformats.org/drawingml/2006/main">
            <a:off x="368300" y="4953862"/>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B3</a:t>
            </a:r>
          </a:p>
        </p:txBody>
      </p:sp>
      <p:sp>
        <p:nvSpPr>
          <p:cNvPr id="31" name="TextBox 30">
            <a:extLst xmlns:a="http://schemas.openxmlformats.org/drawingml/2006/main">
              <a:ext uri="{FF2B5EF4-FFF2-40B4-BE49-F238E27FC236}">
                <a16:creationId xmlns:a16="http://schemas.microsoft.com/office/drawing/2014/main" id="{961707D9-0C41-F2B7-7D73-A1DD384860D8}"/>
              </a:ext>
            </a:extLst>
          </p:cNvPr>
          <p:cNvSpPr>
            <a:spLocks xmlns:a="http://schemas.openxmlformats.org/drawingml/2006/main" noGrp="1"/>
          </p:cNvSpPr>
          <p:nvPr/>
        </p:nvSpPr>
        <p:spPr>
          <a:xfrm xmlns:a="http://schemas.openxmlformats.org/drawingml/2006/main">
            <a:off x="368300" y="5110660"/>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Banco do Brasil</a:t>
            </a:r>
          </a:p>
        </p:txBody>
      </p:sp>
      <p:sp>
        <p:nvSpPr>
          <p:cNvPr id="32" name="TextBox 31">
            <a:extLst xmlns:a="http://schemas.openxmlformats.org/drawingml/2006/main">
              <a:ext uri="{FF2B5EF4-FFF2-40B4-BE49-F238E27FC236}">
                <a16:creationId xmlns:a16="http://schemas.microsoft.com/office/drawing/2014/main" id="{D1072C92-9EF3-51EC-9FA8-C812EB5B2B65}"/>
              </a:ext>
            </a:extLst>
          </p:cNvPr>
          <p:cNvSpPr>
            <a:spLocks xmlns:a="http://schemas.openxmlformats.org/drawingml/2006/main" noGrp="1"/>
          </p:cNvSpPr>
          <p:nvPr/>
        </p:nvSpPr>
        <p:spPr>
          <a:xfrm xmlns:a="http://schemas.openxmlformats.org/drawingml/2006/main">
            <a:off x="368300" y="5267458"/>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BB Seguridade</a:t>
            </a:r>
            <a:endParaRPr sz="800" b="1">
              <a:solidFill>
                <a:schemeClr val="bg1"/>
              </a:solidFill>
              <a:latin typeface="+mj-lt"/>
              <a:ea typeface="+mj-lt"/>
              <a:cs typeface="+mj-lt"/>
            </a:endParaRPr>
          </a:p>
        </p:txBody>
      </p:sp>
      <p:sp>
        <p:nvSpPr>
          <p:cNvPr id="33" name="TextBox 32">
            <a:extLst xmlns:a="http://schemas.openxmlformats.org/drawingml/2006/main">
              <a:ext uri="{FF2B5EF4-FFF2-40B4-BE49-F238E27FC236}">
                <a16:creationId xmlns:a16="http://schemas.microsoft.com/office/drawing/2014/main" id="{4537E35B-0594-2A2D-8580-FB9BA8CE0C84}"/>
              </a:ext>
            </a:extLst>
          </p:cNvPr>
          <p:cNvSpPr>
            <a:spLocks xmlns:a="http://schemas.openxmlformats.org/drawingml/2006/main" noGrp="1"/>
          </p:cNvSpPr>
          <p:nvPr/>
        </p:nvSpPr>
        <p:spPr>
          <a:xfrm xmlns:a="http://schemas.openxmlformats.org/drawingml/2006/main">
            <a:off x="368300" y="5424256"/>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BR Partners</a:t>
            </a:r>
          </a:p>
        </p:txBody>
      </p:sp>
      <p:sp>
        <p:nvSpPr>
          <p:cNvPr id="34" name="TextBox 33">
            <a:extLst xmlns:a="http://schemas.openxmlformats.org/drawingml/2006/main">
              <a:ext uri="{FF2B5EF4-FFF2-40B4-BE49-F238E27FC236}">
                <a16:creationId xmlns:a16="http://schemas.microsoft.com/office/drawing/2014/main" id="{DEE225E4-03FF-ECB9-3BC2-C341FFC6A41F}"/>
              </a:ext>
            </a:extLst>
          </p:cNvPr>
          <p:cNvSpPr>
            <a:spLocks xmlns:a="http://schemas.openxmlformats.org/drawingml/2006/main" noGrp="1"/>
          </p:cNvSpPr>
          <p:nvPr/>
        </p:nvSpPr>
        <p:spPr>
          <a:xfrm xmlns:a="http://schemas.openxmlformats.org/drawingml/2006/main">
            <a:off x="368300" y="5581054"/>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Bradesco</a:t>
            </a:r>
            <a:endParaRPr sz="800" b="1">
              <a:solidFill>
                <a:schemeClr val="bg1"/>
              </a:solidFill>
              <a:latin typeface="+mj-lt"/>
              <a:ea typeface="+mj-lt"/>
              <a:cs typeface="+mj-lt"/>
            </a:endParaRPr>
          </a:p>
        </p:txBody>
      </p:sp>
      <p:sp>
        <p:nvSpPr>
          <p:cNvPr id="35" name="TextBox 34">
            <a:extLst xmlns:a="http://schemas.openxmlformats.org/drawingml/2006/main">
              <a:ext uri="{FF2B5EF4-FFF2-40B4-BE49-F238E27FC236}">
                <a16:creationId xmlns:a16="http://schemas.microsoft.com/office/drawing/2014/main" id="{14BD61E1-ABC1-D38E-0AFF-1C350E6F84EE}"/>
              </a:ext>
            </a:extLst>
          </p:cNvPr>
          <p:cNvSpPr>
            <a:spLocks xmlns:a="http://schemas.openxmlformats.org/drawingml/2006/main" noGrp="1"/>
          </p:cNvSpPr>
          <p:nvPr/>
        </p:nvSpPr>
        <p:spPr>
          <a:xfrm xmlns:a="http://schemas.openxmlformats.org/drawingml/2006/main">
            <a:off x="368300" y="5737852"/>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Caixa Seguridade</a:t>
            </a:r>
          </a:p>
        </p:txBody>
      </p:sp>
      <p:sp>
        <p:nvSpPr>
          <p:cNvPr id="37" name="TextBox 36">
            <a:extLst xmlns:a="http://schemas.openxmlformats.org/drawingml/2006/main">
              <a:ext uri="{FF2B5EF4-FFF2-40B4-BE49-F238E27FC236}">
                <a16:creationId xmlns:a16="http://schemas.microsoft.com/office/drawing/2014/main" id="{20F4021F-9AB6-2B31-D039-A86D6F726CF6}"/>
              </a:ext>
            </a:extLst>
          </p:cNvPr>
          <p:cNvSpPr>
            <a:spLocks xmlns:a="http://schemas.openxmlformats.org/drawingml/2006/main" noGrp="1"/>
          </p:cNvSpPr>
          <p:nvPr/>
        </p:nvSpPr>
        <p:spPr>
          <a:xfrm xmlns:a="http://schemas.openxmlformats.org/drawingml/2006/main">
            <a:off x="2424642" y="1664678"/>
            <a:ext cx="2008717"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rgbClr val="8EB3DF"/>
                </a:solidFill>
                <a:latin typeface="+mj-lt"/>
                <a:ea typeface="+mj-lt"/>
                <a:cs typeface="+mj-lt"/>
              </a:rPr>
              <a:t>Electric &amp; Other Utilities</a:t>
            </a:r>
            <a:endParaRPr b="1">
              <a:solidFill>
                <a:srgbClr val="8EB3DF"/>
              </a:solidFill>
              <a:latin typeface="+mj-lt"/>
              <a:ea typeface="+mj-lt"/>
              <a:cs typeface="+mj-lt"/>
            </a:endParaRPr>
          </a:p>
        </p:txBody>
      </p:sp>
      <p:sp>
        <p:nvSpPr>
          <p:cNvPr id="38" name="TextBox 37">
            <a:extLst xmlns:a="http://schemas.openxmlformats.org/drawingml/2006/main">
              <a:ext uri="{FF2B5EF4-FFF2-40B4-BE49-F238E27FC236}">
                <a16:creationId xmlns:a16="http://schemas.microsoft.com/office/drawing/2014/main" id="{4FAE4773-DE61-286F-159E-33AFC3914DA8}"/>
              </a:ext>
            </a:extLst>
          </p:cNvPr>
          <p:cNvSpPr>
            <a:spLocks xmlns:a="http://schemas.openxmlformats.org/drawingml/2006/main" noGrp="1"/>
          </p:cNvSpPr>
          <p:nvPr/>
        </p:nvSpPr>
        <p:spPr>
          <a:xfrm xmlns:a="http://schemas.openxmlformats.org/drawingml/2006/main">
            <a:off x="368300" y="5894650"/>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IRB(Re)</a:t>
            </a:r>
          </a:p>
        </p:txBody>
      </p:sp>
      <p:sp>
        <p:nvSpPr>
          <p:cNvPr id="39" name="TextBox 38">
            <a:extLst xmlns:a="http://schemas.openxmlformats.org/drawingml/2006/main">
              <a:ext uri="{FF2B5EF4-FFF2-40B4-BE49-F238E27FC236}">
                <a16:creationId xmlns:a16="http://schemas.microsoft.com/office/drawing/2014/main" id="{81F5A239-ABD4-120B-E111-69060F3BCC79}"/>
              </a:ext>
            </a:extLst>
          </p:cNvPr>
          <p:cNvSpPr>
            <a:spLocks xmlns:a="http://schemas.openxmlformats.org/drawingml/2006/main" noGrp="1"/>
          </p:cNvSpPr>
          <p:nvPr/>
        </p:nvSpPr>
        <p:spPr>
          <a:xfrm xmlns:a="http://schemas.openxmlformats.org/drawingml/2006/main">
            <a:off x="368300" y="6051448"/>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Itaú</a:t>
            </a:r>
          </a:p>
        </p:txBody>
      </p:sp>
      <p:sp>
        <p:nvSpPr>
          <p:cNvPr id="40" name="TextBox 39">
            <a:extLst xmlns:a="http://schemas.openxmlformats.org/drawingml/2006/main">
              <a:ext uri="{FF2B5EF4-FFF2-40B4-BE49-F238E27FC236}">
                <a16:creationId xmlns:a16="http://schemas.microsoft.com/office/drawing/2014/main" id="{FDD7C58A-36F6-D8B4-03EA-4DD38AF48535}"/>
              </a:ext>
            </a:extLst>
          </p:cNvPr>
          <p:cNvSpPr>
            <a:spLocks xmlns:a="http://schemas.openxmlformats.org/drawingml/2006/main" noGrp="1"/>
          </p:cNvSpPr>
          <p:nvPr/>
        </p:nvSpPr>
        <p:spPr>
          <a:xfrm xmlns:a="http://schemas.openxmlformats.org/drawingml/2006/main">
            <a:off x="368300" y="6208246"/>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Mercantil</a:t>
            </a:r>
          </a:p>
        </p:txBody>
      </p:sp>
      <p:sp>
        <p:nvSpPr>
          <p:cNvPr id="41" name="TextBox 40">
            <a:extLst xmlns:a="http://schemas.openxmlformats.org/drawingml/2006/main">
              <a:ext uri="{FF2B5EF4-FFF2-40B4-BE49-F238E27FC236}">
                <a16:creationId xmlns:a16="http://schemas.microsoft.com/office/drawing/2014/main" id="{79D68C34-0FDA-2851-7228-B7F2FBB5136E}"/>
              </a:ext>
            </a:extLst>
          </p:cNvPr>
          <p:cNvSpPr>
            <a:spLocks xmlns:a="http://schemas.openxmlformats.org/drawingml/2006/main" noGrp="1"/>
          </p:cNvSpPr>
          <p:nvPr/>
        </p:nvSpPr>
        <p:spPr>
          <a:xfrm xmlns:a="http://schemas.openxmlformats.org/drawingml/2006/main">
            <a:off x="368300" y="6365044"/>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Pine</a:t>
            </a:r>
            <a:endParaRPr sz="800" b="1">
              <a:solidFill>
                <a:schemeClr val="bg1"/>
              </a:solidFill>
              <a:latin typeface="+mj-lt"/>
              <a:ea typeface="+mj-lt"/>
              <a:cs typeface="+mj-lt"/>
            </a:endParaRPr>
          </a:p>
        </p:txBody>
      </p:sp>
      <p:sp>
        <p:nvSpPr>
          <p:cNvPr id="42" name="TextBox 41">
            <a:extLst xmlns:a="http://schemas.openxmlformats.org/drawingml/2006/main">
              <a:ext uri="{FF2B5EF4-FFF2-40B4-BE49-F238E27FC236}">
                <a16:creationId xmlns:a16="http://schemas.microsoft.com/office/drawing/2014/main" id="{BC26BA4A-77CB-FCEC-D73D-42ECA5DA3803}"/>
              </a:ext>
            </a:extLst>
          </p:cNvPr>
          <p:cNvSpPr>
            <a:spLocks xmlns:a="http://schemas.openxmlformats.org/drawingml/2006/main" noGrp="1"/>
          </p:cNvSpPr>
          <p:nvPr/>
        </p:nvSpPr>
        <p:spPr>
          <a:xfrm xmlns:a="http://schemas.openxmlformats.org/drawingml/2006/main">
            <a:off x="368300" y="6521842"/>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Stone</a:t>
            </a:r>
          </a:p>
        </p:txBody>
      </p:sp>
      <p:sp>
        <p:nvSpPr>
          <p:cNvPr id="43" name="TextBox 42">
            <a:extLst xmlns:a="http://schemas.openxmlformats.org/drawingml/2006/main">
              <a:ext uri="{FF2B5EF4-FFF2-40B4-BE49-F238E27FC236}">
                <a16:creationId xmlns:a16="http://schemas.microsoft.com/office/drawing/2014/main" id="{B7755E2D-8C3C-F449-2397-7DA1E32E3222}"/>
              </a:ext>
            </a:extLst>
          </p:cNvPr>
          <p:cNvSpPr>
            <a:spLocks xmlns:a="http://schemas.openxmlformats.org/drawingml/2006/main" noGrp="1"/>
          </p:cNvSpPr>
          <p:nvPr/>
        </p:nvSpPr>
        <p:spPr>
          <a:xfrm xmlns:a="http://schemas.openxmlformats.org/drawingml/2006/main">
            <a:off x="368300" y="6678640"/>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XP Inc.</a:t>
            </a:r>
          </a:p>
        </p:txBody>
      </p:sp>
      <p:sp>
        <p:nvSpPr>
          <p:cNvPr id="44" name="TextBox 43">
            <a:extLst xmlns:a="http://schemas.openxmlformats.org/drawingml/2006/main">
              <a:ext uri="{FF2B5EF4-FFF2-40B4-BE49-F238E27FC236}">
                <a16:creationId xmlns:a16="http://schemas.microsoft.com/office/drawing/2014/main" id="{CC760CD0-6C69-63A8-2E10-7F86AACC9810}"/>
              </a:ext>
            </a:extLst>
          </p:cNvPr>
          <p:cNvSpPr>
            <a:spLocks xmlns:a="http://schemas.openxmlformats.org/drawingml/2006/main" noGrp="1"/>
          </p:cNvSpPr>
          <p:nvPr/>
        </p:nvSpPr>
        <p:spPr>
          <a:xfrm xmlns:a="http://schemas.openxmlformats.org/drawingml/2006/main">
            <a:off x="368300" y="6835438"/>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XP Research | Macro &amp; Politics</a:t>
            </a:r>
          </a:p>
        </p:txBody>
      </p:sp>
      <p:sp>
        <p:nvSpPr>
          <p:cNvPr id="45" name="TextBox 44">
            <a:extLst xmlns:a="http://schemas.openxmlformats.org/drawingml/2006/main">
              <a:ext uri="{FF2B5EF4-FFF2-40B4-BE49-F238E27FC236}">
                <a16:creationId xmlns:a16="http://schemas.microsoft.com/office/drawing/2014/main" id="{04509134-2401-0667-BDE6-79C99ED758FF}"/>
              </a:ext>
            </a:extLst>
          </p:cNvPr>
          <p:cNvSpPr>
            <a:spLocks xmlns:a="http://schemas.openxmlformats.org/drawingml/2006/main" noGrp="1"/>
          </p:cNvSpPr>
          <p:nvPr/>
        </p:nvSpPr>
        <p:spPr>
          <a:xfrm xmlns:a="http://schemas.openxmlformats.org/drawingml/2006/main">
            <a:off x="368300" y="6992236"/>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XP Research | Strategy</a:t>
            </a:r>
          </a:p>
        </p:txBody>
      </p:sp>
      <p:sp>
        <p:nvSpPr>
          <p:cNvPr id="46" name="TextBox 45">
            <a:extLst xmlns:a="http://schemas.openxmlformats.org/drawingml/2006/main">
              <a:ext uri="{FF2B5EF4-FFF2-40B4-BE49-F238E27FC236}">
                <a16:creationId xmlns:a16="http://schemas.microsoft.com/office/drawing/2014/main" id="{45FB9832-7730-D360-40BA-056BEE45A07B}"/>
              </a:ext>
            </a:extLst>
          </p:cNvPr>
          <p:cNvSpPr>
            <a:spLocks xmlns:a="http://schemas.openxmlformats.org/drawingml/2006/main" noGrp="1"/>
          </p:cNvSpPr>
          <p:nvPr/>
        </p:nvSpPr>
        <p:spPr>
          <a:xfrm xmlns:a="http://schemas.openxmlformats.org/drawingml/2006/main">
            <a:off x="368300" y="7468418"/>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BradSaúde</a:t>
            </a:r>
          </a:p>
        </p:txBody>
      </p:sp>
      <p:sp>
        <p:nvSpPr>
          <p:cNvPr id="47" name="TextBox 46">
            <a:extLst xmlns:a="http://schemas.openxmlformats.org/drawingml/2006/main">
              <a:ext uri="{FF2B5EF4-FFF2-40B4-BE49-F238E27FC236}">
                <a16:creationId xmlns:a16="http://schemas.microsoft.com/office/drawing/2014/main" id="{97C4C4F2-8102-AE62-5E12-499314A79C03}"/>
              </a:ext>
            </a:extLst>
          </p:cNvPr>
          <p:cNvSpPr>
            <a:spLocks xmlns:a="http://schemas.openxmlformats.org/drawingml/2006/main" noGrp="1"/>
          </p:cNvSpPr>
          <p:nvPr/>
        </p:nvSpPr>
        <p:spPr>
          <a:xfrm xmlns:a="http://schemas.openxmlformats.org/drawingml/2006/main">
            <a:off x="2424642" y="3865638"/>
            <a:ext cx="2008717"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rgbClr val="8EB3DF"/>
                </a:solidFill>
                <a:latin typeface="+mj-lt"/>
                <a:ea typeface="+mj-lt"/>
                <a:cs typeface="+mj-lt"/>
              </a:rPr>
              <a:t>Metals &amp; Mining</a:t>
            </a:r>
          </a:p>
        </p:txBody>
      </p:sp>
      <p:sp>
        <p:nvSpPr>
          <p:cNvPr id="48" name="TextBox 47">
            <a:extLst xmlns:a="http://schemas.openxmlformats.org/drawingml/2006/main">
              <a:ext uri="{FF2B5EF4-FFF2-40B4-BE49-F238E27FC236}">
                <a16:creationId xmlns:a16="http://schemas.microsoft.com/office/drawing/2014/main" id="{2203C2D9-09F9-415C-F1A2-02C03B51AA0D}"/>
              </a:ext>
            </a:extLst>
          </p:cNvPr>
          <p:cNvSpPr>
            <a:spLocks xmlns:a="http://schemas.openxmlformats.org/drawingml/2006/main" noGrp="1"/>
          </p:cNvSpPr>
          <p:nvPr/>
        </p:nvSpPr>
        <p:spPr>
          <a:xfrm xmlns:a="http://schemas.openxmlformats.org/drawingml/2006/main">
            <a:off x="368300" y="7625216"/>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Dasa</a:t>
            </a:r>
          </a:p>
        </p:txBody>
      </p:sp>
      <p:sp>
        <p:nvSpPr>
          <p:cNvPr id="49" name="TextBox 48">
            <a:extLst xmlns:a="http://schemas.openxmlformats.org/drawingml/2006/main">
              <a:ext uri="{FF2B5EF4-FFF2-40B4-BE49-F238E27FC236}">
                <a16:creationId xmlns:a16="http://schemas.microsoft.com/office/drawing/2014/main" id="{D6FA801E-46C8-E7CF-721A-DDF8A3BBBCB6}"/>
              </a:ext>
            </a:extLst>
          </p:cNvPr>
          <p:cNvSpPr>
            <a:spLocks xmlns:a="http://schemas.openxmlformats.org/drawingml/2006/main" noGrp="1"/>
          </p:cNvSpPr>
          <p:nvPr/>
        </p:nvSpPr>
        <p:spPr>
          <a:xfrm xmlns:a="http://schemas.openxmlformats.org/drawingml/2006/main">
            <a:off x="368300" y="7782014"/>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Fleury</a:t>
            </a:r>
          </a:p>
        </p:txBody>
      </p:sp>
      <p:sp>
        <p:nvSpPr>
          <p:cNvPr id="50" name="TextBox 49">
            <a:extLst xmlns:a="http://schemas.openxmlformats.org/drawingml/2006/main">
              <a:ext uri="{FF2B5EF4-FFF2-40B4-BE49-F238E27FC236}">
                <a16:creationId xmlns:a16="http://schemas.microsoft.com/office/drawing/2014/main" id="{170CE230-2736-A2D6-318C-0502E01DB632}"/>
              </a:ext>
            </a:extLst>
          </p:cNvPr>
          <p:cNvSpPr>
            <a:spLocks xmlns:a="http://schemas.openxmlformats.org/drawingml/2006/main" noGrp="1"/>
          </p:cNvSpPr>
          <p:nvPr/>
        </p:nvSpPr>
        <p:spPr>
          <a:xfrm xmlns:a="http://schemas.openxmlformats.org/drawingml/2006/main">
            <a:off x="368300" y="7938812"/>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Hapvida</a:t>
            </a:r>
          </a:p>
        </p:txBody>
      </p:sp>
      <p:sp>
        <p:nvSpPr>
          <p:cNvPr id="51" name="TextBox 50">
            <a:extLst xmlns:a="http://schemas.openxmlformats.org/drawingml/2006/main">
              <a:ext uri="{FF2B5EF4-FFF2-40B4-BE49-F238E27FC236}">
                <a16:creationId xmlns:a16="http://schemas.microsoft.com/office/drawing/2014/main" id="{D8ABE4C8-B2A8-CAEB-E6CA-E3F643298A11}"/>
              </a:ext>
            </a:extLst>
          </p:cNvPr>
          <p:cNvSpPr>
            <a:spLocks xmlns:a="http://schemas.openxmlformats.org/drawingml/2006/main" noGrp="1"/>
          </p:cNvSpPr>
          <p:nvPr/>
        </p:nvSpPr>
        <p:spPr>
          <a:xfrm xmlns:a="http://schemas.openxmlformats.org/drawingml/2006/main">
            <a:off x="368300" y="8095610"/>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Hypera</a:t>
            </a:r>
            <a:endParaRPr sz="800" b="1">
              <a:solidFill>
                <a:schemeClr val="bg1"/>
              </a:solidFill>
              <a:latin typeface="+mj-lt"/>
              <a:ea typeface="+mj-lt"/>
              <a:cs typeface="+mj-lt"/>
            </a:endParaRPr>
          </a:p>
        </p:txBody>
      </p:sp>
      <p:sp>
        <p:nvSpPr>
          <p:cNvPr id="52" name="TextBox 51">
            <a:extLst xmlns:a="http://schemas.openxmlformats.org/drawingml/2006/main">
              <a:ext uri="{FF2B5EF4-FFF2-40B4-BE49-F238E27FC236}">
                <a16:creationId xmlns:a16="http://schemas.microsoft.com/office/drawing/2014/main" id="{6B9DCC3B-61F7-FEA1-2B9C-A9F5145E947F}"/>
              </a:ext>
            </a:extLst>
          </p:cNvPr>
          <p:cNvSpPr>
            <a:spLocks xmlns:a="http://schemas.openxmlformats.org/drawingml/2006/main" noGrp="1"/>
          </p:cNvSpPr>
          <p:nvPr/>
        </p:nvSpPr>
        <p:spPr>
          <a:xfrm xmlns:a="http://schemas.openxmlformats.org/drawingml/2006/main">
            <a:off x="368300" y="8252408"/>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Mater Dei</a:t>
            </a:r>
          </a:p>
        </p:txBody>
      </p:sp>
      <p:sp>
        <p:nvSpPr>
          <p:cNvPr id="54" name="TextBox 53">
            <a:extLst xmlns:a="http://schemas.openxmlformats.org/drawingml/2006/main">
              <a:ext uri="{FF2B5EF4-FFF2-40B4-BE49-F238E27FC236}">
                <a16:creationId xmlns:a16="http://schemas.microsoft.com/office/drawing/2014/main" id="{74B916A4-C080-535A-49F3-9445317E7104}"/>
              </a:ext>
            </a:extLst>
          </p:cNvPr>
          <p:cNvSpPr>
            <a:spLocks xmlns:a="http://schemas.openxmlformats.org/drawingml/2006/main" noGrp="1"/>
          </p:cNvSpPr>
          <p:nvPr/>
        </p:nvSpPr>
        <p:spPr>
          <a:xfrm xmlns:a="http://schemas.openxmlformats.org/drawingml/2006/main">
            <a:off x="2424642" y="4498618"/>
            <a:ext cx="2008717"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rgbClr val="8EB3DF"/>
                </a:solidFill>
                <a:latin typeface="+mj-lt"/>
                <a:ea typeface="+mj-lt"/>
                <a:cs typeface="+mj-lt"/>
              </a:rPr>
              <a:t>Oil &amp; Gas</a:t>
            </a:r>
          </a:p>
        </p:txBody>
      </p:sp>
      <p:sp>
        <p:nvSpPr>
          <p:cNvPr id="55" name="TextBox 54">
            <a:extLst xmlns:a="http://schemas.openxmlformats.org/drawingml/2006/main">
              <a:ext uri="{FF2B5EF4-FFF2-40B4-BE49-F238E27FC236}">
                <a16:creationId xmlns:a16="http://schemas.microsoft.com/office/drawing/2014/main" id="{4DB670CA-E9B1-BA9F-6215-0BEFAB767ED9}"/>
              </a:ext>
            </a:extLst>
          </p:cNvPr>
          <p:cNvSpPr>
            <a:spLocks xmlns:a="http://schemas.openxmlformats.org/drawingml/2006/main" noGrp="1"/>
          </p:cNvSpPr>
          <p:nvPr/>
        </p:nvSpPr>
        <p:spPr>
          <a:xfrm xmlns:a="http://schemas.openxmlformats.org/drawingml/2006/main">
            <a:off x="368300" y="8409206"/>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Rede D'Or</a:t>
            </a:r>
          </a:p>
        </p:txBody>
      </p:sp>
      <p:sp>
        <p:nvSpPr>
          <p:cNvPr id="56" name="TextBox 55">
            <a:extLst xmlns:a="http://schemas.openxmlformats.org/drawingml/2006/main">
              <a:ext uri="{FF2B5EF4-FFF2-40B4-BE49-F238E27FC236}">
                <a16:creationId xmlns:a16="http://schemas.microsoft.com/office/drawing/2014/main" id="{B45D8185-381D-3841-650D-3B3BEDAAD35D}"/>
              </a:ext>
            </a:extLst>
          </p:cNvPr>
          <p:cNvSpPr>
            <a:spLocks xmlns:a="http://schemas.openxmlformats.org/drawingml/2006/main" noGrp="1"/>
          </p:cNvSpPr>
          <p:nvPr/>
        </p:nvSpPr>
        <p:spPr>
          <a:xfrm xmlns:a="http://schemas.openxmlformats.org/drawingml/2006/main">
            <a:off x="368300" y="8566004"/>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União Química</a:t>
            </a:r>
          </a:p>
        </p:txBody>
      </p:sp>
      <p:sp>
        <p:nvSpPr>
          <p:cNvPr id="60" name="TextBox 59">
            <a:extLst xmlns:a="http://schemas.openxmlformats.org/drawingml/2006/main">
              <a:ext uri="{FF2B5EF4-FFF2-40B4-BE49-F238E27FC236}">
                <a16:creationId xmlns:a16="http://schemas.microsoft.com/office/drawing/2014/main" id="{E378122B-D268-E2E4-95D5-829AD1E7C9F7}"/>
              </a:ext>
            </a:extLst>
          </p:cNvPr>
          <p:cNvSpPr>
            <a:spLocks xmlns:a="http://schemas.openxmlformats.org/drawingml/2006/main" noGrp="1"/>
          </p:cNvSpPr>
          <p:nvPr/>
        </p:nvSpPr>
        <p:spPr>
          <a:xfrm xmlns:a="http://schemas.openxmlformats.org/drawingml/2006/main">
            <a:off x="2424642" y="1492730"/>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WEG</a:t>
            </a:r>
          </a:p>
        </p:txBody>
      </p:sp>
      <p:sp>
        <p:nvSpPr>
          <p:cNvPr id="61" name="TextBox 60">
            <a:extLst xmlns:a="http://schemas.openxmlformats.org/drawingml/2006/main">
              <a:ext uri="{FF2B5EF4-FFF2-40B4-BE49-F238E27FC236}">
                <a16:creationId xmlns:a16="http://schemas.microsoft.com/office/drawing/2014/main" id="{2E2E103C-618D-7F3A-7EE8-9E4E5782C5E0}"/>
              </a:ext>
            </a:extLst>
          </p:cNvPr>
          <p:cNvSpPr>
            <a:spLocks xmlns:a="http://schemas.openxmlformats.org/drawingml/2006/main" noGrp="1"/>
          </p:cNvSpPr>
          <p:nvPr/>
        </p:nvSpPr>
        <p:spPr>
          <a:xfrm xmlns:a="http://schemas.openxmlformats.org/drawingml/2006/main">
            <a:off x="2424642" y="1968912"/>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Aegea</a:t>
            </a:r>
          </a:p>
        </p:txBody>
      </p:sp>
      <p:sp>
        <p:nvSpPr>
          <p:cNvPr id="62" name="TextBox 61">
            <a:extLst xmlns:a="http://schemas.openxmlformats.org/drawingml/2006/main">
              <a:ext uri="{FF2B5EF4-FFF2-40B4-BE49-F238E27FC236}">
                <a16:creationId xmlns:a16="http://schemas.microsoft.com/office/drawing/2014/main" id="{5DC76699-C7B0-B654-FF40-4A4E41368E6C}"/>
              </a:ext>
            </a:extLst>
          </p:cNvPr>
          <p:cNvSpPr>
            <a:spLocks xmlns:a="http://schemas.openxmlformats.org/drawingml/2006/main" noGrp="1"/>
          </p:cNvSpPr>
          <p:nvPr/>
        </p:nvSpPr>
        <p:spPr>
          <a:xfrm xmlns:a="http://schemas.openxmlformats.org/drawingml/2006/main">
            <a:off x="2424642" y="2125710"/>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Auren</a:t>
            </a:r>
          </a:p>
        </p:txBody>
      </p:sp>
      <p:sp>
        <p:nvSpPr>
          <p:cNvPr id="63" name="TextBox 62">
            <a:extLst xmlns:a="http://schemas.openxmlformats.org/drawingml/2006/main">
              <a:ext uri="{FF2B5EF4-FFF2-40B4-BE49-F238E27FC236}">
                <a16:creationId xmlns:a16="http://schemas.microsoft.com/office/drawing/2014/main" id="{B1C7FAA4-CD9A-2895-15CA-9D9DF3BA393E}"/>
              </a:ext>
            </a:extLst>
          </p:cNvPr>
          <p:cNvSpPr>
            <a:spLocks xmlns:a="http://schemas.openxmlformats.org/drawingml/2006/main" noGrp="1"/>
          </p:cNvSpPr>
          <p:nvPr/>
        </p:nvSpPr>
        <p:spPr>
          <a:xfrm xmlns:a="http://schemas.openxmlformats.org/drawingml/2006/main">
            <a:off x="2424642" y="2282508"/>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AXIA</a:t>
            </a:r>
          </a:p>
        </p:txBody>
      </p:sp>
      <p:sp>
        <p:nvSpPr>
          <p:cNvPr id="2" name="TextBox 1">
            <a:extLst xmlns:a="http://schemas.openxmlformats.org/drawingml/2006/main">
              <a:ext uri="{FF2B5EF4-FFF2-40B4-BE49-F238E27FC236}">
                <a16:creationId xmlns:a16="http://schemas.microsoft.com/office/drawing/2014/main" id="{B7FE9BD1-D3D6-EAFC-355A-83F004C9F4AF}"/>
              </a:ext>
            </a:extLst>
          </p:cNvPr>
          <p:cNvSpPr>
            <a:spLocks xmlns:a="http://schemas.openxmlformats.org/drawingml/2006/main" noGrp="1"/>
          </p:cNvSpPr>
          <p:nvPr/>
        </p:nvSpPr>
        <p:spPr>
          <a:xfrm xmlns:a="http://schemas.openxmlformats.org/drawingml/2006/main">
            <a:off x="2424642" y="6072386"/>
            <a:ext cx="2008717"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rgbClr val="8EB3DF"/>
                </a:solidFill>
                <a:latin typeface="+mj-lt"/>
                <a:ea typeface="+mj-lt"/>
                <a:cs typeface="+mj-lt"/>
              </a:rPr>
              <a:t>Pulp &amp; </a:t>
            </a:r>
            <a:r>
              <a:rPr b="1">
                <a:solidFill>
                  <a:srgbClr val="8EB3DF"/>
                </a:solidFill>
                <a:latin typeface="+mj-lt"/>
                <a:ea typeface="+mj-lt"/>
                <a:cs typeface="+mj-lt"/>
              </a:rPr>
              <a:t>Paper</a:t>
            </a:r>
            <a:endParaRPr b="1">
              <a:solidFill>
                <a:srgbClr val="8EB3DF"/>
              </a:solidFill>
              <a:latin typeface="+mj-lt"/>
              <a:ea typeface="+mj-lt"/>
              <a:cs typeface="+mj-lt"/>
            </a:endParaRPr>
          </a:p>
        </p:txBody>
      </p:sp>
      <p:sp>
        <p:nvSpPr>
          <p:cNvPr id="4" name="TextBox 3">
            <a:extLst xmlns:a="http://schemas.openxmlformats.org/drawingml/2006/main">
              <a:ext uri="{FF2B5EF4-FFF2-40B4-BE49-F238E27FC236}">
                <a16:creationId xmlns:a16="http://schemas.microsoft.com/office/drawing/2014/main" id="{3FC7AB02-EB46-1E65-A5CC-457F57C003FF}"/>
              </a:ext>
            </a:extLst>
          </p:cNvPr>
          <p:cNvSpPr>
            <a:spLocks xmlns:a="http://schemas.openxmlformats.org/drawingml/2006/main" noGrp="1"/>
          </p:cNvSpPr>
          <p:nvPr/>
        </p:nvSpPr>
        <p:spPr>
          <a:xfrm xmlns:a="http://schemas.openxmlformats.org/drawingml/2006/main">
            <a:off x="2424642" y="2439306"/>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Cemig</a:t>
            </a:r>
          </a:p>
        </p:txBody>
      </p:sp>
      <p:sp>
        <p:nvSpPr>
          <p:cNvPr id="53" name="TextBox 52">
            <a:extLst xmlns:a="http://schemas.openxmlformats.org/drawingml/2006/main">
              <a:ext uri="{FF2B5EF4-FFF2-40B4-BE49-F238E27FC236}">
                <a16:creationId xmlns:a16="http://schemas.microsoft.com/office/drawing/2014/main" id="{8693FCA1-33DA-2389-A407-9268B379F67F}"/>
              </a:ext>
            </a:extLst>
          </p:cNvPr>
          <p:cNvSpPr>
            <a:spLocks xmlns:a="http://schemas.openxmlformats.org/drawingml/2006/main" noGrp="1"/>
          </p:cNvSpPr>
          <p:nvPr/>
        </p:nvSpPr>
        <p:spPr>
          <a:xfrm xmlns:a="http://schemas.openxmlformats.org/drawingml/2006/main">
            <a:off x="2424642" y="6705366"/>
            <a:ext cx="2008717"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rgbClr val="8EB3DF"/>
                </a:solidFill>
                <a:latin typeface="+mj-lt"/>
                <a:ea typeface="+mj-lt"/>
                <a:cs typeface="+mj-lt"/>
              </a:rPr>
              <a:t>Real </a:t>
            </a:r>
            <a:r>
              <a:rPr b="1">
                <a:solidFill>
                  <a:srgbClr val="8EB3DF"/>
                </a:solidFill>
                <a:latin typeface="+mj-lt"/>
                <a:ea typeface="+mj-lt"/>
                <a:cs typeface="+mj-lt"/>
              </a:rPr>
              <a:t>Estate</a:t>
            </a:r>
            <a:endParaRPr b="1">
              <a:solidFill>
                <a:srgbClr val="8EB3DF"/>
              </a:solidFill>
              <a:latin typeface="+mj-lt"/>
              <a:ea typeface="+mj-lt"/>
              <a:cs typeface="+mj-lt"/>
            </a:endParaRPr>
          </a:p>
        </p:txBody>
      </p:sp>
      <p:sp>
        <p:nvSpPr>
          <p:cNvPr id="58" name="TextBox 57">
            <a:extLst xmlns:a="http://schemas.openxmlformats.org/drawingml/2006/main">
              <a:ext uri="{FF2B5EF4-FFF2-40B4-BE49-F238E27FC236}">
                <a16:creationId xmlns:a16="http://schemas.microsoft.com/office/drawing/2014/main" id="{49E6FB3C-C061-4CD1-DFB0-3FA8969CBB99}"/>
              </a:ext>
            </a:extLst>
          </p:cNvPr>
          <p:cNvSpPr>
            <a:spLocks xmlns:a="http://schemas.openxmlformats.org/drawingml/2006/main" noGrp="1"/>
          </p:cNvSpPr>
          <p:nvPr/>
        </p:nvSpPr>
        <p:spPr>
          <a:xfrm xmlns:a="http://schemas.openxmlformats.org/drawingml/2006/main">
            <a:off x="2424642" y="2596104"/>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Copasa</a:t>
            </a:r>
            <a:endParaRPr sz="800" b="1">
              <a:solidFill>
                <a:schemeClr val="bg1"/>
              </a:solidFill>
              <a:latin typeface="+mj-lt"/>
              <a:ea typeface="+mj-lt"/>
              <a:cs typeface="+mj-lt"/>
            </a:endParaRPr>
          </a:p>
        </p:txBody>
      </p:sp>
      <p:sp>
        <p:nvSpPr>
          <p:cNvPr id="59" name="TextBox 58">
            <a:extLst xmlns:a="http://schemas.openxmlformats.org/drawingml/2006/main">
              <a:ext uri="{FF2B5EF4-FFF2-40B4-BE49-F238E27FC236}">
                <a16:creationId xmlns:a16="http://schemas.microsoft.com/office/drawing/2014/main" id="{A4645B2A-0B5C-628D-46D6-03F0EE2CD46B}"/>
              </a:ext>
            </a:extLst>
          </p:cNvPr>
          <p:cNvSpPr>
            <a:spLocks xmlns:a="http://schemas.openxmlformats.org/drawingml/2006/main" noGrp="1"/>
          </p:cNvSpPr>
          <p:nvPr/>
        </p:nvSpPr>
        <p:spPr>
          <a:xfrm xmlns:a="http://schemas.openxmlformats.org/drawingml/2006/main">
            <a:off x="2424642" y="2752902"/>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Copel</a:t>
            </a:r>
          </a:p>
        </p:txBody>
      </p:sp>
      <p:sp>
        <p:nvSpPr>
          <p:cNvPr id="64" name="TextBox 63">
            <a:extLst xmlns:a="http://schemas.openxmlformats.org/drawingml/2006/main">
              <a:ext uri="{FF2B5EF4-FFF2-40B4-BE49-F238E27FC236}">
                <a16:creationId xmlns:a16="http://schemas.microsoft.com/office/drawing/2014/main" id="{3C3080D9-0C55-0798-37A9-609183CE5DB5}"/>
              </a:ext>
            </a:extLst>
          </p:cNvPr>
          <p:cNvSpPr>
            <a:spLocks xmlns:a="http://schemas.openxmlformats.org/drawingml/2006/main" noGrp="1"/>
          </p:cNvSpPr>
          <p:nvPr/>
        </p:nvSpPr>
        <p:spPr>
          <a:xfrm xmlns:a="http://schemas.openxmlformats.org/drawingml/2006/main">
            <a:off x="2424642" y="2909700"/>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Energisa</a:t>
            </a:r>
          </a:p>
        </p:txBody>
      </p:sp>
      <p:sp>
        <p:nvSpPr>
          <p:cNvPr id="65" name="TextBox 64">
            <a:extLst xmlns:a="http://schemas.openxmlformats.org/drawingml/2006/main">
              <a:ext uri="{FF2B5EF4-FFF2-40B4-BE49-F238E27FC236}">
                <a16:creationId xmlns:a16="http://schemas.microsoft.com/office/drawing/2014/main" id="{72896531-3244-9CC7-73E6-3973171B0F33}"/>
              </a:ext>
            </a:extLst>
          </p:cNvPr>
          <p:cNvSpPr>
            <a:spLocks xmlns:a="http://schemas.openxmlformats.org/drawingml/2006/main" noGrp="1"/>
          </p:cNvSpPr>
          <p:nvPr/>
        </p:nvSpPr>
        <p:spPr>
          <a:xfrm xmlns:a="http://schemas.openxmlformats.org/drawingml/2006/main">
            <a:off x="2424642" y="3066498"/>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Engie</a:t>
            </a:r>
          </a:p>
        </p:txBody>
      </p:sp>
      <p:sp>
        <p:nvSpPr>
          <p:cNvPr id="66" name="TextBox 65">
            <a:extLst xmlns:a="http://schemas.openxmlformats.org/drawingml/2006/main">
              <a:ext uri="{FF2B5EF4-FFF2-40B4-BE49-F238E27FC236}">
                <a16:creationId xmlns:a16="http://schemas.microsoft.com/office/drawing/2014/main" id="{89138027-E87B-8D88-BDB5-C92598B62E1D}"/>
              </a:ext>
            </a:extLst>
          </p:cNvPr>
          <p:cNvSpPr>
            <a:spLocks xmlns:a="http://schemas.openxmlformats.org/drawingml/2006/main" noGrp="1"/>
          </p:cNvSpPr>
          <p:nvPr/>
        </p:nvSpPr>
        <p:spPr>
          <a:xfrm xmlns:a="http://schemas.openxmlformats.org/drawingml/2006/main">
            <a:off x="2424642" y="3223296"/>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Equatorial</a:t>
            </a:r>
          </a:p>
        </p:txBody>
      </p:sp>
      <p:sp>
        <p:nvSpPr>
          <p:cNvPr id="67" name="TextBox 66">
            <a:extLst xmlns:a="http://schemas.openxmlformats.org/drawingml/2006/main">
              <a:ext uri="{FF2B5EF4-FFF2-40B4-BE49-F238E27FC236}">
                <a16:creationId xmlns:a16="http://schemas.microsoft.com/office/drawing/2014/main" id="{F00CE533-F996-B427-2E1D-D9A8E8C045EF}"/>
              </a:ext>
            </a:extLst>
          </p:cNvPr>
          <p:cNvSpPr>
            <a:spLocks xmlns:a="http://schemas.openxmlformats.org/drawingml/2006/main" noGrp="1"/>
          </p:cNvSpPr>
          <p:nvPr/>
        </p:nvSpPr>
        <p:spPr>
          <a:xfrm xmlns:a="http://schemas.openxmlformats.org/drawingml/2006/main">
            <a:off x="2424642" y="3380094"/>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Light</a:t>
            </a:r>
          </a:p>
        </p:txBody>
      </p:sp>
      <p:sp>
        <p:nvSpPr>
          <p:cNvPr id="68" name="TextBox 67">
            <a:extLst xmlns:a="http://schemas.openxmlformats.org/drawingml/2006/main">
              <a:ext uri="{FF2B5EF4-FFF2-40B4-BE49-F238E27FC236}">
                <a16:creationId xmlns:a16="http://schemas.microsoft.com/office/drawing/2014/main" id="{B0DFA29A-D090-8777-7E6F-814419912EB5}"/>
              </a:ext>
            </a:extLst>
          </p:cNvPr>
          <p:cNvSpPr>
            <a:spLocks xmlns:a="http://schemas.openxmlformats.org/drawingml/2006/main" noGrp="1"/>
          </p:cNvSpPr>
          <p:nvPr/>
        </p:nvSpPr>
        <p:spPr>
          <a:xfrm xmlns:a="http://schemas.openxmlformats.org/drawingml/2006/main">
            <a:off x="2424642" y="3536892"/>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Orizon</a:t>
            </a:r>
          </a:p>
        </p:txBody>
      </p:sp>
      <p:sp>
        <p:nvSpPr>
          <p:cNvPr id="69" name="TextBox 68">
            <a:extLst xmlns:a="http://schemas.openxmlformats.org/drawingml/2006/main">
              <a:ext uri="{FF2B5EF4-FFF2-40B4-BE49-F238E27FC236}">
                <a16:creationId xmlns:a16="http://schemas.microsoft.com/office/drawing/2014/main" id="{5E395965-B5B6-318A-DF93-7F68D6233802}"/>
              </a:ext>
            </a:extLst>
          </p:cNvPr>
          <p:cNvSpPr>
            <a:spLocks xmlns:a="http://schemas.openxmlformats.org/drawingml/2006/main" noGrp="1"/>
          </p:cNvSpPr>
          <p:nvPr/>
        </p:nvSpPr>
        <p:spPr>
          <a:xfrm xmlns:a="http://schemas.openxmlformats.org/drawingml/2006/main">
            <a:off x="2424642" y="3693690"/>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Taesa</a:t>
            </a:r>
            <a:endParaRPr sz="800" b="1">
              <a:solidFill>
                <a:schemeClr val="bg1"/>
              </a:solidFill>
              <a:latin typeface="+mj-lt"/>
              <a:ea typeface="+mj-lt"/>
              <a:cs typeface="+mj-lt"/>
            </a:endParaRPr>
          </a:p>
        </p:txBody>
      </p:sp>
      <p:sp>
        <p:nvSpPr>
          <p:cNvPr id="70" name="TextBox 69">
            <a:extLst xmlns:a="http://schemas.openxmlformats.org/drawingml/2006/main">
              <a:ext uri="{FF2B5EF4-FFF2-40B4-BE49-F238E27FC236}">
                <a16:creationId xmlns:a16="http://schemas.microsoft.com/office/drawing/2014/main" id="{17232527-EEBE-B07D-9BC4-26FE4264472F}"/>
              </a:ext>
            </a:extLst>
          </p:cNvPr>
          <p:cNvSpPr>
            <a:spLocks xmlns:a="http://schemas.openxmlformats.org/drawingml/2006/main" noGrp="1"/>
          </p:cNvSpPr>
          <p:nvPr/>
        </p:nvSpPr>
        <p:spPr>
          <a:xfrm xmlns:a="http://schemas.openxmlformats.org/drawingml/2006/main">
            <a:off x="2424642" y="4169872"/>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CSN</a:t>
            </a:r>
          </a:p>
        </p:txBody>
      </p:sp>
      <p:sp>
        <p:nvSpPr>
          <p:cNvPr id="72" name="TextBox 71">
            <a:extLst xmlns:a="http://schemas.openxmlformats.org/drawingml/2006/main">
              <a:ext uri="{FF2B5EF4-FFF2-40B4-BE49-F238E27FC236}">
                <a16:creationId xmlns:a16="http://schemas.microsoft.com/office/drawing/2014/main" id="{EF8467F2-80DC-373D-8287-706E25BCADB0}"/>
              </a:ext>
            </a:extLst>
          </p:cNvPr>
          <p:cNvSpPr>
            <a:spLocks xmlns:a="http://schemas.openxmlformats.org/drawingml/2006/main" noGrp="1"/>
          </p:cNvSpPr>
          <p:nvPr/>
        </p:nvSpPr>
        <p:spPr>
          <a:xfrm xmlns:a="http://schemas.openxmlformats.org/drawingml/2006/main">
            <a:off x="4480983" y="1188496"/>
            <a:ext cx="2008717"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rgbClr val="8EB3DF"/>
                </a:solidFill>
                <a:latin typeface="+mj-lt"/>
                <a:ea typeface="+mj-lt"/>
                <a:cs typeface="+mj-lt"/>
              </a:rPr>
              <a:t>Retail</a:t>
            </a:r>
            <a:endParaRPr b="1">
              <a:solidFill>
                <a:srgbClr val="8EB3DF"/>
              </a:solidFill>
              <a:latin typeface="+mj-lt"/>
              <a:ea typeface="+mj-lt"/>
              <a:cs typeface="+mj-lt"/>
            </a:endParaRPr>
          </a:p>
        </p:txBody>
      </p:sp>
      <p:sp>
        <p:nvSpPr>
          <p:cNvPr id="73" name="TextBox 72">
            <a:extLst xmlns:a="http://schemas.openxmlformats.org/drawingml/2006/main">
              <a:ext uri="{FF2B5EF4-FFF2-40B4-BE49-F238E27FC236}">
                <a16:creationId xmlns:a16="http://schemas.microsoft.com/office/drawing/2014/main" id="{058BA303-48E7-7D53-B5F6-32E67216E08E}"/>
              </a:ext>
            </a:extLst>
          </p:cNvPr>
          <p:cNvSpPr>
            <a:spLocks xmlns:a="http://schemas.openxmlformats.org/drawingml/2006/main" noGrp="1"/>
          </p:cNvSpPr>
          <p:nvPr/>
        </p:nvSpPr>
        <p:spPr>
          <a:xfrm xmlns:a="http://schemas.openxmlformats.org/drawingml/2006/main">
            <a:off x="2424642" y="4326670"/>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Vale</a:t>
            </a:r>
          </a:p>
        </p:txBody>
      </p:sp>
      <p:sp>
        <p:nvSpPr>
          <p:cNvPr id="74" name="TextBox 73">
            <a:extLst xmlns:a="http://schemas.openxmlformats.org/drawingml/2006/main">
              <a:ext uri="{FF2B5EF4-FFF2-40B4-BE49-F238E27FC236}">
                <a16:creationId xmlns:a16="http://schemas.microsoft.com/office/drawing/2014/main" id="{EFD498B7-42B9-8C40-F340-AB48FCE47799}"/>
              </a:ext>
            </a:extLst>
          </p:cNvPr>
          <p:cNvSpPr>
            <a:spLocks xmlns:a="http://schemas.openxmlformats.org/drawingml/2006/main" noGrp="1"/>
          </p:cNvSpPr>
          <p:nvPr/>
        </p:nvSpPr>
        <p:spPr>
          <a:xfrm xmlns:a="http://schemas.openxmlformats.org/drawingml/2006/main">
            <a:off x="2424642" y="4802852"/>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Brava</a:t>
            </a:r>
          </a:p>
        </p:txBody>
      </p:sp>
      <p:sp>
        <p:nvSpPr>
          <p:cNvPr id="75" name="TextBox 74">
            <a:extLst xmlns:a="http://schemas.openxmlformats.org/drawingml/2006/main">
              <a:ext uri="{FF2B5EF4-FFF2-40B4-BE49-F238E27FC236}">
                <a16:creationId xmlns:a16="http://schemas.microsoft.com/office/drawing/2014/main" id="{A74CA77C-BF25-2146-63EF-1556B265ADF7}"/>
              </a:ext>
            </a:extLst>
          </p:cNvPr>
          <p:cNvSpPr>
            <a:spLocks xmlns:a="http://schemas.openxmlformats.org/drawingml/2006/main" noGrp="1"/>
          </p:cNvSpPr>
          <p:nvPr/>
        </p:nvSpPr>
        <p:spPr>
          <a:xfrm xmlns:a="http://schemas.openxmlformats.org/drawingml/2006/main">
            <a:off x="2424642" y="4959650"/>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Compass</a:t>
            </a:r>
          </a:p>
        </p:txBody>
      </p:sp>
      <p:sp>
        <p:nvSpPr>
          <p:cNvPr id="76" name="TextBox 75">
            <a:extLst xmlns:a="http://schemas.openxmlformats.org/drawingml/2006/main">
              <a:ext uri="{FF2B5EF4-FFF2-40B4-BE49-F238E27FC236}">
                <a16:creationId xmlns:a16="http://schemas.microsoft.com/office/drawing/2014/main" id="{C851A0A4-C990-FFA4-A6DE-B137D96102F9}"/>
              </a:ext>
            </a:extLst>
          </p:cNvPr>
          <p:cNvSpPr>
            <a:spLocks xmlns:a="http://schemas.openxmlformats.org/drawingml/2006/main" noGrp="1"/>
          </p:cNvSpPr>
          <p:nvPr/>
        </p:nvSpPr>
        <p:spPr>
          <a:xfrm xmlns:a="http://schemas.openxmlformats.org/drawingml/2006/main">
            <a:off x="2424642" y="5116448"/>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Origem</a:t>
            </a:r>
          </a:p>
        </p:txBody>
      </p:sp>
      <p:sp>
        <p:nvSpPr>
          <p:cNvPr id="77" name="TextBox 76">
            <a:extLst xmlns:a="http://schemas.openxmlformats.org/drawingml/2006/main">
              <a:ext uri="{FF2B5EF4-FFF2-40B4-BE49-F238E27FC236}">
                <a16:creationId xmlns:a16="http://schemas.microsoft.com/office/drawing/2014/main" id="{CFE7F5A9-CF19-A968-5974-31ECABAF1AC9}"/>
              </a:ext>
            </a:extLst>
          </p:cNvPr>
          <p:cNvSpPr>
            <a:spLocks xmlns:a="http://schemas.openxmlformats.org/drawingml/2006/main" noGrp="1"/>
          </p:cNvSpPr>
          <p:nvPr/>
        </p:nvSpPr>
        <p:spPr>
          <a:xfrm xmlns:a="http://schemas.openxmlformats.org/drawingml/2006/main">
            <a:off x="2424642" y="5273246"/>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Petrobras</a:t>
            </a:r>
          </a:p>
        </p:txBody>
      </p:sp>
      <p:sp>
        <p:nvSpPr>
          <p:cNvPr id="78" name="TextBox 77">
            <a:extLst xmlns:a="http://schemas.openxmlformats.org/drawingml/2006/main">
              <a:ext uri="{FF2B5EF4-FFF2-40B4-BE49-F238E27FC236}">
                <a16:creationId xmlns:a16="http://schemas.microsoft.com/office/drawing/2014/main" id="{0B8DDF99-977B-E8B7-5F87-9C2DF5202137}"/>
              </a:ext>
            </a:extLst>
          </p:cNvPr>
          <p:cNvSpPr>
            <a:spLocks xmlns:a="http://schemas.openxmlformats.org/drawingml/2006/main" noGrp="1"/>
          </p:cNvSpPr>
          <p:nvPr/>
        </p:nvSpPr>
        <p:spPr>
          <a:xfrm xmlns:a="http://schemas.openxmlformats.org/drawingml/2006/main">
            <a:off x="2424642" y="5430044"/>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PetroRecôncavo</a:t>
            </a:r>
          </a:p>
        </p:txBody>
      </p:sp>
      <p:sp>
        <p:nvSpPr>
          <p:cNvPr id="79" name="TextBox 78">
            <a:extLst xmlns:a="http://schemas.openxmlformats.org/drawingml/2006/main">
              <a:ext uri="{FF2B5EF4-FFF2-40B4-BE49-F238E27FC236}">
                <a16:creationId xmlns:a16="http://schemas.microsoft.com/office/drawing/2014/main" id="{C233E533-673B-AD43-284D-57A00772691F}"/>
              </a:ext>
            </a:extLst>
          </p:cNvPr>
          <p:cNvSpPr>
            <a:spLocks xmlns:a="http://schemas.openxmlformats.org/drawingml/2006/main" noGrp="1"/>
          </p:cNvSpPr>
          <p:nvPr/>
        </p:nvSpPr>
        <p:spPr>
          <a:xfrm xmlns:a="http://schemas.openxmlformats.org/drawingml/2006/main">
            <a:off x="2424642" y="5586842"/>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PRIO</a:t>
            </a:r>
          </a:p>
        </p:txBody>
      </p:sp>
      <p:sp>
        <p:nvSpPr>
          <p:cNvPr id="80" name="TextBox 79">
            <a:extLst xmlns:a="http://schemas.openxmlformats.org/drawingml/2006/main">
              <a:ext uri="{FF2B5EF4-FFF2-40B4-BE49-F238E27FC236}">
                <a16:creationId xmlns:a16="http://schemas.microsoft.com/office/drawing/2014/main" id="{714A9E72-719B-08B3-D493-F8BC1E423C60}"/>
              </a:ext>
            </a:extLst>
          </p:cNvPr>
          <p:cNvSpPr>
            <a:spLocks xmlns:a="http://schemas.openxmlformats.org/drawingml/2006/main" noGrp="1"/>
          </p:cNvSpPr>
          <p:nvPr/>
        </p:nvSpPr>
        <p:spPr>
          <a:xfrm xmlns:a="http://schemas.openxmlformats.org/drawingml/2006/main">
            <a:off x="2424642" y="5743640"/>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Ultra</a:t>
            </a:r>
          </a:p>
        </p:txBody>
      </p:sp>
      <p:sp>
        <p:nvSpPr>
          <p:cNvPr id="81" name="TextBox 80">
            <a:extLst xmlns:a="http://schemas.openxmlformats.org/drawingml/2006/main">
              <a:ext uri="{FF2B5EF4-FFF2-40B4-BE49-F238E27FC236}">
                <a16:creationId xmlns:a16="http://schemas.microsoft.com/office/drawing/2014/main" id="{CA18C3C5-A413-494D-DA5F-137BD2C592B3}"/>
              </a:ext>
            </a:extLst>
          </p:cNvPr>
          <p:cNvSpPr>
            <a:spLocks xmlns:a="http://schemas.openxmlformats.org/drawingml/2006/main" noGrp="1"/>
          </p:cNvSpPr>
          <p:nvPr/>
        </p:nvSpPr>
        <p:spPr>
          <a:xfrm xmlns:a="http://schemas.openxmlformats.org/drawingml/2006/main">
            <a:off x="2424642" y="5900438"/>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Vibra</a:t>
            </a:r>
            <a:endParaRPr sz="800" b="1">
              <a:solidFill>
                <a:schemeClr val="bg1"/>
              </a:solidFill>
              <a:latin typeface="+mj-lt"/>
              <a:ea typeface="+mj-lt"/>
              <a:cs typeface="+mj-lt"/>
            </a:endParaRPr>
          </a:p>
        </p:txBody>
      </p:sp>
      <p:sp>
        <p:nvSpPr>
          <p:cNvPr id="82" name="TextBox 81">
            <a:extLst xmlns:a="http://schemas.openxmlformats.org/drawingml/2006/main">
              <a:ext uri="{FF2B5EF4-FFF2-40B4-BE49-F238E27FC236}">
                <a16:creationId xmlns:a16="http://schemas.microsoft.com/office/drawing/2014/main" id="{F879602E-D67B-2D39-D270-FE957939CA23}"/>
              </a:ext>
            </a:extLst>
          </p:cNvPr>
          <p:cNvSpPr>
            <a:spLocks xmlns:a="http://schemas.openxmlformats.org/drawingml/2006/main" noGrp="1"/>
          </p:cNvSpPr>
          <p:nvPr/>
        </p:nvSpPr>
        <p:spPr>
          <a:xfrm xmlns:a="http://schemas.openxmlformats.org/drawingml/2006/main">
            <a:off x="2424642" y="6376620"/>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Klabin</a:t>
            </a:r>
          </a:p>
        </p:txBody>
      </p:sp>
      <p:sp>
        <p:nvSpPr>
          <p:cNvPr id="83" name="TextBox 82">
            <a:extLst xmlns:a="http://schemas.openxmlformats.org/drawingml/2006/main">
              <a:ext uri="{FF2B5EF4-FFF2-40B4-BE49-F238E27FC236}">
                <a16:creationId xmlns:a16="http://schemas.microsoft.com/office/drawing/2014/main" id="{2C7B66D0-5298-0B63-A4F1-5DF002440421}"/>
              </a:ext>
            </a:extLst>
          </p:cNvPr>
          <p:cNvSpPr>
            <a:spLocks xmlns:a="http://schemas.openxmlformats.org/drawingml/2006/main" noGrp="1"/>
          </p:cNvSpPr>
          <p:nvPr/>
        </p:nvSpPr>
        <p:spPr>
          <a:xfrm xmlns:a="http://schemas.openxmlformats.org/drawingml/2006/main">
            <a:off x="2424642" y="6533418"/>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Suzano</a:t>
            </a:r>
            <a:endParaRPr sz="800" b="1">
              <a:solidFill>
                <a:schemeClr val="bg1"/>
              </a:solidFill>
              <a:latin typeface="+mj-lt"/>
              <a:ea typeface="+mj-lt"/>
              <a:cs typeface="+mj-lt"/>
            </a:endParaRPr>
          </a:p>
        </p:txBody>
      </p:sp>
      <p:sp>
        <p:nvSpPr>
          <p:cNvPr id="84" name="TextBox 83">
            <a:extLst xmlns:a="http://schemas.openxmlformats.org/drawingml/2006/main">
              <a:ext uri="{FF2B5EF4-FFF2-40B4-BE49-F238E27FC236}">
                <a16:creationId xmlns:a16="http://schemas.microsoft.com/office/drawing/2014/main" id="{49E4E2B0-973D-D93B-8B5F-0617BDFF3355}"/>
              </a:ext>
            </a:extLst>
          </p:cNvPr>
          <p:cNvSpPr>
            <a:spLocks xmlns:a="http://schemas.openxmlformats.org/drawingml/2006/main" noGrp="1"/>
          </p:cNvSpPr>
          <p:nvPr/>
        </p:nvSpPr>
        <p:spPr>
          <a:xfrm xmlns:a="http://schemas.openxmlformats.org/drawingml/2006/main">
            <a:off x="2424642" y="7009600"/>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Allos</a:t>
            </a:r>
          </a:p>
        </p:txBody>
      </p:sp>
      <p:sp>
        <p:nvSpPr>
          <p:cNvPr id="85" name="TextBox 84">
            <a:extLst xmlns:a="http://schemas.openxmlformats.org/drawingml/2006/main">
              <a:ext uri="{FF2B5EF4-FFF2-40B4-BE49-F238E27FC236}">
                <a16:creationId xmlns:a16="http://schemas.microsoft.com/office/drawing/2014/main" id="{A3BBB7B1-7A1C-A8FD-A973-F6B5496F4F82}"/>
              </a:ext>
            </a:extLst>
          </p:cNvPr>
          <p:cNvSpPr>
            <a:spLocks xmlns:a="http://schemas.openxmlformats.org/drawingml/2006/main" noGrp="1"/>
          </p:cNvSpPr>
          <p:nvPr/>
        </p:nvSpPr>
        <p:spPr>
          <a:xfrm xmlns:a="http://schemas.openxmlformats.org/drawingml/2006/main">
            <a:off x="2424642" y="7166398"/>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Cury</a:t>
            </a:r>
          </a:p>
        </p:txBody>
      </p:sp>
      <p:sp>
        <p:nvSpPr>
          <p:cNvPr id="86" name="TextBox 85">
            <a:extLst xmlns:a="http://schemas.openxmlformats.org/drawingml/2006/main">
              <a:ext uri="{FF2B5EF4-FFF2-40B4-BE49-F238E27FC236}">
                <a16:creationId xmlns:a16="http://schemas.microsoft.com/office/drawing/2014/main" id="{0397B395-7C6E-8796-41AB-D950F4CD046C}"/>
              </a:ext>
            </a:extLst>
          </p:cNvPr>
          <p:cNvSpPr>
            <a:spLocks xmlns:a="http://schemas.openxmlformats.org/drawingml/2006/main" noGrp="1"/>
          </p:cNvSpPr>
          <p:nvPr/>
        </p:nvSpPr>
        <p:spPr>
          <a:xfrm xmlns:a="http://schemas.openxmlformats.org/drawingml/2006/main">
            <a:off x="4480983" y="4643840"/>
            <a:ext cx="2008717"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rgbClr val="8EB3DF"/>
                </a:solidFill>
                <a:latin typeface="+mj-lt"/>
                <a:ea typeface="+mj-lt"/>
                <a:cs typeface="+mj-lt"/>
              </a:rPr>
              <a:t>TMT</a:t>
            </a:r>
          </a:p>
        </p:txBody>
      </p:sp>
      <p:sp>
        <p:nvSpPr>
          <p:cNvPr id="87" name="TextBox 86">
            <a:extLst xmlns:a="http://schemas.openxmlformats.org/drawingml/2006/main">
              <a:ext uri="{FF2B5EF4-FFF2-40B4-BE49-F238E27FC236}">
                <a16:creationId xmlns:a16="http://schemas.microsoft.com/office/drawing/2014/main" id="{41D30E5F-F79A-4BA6-D6D8-126051331A43}"/>
              </a:ext>
            </a:extLst>
          </p:cNvPr>
          <p:cNvSpPr>
            <a:spLocks xmlns:a="http://schemas.openxmlformats.org/drawingml/2006/main" noGrp="1"/>
          </p:cNvSpPr>
          <p:nvPr/>
        </p:nvSpPr>
        <p:spPr>
          <a:xfrm xmlns:a="http://schemas.openxmlformats.org/drawingml/2006/main">
            <a:off x="2424642" y="7323196"/>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Cyrela</a:t>
            </a:r>
          </a:p>
        </p:txBody>
      </p:sp>
      <p:sp>
        <p:nvSpPr>
          <p:cNvPr id="88" name="TextBox 87">
            <a:extLst xmlns:a="http://schemas.openxmlformats.org/drawingml/2006/main">
              <a:ext uri="{FF2B5EF4-FFF2-40B4-BE49-F238E27FC236}">
                <a16:creationId xmlns:a16="http://schemas.microsoft.com/office/drawing/2014/main" id="{A6D41F3C-6C2E-CEAA-7340-7B94498C9852}"/>
              </a:ext>
            </a:extLst>
          </p:cNvPr>
          <p:cNvSpPr>
            <a:spLocks xmlns:a="http://schemas.openxmlformats.org/drawingml/2006/main" noGrp="1"/>
          </p:cNvSpPr>
          <p:nvPr/>
        </p:nvSpPr>
        <p:spPr>
          <a:xfrm xmlns:a="http://schemas.openxmlformats.org/drawingml/2006/main">
            <a:off x="2424642" y="7479994"/>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Direcional</a:t>
            </a:r>
          </a:p>
        </p:txBody>
      </p:sp>
      <p:sp>
        <p:nvSpPr>
          <p:cNvPr id="89" name="TextBox 88">
            <a:extLst xmlns:a="http://schemas.openxmlformats.org/drawingml/2006/main">
              <a:ext uri="{FF2B5EF4-FFF2-40B4-BE49-F238E27FC236}">
                <a16:creationId xmlns:a16="http://schemas.microsoft.com/office/drawing/2014/main" id="{FF2EF6C5-87FC-71E4-3D25-3CE0DA2EA389}"/>
              </a:ext>
            </a:extLst>
          </p:cNvPr>
          <p:cNvSpPr>
            <a:spLocks xmlns:a="http://schemas.openxmlformats.org/drawingml/2006/main" noGrp="1"/>
          </p:cNvSpPr>
          <p:nvPr/>
        </p:nvSpPr>
        <p:spPr>
          <a:xfrm xmlns:a="http://schemas.openxmlformats.org/drawingml/2006/main">
            <a:off x="2424642" y="7636792"/>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Even</a:t>
            </a:r>
          </a:p>
        </p:txBody>
      </p:sp>
      <p:sp>
        <p:nvSpPr>
          <p:cNvPr id="90" name="TextBox 89">
            <a:extLst xmlns:a="http://schemas.openxmlformats.org/drawingml/2006/main">
              <a:ext uri="{FF2B5EF4-FFF2-40B4-BE49-F238E27FC236}">
                <a16:creationId xmlns:a16="http://schemas.microsoft.com/office/drawing/2014/main" id="{0ABC273B-F528-62AF-7094-05A0F437C606}"/>
              </a:ext>
            </a:extLst>
          </p:cNvPr>
          <p:cNvSpPr>
            <a:spLocks xmlns:a="http://schemas.openxmlformats.org/drawingml/2006/main" noGrp="1"/>
          </p:cNvSpPr>
          <p:nvPr/>
        </p:nvSpPr>
        <p:spPr>
          <a:xfrm xmlns:a="http://schemas.openxmlformats.org/drawingml/2006/main">
            <a:off x="2424642" y="7793590"/>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Iguatemi</a:t>
            </a:r>
          </a:p>
        </p:txBody>
      </p:sp>
      <p:sp>
        <p:nvSpPr>
          <p:cNvPr id="91" name="TextBox 90">
            <a:extLst xmlns:a="http://schemas.openxmlformats.org/drawingml/2006/main">
              <a:ext uri="{FF2B5EF4-FFF2-40B4-BE49-F238E27FC236}">
                <a16:creationId xmlns:a16="http://schemas.microsoft.com/office/drawing/2014/main" id="{0754098A-51C2-807F-56F4-DE52B01A7083}"/>
              </a:ext>
            </a:extLst>
          </p:cNvPr>
          <p:cNvSpPr>
            <a:spLocks xmlns:a="http://schemas.openxmlformats.org/drawingml/2006/main" noGrp="1"/>
          </p:cNvSpPr>
          <p:nvPr/>
        </p:nvSpPr>
        <p:spPr>
          <a:xfrm xmlns:a="http://schemas.openxmlformats.org/drawingml/2006/main">
            <a:off x="2424642" y="7950388"/>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JHSF</a:t>
            </a:r>
          </a:p>
        </p:txBody>
      </p:sp>
      <p:sp>
        <p:nvSpPr>
          <p:cNvPr id="100" name="TextBox 99">
            <a:extLst xmlns:a="http://schemas.openxmlformats.org/drawingml/2006/main">
              <a:ext uri="{FF2B5EF4-FFF2-40B4-BE49-F238E27FC236}">
                <a16:creationId xmlns:a16="http://schemas.microsoft.com/office/drawing/2014/main" id="{BFC50985-3DD3-744E-7A73-43DDCAD107B0}"/>
              </a:ext>
            </a:extLst>
          </p:cNvPr>
          <p:cNvSpPr>
            <a:spLocks xmlns:a="http://schemas.openxmlformats.org/drawingml/2006/main" noGrp="1"/>
          </p:cNvSpPr>
          <p:nvPr/>
        </p:nvSpPr>
        <p:spPr>
          <a:xfrm xmlns:a="http://schemas.openxmlformats.org/drawingml/2006/main">
            <a:off x="4480983" y="6217608"/>
            <a:ext cx="2008717"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rgbClr val="8EB3DF"/>
                </a:solidFill>
                <a:latin typeface="+mj-lt"/>
                <a:ea typeface="+mj-lt"/>
                <a:cs typeface="+mj-lt"/>
              </a:rPr>
              <a:t>Transportation</a:t>
            </a:r>
          </a:p>
        </p:txBody>
      </p:sp>
      <p:sp>
        <p:nvSpPr>
          <p:cNvPr id="101" name="TextBox 100">
            <a:extLst xmlns:a="http://schemas.openxmlformats.org/drawingml/2006/main">
              <a:ext uri="{FF2B5EF4-FFF2-40B4-BE49-F238E27FC236}">
                <a16:creationId xmlns:a16="http://schemas.microsoft.com/office/drawing/2014/main" id="{86887FB9-CCF9-D644-2775-E0B8AE9A705D}"/>
              </a:ext>
            </a:extLst>
          </p:cNvPr>
          <p:cNvSpPr>
            <a:spLocks xmlns:a="http://schemas.openxmlformats.org/drawingml/2006/main" noGrp="1"/>
          </p:cNvSpPr>
          <p:nvPr/>
        </p:nvSpPr>
        <p:spPr>
          <a:xfrm xmlns:a="http://schemas.openxmlformats.org/drawingml/2006/main">
            <a:off x="2424642" y="8107186"/>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Lavvi</a:t>
            </a:r>
            <a:endParaRPr sz="800" b="1">
              <a:solidFill>
                <a:schemeClr val="bg1"/>
              </a:solidFill>
              <a:latin typeface="+mj-lt"/>
              <a:ea typeface="+mj-lt"/>
              <a:cs typeface="+mj-lt"/>
            </a:endParaRPr>
          </a:p>
        </p:txBody>
      </p:sp>
      <p:sp>
        <p:nvSpPr>
          <p:cNvPr id="102" name="TextBox 101">
            <a:extLst xmlns:a="http://schemas.openxmlformats.org/drawingml/2006/main">
              <a:ext uri="{FF2B5EF4-FFF2-40B4-BE49-F238E27FC236}">
                <a16:creationId xmlns:a16="http://schemas.microsoft.com/office/drawing/2014/main" id="{1EC7AAEC-C726-83BB-A802-EB8C3A07755B}"/>
              </a:ext>
            </a:extLst>
          </p:cNvPr>
          <p:cNvSpPr>
            <a:spLocks xmlns:a="http://schemas.openxmlformats.org/drawingml/2006/main" noGrp="1"/>
          </p:cNvSpPr>
          <p:nvPr/>
        </p:nvSpPr>
        <p:spPr>
          <a:xfrm xmlns:a="http://schemas.openxmlformats.org/drawingml/2006/main">
            <a:off x="2424642" y="8263984"/>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Moura Dubeux</a:t>
            </a:r>
          </a:p>
        </p:txBody>
      </p:sp>
      <p:sp>
        <p:nvSpPr>
          <p:cNvPr id="103" name="TextBox 102">
            <a:extLst xmlns:a="http://schemas.openxmlformats.org/drawingml/2006/main">
              <a:ext uri="{FF2B5EF4-FFF2-40B4-BE49-F238E27FC236}">
                <a16:creationId xmlns:a16="http://schemas.microsoft.com/office/drawing/2014/main" id="{5BF9A98D-376D-D659-404C-7C04BB1EA920}"/>
              </a:ext>
            </a:extLst>
          </p:cNvPr>
          <p:cNvSpPr>
            <a:spLocks xmlns:a="http://schemas.openxmlformats.org/drawingml/2006/main" noGrp="1"/>
          </p:cNvSpPr>
          <p:nvPr/>
        </p:nvSpPr>
        <p:spPr>
          <a:xfrm xmlns:a="http://schemas.openxmlformats.org/drawingml/2006/main">
            <a:off x="2424642" y="8420782"/>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MRV</a:t>
            </a:r>
            <a:endParaRPr sz="800" b="1">
              <a:solidFill>
                <a:schemeClr val="bg1"/>
              </a:solidFill>
              <a:latin typeface="+mj-lt"/>
              <a:ea typeface="+mj-lt"/>
              <a:cs typeface="+mj-lt"/>
            </a:endParaRPr>
          </a:p>
        </p:txBody>
      </p:sp>
      <p:sp>
        <p:nvSpPr>
          <p:cNvPr id="104" name="TextBox 103">
            <a:extLst xmlns:a="http://schemas.openxmlformats.org/drawingml/2006/main">
              <a:ext uri="{FF2B5EF4-FFF2-40B4-BE49-F238E27FC236}">
                <a16:creationId xmlns:a16="http://schemas.microsoft.com/office/drawing/2014/main" id="{5F034A05-B0B3-3392-B4EB-256016146EC7}"/>
              </a:ext>
            </a:extLst>
          </p:cNvPr>
          <p:cNvSpPr>
            <a:spLocks xmlns:a="http://schemas.openxmlformats.org/drawingml/2006/main" noGrp="1"/>
          </p:cNvSpPr>
          <p:nvPr/>
        </p:nvSpPr>
        <p:spPr>
          <a:xfrm xmlns:a="http://schemas.openxmlformats.org/drawingml/2006/main">
            <a:off x="2424642" y="8577580"/>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Multiplan</a:t>
            </a:r>
          </a:p>
        </p:txBody>
      </p:sp>
      <p:sp>
        <p:nvSpPr>
          <p:cNvPr id="105" name="TextBox 104">
            <a:extLst xmlns:a="http://schemas.openxmlformats.org/drawingml/2006/main">
              <a:ext uri="{FF2B5EF4-FFF2-40B4-BE49-F238E27FC236}">
                <a16:creationId xmlns:a16="http://schemas.microsoft.com/office/drawing/2014/main" id="{936CC832-23B8-12DB-2A45-427E4EEDC8F2}"/>
              </a:ext>
            </a:extLst>
          </p:cNvPr>
          <p:cNvSpPr>
            <a:spLocks xmlns:a="http://schemas.openxmlformats.org/drawingml/2006/main" noGrp="1"/>
          </p:cNvSpPr>
          <p:nvPr/>
        </p:nvSpPr>
        <p:spPr>
          <a:xfrm xmlns:a="http://schemas.openxmlformats.org/drawingml/2006/main">
            <a:off x="2424642" y="8734378"/>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Plano&amp;Plano</a:t>
            </a:r>
          </a:p>
        </p:txBody>
      </p:sp>
      <p:sp>
        <p:nvSpPr>
          <p:cNvPr id="112" name="TextBox 111">
            <a:extLst xmlns:a="http://schemas.openxmlformats.org/drawingml/2006/main">
              <a:ext uri="{FF2B5EF4-FFF2-40B4-BE49-F238E27FC236}">
                <a16:creationId xmlns:a16="http://schemas.microsoft.com/office/drawing/2014/main" id="{CC015CBD-3E58-1D58-58ED-F680CB26E47A}"/>
              </a:ext>
            </a:extLst>
          </p:cNvPr>
          <p:cNvSpPr>
            <a:spLocks xmlns:a="http://schemas.openxmlformats.org/drawingml/2006/main" noGrp="1"/>
          </p:cNvSpPr>
          <p:nvPr/>
        </p:nvSpPr>
        <p:spPr>
          <a:xfrm xmlns:a="http://schemas.openxmlformats.org/drawingml/2006/main">
            <a:off x="4480983" y="1492730"/>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Alpargatas</a:t>
            </a:r>
          </a:p>
        </p:txBody>
      </p:sp>
      <p:sp>
        <p:nvSpPr>
          <p:cNvPr id="113" name="TextBox 112">
            <a:extLst xmlns:a="http://schemas.openxmlformats.org/drawingml/2006/main">
              <a:ext uri="{FF2B5EF4-FFF2-40B4-BE49-F238E27FC236}">
                <a16:creationId xmlns:a16="http://schemas.microsoft.com/office/drawing/2014/main" id="{393A987D-B5EC-76AA-0CC0-DF5BB0AA5EB5}"/>
              </a:ext>
            </a:extLst>
          </p:cNvPr>
          <p:cNvSpPr>
            <a:spLocks xmlns:a="http://schemas.openxmlformats.org/drawingml/2006/main" noGrp="1"/>
          </p:cNvSpPr>
          <p:nvPr/>
        </p:nvSpPr>
        <p:spPr>
          <a:xfrm xmlns:a="http://schemas.openxmlformats.org/drawingml/2006/main">
            <a:off x="4480983" y="1649528"/>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Assaí</a:t>
            </a:r>
          </a:p>
        </p:txBody>
      </p:sp>
      <p:sp>
        <p:nvSpPr>
          <p:cNvPr id="114" name="TextBox 113">
            <a:extLst xmlns:a="http://schemas.openxmlformats.org/drawingml/2006/main">
              <a:ext uri="{FF2B5EF4-FFF2-40B4-BE49-F238E27FC236}">
                <a16:creationId xmlns:a16="http://schemas.microsoft.com/office/drawing/2014/main" id="{E977F5D8-B614-3EBB-2A0C-792037C6449E}"/>
              </a:ext>
            </a:extLst>
          </p:cNvPr>
          <p:cNvSpPr>
            <a:spLocks xmlns:a="http://schemas.openxmlformats.org/drawingml/2006/main" noGrp="1"/>
          </p:cNvSpPr>
          <p:nvPr/>
        </p:nvSpPr>
        <p:spPr>
          <a:xfrm xmlns:a="http://schemas.openxmlformats.org/drawingml/2006/main">
            <a:off x="4480983" y="1806326"/>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Azzas 2154</a:t>
            </a:r>
            <a:endParaRPr sz="800" b="1">
              <a:solidFill>
                <a:schemeClr val="bg1"/>
              </a:solidFill>
              <a:latin typeface="+mj-lt"/>
              <a:ea typeface="+mj-lt"/>
              <a:cs typeface="+mj-lt"/>
            </a:endParaRPr>
          </a:p>
        </p:txBody>
      </p:sp>
      <p:sp>
        <p:nvSpPr>
          <p:cNvPr id="115" name="TextBox 114">
            <a:extLst xmlns:a="http://schemas.openxmlformats.org/drawingml/2006/main">
              <a:ext uri="{FF2B5EF4-FFF2-40B4-BE49-F238E27FC236}">
                <a16:creationId xmlns:a16="http://schemas.microsoft.com/office/drawing/2014/main" id="{FD273B7A-1543-7557-355D-52D803529B64}"/>
              </a:ext>
            </a:extLst>
          </p:cNvPr>
          <p:cNvSpPr>
            <a:spLocks xmlns:a="http://schemas.openxmlformats.org/drawingml/2006/main" noGrp="1"/>
          </p:cNvSpPr>
          <p:nvPr/>
        </p:nvSpPr>
        <p:spPr>
          <a:xfrm xmlns:a="http://schemas.openxmlformats.org/drawingml/2006/main">
            <a:off x="4480983" y="1963124"/>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C&amp;A</a:t>
            </a:r>
          </a:p>
        </p:txBody>
      </p:sp>
      <p:sp>
        <p:nvSpPr>
          <p:cNvPr id="118" name="TextBox 117">
            <a:extLst xmlns:a="http://schemas.openxmlformats.org/drawingml/2006/main">
              <a:ext uri="{FF2B5EF4-FFF2-40B4-BE49-F238E27FC236}">
                <a16:creationId xmlns:a16="http://schemas.microsoft.com/office/drawing/2014/main" id="{F68C5564-7AD3-A7C8-54D0-530E7A959DD6}"/>
              </a:ext>
            </a:extLst>
          </p:cNvPr>
          <p:cNvSpPr>
            <a:spLocks xmlns:a="http://schemas.openxmlformats.org/drawingml/2006/main" noGrp="1"/>
          </p:cNvSpPr>
          <p:nvPr/>
        </p:nvSpPr>
        <p:spPr>
          <a:xfrm xmlns:a="http://schemas.openxmlformats.org/drawingml/2006/main">
            <a:off x="4480983" y="2119922"/>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Grupo SBF</a:t>
            </a:r>
            <a:endParaRPr sz="800" b="1">
              <a:solidFill>
                <a:schemeClr val="bg1"/>
              </a:solidFill>
              <a:latin typeface="+mj-lt"/>
              <a:ea typeface="+mj-lt"/>
              <a:cs typeface="+mj-lt"/>
            </a:endParaRPr>
          </a:p>
        </p:txBody>
      </p:sp>
      <p:sp>
        <p:nvSpPr>
          <p:cNvPr id="119" name="TextBox 118">
            <a:extLst xmlns:a="http://schemas.openxmlformats.org/drawingml/2006/main">
              <a:ext uri="{FF2B5EF4-FFF2-40B4-BE49-F238E27FC236}">
                <a16:creationId xmlns:a16="http://schemas.microsoft.com/office/drawing/2014/main" id="{5F9FAA32-2495-A805-B67B-C10D433055FF}"/>
              </a:ext>
            </a:extLst>
          </p:cNvPr>
          <p:cNvSpPr>
            <a:spLocks xmlns:a="http://schemas.openxmlformats.org/drawingml/2006/main" noGrp="1"/>
          </p:cNvSpPr>
          <p:nvPr/>
        </p:nvSpPr>
        <p:spPr>
          <a:xfrm xmlns:a="http://schemas.openxmlformats.org/drawingml/2006/main">
            <a:off x="4480983" y="2276720"/>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Live!</a:t>
            </a:r>
          </a:p>
        </p:txBody>
      </p:sp>
      <p:sp>
        <p:nvSpPr>
          <p:cNvPr id="120" name="TextBox 119">
            <a:extLst xmlns:a="http://schemas.openxmlformats.org/drawingml/2006/main">
              <a:ext uri="{FF2B5EF4-FFF2-40B4-BE49-F238E27FC236}">
                <a16:creationId xmlns:a16="http://schemas.microsoft.com/office/drawing/2014/main" id="{A0D7B750-58A9-F833-65A3-680157040C1C}"/>
              </a:ext>
            </a:extLst>
          </p:cNvPr>
          <p:cNvSpPr>
            <a:spLocks xmlns:a="http://schemas.openxmlformats.org/drawingml/2006/main" noGrp="1"/>
          </p:cNvSpPr>
          <p:nvPr/>
        </p:nvSpPr>
        <p:spPr>
          <a:xfrm xmlns:a="http://schemas.openxmlformats.org/drawingml/2006/main">
            <a:off x="4480983" y="2433518"/>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Magalu</a:t>
            </a:r>
          </a:p>
        </p:txBody>
      </p:sp>
      <p:sp>
        <p:nvSpPr>
          <p:cNvPr id="121" name="TextBox 120">
            <a:extLst xmlns:a="http://schemas.openxmlformats.org/drawingml/2006/main">
              <a:ext uri="{FF2B5EF4-FFF2-40B4-BE49-F238E27FC236}">
                <a16:creationId xmlns:a16="http://schemas.microsoft.com/office/drawing/2014/main" id="{E4772F84-9E1F-89BE-FDA5-4082C053C19B}"/>
              </a:ext>
            </a:extLst>
          </p:cNvPr>
          <p:cNvSpPr>
            <a:spLocks xmlns:a="http://schemas.openxmlformats.org/drawingml/2006/main" noGrp="1"/>
          </p:cNvSpPr>
          <p:nvPr/>
        </p:nvSpPr>
        <p:spPr>
          <a:xfrm xmlns:a="http://schemas.openxmlformats.org/drawingml/2006/main">
            <a:off x="4480983" y="2590316"/>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Mercado Libre</a:t>
            </a:r>
            <a:endParaRPr sz="800" b="1">
              <a:solidFill>
                <a:schemeClr val="bg1"/>
              </a:solidFill>
              <a:latin typeface="+mj-lt"/>
              <a:ea typeface="+mj-lt"/>
              <a:cs typeface="+mj-lt"/>
            </a:endParaRPr>
          </a:p>
        </p:txBody>
      </p:sp>
      <p:sp>
        <p:nvSpPr>
          <p:cNvPr id="122" name="TextBox 121">
            <a:extLst xmlns:a="http://schemas.openxmlformats.org/drawingml/2006/main">
              <a:ext uri="{FF2B5EF4-FFF2-40B4-BE49-F238E27FC236}">
                <a16:creationId xmlns:a16="http://schemas.microsoft.com/office/drawing/2014/main" id="{D8ABBA1C-4C5A-6AE4-98C8-791DDDD44C46}"/>
              </a:ext>
            </a:extLst>
          </p:cNvPr>
          <p:cNvSpPr>
            <a:spLocks xmlns:a="http://schemas.openxmlformats.org/drawingml/2006/main" noGrp="1"/>
          </p:cNvSpPr>
          <p:nvPr/>
        </p:nvSpPr>
        <p:spPr>
          <a:xfrm xmlns:a="http://schemas.openxmlformats.org/drawingml/2006/main">
            <a:off x="4480983" y="2747114"/>
            <a:ext cx="2008717"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1">
                <a:solidFill>
                  <a:schemeClr val="bg1"/>
                </a:solidFill>
                <a:latin typeface="+mj-lt"/>
                <a:ea typeface="+mj-lt"/>
                <a:cs typeface="+mj-lt"/>
              </a:rPr>
              <a:t>Natura</a:t>
            </a:r>
          </a:p>
        </p:txBody>
      </p:sp>
      <p:sp>
        <p:nvSpPr>
          <p:cNvPr id="123" name="TextBox 8 2026 copy 1">
            <a:extLst xmlns:a="http://schemas.openxmlformats.org/drawingml/2006/main">
              <a:ext uri="{FF2B5EF4-FFF2-40B4-BE49-F238E27FC236}">
                <a16:creationId xmlns:a16="http://schemas.microsoft.com/office/drawing/2014/main" id="{94CA0D84-2DC6-41D5-B31A-B866BD0A23ED}"/>
              </a:ext>
            </a:extLst>
          </p:cNvPr>
          <p:cNvSpPr>
            <a:spLocks xmlns:a="http://schemas.openxmlformats.org/drawingml/2006/main" noGrp="1"/>
          </p:cNvSpPr>
          <p:nvPr/>
        </p:nvSpPr>
        <p:spPr>
          <a:xfrm xmlns:a="http://schemas.openxmlformats.org/drawingml/2006/main">
            <a:off x="4480983" y="2903912"/>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Pague Menos</a:t>
            </a:r>
          </a:p>
        </p:txBody>
      </p:sp>
      <p:sp>
        <p:nvSpPr>
          <p:cNvPr id="124" name="TextBox 8 2026 copy 2">
            <a:extLst xmlns:a="http://schemas.openxmlformats.org/drawingml/2006/main">
              <a:ext uri="{FF2B5EF4-FFF2-40B4-BE49-F238E27FC236}">
                <a16:creationId xmlns:a16="http://schemas.microsoft.com/office/drawing/2014/main" id="{8DD75E7C-0C31-45F5-8BD4-F30CEDF54379}"/>
              </a:ext>
            </a:extLst>
          </p:cNvPr>
          <p:cNvSpPr>
            <a:spLocks xmlns:a="http://schemas.openxmlformats.org/drawingml/2006/main" noGrp="1"/>
          </p:cNvSpPr>
          <p:nvPr/>
        </p:nvSpPr>
        <p:spPr>
          <a:xfrm xmlns:a="http://schemas.openxmlformats.org/drawingml/2006/main">
            <a:off x="4480983" y="3060710"/>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Panvel</a:t>
            </a:r>
          </a:p>
        </p:txBody>
      </p:sp>
      <p:sp>
        <p:nvSpPr>
          <p:cNvPr id="125" name="TextBox 8 2026 copy 3">
            <a:extLst xmlns:a="http://schemas.openxmlformats.org/drawingml/2006/main">
              <a:ext uri="{FF2B5EF4-FFF2-40B4-BE49-F238E27FC236}">
                <a16:creationId xmlns:a16="http://schemas.microsoft.com/office/drawing/2014/main" id="{D658FF67-1500-464F-B5E3-D1FADFCF3329}"/>
              </a:ext>
            </a:extLst>
          </p:cNvPr>
          <p:cNvSpPr>
            <a:spLocks xmlns:a="http://schemas.openxmlformats.org/drawingml/2006/main" noGrp="1"/>
          </p:cNvSpPr>
          <p:nvPr/>
        </p:nvSpPr>
        <p:spPr>
          <a:xfrm xmlns:a="http://schemas.openxmlformats.org/drawingml/2006/main">
            <a:off x="4480983" y="3217508"/>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Petlove</a:t>
            </a:r>
          </a:p>
        </p:txBody>
      </p:sp>
      <p:sp>
        <p:nvSpPr>
          <p:cNvPr id="126" name="TextBox 8 2026 copy 4">
            <a:extLst xmlns:a="http://schemas.openxmlformats.org/drawingml/2006/main">
              <a:ext uri="{FF2B5EF4-FFF2-40B4-BE49-F238E27FC236}">
                <a16:creationId xmlns:a16="http://schemas.microsoft.com/office/drawing/2014/main" id="{CE8817F6-CACB-4079-B990-4B2C5AB8B274}"/>
              </a:ext>
            </a:extLst>
          </p:cNvPr>
          <p:cNvSpPr>
            <a:spLocks xmlns:a="http://schemas.openxmlformats.org/drawingml/2006/main" noGrp="1"/>
          </p:cNvSpPr>
          <p:nvPr/>
        </p:nvSpPr>
        <p:spPr>
          <a:xfrm xmlns:a="http://schemas.openxmlformats.org/drawingml/2006/main">
            <a:off x="4480983" y="3374306"/>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Petz Cobasi</a:t>
            </a:r>
          </a:p>
        </p:txBody>
      </p:sp>
      <p:sp>
        <p:nvSpPr>
          <p:cNvPr id="127" name="TextBox 8 2026 copy 5">
            <a:extLst xmlns:a="http://schemas.openxmlformats.org/drawingml/2006/main">
              <a:ext uri="{FF2B5EF4-FFF2-40B4-BE49-F238E27FC236}">
                <a16:creationId xmlns:a16="http://schemas.microsoft.com/office/drawing/2014/main" id="{0FB2747A-251D-406A-ABA1-1D76B46EDC06}"/>
              </a:ext>
            </a:extLst>
          </p:cNvPr>
          <p:cNvSpPr>
            <a:spLocks xmlns:a="http://schemas.openxmlformats.org/drawingml/2006/main" noGrp="1"/>
          </p:cNvSpPr>
          <p:nvPr/>
        </p:nvSpPr>
        <p:spPr>
          <a:xfrm xmlns:a="http://schemas.openxmlformats.org/drawingml/2006/main">
            <a:off x="4480983" y="3531104"/>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Profarma</a:t>
            </a:r>
          </a:p>
        </p:txBody>
      </p:sp>
      <p:sp>
        <p:nvSpPr>
          <p:cNvPr id="128" name="TextBox 8 2026 copy 6">
            <a:extLst xmlns:a="http://schemas.openxmlformats.org/drawingml/2006/main">
              <a:ext uri="{FF2B5EF4-FFF2-40B4-BE49-F238E27FC236}">
                <a16:creationId xmlns:a16="http://schemas.microsoft.com/office/drawing/2014/main" id="{8234993C-E1BB-47CD-960D-DDFC87BCAA19}"/>
              </a:ext>
            </a:extLst>
          </p:cNvPr>
          <p:cNvSpPr>
            <a:spLocks xmlns:a="http://schemas.openxmlformats.org/drawingml/2006/main" noGrp="1"/>
          </p:cNvSpPr>
          <p:nvPr/>
        </p:nvSpPr>
        <p:spPr>
          <a:xfrm xmlns:a="http://schemas.openxmlformats.org/drawingml/2006/main">
            <a:off x="4480983" y="3687902"/>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RD Saúde</a:t>
            </a:r>
          </a:p>
        </p:txBody>
      </p:sp>
      <p:sp>
        <p:nvSpPr>
          <p:cNvPr id="129" name="TextBox 8 2026 copy 7">
            <a:extLst xmlns:a="http://schemas.openxmlformats.org/drawingml/2006/main">
              <a:ext uri="{FF2B5EF4-FFF2-40B4-BE49-F238E27FC236}">
                <a16:creationId xmlns:a16="http://schemas.microsoft.com/office/drawing/2014/main" id="{F39A989C-D964-46B3-949E-8BCF7699B70A}"/>
              </a:ext>
            </a:extLst>
          </p:cNvPr>
          <p:cNvSpPr>
            <a:spLocks xmlns:a="http://schemas.openxmlformats.org/drawingml/2006/main" noGrp="1"/>
          </p:cNvSpPr>
          <p:nvPr/>
        </p:nvSpPr>
        <p:spPr>
          <a:xfrm xmlns:a="http://schemas.openxmlformats.org/drawingml/2006/main">
            <a:off x="4480983" y="3844700"/>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Renner</a:t>
            </a:r>
          </a:p>
        </p:txBody>
      </p:sp>
      <p:sp>
        <p:nvSpPr>
          <p:cNvPr id="130" name="TextBox 8 2026 copy 8">
            <a:extLst xmlns:a="http://schemas.openxmlformats.org/drawingml/2006/main">
              <a:ext uri="{FF2B5EF4-FFF2-40B4-BE49-F238E27FC236}">
                <a16:creationId xmlns:a16="http://schemas.microsoft.com/office/drawing/2014/main" id="{7C98FF11-21D0-4CA2-BC8F-225115C7DE7E}"/>
              </a:ext>
            </a:extLst>
          </p:cNvPr>
          <p:cNvSpPr>
            <a:spLocks xmlns:a="http://schemas.openxmlformats.org/drawingml/2006/main" noGrp="1"/>
          </p:cNvSpPr>
          <p:nvPr/>
        </p:nvSpPr>
        <p:spPr>
          <a:xfrm xmlns:a="http://schemas.openxmlformats.org/drawingml/2006/main">
            <a:off x="4480983" y="4001498"/>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Riachuelo</a:t>
            </a:r>
          </a:p>
        </p:txBody>
      </p:sp>
      <p:sp>
        <p:nvSpPr>
          <p:cNvPr id="131" name="TextBox 8 2026 copy 9">
            <a:extLst xmlns:a="http://schemas.openxmlformats.org/drawingml/2006/main">
              <a:ext uri="{FF2B5EF4-FFF2-40B4-BE49-F238E27FC236}">
                <a16:creationId xmlns:a16="http://schemas.microsoft.com/office/drawing/2014/main" id="{52AE936B-792C-4267-9ADF-D7B4E185CE76}"/>
              </a:ext>
            </a:extLst>
          </p:cNvPr>
          <p:cNvSpPr>
            <a:spLocks xmlns:a="http://schemas.openxmlformats.org/drawingml/2006/main" noGrp="1"/>
          </p:cNvSpPr>
          <p:nvPr/>
        </p:nvSpPr>
        <p:spPr>
          <a:xfrm xmlns:a="http://schemas.openxmlformats.org/drawingml/2006/main">
            <a:off x="4480983" y="4158296"/>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Smartfit</a:t>
            </a:r>
          </a:p>
        </p:txBody>
      </p:sp>
      <p:sp>
        <p:nvSpPr>
          <p:cNvPr id="132" name="TextBox 8 2026 copy 10">
            <a:extLst xmlns:a="http://schemas.openxmlformats.org/drawingml/2006/main">
              <a:ext uri="{FF2B5EF4-FFF2-40B4-BE49-F238E27FC236}">
                <a16:creationId xmlns:a16="http://schemas.microsoft.com/office/drawing/2014/main" id="{AE26F871-8665-4985-9C70-D18EF0B53E0A}"/>
              </a:ext>
            </a:extLst>
          </p:cNvPr>
          <p:cNvSpPr>
            <a:spLocks xmlns:a="http://schemas.openxmlformats.org/drawingml/2006/main" noGrp="1"/>
          </p:cNvSpPr>
          <p:nvPr/>
        </p:nvSpPr>
        <p:spPr>
          <a:xfrm xmlns:a="http://schemas.openxmlformats.org/drawingml/2006/main">
            <a:off x="4480983" y="4315094"/>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Vivara</a:t>
            </a:r>
          </a:p>
        </p:txBody>
      </p:sp>
      <p:sp>
        <p:nvSpPr>
          <p:cNvPr id="133" name="TextBox 8 2026 copy 11">
            <a:extLst xmlns:a="http://schemas.openxmlformats.org/drawingml/2006/main">
              <a:ext uri="{FF2B5EF4-FFF2-40B4-BE49-F238E27FC236}">
                <a16:creationId xmlns:a16="http://schemas.microsoft.com/office/drawing/2014/main" id="{9482CD38-74A7-4FF6-876D-F7AFC9546CEE}"/>
              </a:ext>
            </a:extLst>
          </p:cNvPr>
          <p:cNvSpPr>
            <a:spLocks xmlns:a="http://schemas.openxmlformats.org/drawingml/2006/main" noGrp="1"/>
          </p:cNvSpPr>
          <p:nvPr/>
        </p:nvSpPr>
        <p:spPr>
          <a:xfrm xmlns:a="http://schemas.openxmlformats.org/drawingml/2006/main">
            <a:off x="4480983" y="4471892"/>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Vulcabras</a:t>
            </a:r>
          </a:p>
        </p:txBody>
      </p:sp>
      <p:sp>
        <p:nvSpPr>
          <p:cNvPr id="134" name="TextBox 8 2026 copy 12">
            <a:extLst xmlns:a="http://schemas.openxmlformats.org/drawingml/2006/main">
              <a:ext uri="{FF2B5EF4-FFF2-40B4-BE49-F238E27FC236}">
                <a16:creationId xmlns:a16="http://schemas.microsoft.com/office/drawing/2014/main" id="{9D342569-57D2-4C89-ACFD-D2CA83CF61D3}"/>
              </a:ext>
            </a:extLst>
          </p:cNvPr>
          <p:cNvSpPr>
            <a:spLocks xmlns:a="http://schemas.openxmlformats.org/drawingml/2006/main" noGrp="1"/>
          </p:cNvSpPr>
          <p:nvPr/>
        </p:nvSpPr>
        <p:spPr>
          <a:xfrm xmlns:a="http://schemas.openxmlformats.org/drawingml/2006/main">
            <a:off x="4480983" y="4948074"/>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Bemobi</a:t>
            </a:r>
          </a:p>
        </p:txBody>
      </p:sp>
      <p:sp>
        <p:nvSpPr>
          <p:cNvPr id="135" name="TextBox 8 2026 copy 13">
            <a:extLst xmlns:a="http://schemas.openxmlformats.org/drawingml/2006/main">
              <a:ext uri="{FF2B5EF4-FFF2-40B4-BE49-F238E27FC236}">
                <a16:creationId xmlns:a16="http://schemas.microsoft.com/office/drawing/2014/main" id="{7B08D8F9-D299-4159-9EE6-E738E35A7BC2}"/>
              </a:ext>
            </a:extLst>
          </p:cNvPr>
          <p:cNvSpPr>
            <a:spLocks xmlns:a="http://schemas.openxmlformats.org/drawingml/2006/main" noGrp="1"/>
          </p:cNvSpPr>
          <p:nvPr/>
        </p:nvSpPr>
        <p:spPr>
          <a:xfrm xmlns:a="http://schemas.openxmlformats.org/drawingml/2006/main">
            <a:off x="4480983" y="5104872"/>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Intelbras</a:t>
            </a:r>
          </a:p>
        </p:txBody>
      </p:sp>
      <p:sp>
        <p:nvSpPr>
          <p:cNvPr id="136" name="TextBox 8 2026 copy 14">
            <a:extLst xmlns:a="http://schemas.openxmlformats.org/drawingml/2006/main">
              <a:ext uri="{FF2B5EF4-FFF2-40B4-BE49-F238E27FC236}">
                <a16:creationId xmlns:a16="http://schemas.microsoft.com/office/drawing/2014/main" id="{E1D50D8C-DF4E-4570-9D7B-66DD660ED0B5}"/>
              </a:ext>
            </a:extLst>
          </p:cNvPr>
          <p:cNvSpPr>
            <a:spLocks xmlns:a="http://schemas.openxmlformats.org/drawingml/2006/main" noGrp="1"/>
          </p:cNvSpPr>
          <p:nvPr/>
        </p:nvSpPr>
        <p:spPr>
          <a:xfrm xmlns:a="http://schemas.openxmlformats.org/drawingml/2006/main">
            <a:off x="4480983" y="5261670"/>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Livemode</a:t>
            </a:r>
          </a:p>
        </p:txBody>
      </p:sp>
      <p:sp>
        <p:nvSpPr>
          <p:cNvPr id="137" name="TextBox 8 2026 copy 15">
            <a:extLst xmlns:a="http://schemas.openxmlformats.org/drawingml/2006/main">
              <a:ext uri="{FF2B5EF4-FFF2-40B4-BE49-F238E27FC236}">
                <a16:creationId xmlns:a16="http://schemas.microsoft.com/office/drawing/2014/main" id="{4F992CC8-E948-4B49-B8A2-D9E1B72660B8}"/>
              </a:ext>
            </a:extLst>
          </p:cNvPr>
          <p:cNvSpPr>
            <a:spLocks xmlns:a="http://schemas.openxmlformats.org/drawingml/2006/main" noGrp="1"/>
          </p:cNvSpPr>
          <p:nvPr/>
        </p:nvSpPr>
        <p:spPr>
          <a:xfrm xmlns:a="http://schemas.openxmlformats.org/drawingml/2006/main">
            <a:off x="4480983" y="5418468"/>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LWSA</a:t>
            </a:r>
          </a:p>
        </p:txBody>
      </p:sp>
      <p:sp>
        <p:nvSpPr>
          <p:cNvPr id="138" name="TextBox 8 2026 copy 16">
            <a:extLst xmlns:a="http://schemas.openxmlformats.org/drawingml/2006/main">
              <a:ext uri="{FF2B5EF4-FFF2-40B4-BE49-F238E27FC236}">
                <a16:creationId xmlns:a16="http://schemas.microsoft.com/office/drawing/2014/main" id="{457E02CA-0005-44D3-96D5-5C9DA3BFE0D8}"/>
              </a:ext>
            </a:extLst>
          </p:cNvPr>
          <p:cNvSpPr>
            <a:spLocks xmlns:a="http://schemas.openxmlformats.org/drawingml/2006/main" noGrp="1"/>
          </p:cNvSpPr>
          <p:nvPr/>
        </p:nvSpPr>
        <p:spPr>
          <a:xfrm xmlns:a="http://schemas.openxmlformats.org/drawingml/2006/main">
            <a:off x="4480983" y="5575266"/>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Senior Sistemas</a:t>
            </a:r>
          </a:p>
        </p:txBody>
      </p:sp>
      <p:sp>
        <p:nvSpPr>
          <p:cNvPr id="139" name="TextBox 8 2026 copy 17">
            <a:extLst xmlns:a="http://schemas.openxmlformats.org/drawingml/2006/main">
              <a:ext uri="{FF2B5EF4-FFF2-40B4-BE49-F238E27FC236}">
                <a16:creationId xmlns:a16="http://schemas.microsoft.com/office/drawing/2014/main" id="{05B31B0B-6263-4AA9-B596-244B757EAB40}"/>
              </a:ext>
            </a:extLst>
          </p:cNvPr>
          <p:cNvSpPr>
            <a:spLocks xmlns:a="http://schemas.openxmlformats.org/drawingml/2006/main" noGrp="1"/>
          </p:cNvSpPr>
          <p:nvPr/>
        </p:nvSpPr>
        <p:spPr>
          <a:xfrm xmlns:a="http://schemas.openxmlformats.org/drawingml/2006/main">
            <a:off x="4480983" y="5732064"/>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Telefônica Vivo</a:t>
            </a:r>
          </a:p>
        </p:txBody>
      </p:sp>
      <p:sp>
        <p:nvSpPr>
          <p:cNvPr id="140" name="TextBox 8 2026 copy 18">
            <a:extLst xmlns:a="http://schemas.openxmlformats.org/drawingml/2006/main">
              <a:ext uri="{FF2B5EF4-FFF2-40B4-BE49-F238E27FC236}">
                <a16:creationId xmlns:a16="http://schemas.microsoft.com/office/drawing/2014/main" id="{E831E858-9E6F-4A8C-A0DB-FCA426000943}"/>
              </a:ext>
            </a:extLst>
          </p:cNvPr>
          <p:cNvSpPr>
            <a:spLocks xmlns:a="http://schemas.openxmlformats.org/drawingml/2006/main" noGrp="1"/>
          </p:cNvSpPr>
          <p:nvPr/>
        </p:nvSpPr>
        <p:spPr>
          <a:xfrm xmlns:a="http://schemas.openxmlformats.org/drawingml/2006/main">
            <a:off x="4480983" y="5888862"/>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TIM</a:t>
            </a:r>
          </a:p>
        </p:txBody>
      </p:sp>
      <p:sp>
        <p:nvSpPr>
          <p:cNvPr id="141" name="TextBox 8 2026 copy 19">
            <a:extLst xmlns:a="http://schemas.openxmlformats.org/drawingml/2006/main">
              <a:ext uri="{FF2B5EF4-FFF2-40B4-BE49-F238E27FC236}">
                <a16:creationId xmlns:a16="http://schemas.microsoft.com/office/drawing/2014/main" id="{30A7E063-5386-476A-956A-3DD2AFE92052}"/>
              </a:ext>
            </a:extLst>
          </p:cNvPr>
          <p:cNvSpPr>
            <a:spLocks xmlns:a="http://schemas.openxmlformats.org/drawingml/2006/main" noGrp="1"/>
          </p:cNvSpPr>
          <p:nvPr/>
        </p:nvSpPr>
        <p:spPr>
          <a:xfrm xmlns:a="http://schemas.openxmlformats.org/drawingml/2006/main">
            <a:off x="4480983" y="6045660"/>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TOTVS</a:t>
            </a:r>
          </a:p>
        </p:txBody>
      </p:sp>
      <p:sp>
        <p:nvSpPr>
          <p:cNvPr id="142" name="TextBox 8 2026 copy 20">
            <a:extLst xmlns:a="http://schemas.openxmlformats.org/drawingml/2006/main">
              <a:ext uri="{FF2B5EF4-FFF2-40B4-BE49-F238E27FC236}">
                <a16:creationId xmlns:a16="http://schemas.microsoft.com/office/drawing/2014/main" id="{756A8A78-2BE7-48F0-8E25-9344CF6441BE}"/>
              </a:ext>
            </a:extLst>
          </p:cNvPr>
          <p:cNvSpPr>
            <a:spLocks xmlns:a="http://schemas.openxmlformats.org/drawingml/2006/main" noGrp="1"/>
          </p:cNvSpPr>
          <p:nvPr/>
        </p:nvSpPr>
        <p:spPr>
          <a:xfrm xmlns:a="http://schemas.openxmlformats.org/drawingml/2006/main">
            <a:off x="4480983" y="6521842"/>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Armac</a:t>
            </a:r>
          </a:p>
        </p:txBody>
      </p:sp>
      <p:sp>
        <p:nvSpPr>
          <p:cNvPr id="143" name="TextBox 8 2026 copy 21">
            <a:extLst xmlns:a="http://schemas.openxmlformats.org/drawingml/2006/main">
              <a:ext uri="{FF2B5EF4-FFF2-40B4-BE49-F238E27FC236}">
                <a16:creationId xmlns:a16="http://schemas.microsoft.com/office/drawing/2014/main" id="{B6BBE8CF-4D6B-49DF-9222-5855A4272659}"/>
              </a:ext>
            </a:extLst>
          </p:cNvPr>
          <p:cNvSpPr>
            <a:spLocks xmlns:a="http://schemas.openxmlformats.org/drawingml/2006/main" noGrp="1"/>
          </p:cNvSpPr>
          <p:nvPr/>
        </p:nvSpPr>
        <p:spPr>
          <a:xfrm xmlns:a="http://schemas.openxmlformats.org/drawingml/2006/main">
            <a:off x="4480983" y="6678640"/>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Automob</a:t>
            </a:r>
          </a:p>
        </p:txBody>
      </p:sp>
      <p:sp>
        <p:nvSpPr>
          <p:cNvPr id="144" name="TextBox 8 2026 copy 22">
            <a:extLst xmlns:a="http://schemas.openxmlformats.org/drawingml/2006/main">
              <a:ext uri="{FF2B5EF4-FFF2-40B4-BE49-F238E27FC236}">
                <a16:creationId xmlns:a16="http://schemas.microsoft.com/office/drawing/2014/main" id="{C9EF63C5-B8A5-4C56-A0EC-EFAF0D1F9683}"/>
              </a:ext>
            </a:extLst>
          </p:cNvPr>
          <p:cNvSpPr>
            <a:spLocks xmlns:a="http://schemas.openxmlformats.org/drawingml/2006/main" noGrp="1"/>
          </p:cNvSpPr>
          <p:nvPr/>
        </p:nvSpPr>
        <p:spPr>
          <a:xfrm xmlns:a="http://schemas.openxmlformats.org/drawingml/2006/main">
            <a:off x="4480983" y="6835438"/>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Ecorodovias</a:t>
            </a:r>
          </a:p>
        </p:txBody>
      </p:sp>
      <p:sp>
        <p:nvSpPr>
          <p:cNvPr id="145" name="TextBox 8 2026 copy 23">
            <a:extLst xmlns:a="http://schemas.openxmlformats.org/drawingml/2006/main">
              <a:ext uri="{FF2B5EF4-FFF2-40B4-BE49-F238E27FC236}">
                <a16:creationId xmlns:a16="http://schemas.microsoft.com/office/drawing/2014/main" id="{8584CD6A-AC9C-4233-BC87-0BF66B54601E}"/>
              </a:ext>
            </a:extLst>
          </p:cNvPr>
          <p:cNvSpPr>
            <a:spLocks xmlns:a="http://schemas.openxmlformats.org/drawingml/2006/main" noGrp="1"/>
          </p:cNvSpPr>
          <p:nvPr/>
        </p:nvSpPr>
        <p:spPr>
          <a:xfrm xmlns:a="http://schemas.openxmlformats.org/drawingml/2006/main">
            <a:off x="4480983" y="6992236"/>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GPS</a:t>
            </a:r>
          </a:p>
        </p:txBody>
      </p:sp>
      <p:sp>
        <p:nvSpPr>
          <p:cNvPr id="146" name="TextBox 8 2026 copy 24">
            <a:extLst xmlns:a="http://schemas.openxmlformats.org/drawingml/2006/main">
              <a:ext uri="{FF2B5EF4-FFF2-40B4-BE49-F238E27FC236}">
                <a16:creationId xmlns:a16="http://schemas.microsoft.com/office/drawing/2014/main" id="{B08049AC-F0D0-4C0D-92F3-0F830E2752EB}"/>
              </a:ext>
            </a:extLst>
          </p:cNvPr>
          <p:cNvSpPr>
            <a:spLocks xmlns:a="http://schemas.openxmlformats.org/drawingml/2006/main" noGrp="1"/>
          </p:cNvSpPr>
          <p:nvPr/>
        </p:nvSpPr>
        <p:spPr>
          <a:xfrm xmlns:a="http://schemas.openxmlformats.org/drawingml/2006/main">
            <a:off x="4480983" y="7149034"/>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Motiva</a:t>
            </a:r>
          </a:p>
        </p:txBody>
      </p:sp>
      <p:sp>
        <p:nvSpPr>
          <p:cNvPr id="147" name="TextBox 8 2026 copy 25">
            <a:extLst xmlns:a="http://schemas.openxmlformats.org/drawingml/2006/main">
              <a:ext uri="{FF2B5EF4-FFF2-40B4-BE49-F238E27FC236}">
                <a16:creationId xmlns:a16="http://schemas.microsoft.com/office/drawing/2014/main" id="{3A67DDD3-1F67-46A6-9B89-B9F73ACFDE38}"/>
              </a:ext>
            </a:extLst>
          </p:cNvPr>
          <p:cNvSpPr>
            <a:spLocks xmlns:a="http://schemas.openxmlformats.org/drawingml/2006/main" noGrp="1"/>
          </p:cNvSpPr>
          <p:nvPr/>
        </p:nvSpPr>
        <p:spPr>
          <a:xfrm xmlns:a="http://schemas.openxmlformats.org/drawingml/2006/main">
            <a:off x="4480983" y="7305832"/>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Movida</a:t>
            </a:r>
          </a:p>
        </p:txBody>
      </p:sp>
      <p:sp>
        <p:nvSpPr>
          <p:cNvPr id="148" name="TextBox 8 2026 copy 26">
            <a:extLst xmlns:a="http://schemas.openxmlformats.org/drawingml/2006/main">
              <a:ext uri="{FF2B5EF4-FFF2-40B4-BE49-F238E27FC236}">
                <a16:creationId xmlns:a16="http://schemas.microsoft.com/office/drawing/2014/main" id="{F6262BE8-BD2A-4A5E-935E-87AAF50BC183}"/>
              </a:ext>
            </a:extLst>
          </p:cNvPr>
          <p:cNvSpPr>
            <a:spLocks xmlns:a="http://schemas.openxmlformats.org/drawingml/2006/main" noGrp="1"/>
          </p:cNvSpPr>
          <p:nvPr/>
        </p:nvSpPr>
        <p:spPr>
          <a:xfrm xmlns:a="http://schemas.openxmlformats.org/drawingml/2006/main">
            <a:off x="4480983" y="7462630"/>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Priner</a:t>
            </a:r>
          </a:p>
        </p:txBody>
      </p:sp>
      <p:sp>
        <p:nvSpPr>
          <p:cNvPr id="149" name="TextBox 8 2026 copy 27">
            <a:extLst xmlns:a="http://schemas.openxmlformats.org/drawingml/2006/main">
              <a:ext uri="{FF2B5EF4-FFF2-40B4-BE49-F238E27FC236}">
                <a16:creationId xmlns:a16="http://schemas.microsoft.com/office/drawing/2014/main" id="{4E3CBE27-7393-4DD1-9436-C00F8E291690}"/>
              </a:ext>
            </a:extLst>
          </p:cNvPr>
          <p:cNvSpPr>
            <a:spLocks xmlns:a="http://schemas.openxmlformats.org/drawingml/2006/main" noGrp="1"/>
          </p:cNvSpPr>
          <p:nvPr/>
        </p:nvSpPr>
        <p:spPr>
          <a:xfrm xmlns:a="http://schemas.openxmlformats.org/drawingml/2006/main">
            <a:off x="4480983" y="7619428"/>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Rumo</a:t>
            </a:r>
          </a:p>
        </p:txBody>
      </p:sp>
      <p:sp>
        <p:nvSpPr>
          <p:cNvPr id="150" name="TextBox 8 2026 copy 28">
            <a:extLst xmlns:a="http://schemas.openxmlformats.org/drawingml/2006/main">
              <a:ext uri="{FF2B5EF4-FFF2-40B4-BE49-F238E27FC236}">
                <a16:creationId xmlns:a16="http://schemas.microsoft.com/office/drawing/2014/main" id="{FF345CF7-ABE5-419F-976F-997D5639AC79}"/>
              </a:ext>
            </a:extLst>
          </p:cNvPr>
          <p:cNvSpPr>
            <a:spLocks xmlns:a="http://schemas.openxmlformats.org/drawingml/2006/main" noGrp="1"/>
          </p:cNvSpPr>
          <p:nvPr/>
        </p:nvSpPr>
        <p:spPr>
          <a:xfrm xmlns:a="http://schemas.openxmlformats.org/drawingml/2006/main">
            <a:off x="4480983" y="7776226"/>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Simpar</a:t>
            </a:r>
          </a:p>
        </p:txBody>
      </p:sp>
      <p:sp>
        <p:nvSpPr>
          <p:cNvPr id="151" name="TextBox 8 2026 copy 29">
            <a:extLst xmlns:a="http://schemas.openxmlformats.org/drawingml/2006/main">
              <a:ext uri="{FF2B5EF4-FFF2-40B4-BE49-F238E27FC236}">
                <a16:creationId xmlns:a16="http://schemas.microsoft.com/office/drawing/2014/main" id="{E6EDFD60-8FF1-4FFF-B196-843F0C3678FF}"/>
              </a:ext>
            </a:extLst>
          </p:cNvPr>
          <p:cNvSpPr>
            <a:spLocks xmlns:a="http://schemas.openxmlformats.org/drawingml/2006/main" noGrp="1"/>
          </p:cNvSpPr>
          <p:nvPr/>
        </p:nvSpPr>
        <p:spPr>
          <a:xfrm xmlns:a="http://schemas.openxmlformats.org/drawingml/2006/main">
            <a:off x="4480983" y="7933024"/>
            <a:ext cx="2008717" cy="2154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spAutoFit/>
          </a:bodyPr>
          <a:lstStyle xmlns:a="http://schemas.openxmlformats.org/drawingml/2006/main"/>
          <a:p xmlns:a="http://schemas.openxmlformats.org/drawingml/2006/main">
            <a:pPr algn="l">
              <a:defRPr sz="800" b="1">
                <a:solidFill>
                  <a:srgbClr val="FFFFFF"/>
                </a:solidFill>
                <a:latin typeface="+mj-lt"/>
                <a:ea typeface="+mj-lt"/>
                <a:cs typeface="+mj-lt"/>
              </a:defRPr>
            </a:pPr>
            <a:r>
              <a:rPr sz="800" b="1">
                <a:solidFill>
                  <a:srgbClr val="FFFFFF"/>
                </a:solidFill>
                <a:latin typeface="+mj-lt"/>
                <a:ea typeface="+mj-lt"/>
                <a:cs typeface="+mj-lt"/>
              </a:rPr>
              <a:t>Vamos</a:t>
            </a:r>
          </a:p>
        </p:txBody>
      </p:sp>
    </p:spTree>
    <p:extLst>
      <p:ext uri="{BB962C8B-B14F-4D97-AF65-F5344CB8AC3E}">
        <p14:creationId xmlns:p14="http://schemas.microsoft.com/office/powerpoint/2010/main" val="4197992297"/>
      </p:ext>
    </p:extLst>
  </p:cSld>
</p:sld>
</file>

<file path=ppt/theme/theme1.xml><?xml version="1.0" encoding="utf-8"?>
<a:theme xmlns:a="http://schemas.openxmlformats.org/drawingml/2006/main" name="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XP Atacado">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2026-08-06T13:39:10.7710000Z</dcterms:created>
  <dcterms:modified xsi:type="dcterms:W3CDTF">2026-08-06T13:39:10.7710000Z</dcterms:modified>
</coreProperties>
</file>