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notesMasterIdLst>
    <p:notesMasterId r:id="rId4"/>
  </p:notesMasterIdLst>
  <p:sldIdLst>
    <p:sldId id="256" r:id="rId3"/>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2634" y="-1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2026 attendance detail:</a:t>
            </a:r>
          </a:p>
          <a:p>
            <a:r>
              <a:t>3Tentos: August 18th</a:t>
            </a:r>
          </a:p>
          <a:p>
            <a:r>
              <a:t>Ambev: August 17th</a:t>
            </a:r>
          </a:p>
          <a:p>
            <a:r>
              <a:t>Boa Safra: August 17th</a:t>
            </a:r>
          </a:p>
          <a:p>
            <a:r>
              <a:t>Brasil Agro: August 18th</a:t>
            </a:r>
          </a:p>
          <a:p>
            <a:r>
              <a:t>Camil: August 17th</a:t>
            </a:r>
          </a:p>
          <a:p>
            <a:r>
              <a:t>Jalles: August 18th</a:t>
            </a:r>
          </a:p>
          <a:p>
            <a:r>
              <a:t>JBS: August 18th</a:t>
            </a:r>
          </a:p>
          <a:p>
            <a:r>
              <a:t>M. Dias Branco: August 18th</a:t>
            </a:r>
          </a:p>
          <a:p>
            <a:r>
              <a:t>MBRF: August 18th</a:t>
            </a:r>
          </a:p>
          <a:p>
            <a:r>
              <a:t>Minerva: August 17th</a:t>
            </a:r>
          </a:p>
          <a:p>
            <a:r>
              <a:t>SLC: August 17th</a:t>
            </a:r>
          </a:p>
          <a:p>
            <a:r>
              <a:t>WEG: August 17th</a:t>
            </a:r>
          </a:p>
          <a:p>
            <a:r>
              <a:t>Ânima: August 17th</a:t>
            </a:r>
          </a:p>
          <a:p>
            <a:r>
              <a:t>Cogna Educação: August 17th</a:t>
            </a:r>
          </a:p>
          <a:p>
            <a:r>
              <a:t>Cruzeiro do Sul Educacional: August 17th</a:t>
            </a:r>
          </a:p>
          <a:p>
            <a:r>
              <a:t>Salta: August 17th</a:t>
            </a:r>
          </a:p>
          <a:p>
            <a:r>
              <a:t>Vitru Educação: August 17th</a:t>
            </a:r>
          </a:p>
          <a:p>
            <a:r>
              <a:t>Yduqs: August 17th</a:t>
            </a:r>
          </a:p>
          <a:p>
            <a:r>
              <a:t>Aegea: August 17th, August 18th</a:t>
            </a:r>
          </a:p>
          <a:p>
            <a:r>
              <a:t>Auren: August 18th</a:t>
            </a:r>
          </a:p>
          <a:p>
            <a:r>
              <a:t>AXIA: August 18th</a:t>
            </a:r>
          </a:p>
          <a:p>
            <a:r>
              <a:t>Cemig: August 18th</a:t>
            </a:r>
          </a:p>
          <a:p>
            <a:r>
              <a:t>Copasa: August 17th</a:t>
            </a:r>
          </a:p>
          <a:p>
            <a:r>
              <a:t>Copel: August 17th</a:t>
            </a:r>
          </a:p>
          <a:p>
            <a:r>
              <a:t>Energisa: August 17th</a:t>
            </a:r>
          </a:p>
          <a:p>
            <a:r>
              <a:t>Engie: August 17th</a:t>
            </a:r>
          </a:p>
          <a:p>
            <a:r>
              <a:t>Equatorial: August 17th</a:t>
            </a:r>
          </a:p>
          <a:p>
            <a:r>
              <a:t>Light: August 18th</a:t>
            </a:r>
          </a:p>
          <a:p>
            <a:r>
              <a:t>Orizon: August 18th</a:t>
            </a:r>
          </a:p>
          <a:p>
            <a:r>
              <a:t>Taesa: August 18th</a:t>
            </a:r>
          </a:p>
          <a:p>
            <a:r>
              <a:t>Agibank: August 17th</a:t>
            </a:r>
          </a:p>
          <a:p>
            <a:r>
              <a:t>B3: August 17th</a:t>
            </a:r>
          </a:p>
          <a:p>
            <a:r>
              <a:t>Banco do Brasil: August 17th</a:t>
            </a:r>
          </a:p>
          <a:p>
            <a:r>
              <a:t>BB Seguridade: August 17th</a:t>
            </a:r>
          </a:p>
          <a:p>
            <a:r>
              <a:t>BR Partners: August 18th</a:t>
            </a:r>
          </a:p>
          <a:p>
            <a:r>
              <a:t>Bradesco: August 17th</a:t>
            </a:r>
          </a:p>
          <a:p>
            <a:r>
              <a:t>Caixa Seguridade: August 17th</a:t>
            </a:r>
          </a:p>
          <a:p>
            <a:r>
              <a:t>IRB(Re): August 18th</a:t>
            </a:r>
          </a:p>
          <a:p>
            <a:r>
              <a:t>Itaú: August 18th</a:t>
            </a:r>
          </a:p>
          <a:p>
            <a:r>
              <a:t>Mercantil: August 17th</a:t>
            </a:r>
          </a:p>
          <a:p>
            <a:r>
              <a:t>Pine: August 18th</a:t>
            </a:r>
          </a:p>
          <a:p>
            <a:r>
              <a:t>Stone: August 17th</a:t>
            </a:r>
          </a:p>
          <a:p>
            <a:r>
              <a:t>XP Inc.: August 18th</a:t>
            </a:r>
          </a:p>
          <a:p>
            <a:r>
              <a:t>XP Research | Macro &amp; Politics: August 17th, August 18th</a:t>
            </a:r>
          </a:p>
          <a:p>
            <a:r>
              <a:t>XP Research | Strategy: August 17th, August 18th</a:t>
            </a:r>
          </a:p>
          <a:p>
            <a:r>
              <a:t>BradSaúde: August 18th</a:t>
            </a:r>
          </a:p>
          <a:p>
            <a:r>
              <a:t>Dasa: August 17th</a:t>
            </a:r>
          </a:p>
          <a:p>
            <a:r>
              <a:t>Fleury: August 18th</a:t>
            </a:r>
          </a:p>
          <a:p>
            <a:r>
              <a:t>Hapvida: August 17th</a:t>
            </a:r>
          </a:p>
          <a:p>
            <a:r>
              <a:t>Hypera: August 17th</a:t>
            </a:r>
          </a:p>
          <a:p>
            <a:r>
              <a:t>Mater Dei: August 17th</a:t>
            </a:r>
          </a:p>
          <a:p>
            <a:r>
              <a:t>Rede D'Or: August 17th</a:t>
            </a:r>
          </a:p>
          <a:p>
            <a:r>
              <a:t>União Química: August 18th</a:t>
            </a:r>
          </a:p>
          <a:p>
            <a:r>
              <a:t>CSN: August 17th</a:t>
            </a:r>
          </a:p>
          <a:p>
            <a:r>
              <a:t>Vale: August 18th</a:t>
            </a:r>
          </a:p>
          <a:p>
            <a:r>
              <a:t>Brava: August 17th</a:t>
            </a:r>
          </a:p>
          <a:p>
            <a:r>
              <a:t>Compass: August 17th</a:t>
            </a:r>
          </a:p>
          <a:p>
            <a:r>
              <a:t>Origem: August 18th</a:t>
            </a:r>
          </a:p>
          <a:p>
            <a:r>
              <a:t>Petrobras: August 18th</a:t>
            </a:r>
          </a:p>
          <a:p>
            <a:r>
              <a:t>PetroRecôncavo: August 17th</a:t>
            </a:r>
          </a:p>
          <a:p>
            <a:r>
              <a:t>PRIO: August 17th</a:t>
            </a:r>
          </a:p>
          <a:p>
            <a:r>
              <a:t>Ultra: August 17th</a:t>
            </a:r>
          </a:p>
          <a:p>
            <a:r>
              <a:t>Vibra: August 18th</a:t>
            </a:r>
          </a:p>
          <a:p>
            <a:r>
              <a:t>Klabin: August 18th</a:t>
            </a:r>
          </a:p>
          <a:p>
            <a:r>
              <a:t>Suzano: August 17th</a:t>
            </a:r>
          </a:p>
          <a:p>
            <a:r>
              <a:t>Allos: August 17th</a:t>
            </a:r>
          </a:p>
          <a:p>
            <a:r>
              <a:t>Cury: August 18th</a:t>
            </a:r>
          </a:p>
          <a:p>
            <a:r>
              <a:t>Cyrela: August 18th</a:t>
            </a:r>
          </a:p>
          <a:p>
            <a:r>
              <a:t>Direcional: August 18th</a:t>
            </a:r>
          </a:p>
          <a:p>
            <a:r>
              <a:t>Even: August 17th</a:t>
            </a:r>
          </a:p>
          <a:p>
            <a:r>
              <a:t>Iguatemi: August 17th</a:t>
            </a:r>
          </a:p>
          <a:p>
            <a:r>
              <a:t>JHSF: August 17th</a:t>
            </a:r>
          </a:p>
          <a:p>
            <a:r>
              <a:t>Lavvi: August 17th</a:t>
            </a:r>
          </a:p>
          <a:p>
            <a:r>
              <a:t>Moura Dubeux: August 18th</a:t>
            </a:r>
          </a:p>
          <a:p>
            <a:r>
              <a:t>MRV: August 18th</a:t>
            </a:r>
          </a:p>
          <a:p>
            <a:r>
              <a:t>Multiplan: August 17th</a:t>
            </a:r>
          </a:p>
          <a:p>
            <a:r>
              <a:t>Plano&amp;Plano: August 17th</a:t>
            </a:r>
          </a:p>
          <a:p>
            <a:r>
              <a:t>Alpargatas: August 17th</a:t>
            </a:r>
          </a:p>
          <a:p>
            <a:r>
              <a:t>Assaí: August 18th</a:t>
            </a:r>
          </a:p>
          <a:p>
            <a:r>
              <a:t>Azzas 2154: August 17th</a:t>
            </a:r>
          </a:p>
          <a:p>
            <a:r>
              <a:t>C&amp;A: August 18th</a:t>
            </a:r>
          </a:p>
          <a:p>
            <a:r>
              <a:t>Grupo SBF: August 17th</a:t>
            </a:r>
          </a:p>
          <a:p>
            <a:r>
              <a:t>Live!: August 17th</a:t>
            </a:r>
          </a:p>
          <a:p>
            <a:r>
              <a:t>Magalu: August 18th</a:t>
            </a:r>
          </a:p>
          <a:p>
            <a:r>
              <a:t>Mercado Libre: August 17th</a:t>
            </a:r>
          </a:p>
          <a:p>
            <a:r>
              <a:t>Natura: August 17th</a:t>
            </a:r>
          </a:p>
          <a:p>
            <a:r>
              <a:t>Pague Menos: August 18th</a:t>
            </a:r>
          </a:p>
          <a:p>
            <a:r>
              <a:t>Panvel: August 18th</a:t>
            </a:r>
          </a:p>
          <a:p>
            <a:r>
              <a:t>Petlove: August 18th</a:t>
            </a:r>
          </a:p>
          <a:p>
            <a:r>
              <a:t>Petz Cobasi: August 17th</a:t>
            </a:r>
          </a:p>
          <a:p>
            <a:r>
              <a:t>Profarma: August 18th</a:t>
            </a:r>
          </a:p>
          <a:p>
            <a:r>
              <a:t>RD Saúde: August 17th</a:t>
            </a:r>
          </a:p>
          <a:p>
            <a:r>
              <a:t>Renner: August 17th</a:t>
            </a:r>
          </a:p>
          <a:p>
            <a:r>
              <a:t>Riachuelo: August 17th</a:t>
            </a:r>
          </a:p>
          <a:p>
            <a:r>
              <a:t>Smartfit: August 18th</a:t>
            </a:r>
          </a:p>
          <a:p>
            <a:r>
              <a:t>Vivara: August 17th</a:t>
            </a:r>
          </a:p>
          <a:p>
            <a:r>
              <a:t>Vulcabras: August 18th</a:t>
            </a:r>
          </a:p>
          <a:p>
            <a:r>
              <a:t>Bemobi: August 18th</a:t>
            </a:r>
          </a:p>
          <a:p>
            <a:r>
              <a:t>Intelbras: August 17th</a:t>
            </a:r>
          </a:p>
          <a:p>
            <a:r>
              <a:t>Livemode: August 18th</a:t>
            </a:r>
          </a:p>
          <a:p>
            <a:r>
              <a:t>LWSA: August 18th</a:t>
            </a:r>
          </a:p>
          <a:p>
            <a:r>
              <a:t>Senior Sistemas: August 17th</a:t>
            </a:r>
          </a:p>
          <a:p>
            <a:r>
              <a:t>Telefônica Vivo: August 17th</a:t>
            </a:r>
          </a:p>
          <a:p>
            <a:r>
              <a:t>TIM: August 18th</a:t>
            </a:r>
          </a:p>
          <a:p>
            <a:r>
              <a:t>TOTVS: August 18th</a:t>
            </a:r>
          </a:p>
          <a:p>
            <a:r>
              <a:t>Armac: August 17th</a:t>
            </a:r>
          </a:p>
          <a:p>
            <a:r>
              <a:t>Automob: August 18th</a:t>
            </a:r>
          </a:p>
          <a:p>
            <a:r>
              <a:t>Ecorodovias: August 18th</a:t>
            </a:r>
          </a:p>
          <a:p>
            <a:r>
              <a:t>GPS: August 18th</a:t>
            </a:r>
          </a:p>
          <a:p>
            <a:r>
              <a:t>Motiva: August 18th</a:t>
            </a:r>
          </a:p>
          <a:p>
            <a:r>
              <a:t>Movida: August 17th</a:t>
            </a:r>
          </a:p>
          <a:p>
            <a:r>
              <a:t>Priner: August 18th</a:t>
            </a:r>
          </a:p>
          <a:p>
            <a:r>
              <a:t>Rumo: August 17th</a:t>
            </a:r>
          </a:p>
          <a:p>
            <a:r>
              <a:t>Simpar: August 17th</a:t>
            </a:r>
          </a:p>
          <a:p>
            <a:r>
              <a:t>Vamos: August 18th</a:t>
            </a:r>
          </a:p>
          <a:p>
            <a:endParaRPr/>
          </a:p>
          <a:p>
            <a:r>
              <a:t>[Sources]</a:t>
            </a:r>
          </a:p>
          <a:p>
            <a:r>
              <a:t>- 2026 participant list supplied by the user (pasted-text.txt).</a:t>
            </a:r>
          </a:p>
          <a:p>
            <a:r>
              <a:t>- Source visual template: https://researchxp1.s3.sa-east-1.amazonaws.com/Company+list.pptx</a:t>
            </a:r>
          </a:p>
          <a:p>
            <a:r>
              <a:t>- XP Research sector taxonomy reference: https://conteudos.xpi.com.br/acoes/relatorios/enquadrando-o-varejo-para-2026/</a:t>
            </a:r>
          </a:p>
          <a:p>
            <a:r>
              <a:t>- XP Research sector taxonomy reference: https://conteudos.xpi.com.br/acoes/relatorios/utilities-previa-de-resultados-1t26/</a:t>
            </a:r>
          </a:p>
          <a:p>
            <a:r>
              <a:t>- XP Research sector taxonomy reference: https://conteudos.xpi.com.br/acoes/relatorios/transportes-previa-de-resultados-do-2t26/</a:t>
            </a:r>
          </a:p>
          <a:p>
            <a:r>
              <a:t>- XP Research sector taxonomy reference: https://conteudos.xpi.com.br/acoes/relatorios/tmt-previa-do-2t26-lwsa3-e-bmob3/</a:t>
            </a:r>
          </a:p>
          <a:p>
            <a:r>
              <a:t>- XP Research sector taxonomy reference: https://conteudos.xpi.com.br/acoes/relatorios/o-setor-de-saude-em-alta-momentum-favoravel-pela-frente/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106" name="Picture 23"/>
          <p:cNvPicPr>
            <a:picLocks noChangeAspect="1"/>
          </p:cNvPicPr>
          <p:nvPr/>
        </p:nvPicPr>
        <p:blipFill>
          <a:blip r:embed="rId2">
            <a:duotone>
              <a:prstClr val="black"/>
              <a:schemeClr val="accent3">
                <a:tint val="45000"/>
                <a:satMod val="400000"/>
              </a:schemeClr>
            </a:duotone>
          </a:blip>
          <a:srcRect l="19001" t="750" r="16689" b="34875"/>
          <a:stretch>
            <a:fillRect/>
          </a:stretch>
        </p:blipFill>
        <p:spPr>
          <a:xfrm>
            <a:off x="1" y="0"/>
            <a:ext cx="6858000" cy="4576743"/>
          </a:xfrm>
          <a:prstGeom prst="rect">
            <a:avLst/>
          </a:prstGeom>
        </p:spPr>
      </p:pic>
      <p:sp>
        <p:nvSpPr>
          <p:cNvPr id="22" name="Rectangle 21">
            <a:extLst>
              <a:ext uri="{FF2B5EF4-FFF2-40B4-BE49-F238E27FC236}">
                <a16:creationId xmlns:a16="http://schemas.microsoft.com/office/drawing/2014/main" id="{CA577A9A-73DF-FD67-D2B9-9DF2479FCA6E}"/>
              </a:ext>
            </a:extLst>
          </p:cNvPr>
          <p:cNvSpPr>
            <a:spLocks noGrp="1"/>
          </p:cNvSpPr>
          <p:nvPr/>
        </p:nvSpPr>
        <p:spPr>
          <a:xfrm>
            <a:off x="0" y="0"/>
            <a:ext cx="6858000" cy="1248534"/>
          </a:xfrm>
          <a:prstGeom prst="rect">
            <a:avLst/>
          </a:prstGeom>
          <a:gradFill>
            <a:gsLst>
              <a:gs pos="100000">
                <a:srgbClr val="000000">
                  <a:alpha val="0"/>
                </a:srgbClr>
              </a:gs>
              <a:gs pos="0">
                <a:srgbClr val="000000">
                  <a:alpha val="5399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00">
              <a:solidFill>
                <a:schemeClr val="tx1"/>
              </a:solidFill>
              <a:latin typeface="Roboto"/>
              <a:ea typeface="Roboto"/>
              <a:cs typeface="Roboto"/>
            </a:endParaRPr>
          </a:p>
        </p:txBody>
      </p:sp>
      <p:sp>
        <p:nvSpPr>
          <p:cNvPr id="58" name="Rectangle 57">
            <a:extLst>
              <a:ext uri="{FF2B5EF4-FFF2-40B4-BE49-F238E27FC236}">
                <a16:creationId xmlns:a16="http://schemas.microsoft.com/office/drawing/2014/main" id="{97701684-EC87-CCCE-A58F-03CD7688915C}"/>
              </a:ext>
            </a:extLst>
          </p:cNvPr>
          <p:cNvSpPr>
            <a:spLocks noGrp="1"/>
          </p:cNvSpPr>
          <p:nvPr/>
        </p:nvSpPr>
        <p:spPr>
          <a:xfrm>
            <a:off x="0" y="4499429"/>
            <a:ext cx="6858000" cy="540657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00">
              <a:solidFill>
                <a:schemeClr val="tx1"/>
              </a:solidFill>
              <a:latin typeface="Roboto"/>
              <a:ea typeface="Roboto"/>
              <a:cs typeface="Roboto"/>
            </a:endParaRPr>
          </a:p>
        </p:txBody>
      </p:sp>
      <p:sp>
        <p:nvSpPr>
          <p:cNvPr id="61" name="Rectangle 60">
            <a:extLst>
              <a:ext uri="{FF2B5EF4-FFF2-40B4-BE49-F238E27FC236}">
                <a16:creationId xmlns:a16="http://schemas.microsoft.com/office/drawing/2014/main" id="{7DD95F5B-5C0F-87F2-49B8-A0B717061D47}"/>
              </a:ext>
            </a:extLst>
          </p:cNvPr>
          <p:cNvSpPr>
            <a:spLocks noGrp="1"/>
          </p:cNvSpPr>
          <p:nvPr/>
        </p:nvSpPr>
        <p:spPr>
          <a:xfrm>
            <a:off x="0" y="3334782"/>
            <a:ext cx="6858000" cy="3811729"/>
          </a:xfrm>
          <a:prstGeom prst="rect">
            <a:avLst/>
          </a:prstGeom>
          <a:gradFill rotWithShape="1">
            <a:gsLst>
              <a:gs pos="100000">
                <a:srgbClr val="000000"/>
              </a:gs>
              <a:gs pos="23000">
                <a:schemeClr val="accent1">
                  <a:lumMod val="90000"/>
                  <a:lumOff val="10000"/>
                  <a:alpha val="44583"/>
                </a:schemeClr>
              </a:gs>
              <a:gs pos="0">
                <a:schemeClr val="accent3">
                  <a:lumMod val="7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00">
              <a:solidFill>
                <a:schemeClr val="tx1"/>
              </a:solidFill>
              <a:latin typeface="Roboto"/>
              <a:ea typeface="Roboto"/>
              <a:cs typeface="Roboto"/>
            </a:endParaRPr>
          </a:p>
        </p:txBody>
      </p:sp>
      <p:sp>
        <p:nvSpPr>
          <p:cNvPr id="7" name="Freeform: Shape 9">
            <a:extLst>
              <a:ext uri="{FF2B5EF4-FFF2-40B4-BE49-F238E27FC236}">
                <a16:creationId xmlns:a16="http://schemas.microsoft.com/office/drawing/2014/main" id="{041EE4E5-B6D8-179D-0CA8-CDA554E89DA7}"/>
              </a:ext>
            </a:extLst>
          </p:cNvPr>
          <p:cNvSpPr>
            <a:spLocks noGrp="1"/>
          </p:cNvSpPr>
          <p:nvPr/>
        </p:nvSpPr>
        <p:spPr>
          <a:xfrm>
            <a:off x="690334" y="718812"/>
            <a:ext cx="356748" cy="321801"/>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9" name="Freeform: Shape 11">
            <a:extLst>
              <a:ext uri="{FF2B5EF4-FFF2-40B4-BE49-F238E27FC236}">
                <a16:creationId xmlns:a16="http://schemas.microsoft.com/office/drawing/2014/main" id="{F7C61DE1-0F58-3F22-F861-4AFD0D939602}"/>
              </a:ext>
            </a:extLst>
          </p:cNvPr>
          <p:cNvSpPr>
            <a:spLocks noGrp="1"/>
          </p:cNvSpPr>
          <p:nvPr/>
        </p:nvSpPr>
        <p:spPr>
          <a:xfrm>
            <a:off x="1114141" y="904213"/>
            <a:ext cx="50639" cy="968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10" name="Freeform: Shape 12">
            <a:extLst>
              <a:ext uri="{FF2B5EF4-FFF2-40B4-BE49-F238E27FC236}">
                <a16:creationId xmlns:a16="http://schemas.microsoft.com/office/drawing/2014/main" id="{5C1DA710-E26C-8C6B-D5FF-9BF5DEAF5F7C}"/>
              </a:ext>
            </a:extLst>
          </p:cNvPr>
          <p:cNvSpPr>
            <a:spLocks noGrp="1"/>
          </p:cNvSpPr>
          <p:nvPr/>
        </p:nvSpPr>
        <p:spPr>
          <a:xfrm>
            <a:off x="1175273" y="903452"/>
            <a:ext cx="93807" cy="99341"/>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11" name="Freeform: Shape 13">
            <a:extLst>
              <a:ext uri="{FF2B5EF4-FFF2-40B4-BE49-F238E27FC236}">
                <a16:creationId xmlns:a16="http://schemas.microsoft.com/office/drawing/2014/main" id="{7BC4F770-36F7-516C-7165-5AF290BF1086}"/>
              </a:ext>
            </a:extLst>
          </p:cNvPr>
          <p:cNvSpPr>
            <a:spLocks noGrp="1"/>
          </p:cNvSpPr>
          <p:nvPr/>
        </p:nvSpPr>
        <p:spPr>
          <a:xfrm>
            <a:off x="1284934" y="903441"/>
            <a:ext cx="77181" cy="99344"/>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12" name="Freeform: Shape 14">
            <a:extLst>
              <a:ext uri="{FF2B5EF4-FFF2-40B4-BE49-F238E27FC236}">
                <a16:creationId xmlns:a16="http://schemas.microsoft.com/office/drawing/2014/main" id="{DE18921F-D057-A295-F00E-1A26CB22F72B}"/>
              </a:ext>
            </a:extLst>
          </p:cNvPr>
          <p:cNvSpPr>
            <a:spLocks noGrp="1"/>
          </p:cNvSpPr>
          <p:nvPr/>
        </p:nvSpPr>
        <p:spPr>
          <a:xfrm>
            <a:off x="1378534" y="903452"/>
            <a:ext cx="93807" cy="99341"/>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13" name="Freeform: Shape 15">
            <a:extLst>
              <a:ext uri="{FF2B5EF4-FFF2-40B4-BE49-F238E27FC236}">
                <a16:creationId xmlns:a16="http://schemas.microsoft.com/office/drawing/2014/main" id="{922CB073-CEC2-551F-1274-3884163A69CB}"/>
              </a:ext>
            </a:extLst>
          </p:cNvPr>
          <p:cNvSpPr>
            <a:spLocks noGrp="1"/>
          </p:cNvSpPr>
          <p:nvPr/>
        </p:nvSpPr>
        <p:spPr>
          <a:xfrm>
            <a:off x="1490490" y="903441"/>
            <a:ext cx="79648" cy="99341"/>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14" name="Freeform: Shape 16">
            <a:extLst>
              <a:ext uri="{FF2B5EF4-FFF2-40B4-BE49-F238E27FC236}">
                <a16:creationId xmlns:a16="http://schemas.microsoft.com/office/drawing/2014/main" id="{FE9E9391-BB10-42D2-9EC7-22BEC0C9F8CF}"/>
              </a:ext>
            </a:extLst>
          </p:cNvPr>
          <p:cNvSpPr>
            <a:spLocks noGrp="1"/>
          </p:cNvSpPr>
          <p:nvPr/>
        </p:nvSpPr>
        <p:spPr>
          <a:xfrm>
            <a:off x="1598042" y="904213"/>
            <a:ext cx="50639" cy="968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15" name="Freeform: Shape 17">
            <a:extLst>
              <a:ext uri="{FF2B5EF4-FFF2-40B4-BE49-F238E27FC236}">
                <a16:creationId xmlns:a16="http://schemas.microsoft.com/office/drawing/2014/main" id="{2FE5AC17-9269-4F78-4E88-01D4C1AC3834}"/>
              </a:ext>
            </a:extLst>
          </p:cNvPr>
          <p:cNvSpPr>
            <a:spLocks noGrp="1"/>
          </p:cNvSpPr>
          <p:nvPr/>
        </p:nvSpPr>
        <p:spPr>
          <a:xfrm>
            <a:off x="1659173" y="903452"/>
            <a:ext cx="95145" cy="99341"/>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16" name="Freeform: Shape 18">
            <a:extLst>
              <a:ext uri="{FF2B5EF4-FFF2-40B4-BE49-F238E27FC236}">
                <a16:creationId xmlns:a16="http://schemas.microsoft.com/office/drawing/2014/main" id="{FA4A64A4-1E0E-DACA-B2EC-46C03BFBD9B8}"/>
              </a:ext>
            </a:extLst>
          </p:cNvPr>
          <p:cNvSpPr>
            <a:spLocks noGrp="1"/>
          </p:cNvSpPr>
          <p:nvPr/>
        </p:nvSpPr>
        <p:spPr>
          <a:xfrm>
            <a:off x="1775511" y="867145"/>
            <a:ext cx="82162" cy="133735"/>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17" name="Date Placeholder 1">
            <a:extLst>
              <a:ext uri="{FF2B5EF4-FFF2-40B4-BE49-F238E27FC236}">
                <a16:creationId xmlns:a16="http://schemas.microsoft.com/office/drawing/2014/main" id="{60BBDE91-241D-4EB4-5421-E0090E889D3A}"/>
              </a:ext>
            </a:extLst>
          </p:cNvPr>
          <p:cNvSpPr>
            <a:spLocks noGrp="1"/>
          </p:cNvSpPr>
          <p:nvPr/>
        </p:nvSpPr>
        <p:spPr>
          <a:xfrm>
            <a:off x="4746852" y="698500"/>
            <a:ext cx="1382486" cy="184666"/>
          </a:xfrm>
          <a:prstGeom prst="rect">
            <a:avLst/>
          </a:prstGeom>
        </p:spPr>
        <p:txBody>
          <a:bodyPr vert="horz" wrap="square" lIns="0" tIns="0" rIns="0" bIns="0" anchor="ctr">
            <a:spAutoFit/>
          </a:bodyPr>
          <a:lstStyle>
            <a:lvl1pPr marL="0" algn="l" defTabSz="914400">
              <a:buNone/>
              <a:defRPr sz="1200" kern="1200">
                <a:solidFill>
                  <a:schemeClr val="bg1"/>
                </a:solidFill>
                <a:latin typeface="Roboto Light"/>
                <a:ea typeface="Roboto Light"/>
                <a:cs typeface="Roboto Ligh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r">
              <a:buNone/>
            </a:pPr>
            <a:r>
              <a:t>August 2026 </a:t>
            </a:r>
          </a:p>
        </p:txBody>
      </p:sp>
      <p:sp>
        <p:nvSpPr>
          <p:cNvPr id="3" name="Text Placeholder 1">
            <a:extLst>
              <a:ext uri="{FF2B5EF4-FFF2-40B4-BE49-F238E27FC236}">
                <a16:creationId xmlns:a16="http://schemas.microsoft.com/office/drawing/2014/main" id="{1FB0AE2D-CE39-5BD5-279E-49AA87D66937}"/>
              </a:ext>
            </a:extLst>
          </p:cNvPr>
          <p:cNvSpPr>
            <a:spLocks noGrp="1"/>
          </p:cNvSpPr>
          <p:nvPr>
            <p:ph type="body" idx="12"/>
          </p:nvPr>
        </p:nvSpPr>
        <p:spPr>
          <a:xfrm>
            <a:off x="571489" y="5116934"/>
            <a:ext cx="5337375" cy="458908"/>
          </a:xfrm>
          <a:prstGeom prst="rect">
            <a:avLst/>
          </a:prstGeom>
        </p:spPr>
        <p:txBody>
          <a:bodyPr/>
          <a:lstStyle>
            <a:lvl1pPr marL="0" indent="0" algn="l" defTabSz="385767">
              <a:lnSpc>
                <a:spcPct val="90000"/>
              </a:lnSpc>
              <a:spcBef>
                <a:spcPts val="422"/>
              </a:spcBef>
              <a:buFont typeface="Arial"/>
              <a:buNone/>
              <a:defRPr sz="3200" b="1" i="0" kern="1200">
                <a:solidFill>
                  <a:schemeClr val="bg1"/>
                </a:solidFill>
                <a:latin typeface="+mj-lt"/>
                <a:ea typeface="+mj-lt"/>
                <a:cs typeface="+mj-lt"/>
              </a:defRPr>
            </a:lvl1pPr>
          </a:lstStyle>
          <a:p>
            <a:r>
              <a:rPr sz="3600" b="1"/>
              <a:t>Key Themes</a:t>
            </a:r>
          </a:p>
        </p:txBody>
      </p:sp>
      <p:sp>
        <p:nvSpPr>
          <p:cNvPr id="53" name="Text Placeholder 40">
            <a:extLst>
              <a:ext uri="{FF2B5EF4-FFF2-40B4-BE49-F238E27FC236}">
                <a16:creationId xmlns:a16="http://schemas.microsoft.com/office/drawing/2014/main" id="{918CA56A-5BD1-C7D8-CB5B-F6E29AE02585}"/>
              </a:ext>
            </a:extLst>
          </p:cNvPr>
          <p:cNvSpPr>
            <a:spLocks noGrp="1"/>
          </p:cNvSpPr>
          <p:nvPr/>
        </p:nvSpPr>
        <p:spPr>
          <a:xfrm>
            <a:off x="4668509" y="6417118"/>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leonardo.alencar@xpi.com.br</a:t>
            </a:r>
          </a:p>
        </p:txBody>
      </p:sp>
      <p:sp>
        <p:nvSpPr>
          <p:cNvPr id="54" name="Text Placeholder 40">
            <a:extLst>
              <a:ext uri="{FF2B5EF4-FFF2-40B4-BE49-F238E27FC236}">
                <a16:creationId xmlns:a16="http://schemas.microsoft.com/office/drawing/2014/main" id="{A5344DC4-85AF-F65A-7821-128EC76FD927}"/>
              </a:ext>
            </a:extLst>
          </p:cNvPr>
          <p:cNvSpPr>
            <a:spLocks noGrp="1"/>
          </p:cNvSpPr>
          <p:nvPr/>
        </p:nvSpPr>
        <p:spPr>
          <a:xfrm>
            <a:off x="4668509" y="6121035"/>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Leonardo Alencar</a:t>
            </a:r>
          </a:p>
        </p:txBody>
      </p:sp>
      <p:sp>
        <p:nvSpPr>
          <p:cNvPr id="55" name="Text Placeholder 40">
            <a:extLst>
              <a:ext uri="{FF2B5EF4-FFF2-40B4-BE49-F238E27FC236}">
                <a16:creationId xmlns:a16="http://schemas.microsoft.com/office/drawing/2014/main" id="{43A320B6-EB71-DAE8-53CA-209E149D9624}"/>
              </a:ext>
            </a:extLst>
          </p:cNvPr>
          <p:cNvSpPr>
            <a:spLocks noGrp="1"/>
          </p:cNvSpPr>
          <p:nvPr/>
        </p:nvSpPr>
        <p:spPr>
          <a:xfrm>
            <a:off x="4668509" y="6278526"/>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Agri, Food and Beverages</a:t>
            </a:r>
          </a:p>
        </p:txBody>
      </p:sp>
      <p:sp>
        <p:nvSpPr>
          <p:cNvPr id="56" name="Text Placeholder 40">
            <a:extLst>
              <a:ext uri="{FF2B5EF4-FFF2-40B4-BE49-F238E27FC236}">
                <a16:creationId xmlns:a16="http://schemas.microsoft.com/office/drawing/2014/main" id="{8996F726-748F-935F-C29C-6DE6ECB73232}"/>
              </a:ext>
            </a:extLst>
          </p:cNvPr>
          <p:cNvSpPr>
            <a:spLocks noGrp="1"/>
          </p:cNvSpPr>
          <p:nvPr/>
        </p:nvSpPr>
        <p:spPr>
          <a:xfrm>
            <a:off x="4668509" y="7219256"/>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regis.cardoso@xpi.com.br</a:t>
            </a:r>
          </a:p>
        </p:txBody>
      </p:sp>
      <p:sp>
        <p:nvSpPr>
          <p:cNvPr id="57" name="Text Placeholder 40">
            <a:extLst>
              <a:ext uri="{FF2B5EF4-FFF2-40B4-BE49-F238E27FC236}">
                <a16:creationId xmlns:a16="http://schemas.microsoft.com/office/drawing/2014/main" id="{C8D615F2-BE66-A028-7D4B-AFD0B70633DD}"/>
              </a:ext>
            </a:extLst>
          </p:cNvPr>
          <p:cNvSpPr>
            <a:spLocks noGrp="1"/>
          </p:cNvSpPr>
          <p:nvPr/>
        </p:nvSpPr>
        <p:spPr>
          <a:xfrm>
            <a:off x="4668509" y="6917013"/>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Regis Cardoso, CFA</a:t>
            </a:r>
          </a:p>
        </p:txBody>
      </p:sp>
      <p:sp>
        <p:nvSpPr>
          <p:cNvPr id="100" name="Text Placeholder 40">
            <a:extLst>
              <a:ext uri="{FF2B5EF4-FFF2-40B4-BE49-F238E27FC236}">
                <a16:creationId xmlns:a16="http://schemas.microsoft.com/office/drawing/2014/main" id="{84EBE237-557B-36DF-1D51-2763CFE9AD6E}"/>
              </a:ext>
            </a:extLst>
          </p:cNvPr>
          <p:cNvSpPr>
            <a:spLocks noGrp="1"/>
          </p:cNvSpPr>
          <p:nvPr/>
        </p:nvSpPr>
        <p:spPr>
          <a:xfrm>
            <a:off x="4668509" y="7080664"/>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Oil, Gas &amp; Petrochemicals</a:t>
            </a:r>
          </a:p>
        </p:txBody>
      </p:sp>
      <p:sp>
        <p:nvSpPr>
          <p:cNvPr id="101" name="Text Placeholder 40">
            <a:extLst>
              <a:ext uri="{FF2B5EF4-FFF2-40B4-BE49-F238E27FC236}">
                <a16:creationId xmlns:a16="http://schemas.microsoft.com/office/drawing/2014/main" id="{3DA42E84-0A44-9963-8D53-A44FECA3A150}"/>
              </a:ext>
            </a:extLst>
          </p:cNvPr>
          <p:cNvSpPr>
            <a:spLocks noGrp="1"/>
          </p:cNvSpPr>
          <p:nvPr/>
        </p:nvSpPr>
        <p:spPr>
          <a:xfrm>
            <a:off x="2700103" y="8804756"/>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raul.garbellotto@xpi.com.br</a:t>
            </a:r>
          </a:p>
        </p:txBody>
      </p:sp>
      <p:sp>
        <p:nvSpPr>
          <p:cNvPr id="102" name="Text Placeholder 40">
            <a:extLst>
              <a:ext uri="{FF2B5EF4-FFF2-40B4-BE49-F238E27FC236}">
                <a16:creationId xmlns:a16="http://schemas.microsoft.com/office/drawing/2014/main" id="{0D6151C3-43C0-8734-54A3-EA863B11FC46}"/>
              </a:ext>
            </a:extLst>
          </p:cNvPr>
          <p:cNvSpPr>
            <a:spLocks noGrp="1"/>
          </p:cNvSpPr>
          <p:nvPr/>
        </p:nvSpPr>
        <p:spPr>
          <a:xfrm>
            <a:off x="2700103" y="8511901"/>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Raul Cavendish</a:t>
            </a:r>
          </a:p>
        </p:txBody>
      </p:sp>
      <p:sp>
        <p:nvSpPr>
          <p:cNvPr id="103" name="Text Placeholder 40">
            <a:extLst>
              <a:ext uri="{FF2B5EF4-FFF2-40B4-BE49-F238E27FC236}">
                <a16:creationId xmlns:a16="http://schemas.microsoft.com/office/drawing/2014/main" id="{FADD56D8-9C9B-A458-02E5-7BC6132052A1}"/>
              </a:ext>
            </a:extLst>
          </p:cNvPr>
          <p:cNvSpPr>
            <a:spLocks noGrp="1"/>
          </p:cNvSpPr>
          <p:nvPr/>
        </p:nvSpPr>
        <p:spPr>
          <a:xfrm>
            <a:off x="2700103" y="8666164"/>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Utilities</a:t>
            </a:r>
          </a:p>
        </p:txBody>
      </p:sp>
      <p:sp>
        <p:nvSpPr>
          <p:cNvPr id="41" name="Text Placeholder 40">
            <a:extLst>
              <a:ext uri="{FF2B5EF4-FFF2-40B4-BE49-F238E27FC236}">
                <a16:creationId xmlns:a16="http://schemas.microsoft.com/office/drawing/2014/main" id="{3BC83110-87AA-7F3F-730D-FEA9E60AF2CA}"/>
              </a:ext>
            </a:extLst>
          </p:cNvPr>
          <p:cNvSpPr>
            <a:spLocks noGrp="1"/>
          </p:cNvSpPr>
          <p:nvPr/>
        </p:nvSpPr>
        <p:spPr>
          <a:xfrm>
            <a:off x="2704288" y="6417118"/>
            <a:ext cx="1579815"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bernardo.guttmann@xpi.com.br</a:t>
            </a:r>
          </a:p>
        </p:txBody>
      </p:sp>
      <p:sp>
        <p:nvSpPr>
          <p:cNvPr id="42" name="Text Placeholder 40">
            <a:extLst>
              <a:ext uri="{FF2B5EF4-FFF2-40B4-BE49-F238E27FC236}">
                <a16:creationId xmlns:a16="http://schemas.microsoft.com/office/drawing/2014/main" id="{21CEC107-28C8-CA36-EBA3-34BEEB817BD2}"/>
              </a:ext>
            </a:extLst>
          </p:cNvPr>
          <p:cNvSpPr>
            <a:spLocks noGrp="1"/>
          </p:cNvSpPr>
          <p:nvPr/>
        </p:nvSpPr>
        <p:spPr>
          <a:xfrm>
            <a:off x="2704288" y="6121035"/>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Bernardo Guttmann</a:t>
            </a:r>
          </a:p>
        </p:txBody>
      </p:sp>
      <p:sp>
        <p:nvSpPr>
          <p:cNvPr id="43" name="Text Placeholder 40">
            <a:extLst>
              <a:ext uri="{FF2B5EF4-FFF2-40B4-BE49-F238E27FC236}">
                <a16:creationId xmlns:a16="http://schemas.microsoft.com/office/drawing/2014/main" id="{6994CD9B-4B6C-0ACB-32BA-AE31889C9D51}"/>
              </a:ext>
            </a:extLst>
          </p:cNvPr>
          <p:cNvSpPr>
            <a:spLocks noGrp="1"/>
          </p:cNvSpPr>
          <p:nvPr/>
        </p:nvSpPr>
        <p:spPr>
          <a:xfrm>
            <a:off x="2704288" y="6278526"/>
            <a:ext cx="1734615" cy="122400"/>
          </a:xfrm>
          <a:prstGeom prst="rect">
            <a:avLst/>
          </a:prstGeom>
          <a:noFill/>
        </p:spPr>
        <p:txBody>
          <a:bodyPr wrap="square" lIns="0" tIns="0" rIns="0" bIns="0" anchor="b">
            <a:noAutofit/>
          </a:bodyPr>
          <a:lstStyle>
            <a:lvl1pPr indent="0">
              <a:lnSpc>
                <a:spcPct val="80000"/>
              </a:lnSpc>
              <a:spcBef>
                <a:spcPts val="1200"/>
              </a:spcBef>
              <a:buFont typeface="Arial"/>
              <a:buNone/>
              <a:defRPr sz="800" b="0" i="1">
                <a:solidFill>
                  <a:schemeClr val="bg2">
                    <a:lumMod val="60000"/>
                    <a:lumOff val="40000"/>
                  </a:schemeClr>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a:r>
              <a:rPr>
                <a:solidFill>
                  <a:schemeClr val="bg1">
                    <a:lumMod val="85000"/>
                  </a:schemeClr>
                </a:solidFill>
              </a:rPr>
              <a:t>TMT, Banks &amp; Non-Bank Financials</a:t>
            </a:r>
          </a:p>
        </p:txBody>
      </p:sp>
      <p:sp>
        <p:nvSpPr>
          <p:cNvPr id="44" name="Text Placeholder 40">
            <a:extLst>
              <a:ext uri="{FF2B5EF4-FFF2-40B4-BE49-F238E27FC236}">
                <a16:creationId xmlns:a16="http://schemas.microsoft.com/office/drawing/2014/main" id="{20F88056-B7AF-EE5D-A306-C0F5D3963BEC}"/>
              </a:ext>
            </a:extLst>
          </p:cNvPr>
          <p:cNvSpPr>
            <a:spLocks noGrp="1"/>
          </p:cNvSpPr>
          <p:nvPr/>
        </p:nvSpPr>
        <p:spPr>
          <a:xfrm>
            <a:off x="2704288" y="7219256"/>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lucas.laghi@xpi.com.br</a:t>
            </a:r>
          </a:p>
        </p:txBody>
      </p:sp>
      <p:sp>
        <p:nvSpPr>
          <p:cNvPr id="45" name="Text Placeholder 40">
            <a:extLst>
              <a:ext uri="{FF2B5EF4-FFF2-40B4-BE49-F238E27FC236}">
                <a16:creationId xmlns:a16="http://schemas.microsoft.com/office/drawing/2014/main" id="{7F252F53-A591-EE51-2C6E-FE9C72953E66}"/>
              </a:ext>
            </a:extLst>
          </p:cNvPr>
          <p:cNvSpPr>
            <a:spLocks noGrp="1"/>
          </p:cNvSpPr>
          <p:nvPr/>
        </p:nvSpPr>
        <p:spPr>
          <a:xfrm>
            <a:off x="2704288" y="6917013"/>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Lucas Laghi</a:t>
            </a:r>
          </a:p>
        </p:txBody>
      </p:sp>
      <p:sp>
        <p:nvSpPr>
          <p:cNvPr id="46" name="Text Placeholder 40">
            <a:extLst>
              <a:ext uri="{FF2B5EF4-FFF2-40B4-BE49-F238E27FC236}">
                <a16:creationId xmlns:a16="http://schemas.microsoft.com/office/drawing/2014/main" id="{0A2BAA50-D512-6BF9-21A6-BD745DF1AC47}"/>
              </a:ext>
            </a:extLst>
          </p:cNvPr>
          <p:cNvSpPr>
            <a:spLocks noGrp="1"/>
          </p:cNvSpPr>
          <p:nvPr/>
        </p:nvSpPr>
        <p:spPr>
          <a:xfrm>
            <a:off x="2704288" y="7080664"/>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M&amp;M, P&amp;P and Capital Goods</a:t>
            </a:r>
          </a:p>
        </p:txBody>
      </p:sp>
      <p:sp>
        <p:nvSpPr>
          <p:cNvPr id="47" name="Text Placeholder 40">
            <a:extLst>
              <a:ext uri="{FF2B5EF4-FFF2-40B4-BE49-F238E27FC236}">
                <a16:creationId xmlns:a16="http://schemas.microsoft.com/office/drawing/2014/main" id="{512DE68A-FDFE-7D87-805D-74CD2C2C5CA5}"/>
              </a:ext>
            </a:extLst>
          </p:cNvPr>
          <p:cNvSpPr>
            <a:spLocks noGrp="1"/>
          </p:cNvSpPr>
          <p:nvPr/>
        </p:nvSpPr>
        <p:spPr>
          <a:xfrm>
            <a:off x="2704288" y="8012006"/>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marcella.ungaretti@xpi.com.br</a:t>
            </a:r>
          </a:p>
        </p:txBody>
      </p:sp>
      <p:sp>
        <p:nvSpPr>
          <p:cNvPr id="48" name="Text Placeholder 40">
            <a:extLst>
              <a:ext uri="{FF2B5EF4-FFF2-40B4-BE49-F238E27FC236}">
                <a16:creationId xmlns:a16="http://schemas.microsoft.com/office/drawing/2014/main" id="{7678BDCB-4457-63A3-857C-C81637AA836D}"/>
              </a:ext>
            </a:extLst>
          </p:cNvPr>
          <p:cNvSpPr>
            <a:spLocks noGrp="1"/>
          </p:cNvSpPr>
          <p:nvPr/>
        </p:nvSpPr>
        <p:spPr>
          <a:xfrm>
            <a:off x="2704288" y="7719151"/>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Marcella Ungaretti</a:t>
            </a:r>
          </a:p>
        </p:txBody>
      </p:sp>
      <p:sp>
        <p:nvSpPr>
          <p:cNvPr id="49" name="Text Placeholder 40">
            <a:extLst>
              <a:ext uri="{FF2B5EF4-FFF2-40B4-BE49-F238E27FC236}">
                <a16:creationId xmlns:a16="http://schemas.microsoft.com/office/drawing/2014/main" id="{967C79C3-AD5B-4EA5-4C37-B0B84D1658F9}"/>
              </a:ext>
            </a:extLst>
          </p:cNvPr>
          <p:cNvSpPr>
            <a:spLocks noGrp="1"/>
          </p:cNvSpPr>
          <p:nvPr/>
        </p:nvSpPr>
        <p:spPr>
          <a:xfrm>
            <a:off x="2704288" y="7873414"/>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Research ESG</a:t>
            </a:r>
          </a:p>
        </p:txBody>
      </p:sp>
      <p:sp>
        <p:nvSpPr>
          <p:cNvPr id="50" name="Text Placeholder 40">
            <a:extLst>
              <a:ext uri="{FF2B5EF4-FFF2-40B4-BE49-F238E27FC236}">
                <a16:creationId xmlns:a16="http://schemas.microsoft.com/office/drawing/2014/main" id="{5DEC57DD-D426-8AD4-B531-4263A27E06C4}"/>
              </a:ext>
            </a:extLst>
          </p:cNvPr>
          <p:cNvSpPr>
            <a:spLocks noGrp="1"/>
          </p:cNvSpPr>
          <p:nvPr/>
        </p:nvSpPr>
        <p:spPr>
          <a:xfrm>
            <a:off x="690334" y="8807984"/>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ygor.altero@xpi.com.br</a:t>
            </a:r>
          </a:p>
        </p:txBody>
      </p:sp>
      <p:sp>
        <p:nvSpPr>
          <p:cNvPr id="51" name="Text Placeholder 40">
            <a:extLst>
              <a:ext uri="{FF2B5EF4-FFF2-40B4-BE49-F238E27FC236}">
                <a16:creationId xmlns:a16="http://schemas.microsoft.com/office/drawing/2014/main" id="{49C7A915-39A6-DEDB-772E-85472EC1063D}"/>
              </a:ext>
            </a:extLst>
          </p:cNvPr>
          <p:cNvSpPr>
            <a:spLocks noGrp="1"/>
          </p:cNvSpPr>
          <p:nvPr/>
        </p:nvSpPr>
        <p:spPr>
          <a:xfrm>
            <a:off x="690334" y="8511901"/>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Ygor Altero</a:t>
            </a:r>
          </a:p>
        </p:txBody>
      </p:sp>
      <p:sp>
        <p:nvSpPr>
          <p:cNvPr id="52" name="Text Placeholder 40">
            <a:extLst>
              <a:ext uri="{FF2B5EF4-FFF2-40B4-BE49-F238E27FC236}">
                <a16:creationId xmlns:a16="http://schemas.microsoft.com/office/drawing/2014/main" id="{4833A01E-4ED1-62B4-0181-A3A2F7856B55}"/>
              </a:ext>
            </a:extLst>
          </p:cNvPr>
          <p:cNvSpPr>
            <a:spLocks noGrp="1"/>
          </p:cNvSpPr>
          <p:nvPr/>
        </p:nvSpPr>
        <p:spPr>
          <a:xfrm>
            <a:off x="690334" y="8669392"/>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Real Estate</a:t>
            </a:r>
          </a:p>
        </p:txBody>
      </p:sp>
      <p:sp>
        <p:nvSpPr>
          <p:cNvPr id="29" name="Text Placeholder 40">
            <a:extLst>
              <a:ext uri="{FF2B5EF4-FFF2-40B4-BE49-F238E27FC236}">
                <a16:creationId xmlns:a16="http://schemas.microsoft.com/office/drawing/2014/main" id="{260E895C-EBBB-B756-5925-BEEFF92980DC}"/>
              </a:ext>
            </a:extLst>
          </p:cNvPr>
          <p:cNvSpPr>
            <a:spLocks noGrp="1"/>
          </p:cNvSpPr>
          <p:nvPr/>
        </p:nvSpPr>
        <p:spPr>
          <a:xfrm>
            <a:off x="690334" y="7219256"/>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danniela.eiger@xpi.com.br</a:t>
            </a:r>
          </a:p>
        </p:txBody>
      </p:sp>
      <p:sp>
        <p:nvSpPr>
          <p:cNvPr id="30" name="Text Placeholder 40">
            <a:extLst>
              <a:ext uri="{FF2B5EF4-FFF2-40B4-BE49-F238E27FC236}">
                <a16:creationId xmlns:a16="http://schemas.microsoft.com/office/drawing/2014/main" id="{4A878EED-745E-69E1-F1DE-E754500B70B1}"/>
              </a:ext>
            </a:extLst>
          </p:cNvPr>
          <p:cNvSpPr>
            <a:spLocks noGrp="1"/>
          </p:cNvSpPr>
          <p:nvPr/>
        </p:nvSpPr>
        <p:spPr>
          <a:xfrm>
            <a:off x="690334" y="6917013"/>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Danniela Eiger, CFA</a:t>
            </a:r>
          </a:p>
        </p:txBody>
      </p:sp>
      <p:sp>
        <p:nvSpPr>
          <p:cNvPr id="31" name="Text Placeholder 40">
            <a:extLst>
              <a:ext uri="{FF2B5EF4-FFF2-40B4-BE49-F238E27FC236}">
                <a16:creationId xmlns:a16="http://schemas.microsoft.com/office/drawing/2014/main" id="{64732D96-34DE-134A-9337-9BEF99519F8D}"/>
              </a:ext>
            </a:extLst>
          </p:cNvPr>
          <p:cNvSpPr>
            <a:spLocks noGrp="1"/>
          </p:cNvSpPr>
          <p:nvPr/>
        </p:nvSpPr>
        <p:spPr>
          <a:xfrm>
            <a:off x="690334" y="7080664"/>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marL="0" marR="0" lvl="0" indent="0" algn="l" defTabSz="914400">
              <a:lnSpc>
                <a:spcPct val="80000"/>
              </a:lnSpc>
              <a:spcBef>
                <a:spcPts val="1200"/>
              </a:spcBef>
              <a:spcAft>
                <a:spcPts val="0"/>
              </a:spcAft>
              <a:buClrTx/>
              <a:buSzTx/>
              <a:buFont typeface="Arial"/>
              <a:buNone/>
            </a:pPr>
            <a:r>
              <a:rPr sz="800" i="1">
                <a:solidFill>
                  <a:schemeClr val="bg1">
                    <a:lumMod val="85000"/>
                  </a:schemeClr>
                </a:solidFill>
              </a:rPr>
              <a:t>Retail, Healthcare &amp; Education</a:t>
            </a:r>
          </a:p>
        </p:txBody>
      </p:sp>
      <p:sp>
        <p:nvSpPr>
          <p:cNvPr id="35" name="Text Placeholder 40">
            <a:extLst>
              <a:ext uri="{FF2B5EF4-FFF2-40B4-BE49-F238E27FC236}">
                <a16:creationId xmlns:a16="http://schemas.microsoft.com/office/drawing/2014/main" id="{CCC4812A-9CF2-1EA4-EE1A-A99EDBDA6042}"/>
              </a:ext>
            </a:extLst>
          </p:cNvPr>
          <p:cNvSpPr>
            <a:spLocks noGrp="1"/>
          </p:cNvSpPr>
          <p:nvPr/>
        </p:nvSpPr>
        <p:spPr>
          <a:xfrm>
            <a:off x="690334" y="8015234"/>
            <a:ext cx="140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pedro.bruno@xpi.com.br</a:t>
            </a:r>
          </a:p>
        </p:txBody>
      </p:sp>
      <p:sp>
        <p:nvSpPr>
          <p:cNvPr id="36" name="Text Placeholder 40">
            <a:extLst>
              <a:ext uri="{FF2B5EF4-FFF2-40B4-BE49-F238E27FC236}">
                <a16:creationId xmlns:a16="http://schemas.microsoft.com/office/drawing/2014/main" id="{9E5B5D5D-401B-44B6-97E4-FEA442A8F0C9}"/>
              </a:ext>
            </a:extLst>
          </p:cNvPr>
          <p:cNvSpPr>
            <a:spLocks noGrp="1"/>
          </p:cNvSpPr>
          <p:nvPr/>
        </p:nvSpPr>
        <p:spPr>
          <a:xfrm>
            <a:off x="690334" y="7719151"/>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Pedro Bruno</a:t>
            </a:r>
          </a:p>
        </p:txBody>
      </p:sp>
      <p:sp>
        <p:nvSpPr>
          <p:cNvPr id="37" name="Text Placeholder 40">
            <a:extLst>
              <a:ext uri="{FF2B5EF4-FFF2-40B4-BE49-F238E27FC236}">
                <a16:creationId xmlns:a16="http://schemas.microsoft.com/office/drawing/2014/main" id="{DC51C26E-A699-E20E-0BB2-94C6F9F8A429}"/>
              </a:ext>
            </a:extLst>
          </p:cNvPr>
          <p:cNvSpPr>
            <a:spLocks noGrp="1"/>
          </p:cNvSpPr>
          <p:nvPr/>
        </p:nvSpPr>
        <p:spPr>
          <a:xfrm>
            <a:off x="690334" y="7876642"/>
            <a:ext cx="1584000"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Transportation</a:t>
            </a:r>
          </a:p>
        </p:txBody>
      </p:sp>
      <p:sp>
        <p:nvSpPr>
          <p:cNvPr id="38" name="Text Placeholder 40">
            <a:extLst>
              <a:ext uri="{FF2B5EF4-FFF2-40B4-BE49-F238E27FC236}">
                <a16:creationId xmlns:a16="http://schemas.microsoft.com/office/drawing/2014/main" id="{FEA26133-48DE-003C-16C1-B4428290A68A}"/>
              </a:ext>
            </a:extLst>
          </p:cNvPr>
          <p:cNvSpPr>
            <a:spLocks noGrp="1"/>
          </p:cNvSpPr>
          <p:nvPr/>
        </p:nvSpPr>
        <p:spPr>
          <a:xfrm>
            <a:off x="690334" y="6411017"/>
            <a:ext cx="1499159" cy="122185"/>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a:t>fernando.f.ferreira@xpi.com.br</a:t>
            </a:r>
          </a:p>
        </p:txBody>
      </p:sp>
      <p:sp>
        <p:nvSpPr>
          <p:cNvPr id="39" name="Text Placeholder 40">
            <a:extLst>
              <a:ext uri="{FF2B5EF4-FFF2-40B4-BE49-F238E27FC236}">
                <a16:creationId xmlns:a16="http://schemas.microsoft.com/office/drawing/2014/main" id="{5AD26275-292E-79F1-55A8-4E51983E0654}"/>
              </a:ext>
            </a:extLst>
          </p:cNvPr>
          <p:cNvSpPr>
            <a:spLocks noGrp="1"/>
          </p:cNvSpPr>
          <p:nvPr/>
        </p:nvSpPr>
        <p:spPr>
          <a:xfrm>
            <a:off x="690334" y="6118162"/>
            <a:ext cx="1404000" cy="141083"/>
          </a:xfrm>
          <a:prstGeom prst="rect">
            <a:avLst/>
          </a:prstGeom>
          <a:noFill/>
        </p:spPr>
        <p:txBody>
          <a:bodyPr wrap="none" lIns="0" tIns="0" rIns="0" bIns="0" anchor="b">
            <a:noAutofit/>
          </a:bodyPr>
          <a:lstStyle>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900"/>
              <a:t>Fernando Ferreira, CFA</a:t>
            </a:r>
          </a:p>
        </p:txBody>
      </p:sp>
      <p:sp>
        <p:nvSpPr>
          <p:cNvPr id="40" name="Text Placeholder 40">
            <a:extLst>
              <a:ext uri="{FF2B5EF4-FFF2-40B4-BE49-F238E27FC236}">
                <a16:creationId xmlns:a16="http://schemas.microsoft.com/office/drawing/2014/main" id="{9414E8DD-22F5-650D-8CF5-D202751A6147}"/>
              </a:ext>
            </a:extLst>
          </p:cNvPr>
          <p:cNvSpPr>
            <a:spLocks noGrp="1"/>
          </p:cNvSpPr>
          <p:nvPr/>
        </p:nvSpPr>
        <p:spPr>
          <a:xfrm>
            <a:off x="690334" y="6272425"/>
            <a:ext cx="1728765" cy="122400"/>
          </a:xfrm>
          <a:prstGeom prst="rect">
            <a:avLst/>
          </a:prstGeom>
          <a:noFill/>
        </p:spPr>
        <p:txBody>
          <a:bodyPr wrap="square" lIns="0" tIns="0" rIns="0" bIns="0" anchor="b">
            <a:noAutofit/>
          </a:bodyPr>
          <a:lstStyle>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pPr defTabSz="914400">
              <a:lnSpc>
                <a:spcPct val="80000"/>
              </a:lnSpc>
              <a:spcBef>
                <a:spcPts val="1200"/>
              </a:spcBef>
              <a:buNone/>
            </a:pPr>
            <a:r>
              <a:rPr sz="800" i="1">
                <a:solidFill>
                  <a:schemeClr val="bg1">
                    <a:lumMod val="85000"/>
                  </a:schemeClr>
                </a:solidFill>
              </a:rPr>
              <a:t>Chief Strategist</a:t>
            </a:r>
          </a:p>
        </p:txBody>
      </p:sp>
      <p:pic>
        <p:nvPicPr>
          <p:cNvPr id="151" name="Graphic 1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334" y="4036782"/>
            <a:ext cx="3720831" cy="84453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77"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2"/>
            <a:ext cx="4490940" cy="1772766"/>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3" y="4060055"/>
            <a:ext cx="6112353" cy="3349806"/>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C15C50E-5CAF-4D73-A24B-0338FF2E9F05}"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5022853" y="2150953"/>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5022853" y="2312750"/>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5022853" y="2439622"/>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5022853" y="2815008"/>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5022853" y="2976805"/>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5022853" y="3103677"/>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5022853" y="3467328"/>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5022853" y="3629125"/>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5022853" y="3755997"/>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0F4C0E89-B1C9-4520-9CA5-9130B2EFB5BB}"/>
              </a:ext>
            </a:extLst>
          </p:cNvPr>
          <p:cNvSpPr>
            <a:spLocks noGrp="1"/>
          </p:cNvSpPr>
          <p:nvPr/>
        </p:nv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idx="36"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idx="37"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idx="39"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2B958909-67D5-41A5-A95D-4F3FD09C0166}"/>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idx="36"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5D432A96-DF1F-4061-AA70-4FCBFB1FEEE8}"/>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idx="39"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7"/>
            <a:ext cx="3734170" cy="5848235"/>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C3698A5E-7ED7-4891-9501-F197E95B593D}"/>
              </a:ext>
            </a:extLst>
          </p:cNvPr>
          <p:cNvSpPr>
            <a:spLocks noGrp="1"/>
          </p:cNvSpPr>
          <p:nvPr/>
        </p:nv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idx="36"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idx="37"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DDBF0CF5-2FB8-4316-9418-2602BB356A91}"/>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idx="36"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5ABAB3-1FBB-57E6-0929-966611730DAE}"/>
              </a:ext>
            </a:extLst>
          </p:cNvPr>
          <p:cNvSpPr>
            <a:spLocks noGrp="1"/>
          </p:cNvSpPr>
          <p:nvPr/>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mj-lt"/>
              <a:ea typeface="+mj-lt"/>
              <a:cs typeface="+mj-lt"/>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70" name="CaixaDeTexto 4">
            <a:extLst>
              <a:ext uri="{FF2B5EF4-FFF2-40B4-BE49-F238E27FC236}">
                <a16:creationId xmlns:a16="http://schemas.microsoft.com/office/drawing/2014/main" id="{B62B5412-17EF-418D-8B6E-BF6ED9EC7C15}"/>
              </a:ext>
            </a:extLst>
          </p:cNvPr>
          <p:cNvSpPr>
            <a:spLocks noGrp="1"/>
          </p:cNvSpPr>
          <p:nvPr/>
        </p:nvSpPr>
        <p:spPr>
          <a:xfrm>
            <a:off x="2551077" y="368602"/>
            <a:ext cx="3733609" cy="430887"/>
          </a:xfrm>
          <a:prstGeom prst="rect">
            <a:avLst/>
          </a:prstGeom>
        </p:spPr>
        <p:txBody>
          <a:bodyPr wrap="square" lIns="0" tIns="0" rIns="0" bIns="0">
            <a:spAutoFit/>
          </a:bodyPr>
          <a:lstStyle/>
          <a:p>
            <a:r>
              <a:rPr sz="2800">
                <a:solidFill>
                  <a:schemeClr val="accent3"/>
                </a:solidFill>
                <a:latin typeface="+mj-lt"/>
                <a:ea typeface="+mj-lt"/>
                <a:cs typeface="+mj-lt"/>
              </a:rPr>
              <a:t>Summary</a:t>
            </a: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idx="17" hasCustomPrompt="1"/>
          </p:nvPr>
        </p:nvSpPr>
        <p:spPr>
          <a:xfrm>
            <a:off x="2551077" y="1155618"/>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idx="19" hasCustomPrompt="1"/>
          </p:nvPr>
        </p:nvSpPr>
        <p:spPr>
          <a:xfrm>
            <a:off x="2551077" y="1782876"/>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idx="21" hasCustomPrompt="1"/>
          </p:nvPr>
        </p:nvSpPr>
        <p:spPr>
          <a:xfrm>
            <a:off x="2551077" y="2410134"/>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idx="23" hasCustomPrompt="1"/>
          </p:nvPr>
        </p:nvSpPr>
        <p:spPr>
          <a:xfrm>
            <a:off x="2551077" y="3664650"/>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idx="25" hasCustomPrompt="1"/>
          </p:nvPr>
        </p:nvSpPr>
        <p:spPr>
          <a:xfrm>
            <a:off x="2551077" y="4919166"/>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idx="27" hasCustomPrompt="1"/>
          </p:nvPr>
        </p:nvSpPr>
        <p:spPr>
          <a:xfrm>
            <a:off x="2551077" y="6173682"/>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86" name="CaixaDeTexto 9">
            <a:extLst>
              <a:ext uri="{FF2B5EF4-FFF2-40B4-BE49-F238E27FC236}">
                <a16:creationId xmlns:a16="http://schemas.microsoft.com/office/drawing/2014/main" id="{50BF8A2C-093E-471E-8719-A576D404CF14}"/>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accent3">
                    <a:lumMod val="20000"/>
                    <a:lumOff val="80000"/>
                  </a:schemeClr>
                </a:solidFill>
                <a:latin typeface="Roboto"/>
                <a:ea typeface="Roboto"/>
                <a:cs typeface="Roboto"/>
              </a:rPr>
              <a:t>‹#›</a:t>
            </a:fld>
            <a:endParaRPr sz="800" b="0">
              <a:solidFill>
                <a:schemeClr val="accent3">
                  <a:lumMod val="20000"/>
                  <a:lumOff val="80000"/>
                </a:schemeClr>
              </a:solidFill>
              <a:latin typeface="Roboto"/>
              <a:ea typeface="Roboto"/>
              <a:cs typeface="Roboto"/>
            </a:endParaRPr>
          </a:p>
        </p:txBody>
      </p:sp>
      <p:pic>
        <p:nvPicPr>
          <p:cNvPr id="98" name="Picture 3"/>
          <p:cNvPicPr>
            <a:picLocks noChangeAspect="1"/>
          </p:cNvPicPr>
          <p:nvPr/>
        </p:nvPicPr>
        <p:blipFill>
          <a:blip r:embed="rId2"/>
          <a:srcRect l="21588" t="857" r="51562"/>
          <a:stretch>
            <a:fillRect/>
          </a:stretch>
        </p:blipFill>
        <p:spPr>
          <a:xfrm>
            <a:off x="368301" y="0"/>
            <a:ext cx="1795196" cy="9906000"/>
          </a:xfrm>
        </p:spPr>
      </p:pic>
      <p:sp>
        <p:nvSpPr>
          <p:cNvPr id="7" name="Espaço Reservado para Texto 6">
            <a:extLst>
              <a:ext uri="{FF2B5EF4-FFF2-40B4-BE49-F238E27FC236}">
                <a16:creationId xmlns:a16="http://schemas.microsoft.com/office/drawing/2014/main" id="{CFE9CEAD-420B-5563-57CB-B4D7B7C51F88}"/>
              </a:ext>
            </a:extLst>
          </p:cNvPr>
          <p:cNvSpPr>
            <a:spLocks noGrp="1"/>
          </p:cNvSpPr>
          <p:nvPr>
            <p:ph type="body" idx="28" hasCustomPrompt="1"/>
          </p:nvPr>
        </p:nvSpPr>
        <p:spPr>
          <a:xfrm>
            <a:off x="2551077" y="3037392"/>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8" name="Espaço Reservado para Texto 6">
            <a:extLst>
              <a:ext uri="{FF2B5EF4-FFF2-40B4-BE49-F238E27FC236}">
                <a16:creationId xmlns:a16="http://schemas.microsoft.com/office/drawing/2014/main" id="{645A7C54-0B59-5D9B-B09A-62731B982251}"/>
              </a:ext>
            </a:extLst>
          </p:cNvPr>
          <p:cNvSpPr>
            <a:spLocks noGrp="1"/>
          </p:cNvSpPr>
          <p:nvPr>
            <p:ph type="body" idx="29" hasCustomPrompt="1"/>
          </p:nvPr>
        </p:nvSpPr>
        <p:spPr>
          <a:xfrm>
            <a:off x="2551077" y="4291908"/>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9" name="Espaço Reservado para Texto 6">
            <a:extLst>
              <a:ext uri="{FF2B5EF4-FFF2-40B4-BE49-F238E27FC236}">
                <a16:creationId xmlns:a16="http://schemas.microsoft.com/office/drawing/2014/main" id="{37A1B30C-630D-8100-D0C9-9E9B408CBC96}"/>
              </a:ext>
            </a:extLst>
          </p:cNvPr>
          <p:cNvSpPr>
            <a:spLocks noGrp="1"/>
          </p:cNvSpPr>
          <p:nvPr>
            <p:ph type="body" idx="30" hasCustomPrompt="1"/>
          </p:nvPr>
        </p:nvSpPr>
        <p:spPr>
          <a:xfrm>
            <a:off x="2551077" y="5546424"/>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10" name="Espaço Reservado para Texto 6">
            <a:extLst>
              <a:ext uri="{FF2B5EF4-FFF2-40B4-BE49-F238E27FC236}">
                <a16:creationId xmlns:a16="http://schemas.microsoft.com/office/drawing/2014/main" id="{F723D90D-8A43-92DE-5129-C456EC542509}"/>
              </a:ext>
            </a:extLst>
          </p:cNvPr>
          <p:cNvSpPr>
            <a:spLocks noGrp="1"/>
          </p:cNvSpPr>
          <p:nvPr>
            <p:ph type="body" idx="31" hasCustomPrompt="1"/>
          </p:nvPr>
        </p:nvSpPr>
        <p:spPr>
          <a:xfrm>
            <a:off x="2551077" y="6800940"/>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12" name="Espaço Reservado para Texto 6">
            <a:extLst>
              <a:ext uri="{FF2B5EF4-FFF2-40B4-BE49-F238E27FC236}">
                <a16:creationId xmlns:a16="http://schemas.microsoft.com/office/drawing/2014/main" id="{01DC6775-BC08-63E6-440D-8591AFAF77A2}"/>
              </a:ext>
            </a:extLst>
          </p:cNvPr>
          <p:cNvSpPr>
            <a:spLocks noGrp="1"/>
          </p:cNvSpPr>
          <p:nvPr>
            <p:ph type="body" idx="32" hasCustomPrompt="1"/>
          </p:nvPr>
        </p:nvSpPr>
        <p:spPr>
          <a:xfrm>
            <a:off x="2551077" y="7428198"/>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13" name="Espaço Reservado para Texto 6">
            <a:extLst>
              <a:ext uri="{FF2B5EF4-FFF2-40B4-BE49-F238E27FC236}">
                <a16:creationId xmlns:a16="http://schemas.microsoft.com/office/drawing/2014/main" id="{668237A1-2B6F-F911-F1DF-17F0486A74F5}"/>
              </a:ext>
            </a:extLst>
          </p:cNvPr>
          <p:cNvSpPr>
            <a:spLocks noGrp="1"/>
          </p:cNvSpPr>
          <p:nvPr>
            <p:ph type="body" idx="33" hasCustomPrompt="1"/>
          </p:nvPr>
        </p:nvSpPr>
        <p:spPr>
          <a:xfrm>
            <a:off x="2551077" y="8055456"/>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
        <p:nvSpPr>
          <p:cNvPr id="14" name="Espaço Reservado para Texto 6">
            <a:extLst>
              <a:ext uri="{FF2B5EF4-FFF2-40B4-BE49-F238E27FC236}">
                <a16:creationId xmlns:a16="http://schemas.microsoft.com/office/drawing/2014/main" id="{6B97FB10-D036-3D81-1643-EDAA0BE12ECC}"/>
              </a:ext>
            </a:extLst>
          </p:cNvPr>
          <p:cNvSpPr>
            <a:spLocks noGrp="1"/>
          </p:cNvSpPr>
          <p:nvPr>
            <p:ph type="body" idx="34" hasCustomPrompt="1"/>
          </p:nvPr>
        </p:nvSpPr>
        <p:spPr>
          <a:xfrm>
            <a:off x="2551077" y="8682716"/>
            <a:ext cx="3938623" cy="338554"/>
          </a:xfrm>
          <a:prstGeom prst="rect">
            <a:avLst/>
          </a:prstGeom>
        </p:spPr>
        <p:txBody>
          <a:bodyPr vert="horz" lIns="0" tIns="45720" rIns="91440" bIns="45720" anchor="t">
            <a:noAutofit/>
          </a:bodyPr>
          <a:lstStyle>
            <a:lvl1pPr algn="l">
              <a:buNone/>
              <a:defRPr sz="1800" b="0">
                <a:solidFill>
                  <a:schemeClr val="accent3">
                    <a:lumMod val="20000"/>
                    <a:lumOff val="80000"/>
                  </a:schemeClr>
                </a:solidFill>
                <a:latin typeface="+mj-lt"/>
                <a:ea typeface="+mj-lt"/>
                <a:cs typeface="+mj-lt"/>
              </a:defRPr>
            </a:lvl1pPr>
          </a:lstStyle>
          <a:p>
            <a:pPr lvl="0">
              <a:lnSpc>
                <a:spcPct val="100000"/>
              </a:lnSpc>
              <a:spcBef>
                <a:spcPts val="0"/>
              </a:spcBef>
              <a:buNone/>
            </a:pPr>
            <a:r>
              <a:t>Inserir Seção</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a:spLocks noGrp="1"/>
          </p:cNvSpPr>
          <p:nvPr/>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Freeform: Shape 52">
            <a:extLst>
              <a:ext uri="{FF2B5EF4-FFF2-40B4-BE49-F238E27FC236}">
                <a16:creationId xmlns:a16="http://schemas.microsoft.com/office/drawing/2014/main" id="{C0D7674D-49E8-4FD1-8EE6-775A8BFD963D}"/>
              </a:ext>
            </a:extLst>
          </p:cNvPr>
          <p:cNvSpPr>
            <a:spLocks noGrp="1"/>
          </p:cNvSpPr>
          <p:nvPr/>
        </p:nvSpPr>
        <p:spPr>
          <a:xfrm>
            <a:off x="368300" y="244970"/>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273D17AC-608D-476F-91F6-CBDB227934BC}"/>
              </a:ext>
            </a:extLst>
          </p:cNvPr>
          <p:cNvSpPr>
            <a:spLocks noGrp="1"/>
          </p:cNvSpPr>
          <p:nvPr/>
        </p:nvSpPr>
        <p:spPr>
          <a:xfrm>
            <a:off x="818590" y="441957"/>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89D56B08-E8EB-4273-9F75-1A42800FD143}"/>
              </a:ext>
            </a:extLst>
          </p:cNvPr>
          <p:cNvSpPr>
            <a:spLocks noGrp="1"/>
          </p:cNvSpPr>
          <p:nvPr/>
        </p:nvSpPr>
        <p:spPr>
          <a:xfrm>
            <a:off x="883542" y="441149"/>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20671906-27FC-42C4-A9E6-35A63345C057}"/>
              </a:ext>
            </a:extLst>
          </p:cNvPr>
          <p:cNvSpPr>
            <a:spLocks noGrp="1"/>
          </p:cNvSpPr>
          <p:nvPr/>
        </p:nvSpPr>
        <p:spPr>
          <a:xfrm>
            <a:off x="1000056" y="441137"/>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62" name="Freeform: Shape 61">
            <a:extLst>
              <a:ext uri="{FF2B5EF4-FFF2-40B4-BE49-F238E27FC236}">
                <a16:creationId xmlns:a16="http://schemas.microsoft.com/office/drawing/2014/main" id="{69454B6E-7FD0-4912-A22A-33AE78094B3B}"/>
              </a:ext>
            </a:extLst>
          </p:cNvPr>
          <p:cNvSpPr>
            <a:spLocks noGrp="1"/>
          </p:cNvSpPr>
          <p:nvPr/>
        </p:nvSpPr>
        <p:spPr>
          <a:xfrm>
            <a:off x="1099505" y="441149"/>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63" name="Freeform: Shape 62">
            <a:extLst>
              <a:ext uri="{FF2B5EF4-FFF2-40B4-BE49-F238E27FC236}">
                <a16:creationId xmlns:a16="http://schemas.microsoft.com/office/drawing/2014/main" id="{E0AD0E05-3DF2-467D-BDF2-ED8EC44AA42A}"/>
              </a:ext>
            </a:extLst>
          </p:cNvPr>
          <p:cNvSpPr>
            <a:spLocks noGrp="1"/>
          </p:cNvSpPr>
          <p:nvPr/>
        </p:nvSpPr>
        <p:spPr>
          <a:xfrm>
            <a:off x="1218457" y="441137"/>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64" name="Freeform: Shape 63">
            <a:extLst>
              <a:ext uri="{FF2B5EF4-FFF2-40B4-BE49-F238E27FC236}">
                <a16:creationId xmlns:a16="http://schemas.microsoft.com/office/drawing/2014/main" id="{6766A6D9-B62B-4E0B-8E9A-9861449C93B9}"/>
              </a:ext>
            </a:extLst>
          </p:cNvPr>
          <p:cNvSpPr>
            <a:spLocks noGrp="1"/>
          </p:cNvSpPr>
          <p:nvPr/>
        </p:nvSpPr>
        <p:spPr>
          <a:xfrm>
            <a:off x="1332729" y="441957"/>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5" name="Freeform: Shape 64">
            <a:extLst>
              <a:ext uri="{FF2B5EF4-FFF2-40B4-BE49-F238E27FC236}">
                <a16:creationId xmlns:a16="http://schemas.microsoft.com/office/drawing/2014/main" id="{2449AA0B-9870-42BD-AFAC-DE917DC4535C}"/>
              </a:ext>
            </a:extLst>
          </p:cNvPr>
          <p:cNvSpPr>
            <a:spLocks noGrp="1"/>
          </p:cNvSpPr>
          <p:nvPr/>
        </p:nvSpPr>
        <p:spPr>
          <a:xfrm>
            <a:off x="1397681" y="441149"/>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6" name="Freeform: Shape 65">
            <a:extLst>
              <a:ext uri="{FF2B5EF4-FFF2-40B4-BE49-F238E27FC236}">
                <a16:creationId xmlns:a16="http://schemas.microsoft.com/office/drawing/2014/main" id="{5219A594-2CF0-4BDD-8434-C0E75A7F1753}"/>
              </a:ext>
            </a:extLst>
          </p:cNvPr>
          <p:cNvSpPr>
            <a:spLocks noGrp="1"/>
          </p:cNvSpPr>
          <p:nvPr/>
        </p:nvSpPr>
        <p:spPr>
          <a:xfrm>
            <a:off x="1521288" y="402572"/>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sp>
        <p:nvSpPr>
          <p:cNvPr id="88" name="CaixaDeTexto 9">
            <a:extLst>
              <a:ext uri="{FF2B5EF4-FFF2-40B4-BE49-F238E27FC236}">
                <a16:creationId xmlns:a16="http://schemas.microsoft.com/office/drawing/2014/main" id="{2FF21D72-7D65-4AA3-AE03-41BAE5375E8C}"/>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a:spLocks noGrp="1"/>
          </p:cNvSpPr>
          <p:nvPr/>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Freeform: Shape 52">
            <a:extLst>
              <a:ext uri="{FF2B5EF4-FFF2-40B4-BE49-F238E27FC236}">
                <a16:creationId xmlns:a16="http://schemas.microsoft.com/office/drawing/2014/main" id="{C0D7674D-49E8-4FD1-8EE6-775A8BFD963D}"/>
              </a:ext>
            </a:extLst>
          </p:cNvPr>
          <p:cNvSpPr>
            <a:spLocks noGrp="1"/>
          </p:cNvSpPr>
          <p:nvPr/>
        </p:nvSpPr>
        <p:spPr>
          <a:xfrm>
            <a:off x="368300" y="739775"/>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273D17AC-608D-476F-91F6-CBDB227934BC}"/>
              </a:ext>
            </a:extLst>
          </p:cNvPr>
          <p:cNvSpPr>
            <a:spLocks noGrp="1"/>
          </p:cNvSpPr>
          <p:nvPr/>
        </p:nvSpPr>
        <p:spPr>
          <a:xfrm>
            <a:off x="818590" y="936762"/>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89D56B08-E8EB-4273-9F75-1A42800FD143}"/>
              </a:ext>
            </a:extLst>
          </p:cNvPr>
          <p:cNvSpPr>
            <a:spLocks noGrp="1"/>
          </p:cNvSpPr>
          <p:nvPr/>
        </p:nvSpPr>
        <p:spPr>
          <a:xfrm>
            <a:off x="883542" y="935954"/>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20671906-27FC-42C4-A9E6-35A63345C057}"/>
              </a:ext>
            </a:extLst>
          </p:cNvPr>
          <p:cNvSpPr>
            <a:spLocks noGrp="1"/>
          </p:cNvSpPr>
          <p:nvPr/>
        </p:nvSpPr>
        <p:spPr>
          <a:xfrm>
            <a:off x="1000056" y="935942"/>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62" name="Freeform: Shape 61">
            <a:extLst>
              <a:ext uri="{FF2B5EF4-FFF2-40B4-BE49-F238E27FC236}">
                <a16:creationId xmlns:a16="http://schemas.microsoft.com/office/drawing/2014/main" id="{69454B6E-7FD0-4912-A22A-33AE78094B3B}"/>
              </a:ext>
            </a:extLst>
          </p:cNvPr>
          <p:cNvSpPr>
            <a:spLocks noGrp="1"/>
          </p:cNvSpPr>
          <p:nvPr/>
        </p:nvSpPr>
        <p:spPr>
          <a:xfrm>
            <a:off x="1099505" y="935954"/>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63" name="Freeform: Shape 62">
            <a:extLst>
              <a:ext uri="{FF2B5EF4-FFF2-40B4-BE49-F238E27FC236}">
                <a16:creationId xmlns:a16="http://schemas.microsoft.com/office/drawing/2014/main" id="{E0AD0E05-3DF2-467D-BDF2-ED8EC44AA42A}"/>
              </a:ext>
            </a:extLst>
          </p:cNvPr>
          <p:cNvSpPr>
            <a:spLocks noGrp="1"/>
          </p:cNvSpPr>
          <p:nvPr/>
        </p:nvSpPr>
        <p:spPr>
          <a:xfrm>
            <a:off x="1218457" y="935942"/>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64" name="Freeform: Shape 63">
            <a:extLst>
              <a:ext uri="{FF2B5EF4-FFF2-40B4-BE49-F238E27FC236}">
                <a16:creationId xmlns:a16="http://schemas.microsoft.com/office/drawing/2014/main" id="{6766A6D9-B62B-4E0B-8E9A-9861449C93B9}"/>
              </a:ext>
            </a:extLst>
          </p:cNvPr>
          <p:cNvSpPr>
            <a:spLocks noGrp="1"/>
          </p:cNvSpPr>
          <p:nvPr/>
        </p:nvSpPr>
        <p:spPr>
          <a:xfrm>
            <a:off x="1332729" y="936762"/>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5" name="Freeform: Shape 64">
            <a:extLst>
              <a:ext uri="{FF2B5EF4-FFF2-40B4-BE49-F238E27FC236}">
                <a16:creationId xmlns:a16="http://schemas.microsoft.com/office/drawing/2014/main" id="{2449AA0B-9870-42BD-AFAC-DE917DC4535C}"/>
              </a:ext>
            </a:extLst>
          </p:cNvPr>
          <p:cNvSpPr>
            <a:spLocks noGrp="1"/>
          </p:cNvSpPr>
          <p:nvPr/>
        </p:nvSpPr>
        <p:spPr>
          <a:xfrm>
            <a:off x="1397681" y="935954"/>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6" name="Freeform: Shape 65">
            <a:extLst>
              <a:ext uri="{FF2B5EF4-FFF2-40B4-BE49-F238E27FC236}">
                <a16:creationId xmlns:a16="http://schemas.microsoft.com/office/drawing/2014/main" id="{5219A594-2CF0-4BDD-8434-C0E75A7F1753}"/>
              </a:ext>
            </a:extLst>
          </p:cNvPr>
          <p:cNvSpPr>
            <a:spLocks noGrp="1"/>
          </p:cNvSpPr>
          <p:nvPr/>
        </p:nvSpPr>
        <p:spPr>
          <a:xfrm>
            <a:off x="1521288" y="897377"/>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sp>
        <p:nvSpPr>
          <p:cNvPr id="88" name="CaixaDeTexto 9">
            <a:extLst>
              <a:ext uri="{FF2B5EF4-FFF2-40B4-BE49-F238E27FC236}">
                <a16:creationId xmlns:a16="http://schemas.microsoft.com/office/drawing/2014/main" id="{2FF21D72-7D65-4AA3-AE03-41BAE5375E8C}"/>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pic>
        <p:nvPicPr>
          <p:cNvPr id="102" name="Picture 2"/>
          <p:cNvPicPr>
            <a:picLocks noChangeAspect="1"/>
          </p:cNvPicPr>
          <p:nvPr/>
        </p:nvPicPr>
        <p:blipFill>
          <a:blip r:embed="rId2"/>
          <a:srcRect l="31805" r="31805"/>
          <a:stretch/>
        </p:blipFill>
        <p:spPr>
          <a:xfrm>
            <a:off x="3858863" y="0"/>
            <a:ext cx="2398777" cy="9906000"/>
          </a:xfrm>
        </p:spPr>
      </p:pic>
      <p:sp>
        <p:nvSpPr>
          <p:cNvPr id="6" name="Text Placeholder 40">
            <a:extLst>
              <a:ext uri="{FF2B5EF4-FFF2-40B4-BE49-F238E27FC236}">
                <a16:creationId xmlns:a16="http://schemas.microsoft.com/office/drawing/2014/main" id="{F792CDF5-AC91-158F-8621-CA915E9C733E}"/>
              </a:ext>
            </a:extLst>
          </p:cNvPr>
          <p:cNvSpPr>
            <a:spLocks noGrp="1"/>
          </p:cNvSpPr>
          <p:nvPr>
            <p:ph type="body" idx="11" hasCustomPrompt="1"/>
          </p:nvPr>
        </p:nvSpPr>
        <p:spPr>
          <a:xfrm>
            <a:off x="368299" y="1928155"/>
            <a:ext cx="3168651" cy="1041926"/>
          </a:xfrm>
          <a:prstGeom prst="rect">
            <a:avLst/>
          </a:prstGeom>
          <a:noFill/>
        </p:spPr>
        <p:txBody>
          <a:bodyPr wrap="square" lIns="0" tIns="0" rIns="0" bIns="0" anchor="t">
            <a:noAutofit/>
          </a:bodyPr>
          <a:lstStyle>
            <a:lvl1pPr algn="l">
              <a:buNone/>
              <a:defRPr sz="3200" b="0" i="0">
                <a:solidFill>
                  <a:schemeClr val="bg1"/>
                </a:solidFill>
                <a:latin typeface="+mj-lt"/>
                <a:ea typeface="+mj-lt"/>
                <a:cs typeface="+mj-lt"/>
              </a:defRPr>
            </a:lvl1pPr>
          </a:lstStyle>
          <a:p>
            <a:pPr lvl="0" algn="ctr" defTabSz="914400">
              <a:lnSpc>
                <a:spcPct val="80000"/>
              </a:lnSpc>
              <a:spcBef>
                <a:spcPts val="1200"/>
              </a:spcBef>
              <a:buNone/>
            </a:pPr>
            <a:r>
              <a:t>Edit</a:t>
            </a:r>
          </a:p>
        </p:txBody>
      </p:sp>
      <p:sp>
        <p:nvSpPr>
          <p:cNvPr id="7" name="Text Placeholder 40">
            <a:extLst>
              <a:ext uri="{FF2B5EF4-FFF2-40B4-BE49-F238E27FC236}">
                <a16:creationId xmlns:a16="http://schemas.microsoft.com/office/drawing/2014/main" id="{E5CAFCEF-14C8-ABEA-674A-21690E34FFB8}"/>
              </a:ext>
            </a:extLst>
          </p:cNvPr>
          <p:cNvSpPr>
            <a:spLocks noGrp="1"/>
          </p:cNvSpPr>
          <p:nvPr>
            <p:ph type="body" idx="12" hasCustomPrompt="1"/>
          </p:nvPr>
        </p:nvSpPr>
        <p:spPr>
          <a:xfrm>
            <a:off x="368300" y="1509004"/>
            <a:ext cx="3168650" cy="336050"/>
          </a:xfrm>
          <a:prstGeom prst="rect">
            <a:avLst/>
          </a:prstGeom>
          <a:noFill/>
        </p:spPr>
        <p:txBody>
          <a:bodyPr wrap="none" lIns="0" tIns="0" rIns="0" bIns="0" anchor="ctr">
            <a:noAutofit/>
          </a:bodyPr>
          <a:lstStyle>
            <a:lvl1pPr algn="l">
              <a:buNone/>
              <a:defRPr sz="1800" b="0" i="0">
                <a:solidFill>
                  <a:schemeClr val="accent2"/>
                </a:solidFill>
                <a:latin typeface="+mj-lt"/>
                <a:ea typeface="+mj-lt"/>
                <a:cs typeface="+mj-lt"/>
              </a:defRPr>
            </a:lvl1pPr>
          </a:lstStyle>
          <a:p>
            <a:pPr lvl="0" algn="ctr" defTabSz="914400">
              <a:lnSpc>
                <a:spcPct val="80000"/>
              </a:lnSpc>
              <a:spcBef>
                <a:spcPts val="1200"/>
              </a:spcBef>
              <a:buNone/>
            </a:pPr>
            <a:r>
              <a:t>Section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a:spLocks noGrp="1"/>
          </p:cNvSpPr>
          <p:nvPr/>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Freeform: Shape 52">
            <a:extLst>
              <a:ext uri="{FF2B5EF4-FFF2-40B4-BE49-F238E27FC236}">
                <a16:creationId xmlns:a16="http://schemas.microsoft.com/office/drawing/2014/main" id="{C0D7674D-49E8-4FD1-8EE6-775A8BFD963D}"/>
              </a:ext>
            </a:extLst>
          </p:cNvPr>
          <p:cNvSpPr>
            <a:spLocks noGrp="1"/>
          </p:cNvSpPr>
          <p:nvPr/>
        </p:nvSpPr>
        <p:spPr>
          <a:xfrm>
            <a:off x="368300" y="739775"/>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273D17AC-608D-476F-91F6-CBDB227934BC}"/>
              </a:ext>
            </a:extLst>
          </p:cNvPr>
          <p:cNvSpPr>
            <a:spLocks noGrp="1"/>
          </p:cNvSpPr>
          <p:nvPr/>
        </p:nvSpPr>
        <p:spPr>
          <a:xfrm>
            <a:off x="818590" y="936762"/>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89D56B08-E8EB-4273-9F75-1A42800FD143}"/>
              </a:ext>
            </a:extLst>
          </p:cNvPr>
          <p:cNvSpPr>
            <a:spLocks noGrp="1"/>
          </p:cNvSpPr>
          <p:nvPr/>
        </p:nvSpPr>
        <p:spPr>
          <a:xfrm>
            <a:off x="883542" y="935954"/>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20671906-27FC-42C4-A9E6-35A63345C057}"/>
              </a:ext>
            </a:extLst>
          </p:cNvPr>
          <p:cNvSpPr>
            <a:spLocks noGrp="1"/>
          </p:cNvSpPr>
          <p:nvPr/>
        </p:nvSpPr>
        <p:spPr>
          <a:xfrm>
            <a:off x="1000056" y="935942"/>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62" name="Freeform: Shape 61">
            <a:extLst>
              <a:ext uri="{FF2B5EF4-FFF2-40B4-BE49-F238E27FC236}">
                <a16:creationId xmlns:a16="http://schemas.microsoft.com/office/drawing/2014/main" id="{69454B6E-7FD0-4912-A22A-33AE78094B3B}"/>
              </a:ext>
            </a:extLst>
          </p:cNvPr>
          <p:cNvSpPr>
            <a:spLocks noGrp="1"/>
          </p:cNvSpPr>
          <p:nvPr/>
        </p:nvSpPr>
        <p:spPr>
          <a:xfrm>
            <a:off x="1099505" y="935954"/>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63" name="Freeform: Shape 62">
            <a:extLst>
              <a:ext uri="{FF2B5EF4-FFF2-40B4-BE49-F238E27FC236}">
                <a16:creationId xmlns:a16="http://schemas.microsoft.com/office/drawing/2014/main" id="{E0AD0E05-3DF2-467D-BDF2-ED8EC44AA42A}"/>
              </a:ext>
            </a:extLst>
          </p:cNvPr>
          <p:cNvSpPr>
            <a:spLocks noGrp="1"/>
          </p:cNvSpPr>
          <p:nvPr/>
        </p:nvSpPr>
        <p:spPr>
          <a:xfrm>
            <a:off x="1218457" y="935942"/>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64" name="Freeform: Shape 63">
            <a:extLst>
              <a:ext uri="{FF2B5EF4-FFF2-40B4-BE49-F238E27FC236}">
                <a16:creationId xmlns:a16="http://schemas.microsoft.com/office/drawing/2014/main" id="{6766A6D9-B62B-4E0B-8E9A-9861449C93B9}"/>
              </a:ext>
            </a:extLst>
          </p:cNvPr>
          <p:cNvSpPr>
            <a:spLocks noGrp="1"/>
          </p:cNvSpPr>
          <p:nvPr/>
        </p:nvSpPr>
        <p:spPr>
          <a:xfrm>
            <a:off x="1332729" y="936762"/>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5" name="Freeform: Shape 64">
            <a:extLst>
              <a:ext uri="{FF2B5EF4-FFF2-40B4-BE49-F238E27FC236}">
                <a16:creationId xmlns:a16="http://schemas.microsoft.com/office/drawing/2014/main" id="{2449AA0B-9870-42BD-AFAC-DE917DC4535C}"/>
              </a:ext>
            </a:extLst>
          </p:cNvPr>
          <p:cNvSpPr>
            <a:spLocks noGrp="1"/>
          </p:cNvSpPr>
          <p:nvPr/>
        </p:nvSpPr>
        <p:spPr>
          <a:xfrm>
            <a:off x="1397681" y="935954"/>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6" name="Freeform: Shape 65">
            <a:extLst>
              <a:ext uri="{FF2B5EF4-FFF2-40B4-BE49-F238E27FC236}">
                <a16:creationId xmlns:a16="http://schemas.microsoft.com/office/drawing/2014/main" id="{5219A594-2CF0-4BDD-8434-C0E75A7F1753}"/>
              </a:ext>
            </a:extLst>
          </p:cNvPr>
          <p:cNvSpPr>
            <a:spLocks noGrp="1"/>
          </p:cNvSpPr>
          <p:nvPr/>
        </p:nvSpPr>
        <p:spPr>
          <a:xfrm>
            <a:off x="1521288" y="897377"/>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sp>
        <p:nvSpPr>
          <p:cNvPr id="88" name="CaixaDeTexto 9">
            <a:extLst>
              <a:ext uri="{FF2B5EF4-FFF2-40B4-BE49-F238E27FC236}">
                <a16:creationId xmlns:a16="http://schemas.microsoft.com/office/drawing/2014/main" id="{2FF21D72-7D65-4AA3-AE03-41BAE5375E8C}"/>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pic>
        <p:nvPicPr>
          <p:cNvPr id="102" name="Picture 2"/>
          <p:cNvPicPr>
            <a:picLocks noChangeAspect="1"/>
          </p:cNvPicPr>
          <p:nvPr/>
        </p:nvPicPr>
        <p:blipFill>
          <a:blip r:embed="rId2"/>
          <a:srcRect l="47384" t="10910" r="23161" b="8146"/>
          <a:stretch>
            <a:fillRect/>
          </a:stretch>
        </p:blipFill>
        <p:spPr>
          <a:xfrm>
            <a:off x="3858863" y="0"/>
            <a:ext cx="2398777" cy="9906000"/>
          </a:xfrm>
        </p:spPr>
      </p:pic>
      <p:sp>
        <p:nvSpPr>
          <p:cNvPr id="5" name="Text Placeholder 40">
            <a:extLst>
              <a:ext uri="{FF2B5EF4-FFF2-40B4-BE49-F238E27FC236}">
                <a16:creationId xmlns:a16="http://schemas.microsoft.com/office/drawing/2014/main" id="{142D597C-9C1B-94A8-002B-ACBDBA177029}"/>
              </a:ext>
            </a:extLst>
          </p:cNvPr>
          <p:cNvSpPr>
            <a:spLocks noGrp="1"/>
          </p:cNvSpPr>
          <p:nvPr>
            <p:ph type="body" idx="11" hasCustomPrompt="1"/>
          </p:nvPr>
        </p:nvSpPr>
        <p:spPr>
          <a:xfrm>
            <a:off x="368299" y="1928155"/>
            <a:ext cx="3168651" cy="1041926"/>
          </a:xfrm>
          <a:prstGeom prst="rect">
            <a:avLst/>
          </a:prstGeom>
          <a:noFill/>
        </p:spPr>
        <p:txBody>
          <a:bodyPr wrap="square" lIns="0" tIns="0" rIns="0" bIns="0" anchor="t">
            <a:noAutofit/>
          </a:bodyPr>
          <a:lstStyle>
            <a:lvl1pPr algn="l">
              <a:buNone/>
              <a:defRPr sz="3200" b="0" i="0">
                <a:solidFill>
                  <a:schemeClr val="bg1"/>
                </a:solidFill>
                <a:latin typeface="+mj-lt"/>
                <a:ea typeface="+mj-lt"/>
                <a:cs typeface="+mj-lt"/>
              </a:defRPr>
            </a:lvl1pPr>
          </a:lstStyle>
          <a:p>
            <a:pPr lvl="0" algn="ctr" defTabSz="914400">
              <a:lnSpc>
                <a:spcPct val="80000"/>
              </a:lnSpc>
              <a:spcBef>
                <a:spcPts val="1200"/>
              </a:spcBef>
              <a:buNone/>
            </a:pPr>
            <a:r>
              <a:t>Edit</a:t>
            </a:r>
          </a:p>
        </p:txBody>
      </p:sp>
      <p:sp>
        <p:nvSpPr>
          <p:cNvPr id="6" name="Text Placeholder 40">
            <a:extLst>
              <a:ext uri="{FF2B5EF4-FFF2-40B4-BE49-F238E27FC236}">
                <a16:creationId xmlns:a16="http://schemas.microsoft.com/office/drawing/2014/main" id="{A622348D-9413-9272-F39E-C281BE11418D}"/>
              </a:ext>
            </a:extLst>
          </p:cNvPr>
          <p:cNvSpPr>
            <a:spLocks noGrp="1"/>
          </p:cNvSpPr>
          <p:nvPr>
            <p:ph type="body" idx="12" hasCustomPrompt="1"/>
          </p:nvPr>
        </p:nvSpPr>
        <p:spPr>
          <a:xfrm>
            <a:off x="368300" y="1509004"/>
            <a:ext cx="3168650" cy="336050"/>
          </a:xfrm>
          <a:prstGeom prst="rect">
            <a:avLst/>
          </a:prstGeom>
          <a:noFill/>
        </p:spPr>
        <p:txBody>
          <a:bodyPr wrap="none" lIns="0" tIns="0" rIns="0" bIns="0" anchor="ctr">
            <a:noAutofit/>
          </a:bodyPr>
          <a:lstStyle>
            <a:lvl1pPr algn="l">
              <a:buNone/>
              <a:defRPr sz="1800" b="0" i="0">
                <a:solidFill>
                  <a:schemeClr val="accent2"/>
                </a:solidFill>
                <a:latin typeface="+mj-lt"/>
                <a:ea typeface="+mj-lt"/>
                <a:cs typeface="+mj-lt"/>
              </a:defRPr>
            </a:lvl1pPr>
          </a:lstStyle>
          <a:p>
            <a:pPr lvl="0" algn="ctr" defTabSz="914400">
              <a:lnSpc>
                <a:spcPct val="80000"/>
              </a:lnSpc>
              <a:spcBef>
                <a:spcPts val="1200"/>
              </a:spcBef>
              <a:buNone/>
            </a:pPr>
            <a:r>
              <a:t>Section</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2356208E-6502-41C9-BEA4-3AE9DA442C32}"/>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idx="2"/>
          </p:nvPr>
        </p:nvSpPr>
        <p:spPr>
          <a:xfrm>
            <a:off x="3957639" y="438763"/>
            <a:ext cx="2532062"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698D2F29-33FD-47A7-AB10-B1FA6BDB1599}" type="datetime4">
              <a:t>11 de agosto de 2026</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8" y="1497015"/>
            <a:ext cx="6106871" cy="3948034"/>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9E1F8173-8358-4F1A-940D-89F95B25AAF7}"/>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0AD01827-9A36-4138-95B8-B0189D2D0C96}" type="datetime4">
              <a:t>11 de agosto de 2026</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497013"/>
            <a:ext cx="2923563" cy="2616675"/>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idx="29"/>
          </p:nvPr>
        </p:nvSpPr>
        <p:spPr>
          <a:xfrm>
            <a:off x="390154" y="6866857"/>
            <a:ext cx="2923563" cy="2584765"/>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3" name="Straight Connector 22">
            <a:extLst>
              <a:ext uri="{FF2B5EF4-FFF2-40B4-BE49-F238E27FC236}">
                <a16:creationId xmlns:a16="http://schemas.microsoft.com/office/drawing/2014/main" id="{433938AE-7DC9-44F7-AC8E-3021689C18CB}"/>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idx="32"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5EBDDC5B-631B-4336-9543-98257A1F05F5}" type="datetime4">
              <a:t>11 de agosto de 2026</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idx="20"/>
          </p:nvPr>
        </p:nvSpPr>
        <p:spPr>
          <a:xfrm>
            <a:off x="382829" y="1497013"/>
            <a:ext cx="2923563" cy="4079539"/>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42" name="Straight Connector 41">
            <a:extLst>
              <a:ext uri="{FF2B5EF4-FFF2-40B4-BE49-F238E27FC236}">
                <a16:creationId xmlns:a16="http://schemas.microsoft.com/office/drawing/2014/main" id="{0776C2C8-2C8C-4383-A978-2C81AAE5A001}"/>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idx="29"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9A406CDC-6C73-4F07-BA2F-100422012497}" type="datetime4">
              <a:t>11 de agosto de 2026</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500036"/>
            <a:ext cx="6063034" cy="2027390"/>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3" name="Straight Connector 2">
            <a:extLst>
              <a:ext uri="{FF2B5EF4-FFF2-40B4-BE49-F238E27FC236}">
                <a16:creationId xmlns:a16="http://schemas.microsoft.com/office/drawing/2014/main" id="{E094E620-BFCC-46EE-BAE1-A684CA7B6789}"/>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944B1522-D64F-491F-B357-196ED417A415}" type="datetime4">
              <a:t>11 de agosto de 2026</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498177"/>
            <a:ext cx="6063034" cy="202924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A5040590-5559-4BDC-A295-DBC1278F31DF}"/>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idx="2"/>
          </p:nvPr>
        </p:nvSpPr>
        <p:spPr>
          <a:xfrm>
            <a:off x="3971925" y="438763"/>
            <a:ext cx="2517776"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8BA8F4B9-B6C6-4F2E-BC07-C261BB51569F}" type="datetime4">
              <a:t>11 de agosto de 2026</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ABF01936-7591-4965-9541-B461CED0A364}"/>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idx="2"/>
          </p:nvPr>
        </p:nvSpPr>
        <p:spPr>
          <a:xfrm>
            <a:off x="3971925" y="438763"/>
            <a:ext cx="2517776"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8BA8F4B9-B6C6-4F2E-BC07-C261BB51569F}" type="datetime4">
              <a:t>11 de agosto de 2026</a:t>
            </a:fld>
            <a:endParaRPr/>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a:spLocks noGrp="1"/>
          </p:cNvSpPr>
          <p:nvPr/>
        </p:nvSpPr>
        <p:spPr>
          <a:xfrm>
            <a:off x="390153" y="814312"/>
            <a:ext cx="6099546" cy="263149"/>
          </a:xfrm>
          <a:prstGeom prst="rect">
            <a:avLst/>
          </a:prstGeom>
        </p:spPr>
        <p:txBody>
          <a:bodyPr lIns="0" tIns="0" rIns="0" bIns="0" anchor="t">
            <a:spAutoFit/>
          </a:bodyPr>
          <a:lstStyle>
            <a:lvl1pPr indent="0" defTabSz="385767">
              <a:lnSpc>
                <a:spcPct val="90000"/>
              </a:lnSpc>
              <a:spcBef>
                <a:spcPts val="422"/>
              </a:spcBef>
              <a:buFont typeface="Arial"/>
              <a:buNone/>
              <a:defRPr sz="1900" b="1" spc="0">
                <a:solidFill>
                  <a:schemeClr val="tx2"/>
                </a:solidFill>
                <a:latin typeface="Roboto"/>
                <a:ea typeface="Roboto"/>
                <a:cs typeface="Roboto"/>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a:pPr lvl="0">
              <a:buNone/>
            </a:pPr>
            <a:r>
              <a:t>Disclaimer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2" name="Straight Connector 21">
            <a:extLst>
              <a:ext uri="{FF2B5EF4-FFF2-40B4-BE49-F238E27FC236}">
                <a16:creationId xmlns:a16="http://schemas.microsoft.com/office/drawing/2014/main" id="{583DD95B-BB10-4BEE-9EB1-879F896501E4}"/>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4D03E599-AFA5-4A08-AC9F-588B0C61A5AB}" type="datetime4">
              <a:t>11 de agosto de 2026</a:t>
            </a:fld>
            <a:endParaRPr/>
          </a:p>
        </p:txBody>
      </p:sp>
      <p:sp>
        <p:nvSpPr>
          <p:cNvPr id="2" name="TextBox 1">
            <a:extLst>
              <a:ext uri="{FF2B5EF4-FFF2-40B4-BE49-F238E27FC236}">
                <a16:creationId xmlns:a16="http://schemas.microsoft.com/office/drawing/2014/main" id="{52F95B42-1FBA-401A-8214-0A1239E090A4}"/>
              </a:ext>
            </a:extLst>
          </p:cNvPr>
          <p:cNvSpPr>
            <a:spLocks noGrp="1"/>
          </p:cNvSpPr>
          <p:nvPr/>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a:buNone/>
              <a:defRPr sz="730">
                <a:solidFill>
                  <a:schemeClr val="tx2"/>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a:pPr marL="228600" lvl="0" indent="-228600" algn="just">
              <a:lnSpc>
                <a:spcPts val="800"/>
              </a:lnSpc>
              <a:buFont typeface="+mj-lt"/>
              <a:buAutoNum type="arabicPeriod"/>
            </a:pPr>
            <a:r>
              <a:rPr sz="650" i="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sz="650" i="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sz="650" i="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sz="650" i="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sz="650" i="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sz="650" i="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sz="650" i="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sz="650" i="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sz="650" i="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sz="650" i="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sz="650" i="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sz="650" i="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sz="650" i="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sz="650" i="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sz="650" i="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sz="650" i="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sz="650" i="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sz="650" i="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sz="650" i="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sz="650" i="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sz="650" i="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5" name="Rectangle 24">
            <a:extLst>
              <a:ext uri="{FF2B5EF4-FFF2-40B4-BE49-F238E27FC236}">
                <a16:creationId xmlns:a16="http://schemas.microsoft.com/office/drawing/2014/main" id="{09CD1B14-21A0-4905-A3FF-6A46EBDF6BCD}"/>
              </a:ext>
            </a:extLst>
          </p:cNvPr>
          <p:cNvSpPr>
            <a:spLocks noGrp="1"/>
          </p:cNvSpPr>
          <p:nvPr/>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pic>
        <p:nvPicPr>
          <p:cNvPr id="66" name="Picture 25"/>
          <p:cNvPicPr>
            <a:picLocks noChangeAspect="1"/>
          </p:cNvPicPr>
          <p:nvPr/>
        </p:nvPicPr>
        <p:blipFill rotWithShape="1">
          <a:blip r:embed="rId2">
            <a:alphaModFix amt="81000"/>
          </a:blip>
          <a:srcRect l="1783" t="114" r="50667" b="1655"/>
          <a:stretch/>
        </p:blipFill>
        <p:spPr>
          <a:xfrm>
            <a:off x="0" y="0"/>
            <a:ext cx="6858000" cy="9906000"/>
          </a:xfrm>
          <a:prstGeom prst="rect">
            <a:avLst/>
          </a:prstGeom>
        </p:spPr>
      </p:pic>
      <p:sp>
        <p:nvSpPr>
          <p:cNvPr id="38" name="Straight Connector 37">
            <a:extLst>
              <a:ext uri="{FF2B5EF4-FFF2-40B4-BE49-F238E27FC236}">
                <a16:creationId xmlns:a16="http://schemas.microsoft.com/office/drawing/2014/main" id="{9FF2E8A7-48D3-41A4-8979-C69BB11197CB}"/>
              </a:ext>
            </a:extLst>
          </p:cNvPr>
          <p:cNvSpPr>
            <a:spLocks noGrp="1"/>
          </p:cNvSpPr>
          <p:nvPr/>
        </p:nvSpPr>
        <p:spPr>
          <a:xfrm flipV="1">
            <a:off x="-438" y="8704940"/>
            <a:ext cx="68584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sp>
      <p:sp>
        <p:nvSpPr>
          <p:cNvPr id="39" name="Straight Connector 38">
            <a:extLst>
              <a:ext uri="{FF2B5EF4-FFF2-40B4-BE49-F238E27FC236}">
                <a16:creationId xmlns:a16="http://schemas.microsoft.com/office/drawing/2014/main" id="{2431BD4B-BE99-4EE2-935E-B728B1066BEC}"/>
              </a:ext>
            </a:extLst>
          </p:cNvPr>
          <p:cNvSpPr>
            <a:spLocks noGrp="1"/>
          </p:cNvSpPr>
          <p:nvPr/>
        </p:nvSpPr>
        <p:spPr>
          <a:xfrm flipV="1">
            <a:off x="3536949" y="6168571"/>
            <a:ext cx="3306080" cy="37374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sp>
      <p:pic>
        <p:nvPicPr>
          <p:cNvPr id="69" name="Graphic 3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a:spLocks noGrp="1"/>
          </p:cNvSpPr>
          <p:nvPr/>
        </p:nvSpPr>
        <p:spPr>
          <a:xfrm>
            <a:off x="2684238" y="4747691"/>
            <a:ext cx="455210" cy="41061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4" name="Freeform: Shape 53">
            <a:extLst>
              <a:ext uri="{FF2B5EF4-FFF2-40B4-BE49-F238E27FC236}">
                <a16:creationId xmlns:a16="http://schemas.microsoft.com/office/drawing/2014/main" id="{F920B4FD-CF67-4AC3-ACC8-8AE9EED3B08A}"/>
              </a:ext>
            </a:extLst>
          </p:cNvPr>
          <p:cNvSpPr>
            <a:spLocks noGrp="1"/>
          </p:cNvSpPr>
          <p:nvPr/>
        </p:nvSpPr>
        <p:spPr>
          <a:xfrm>
            <a:off x="3225016" y="4984264"/>
            <a:ext cx="64616" cy="123597"/>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9E5C3886-4D19-464F-B7AC-950F1E46F85F}"/>
              </a:ext>
            </a:extLst>
          </p:cNvPr>
          <p:cNvSpPr>
            <a:spLocks noGrp="1"/>
          </p:cNvSpPr>
          <p:nvPr/>
        </p:nvSpPr>
        <p:spPr>
          <a:xfrm>
            <a:off x="3303020" y="4983293"/>
            <a:ext cx="119698" cy="126760"/>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56" name="Freeform: Shape 55">
            <a:extLst>
              <a:ext uri="{FF2B5EF4-FFF2-40B4-BE49-F238E27FC236}">
                <a16:creationId xmlns:a16="http://schemas.microsoft.com/office/drawing/2014/main" id="{3BFBC377-5A48-41C6-B03C-9149828E8A7C}"/>
              </a:ext>
            </a:extLst>
          </p:cNvPr>
          <p:cNvSpPr>
            <a:spLocks noGrp="1"/>
          </p:cNvSpPr>
          <p:nvPr/>
        </p:nvSpPr>
        <p:spPr>
          <a:xfrm>
            <a:off x="3442948" y="4983278"/>
            <a:ext cx="98483" cy="126763"/>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B88D6791-E280-4A9B-B6F6-189BF7C4BF98}"/>
              </a:ext>
            </a:extLst>
          </p:cNvPr>
          <p:cNvSpPr>
            <a:spLocks noGrp="1"/>
          </p:cNvSpPr>
          <p:nvPr/>
        </p:nvSpPr>
        <p:spPr>
          <a:xfrm>
            <a:off x="3562382" y="4983293"/>
            <a:ext cx="119698" cy="126760"/>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58" name="Freeform: Shape 57">
            <a:extLst>
              <a:ext uri="{FF2B5EF4-FFF2-40B4-BE49-F238E27FC236}">
                <a16:creationId xmlns:a16="http://schemas.microsoft.com/office/drawing/2014/main" id="{D846E24C-F514-42EF-8579-AF8CE6A376A7}"/>
              </a:ext>
            </a:extLst>
          </p:cNvPr>
          <p:cNvSpPr>
            <a:spLocks noGrp="1"/>
          </p:cNvSpPr>
          <p:nvPr/>
        </p:nvSpPr>
        <p:spPr>
          <a:xfrm>
            <a:off x="3705237" y="4983278"/>
            <a:ext cx="101631" cy="126760"/>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59" name="Freeform: Shape 58">
            <a:extLst>
              <a:ext uri="{FF2B5EF4-FFF2-40B4-BE49-F238E27FC236}">
                <a16:creationId xmlns:a16="http://schemas.microsoft.com/office/drawing/2014/main" id="{767EAC76-4221-4D48-A548-1D3F7EF8A4ED}"/>
              </a:ext>
            </a:extLst>
          </p:cNvPr>
          <p:cNvSpPr>
            <a:spLocks noGrp="1"/>
          </p:cNvSpPr>
          <p:nvPr/>
        </p:nvSpPr>
        <p:spPr>
          <a:xfrm>
            <a:off x="3842473" y="4984264"/>
            <a:ext cx="64615" cy="123597"/>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0" name="Freeform: Shape 59">
            <a:extLst>
              <a:ext uri="{FF2B5EF4-FFF2-40B4-BE49-F238E27FC236}">
                <a16:creationId xmlns:a16="http://schemas.microsoft.com/office/drawing/2014/main" id="{28455B7D-9D95-4D0E-8503-2F81C7680372}"/>
              </a:ext>
            </a:extLst>
          </p:cNvPr>
          <p:cNvSpPr>
            <a:spLocks noGrp="1"/>
          </p:cNvSpPr>
          <p:nvPr/>
        </p:nvSpPr>
        <p:spPr>
          <a:xfrm>
            <a:off x="3920477" y="4983293"/>
            <a:ext cx="121405" cy="126760"/>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DF480758-BB1D-4122-964B-6CD9563D3404}"/>
              </a:ext>
            </a:extLst>
          </p:cNvPr>
          <p:cNvSpPr>
            <a:spLocks noGrp="1"/>
          </p:cNvSpPr>
          <p:nvPr/>
        </p:nvSpPr>
        <p:spPr>
          <a:xfrm>
            <a:off x="4068923" y="4936964"/>
            <a:ext cx="104839" cy="17064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echamento">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0DA538-3971-A01C-CA17-02FB47DEC529}"/>
              </a:ext>
            </a:extLst>
          </p:cNvPr>
          <p:cNvSpPr>
            <a:spLocks noGrp="1"/>
          </p:cNvSpPr>
          <p:nvPr/>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pic>
        <p:nvPicPr>
          <p:cNvPr id="66" name="Graphic 3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a:spLocks noGrp="1"/>
          </p:cNvSpPr>
          <p:nvPr/>
        </p:nvSpPr>
        <p:spPr>
          <a:xfrm>
            <a:off x="2684238" y="3317118"/>
            <a:ext cx="455210" cy="41061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4" name="Freeform: Shape 53">
            <a:extLst>
              <a:ext uri="{FF2B5EF4-FFF2-40B4-BE49-F238E27FC236}">
                <a16:creationId xmlns:a16="http://schemas.microsoft.com/office/drawing/2014/main" id="{F920B4FD-CF67-4AC3-ACC8-8AE9EED3B08A}"/>
              </a:ext>
            </a:extLst>
          </p:cNvPr>
          <p:cNvSpPr>
            <a:spLocks noGrp="1"/>
          </p:cNvSpPr>
          <p:nvPr/>
        </p:nvSpPr>
        <p:spPr>
          <a:xfrm>
            <a:off x="3225016" y="3553691"/>
            <a:ext cx="64616" cy="123597"/>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9E5C3886-4D19-464F-B7AC-950F1E46F85F}"/>
              </a:ext>
            </a:extLst>
          </p:cNvPr>
          <p:cNvSpPr>
            <a:spLocks noGrp="1"/>
          </p:cNvSpPr>
          <p:nvPr/>
        </p:nvSpPr>
        <p:spPr>
          <a:xfrm>
            <a:off x="3303020" y="3552720"/>
            <a:ext cx="119698" cy="126760"/>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56" name="Freeform: Shape 55">
            <a:extLst>
              <a:ext uri="{FF2B5EF4-FFF2-40B4-BE49-F238E27FC236}">
                <a16:creationId xmlns:a16="http://schemas.microsoft.com/office/drawing/2014/main" id="{3BFBC377-5A48-41C6-B03C-9149828E8A7C}"/>
              </a:ext>
            </a:extLst>
          </p:cNvPr>
          <p:cNvSpPr>
            <a:spLocks noGrp="1"/>
          </p:cNvSpPr>
          <p:nvPr/>
        </p:nvSpPr>
        <p:spPr>
          <a:xfrm>
            <a:off x="3442948" y="3552705"/>
            <a:ext cx="98483" cy="126763"/>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B88D6791-E280-4A9B-B6F6-189BF7C4BF98}"/>
              </a:ext>
            </a:extLst>
          </p:cNvPr>
          <p:cNvSpPr>
            <a:spLocks noGrp="1"/>
          </p:cNvSpPr>
          <p:nvPr/>
        </p:nvSpPr>
        <p:spPr>
          <a:xfrm>
            <a:off x="3562382" y="3552720"/>
            <a:ext cx="119698" cy="126760"/>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58" name="Freeform: Shape 57">
            <a:extLst>
              <a:ext uri="{FF2B5EF4-FFF2-40B4-BE49-F238E27FC236}">
                <a16:creationId xmlns:a16="http://schemas.microsoft.com/office/drawing/2014/main" id="{D846E24C-F514-42EF-8579-AF8CE6A376A7}"/>
              </a:ext>
            </a:extLst>
          </p:cNvPr>
          <p:cNvSpPr>
            <a:spLocks noGrp="1"/>
          </p:cNvSpPr>
          <p:nvPr/>
        </p:nvSpPr>
        <p:spPr>
          <a:xfrm>
            <a:off x="3705237" y="3552705"/>
            <a:ext cx="101631" cy="126760"/>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59" name="Freeform: Shape 58">
            <a:extLst>
              <a:ext uri="{FF2B5EF4-FFF2-40B4-BE49-F238E27FC236}">
                <a16:creationId xmlns:a16="http://schemas.microsoft.com/office/drawing/2014/main" id="{767EAC76-4221-4D48-A548-1D3F7EF8A4ED}"/>
              </a:ext>
            </a:extLst>
          </p:cNvPr>
          <p:cNvSpPr>
            <a:spLocks noGrp="1"/>
          </p:cNvSpPr>
          <p:nvPr/>
        </p:nvSpPr>
        <p:spPr>
          <a:xfrm>
            <a:off x="3842473" y="3553691"/>
            <a:ext cx="64615" cy="123597"/>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0" name="Freeform: Shape 59">
            <a:extLst>
              <a:ext uri="{FF2B5EF4-FFF2-40B4-BE49-F238E27FC236}">
                <a16:creationId xmlns:a16="http://schemas.microsoft.com/office/drawing/2014/main" id="{28455B7D-9D95-4D0E-8503-2F81C7680372}"/>
              </a:ext>
            </a:extLst>
          </p:cNvPr>
          <p:cNvSpPr>
            <a:spLocks noGrp="1"/>
          </p:cNvSpPr>
          <p:nvPr/>
        </p:nvSpPr>
        <p:spPr>
          <a:xfrm>
            <a:off x="3920477" y="3552720"/>
            <a:ext cx="121405" cy="126760"/>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DF480758-BB1D-4122-964B-6CD9563D3404}"/>
              </a:ext>
            </a:extLst>
          </p:cNvPr>
          <p:cNvSpPr>
            <a:spLocks noGrp="1"/>
          </p:cNvSpPr>
          <p:nvPr/>
        </p:nvSpPr>
        <p:spPr>
          <a:xfrm>
            <a:off x="4068923" y="3506391"/>
            <a:ext cx="104839" cy="17064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pic>
        <p:nvPicPr>
          <p:cNvPr id="76" name="Picture 2"/>
          <p:cNvPicPr>
            <a:picLocks noChangeAspect="1"/>
          </p:cNvPicPr>
          <p:nvPr/>
        </p:nvPicPr>
        <p:blipFill>
          <a:blip r:embed="rId3"/>
          <a:srcRect t="44533" r="177" b="29666"/>
          <a:stretch>
            <a:fillRect/>
          </a:stretch>
        </p:blipFill>
        <p:spPr>
          <a:xfrm>
            <a:off x="-1" y="6200328"/>
            <a:ext cx="6858002" cy="2663653"/>
          </a:xfr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77"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2"/>
            <a:ext cx="4490940" cy="1772766"/>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3" y="4060055"/>
            <a:ext cx="6112353" cy="3349806"/>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C15C50E-5CAF-4D73-A24B-0338FF2E9F05}"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5022853" y="2150953"/>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5022853" y="2312750"/>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5022853" y="2439622"/>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5022853" y="2815008"/>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5022853" y="2976805"/>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5022853" y="3103677"/>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5022853" y="3467328"/>
            <a:ext cx="1466848"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5022853" y="3629125"/>
            <a:ext cx="1466848"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5022853" y="3755997"/>
            <a:ext cx="1466848"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E272FF4F-9A30-40F2-BA92-3C3453F35234}"/>
              </a:ext>
            </a:extLst>
          </p:cNvPr>
          <p:cNvSpPr>
            <a:spLocks noGrp="1"/>
          </p:cNvSpPr>
          <p:nvPr/>
        </p:nv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idx="36"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idx="37"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idx="39"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76328EA4-6775-4290-8EA5-E502E46D5926}"/>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idx="36"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8322A33D-80D6-4F35-8727-6E69DB2A8CE8}"/>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idx="39"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7"/>
            <a:ext cx="3734170" cy="5848235"/>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1E123165-0F40-44BD-8657-00C00FE688A7}"/>
              </a:ext>
            </a:extLst>
          </p:cNvPr>
          <p:cNvSpPr>
            <a:spLocks noGrp="1"/>
          </p:cNvSpPr>
          <p:nvPr/>
        </p:nv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idx="36"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idx="37"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71" name="Picture 38"/>
          <p:cNvPicPr>
            <a:picLocks noChangeAspect="1"/>
          </p:cNvPicPr>
          <p:nvPr/>
        </p:nvPicPr>
        <p:blipFill rotWithShape="1">
          <a:blip r:embed="rId2"/>
          <a:srcRect t="42776" b="15443"/>
          <a:stretch/>
        </p:blipFill>
        <p:spPr>
          <a:xfrm>
            <a:off x="0" y="0"/>
            <a:ext cx="6858000" cy="2003469"/>
          </a:xfr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idx="16" hasCustomPrompt="1"/>
          </p:nvPr>
        </p:nvSpPr>
        <p:spPr>
          <a:xfrm>
            <a:off x="390154" y="988484"/>
            <a:ext cx="6112354" cy="346968"/>
          </a:xfrm>
          <a:prstGeom prst="rect">
            <a:avLst/>
          </a:prstGeom>
        </p:spPr>
        <p:txBody>
          <a:bodyPr lIns="0" tIns="0" rIns="0" bIns="0" anchor="t"/>
          <a:lstStyle>
            <a:lvl1pPr>
              <a:buNone/>
              <a:defRPr sz="2400" b="1" spc="0">
                <a:solidFill>
                  <a:schemeClr val="accent3"/>
                </a:solidFill>
                <a:latin typeface="Roboto"/>
                <a:ea typeface="Roboto"/>
                <a:cs typeface="Roboto"/>
              </a:defRPr>
            </a:lvl1pPr>
          </a:lstStyle>
          <a:p>
            <a:pPr lvl="0">
              <a:buNone/>
            </a:pPr>
            <a:r>
              <a:t>EDITAR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41" name="Freeform: Shape 40">
            <a:extLst>
              <a:ext uri="{FF2B5EF4-FFF2-40B4-BE49-F238E27FC236}">
                <a16:creationId xmlns:a16="http://schemas.microsoft.com/office/drawing/2014/main" id="{9CAD89BC-209F-4A84-B643-8391FE84FD63}"/>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a:noFill/>
            <a:prstDash val="solid"/>
          </a:ln>
        </p:spPr>
        <p:txBody>
          <a:bodyPr anchor="ctr"/>
          <a:lstStyle/>
          <a:p>
            <a:endParaRPr/>
          </a:p>
        </p:txBody>
      </p:sp>
      <p:sp>
        <p:nvSpPr>
          <p:cNvPr id="43" name="Freeform: Shape 42">
            <a:extLst>
              <a:ext uri="{FF2B5EF4-FFF2-40B4-BE49-F238E27FC236}">
                <a16:creationId xmlns:a16="http://schemas.microsoft.com/office/drawing/2014/main" id="{93C151B8-67D0-4C62-A1CD-C3E1CFD9F305}"/>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a:noFill/>
            <a:prstDash val="solid"/>
          </a:ln>
        </p:spPr>
        <p:txBody>
          <a:bodyPr anchor="ctr"/>
          <a:lstStyle/>
          <a:p>
            <a:endParaRPr/>
          </a:p>
        </p:txBody>
      </p:sp>
      <p:sp>
        <p:nvSpPr>
          <p:cNvPr id="44" name="Freeform: Shape 43">
            <a:extLst>
              <a:ext uri="{FF2B5EF4-FFF2-40B4-BE49-F238E27FC236}">
                <a16:creationId xmlns:a16="http://schemas.microsoft.com/office/drawing/2014/main" id="{2D2D96A5-B60E-4CC9-9982-03590D4573EC}"/>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a:noFill/>
            <a:prstDash val="solid"/>
          </a:ln>
        </p:spPr>
        <p:txBody>
          <a:bodyPr anchor="ctr"/>
          <a:lstStyle/>
          <a:p>
            <a:endParaRPr/>
          </a:p>
        </p:txBody>
      </p:sp>
      <p:sp>
        <p:nvSpPr>
          <p:cNvPr id="45" name="Freeform: Shape 44">
            <a:extLst>
              <a:ext uri="{FF2B5EF4-FFF2-40B4-BE49-F238E27FC236}">
                <a16:creationId xmlns:a16="http://schemas.microsoft.com/office/drawing/2014/main" id="{4CD03F36-CFD5-42F6-B8F2-CAE7CBCF7AB9}"/>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a:noFill/>
            <a:prstDash val="solid"/>
          </a:ln>
        </p:spPr>
        <p:txBody>
          <a:bodyPr anchor="ctr"/>
          <a:lstStyle/>
          <a:p>
            <a:endParaRPr/>
          </a:p>
        </p:txBody>
      </p:sp>
      <p:sp>
        <p:nvSpPr>
          <p:cNvPr id="46" name="Freeform: Shape 45">
            <a:extLst>
              <a:ext uri="{FF2B5EF4-FFF2-40B4-BE49-F238E27FC236}">
                <a16:creationId xmlns:a16="http://schemas.microsoft.com/office/drawing/2014/main" id="{BB8ED37E-DDC1-44DA-BF04-893FB6EADB01}"/>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a:noFill/>
            <a:prstDash val="solid"/>
          </a:ln>
        </p:spPr>
        <p:txBody>
          <a:bodyPr anchor="ctr"/>
          <a:lstStyle/>
          <a:p>
            <a:endParaRPr/>
          </a:p>
        </p:txBody>
      </p:sp>
      <p:sp>
        <p:nvSpPr>
          <p:cNvPr id="47" name="Freeform: Shape 46">
            <a:extLst>
              <a:ext uri="{FF2B5EF4-FFF2-40B4-BE49-F238E27FC236}">
                <a16:creationId xmlns:a16="http://schemas.microsoft.com/office/drawing/2014/main" id="{724B11E2-4EE2-41C4-9CB0-BFA8238F41E1}"/>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a:noFill/>
            <a:prstDash val="solid"/>
          </a:ln>
        </p:spPr>
        <p:txBody>
          <a:bodyPr anchor="ctr"/>
          <a:lstStyle/>
          <a:p>
            <a:endParaRPr/>
          </a:p>
        </p:txBody>
      </p:sp>
      <p:sp>
        <p:nvSpPr>
          <p:cNvPr id="48" name="Freeform: Shape 47">
            <a:extLst>
              <a:ext uri="{FF2B5EF4-FFF2-40B4-BE49-F238E27FC236}">
                <a16:creationId xmlns:a16="http://schemas.microsoft.com/office/drawing/2014/main" id="{D6B95911-5559-432C-84D5-0FA4C442F497}"/>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a:noFill/>
            <a:prstDash val="solid"/>
          </a:ln>
        </p:spPr>
        <p:txBody>
          <a:bodyPr anchor="ctr"/>
          <a:lstStyle/>
          <a:p>
            <a:endParaRPr/>
          </a:p>
        </p:txBody>
      </p:sp>
      <p:sp>
        <p:nvSpPr>
          <p:cNvPr id="49" name="Freeform: Shape 48">
            <a:extLst>
              <a:ext uri="{FF2B5EF4-FFF2-40B4-BE49-F238E27FC236}">
                <a16:creationId xmlns:a16="http://schemas.microsoft.com/office/drawing/2014/main" id="{7DADFDA8-A4C9-4A90-BEAE-B1639DAC11D9}"/>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a:noFill/>
            <a:prstDash val="solid"/>
          </a:ln>
        </p:spPr>
        <p:txBody>
          <a:bodyPr anchor="ctr"/>
          <a:lstStyle/>
          <a:p>
            <a:endParaRPr/>
          </a:p>
        </p:txBody>
      </p:sp>
      <p:sp>
        <p:nvSpPr>
          <p:cNvPr id="50" name="Freeform: Shape 49">
            <a:extLst>
              <a:ext uri="{FF2B5EF4-FFF2-40B4-BE49-F238E27FC236}">
                <a16:creationId xmlns:a16="http://schemas.microsoft.com/office/drawing/2014/main" id="{7A52CEE5-D539-4F76-92DD-650239B04672}"/>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a:noFill/>
            <a:prstDash val="solid"/>
          </a:ln>
        </p:spPr>
        <p:txBody>
          <a:bodyPr anchor="ctr"/>
          <a:lstStyle/>
          <a:p>
            <a:endParaRP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idx="19" hasCustomPrompt="1"/>
          </p:nvPr>
        </p:nvSpPr>
        <p:spPr>
          <a:xfrm>
            <a:off x="3371691" y="608130"/>
            <a:ext cx="3132139" cy="142093"/>
          </a:xfrm>
          <a:prstGeom prst="rect">
            <a:avLst/>
          </a:prstGeom>
        </p:spPr>
        <p:txBody>
          <a:bodyPr vert="horz" lIns="0" tIns="0" rIns="0" bIns="0" anchor="t">
            <a:noAutofit/>
          </a:bodyPr>
          <a:lstStyle>
            <a:lvl1pPr algn="r">
              <a:buNone/>
              <a:defRPr sz="1200" b="0">
                <a:solidFill>
                  <a:schemeClr val="bg1"/>
                </a:solidFill>
                <a:latin typeface="Roboto Light"/>
                <a:ea typeface="Roboto Light"/>
                <a:cs typeface="Roboto Light"/>
              </a:defRPr>
            </a:lvl1pPr>
          </a:lstStyle>
          <a:p>
            <a:pPr lvl="0">
              <a:buNone/>
            </a:pPr>
            <a:r>
              <a:t>Sector / Segment</a:t>
            </a: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90154" y="2150951"/>
            <a:ext cx="6099546" cy="137741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idx="23"/>
          </p:nvPr>
        </p:nvSpPr>
        <p:spPr>
          <a:xfrm>
            <a:off x="390155" y="3605328"/>
            <a:ext cx="3734170" cy="4174580"/>
          </a:xfrm>
          <a:prstGeom prst="rect">
            <a:avLst/>
          </a:prstGeom>
          <a:noFill/>
        </p:spPr>
        <p:txBody>
          <a:bodyPr wrap="square" lIns="0" tIns="0" rIns="0" bIns="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idx="2"/>
          </p:nvPr>
        </p:nvSpPr>
        <p:spPr>
          <a:xfrm>
            <a:off x="3371691" y="438763"/>
            <a:ext cx="3132139" cy="184666"/>
          </a:xfrm>
          <a:prstGeom prst="rect">
            <a:avLst/>
          </a:prstGeom>
        </p:spPr>
        <p:txBody>
          <a:bodyPr vert="horz" wrap="square" lIns="0" tIns="0" rIns="0" bIns="0" anchor="ctr">
            <a:spAutoFit/>
          </a:bodyPr>
          <a:lstStyle>
            <a:lvl1pPr algn="r">
              <a:buNone/>
              <a:defRPr sz="1200">
                <a:solidFill>
                  <a:schemeClr val="accent2"/>
                </a:solidFill>
                <a:latin typeface="Roboto Light"/>
                <a:ea typeface="Roboto Light"/>
                <a:cs typeface="Roboto Light"/>
              </a:defRPr>
            </a:lvl1pPr>
          </a:lstStyle>
          <a:p>
            <a:fld id="{70B93077-DAAC-461F-9674-FC47DD2C4BA2}" type="datetime4">
              <a:t>11 de agosto de 2026</a:t>
            </a:fld>
            <a:endParaRPr/>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idx="27" hasCustomPrompt="1"/>
          </p:nvPr>
        </p:nvSpPr>
        <p:spPr>
          <a:xfrm>
            <a:off x="4330593" y="3610784"/>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idx="28" hasCustomPrompt="1"/>
          </p:nvPr>
        </p:nvSpPr>
        <p:spPr>
          <a:xfrm>
            <a:off x="4330593" y="3772581"/>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idx="29" hasCustomPrompt="1"/>
          </p:nvPr>
        </p:nvSpPr>
        <p:spPr>
          <a:xfrm>
            <a:off x="4330593" y="3899453"/>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idx="30" hasCustomPrompt="1"/>
          </p:nvPr>
        </p:nvSpPr>
        <p:spPr>
          <a:xfrm>
            <a:off x="4330593" y="409703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idx="31" hasCustomPrompt="1"/>
          </p:nvPr>
        </p:nvSpPr>
        <p:spPr>
          <a:xfrm>
            <a:off x="4330593" y="425883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idx="32" hasCustomPrompt="1"/>
          </p:nvPr>
        </p:nvSpPr>
        <p:spPr>
          <a:xfrm>
            <a:off x="4330593" y="438570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idx="33" hasCustomPrompt="1"/>
          </p:nvPr>
        </p:nvSpPr>
        <p:spPr>
          <a:xfrm>
            <a:off x="4330593" y="4590609"/>
            <a:ext cx="2159105" cy="133094"/>
          </a:xfrm>
          <a:prstGeom prst="rect">
            <a:avLst/>
          </a:prstGeom>
          <a:noFill/>
        </p:spPr>
        <p:txBody>
          <a:bodyPr wrap="square" lIns="0" tIns="0" rIns="0" bIns="0">
            <a:noAutofit/>
          </a:bodyPr>
          <a:lstStyle>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idx="34" hasCustomPrompt="1"/>
          </p:nvPr>
        </p:nvSpPr>
        <p:spPr>
          <a:xfrm>
            <a:off x="4330593" y="4752406"/>
            <a:ext cx="2159105" cy="9695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idx="35" hasCustomPrompt="1"/>
          </p:nvPr>
        </p:nvSpPr>
        <p:spPr>
          <a:xfrm>
            <a:off x="4330593" y="4879278"/>
            <a:ext cx="2159105" cy="110800"/>
          </a:xfrm>
          <a:prstGeom prst="rect">
            <a:avLst/>
          </a:prstGeom>
          <a:noFill/>
        </p:spPr>
        <p:txBody>
          <a:bodyPr wrap="square" lIns="0" tIns="0" rIns="0" bIns="0">
            <a:spAutoFit/>
          </a:bodyPr>
          <a:lstStyle>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Contact</a:t>
            </a:r>
          </a:p>
        </p:txBody>
      </p:sp>
      <p:sp>
        <p:nvSpPr>
          <p:cNvPr id="3" name="Straight Connector 2">
            <a:extLst>
              <a:ext uri="{FF2B5EF4-FFF2-40B4-BE49-F238E27FC236}">
                <a16:creationId xmlns:a16="http://schemas.microsoft.com/office/drawing/2014/main" id="{1C2305F5-2D13-4997-8C09-A98F868718DF}"/>
              </a:ext>
            </a:extLst>
          </p:cNvPr>
          <p:cNvSpPr>
            <a:spLocks noGrp="1"/>
          </p:cNvSpPr>
          <p:nvPr/>
        </p:nv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idx="38" hasCustomPrompt="1"/>
          </p:nvPr>
        </p:nvSpPr>
        <p:spPr>
          <a:xfrm>
            <a:off x="390154" y="1664358"/>
            <a:ext cx="6112352" cy="187302"/>
          </a:xfrm>
          <a:prstGeom prst="rect">
            <a:avLst/>
          </a:prstGeom>
        </p:spPr>
        <p:txBody>
          <a:bodyPr vert="horz" lIns="0" tIns="0" rIns="0" bIns="0" anchor="t">
            <a:noAutofit/>
          </a:bodyPr>
          <a:lstStyle>
            <a:lvl1pPr>
              <a:buNone/>
              <a:defRPr sz="1200" b="0">
                <a:solidFill>
                  <a:schemeClr val="bg1"/>
                </a:solidFill>
                <a:latin typeface="Roboto Light"/>
                <a:ea typeface="Roboto Light"/>
                <a:cs typeface="Roboto Light"/>
              </a:defRPr>
            </a:lvl1pPr>
          </a:lstStyle>
          <a:p>
            <a:pPr lvl="0">
              <a:buNone/>
            </a:pPr>
            <a: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idx="36" hasCustomPrompt="1"/>
          </p:nvPr>
        </p:nvSpPr>
        <p:spPr>
          <a:xfrm>
            <a:off x="390154" y="1406254"/>
            <a:ext cx="6112352" cy="187302"/>
          </a:xfrm>
          <a:prstGeom prst="rect">
            <a:avLst/>
          </a:prstGeom>
        </p:spPr>
        <p:txBody>
          <a:bodyPr vert="horz" lIns="0" tIns="0" rIns="0" bIns="0" anchor="t">
            <a:noAutofit/>
          </a:bodyPr>
          <a:lstStyle>
            <a:lvl1pPr>
              <a:buNone/>
              <a:defRPr sz="1200" b="1">
                <a:solidFill>
                  <a:schemeClr val="bg1"/>
                </a:solidFill>
                <a:latin typeface="Roboto Light"/>
                <a:ea typeface="Roboto Light"/>
                <a:cs typeface="Roboto Light"/>
              </a:defRPr>
            </a:lvl1pPr>
          </a:lstStyle>
          <a:p>
            <a:pPr lvl="0">
              <a:buNone/>
            </a:pPr>
            <a:r>
              <a:t>Clique para editar o texto mestre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a:spLocks noGrp="1"/>
          </p:cNvSpPr>
          <p:nvPr/>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b="1">
              <a:solidFill>
                <a:schemeClr val="bg1"/>
              </a:solidFill>
              <a:latin typeface="Roboto"/>
              <a:ea typeface="Roboto"/>
              <a:cs typeface="Roboto"/>
            </a:endParaRPr>
          </a:p>
        </p:txBody>
      </p:sp>
      <p:pic>
        <p:nvPicPr>
          <p:cNvPr id="129" name="Picture 124"/>
          <p:cNvPicPr>
            <a:picLocks noChangeAspect="1"/>
          </p:cNvPicPr>
          <p:nvPr/>
        </p:nvPicPr>
        <p:blipFill rotWithShape="1">
          <a:blip r:embed="rId2">
            <a:alphaModFix amt="60000"/>
          </a:blip>
          <a:srcRect l="1608" t="46598" b="23299"/>
          <a:stretch/>
        </p:blipFill>
        <p:spPr>
          <a:xfrm rot="5400000" flipH="1" flipV="1">
            <a:off x="845461" y="3893458"/>
            <a:ext cx="9905993" cy="2119084"/>
          </a:xfrm>
          <a:prstGeom prst="rect">
            <a:avLst/>
          </a:prstGeom>
        </p:spPr>
      </p:pic>
      <p:sp>
        <p:nvSpPr>
          <p:cNvPr id="6" name="Rectangle 5">
            <a:extLst>
              <a:ext uri="{FF2B5EF4-FFF2-40B4-BE49-F238E27FC236}">
                <a16:creationId xmlns:a16="http://schemas.microsoft.com/office/drawing/2014/main" id="{1D58E3DF-22F8-4C37-9B26-E76DF3BA1D45}"/>
              </a:ext>
            </a:extLst>
          </p:cNvPr>
          <p:cNvSpPr>
            <a:spLocks noGrp="1"/>
          </p:cNvSpPr>
          <p:nvPr/>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70" name="CaixaDeTexto 4">
            <a:extLst>
              <a:ext uri="{FF2B5EF4-FFF2-40B4-BE49-F238E27FC236}">
                <a16:creationId xmlns:a16="http://schemas.microsoft.com/office/drawing/2014/main" id="{B62B5412-17EF-418D-8B6E-BF6ED9EC7C15}"/>
              </a:ext>
            </a:extLst>
          </p:cNvPr>
          <p:cNvSpPr>
            <a:spLocks noGrp="1"/>
          </p:cNvSpPr>
          <p:nvPr/>
        </p:nvSpPr>
        <p:spPr>
          <a:xfrm>
            <a:off x="375638" y="368602"/>
            <a:ext cx="3733609" cy="430887"/>
          </a:xfrm>
          <a:prstGeom prst="rect">
            <a:avLst/>
          </a:prstGeom>
        </p:spPr>
        <p:txBody>
          <a:bodyPr wrap="square" lIns="0" tIns="0" rIns="0" bIns="0">
            <a:spAutoFit/>
          </a:bodyPr>
          <a:lstStyle/>
          <a:p>
            <a:r>
              <a:rPr sz="2800">
                <a:solidFill>
                  <a:srgbClr val="242424"/>
                </a:solidFill>
                <a:latin typeface="+mj-lt"/>
                <a:ea typeface="+mj-lt"/>
                <a:cs typeface="+mj-lt"/>
              </a:rPr>
              <a:t>Summary</a:t>
            </a: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idx="17" hasCustomPrompt="1"/>
          </p:nvPr>
        </p:nvSpPr>
        <p:spPr>
          <a:xfrm>
            <a:off x="375638" y="1155618"/>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idx="18" hasCustomPrompt="1"/>
          </p:nvPr>
        </p:nvSpPr>
        <p:spPr>
          <a:xfrm>
            <a:off x="375638" y="1485836"/>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idx="19" hasCustomPrompt="1"/>
          </p:nvPr>
        </p:nvSpPr>
        <p:spPr>
          <a:xfrm>
            <a:off x="375638" y="2139998"/>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idx="20" hasCustomPrompt="1"/>
          </p:nvPr>
        </p:nvSpPr>
        <p:spPr>
          <a:xfrm>
            <a:off x="375638" y="2470216"/>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idx="21" hasCustomPrompt="1"/>
          </p:nvPr>
        </p:nvSpPr>
        <p:spPr>
          <a:xfrm>
            <a:off x="375638" y="3134792"/>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idx="22" hasCustomPrompt="1"/>
          </p:nvPr>
        </p:nvSpPr>
        <p:spPr>
          <a:xfrm>
            <a:off x="375638" y="3465010"/>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idx="23" hasCustomPrompt="1"/>
          </p:nvPr>
        </p:nvSpPr>
        <p:spPr>
          <a:xfrm>
            <a:off x="375638" y="4118342"/>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idx="24" hasCustomPrompt="1"/>
          </p:nvPr>
        </p:nvSpPr>
        <p:spPr>
          <a:xfrm>
            <a:off x="375638" y="4448560"/>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idx="25" hasCustomPrompt="1"/>
          </p:nvPr>
        </p:nvSpPr>
        <p:spPr>
          <a:xfrm>
            <a:off x="375638" y="5101892"/>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idx="26" hasCustomPrompt="1"/>
          </p:nvPr>
        </p:nvSpPr>
        <p:spPr>
          <a:xfrm>
            <a:off x="375638" y="5432110"/>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idx="27" hasCustomPrompt="1"/>
          </p:nvPr>
        </p:nvSpPr>
        <p:spPr>
          <a:xfrm>
            <a:off x="375638" y="6100882"/>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idx="28" hasCustomPrompt="1"/>
          </p:nvPr>
        </p:nvSpPr>
        <p:spPr>
          <a:xfrm>
            <a:off x="375638" y="6431100"/>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idx="29" hasCustomPrompt="1"/>
          </p:nvPr>
        </p:nvSpPr>
        <p:spPr>
          <a:xfrm>
            <a:off x="375638" y="7084432"/>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idx="30" hasCustomPrompt="1"/>
          </p:nvPr>
        </p:nvSpPr>
        <p:spPr>
          <a:xfrm>
            <a:off x="375638" y="7414650"/>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86" name="CaixaDeTexto 9">
            <a:extLst>
              <a:ext uri="{FF2B5EF4-FFF2-40B4-BE49-F238E27FC236}">
                <a16:creationId xmlns:a16="http://schemas.microsoft.com/office/drawing/2014/main" id="{50BF8A2C-093E-471E-8719-A576D404CF14}"/>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idx="31" hasCustomPrompt="1"/>
          </p:nvPr>
        </p:nvSpPr>
        <p:spPr>
          <a:xfrm>
            <a:off x="375638" y="8063396"/>
            <a:ext cx="3938623" cy="338554"/>
          </a:xfrm>
          <a:prstGeom prst="rect">
            <a:avLst/>
          </a:prstGeom>
        </p:spPr>
        <p:txBody>
          <a:bodyPr vert="horz" lIns="0" tIns="45720" rIns="91440" bIns="45720" anchor="t">
            <a:noAutofit/>
          </a:bodyPr>
          <a:lstStyle>
            <a:lvl1pPr algn="l">
              <a:buNone/>
              <a:defRPr sz="2000" b="0">
                <a:solidFill>
                  <a:schemeClr val="accent3"/>
                </a:solidFill>
                <a:latin typeface="Roboto Light"/>
                <a:ea typeface="Roboto Light"/>
                <a:cs typeface="Roboto Light"/>
              </a:defRPr>
            </a:lvl1pPr>
          </a:lstStyle>
          <a:p>
            <a:pPr lvl="0">
              <a:lnSpc>
                <a:spcPct val="100000"/>
              </a:lnSpc>
              <a:spcBef>
                <a:spcPts val="0"/>
              </a:spcBef>
              <a:buNone/>
            </a:pPr>
            <a: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idx="32" hasCustomPrompt="1"/>
          </p:nvPr>
        </p:nvSpPr>
        <p:spPr>
          <a:xfrm>
            <a:off x="375638" y="8393614"/>
            <a:ext cx="3938623" cy="338554"/>
          </a:xfrm>
          <a:prstGeom prst="rect">
            <a:avLst/>
          </a:prstGeom>
        </p:spPr>
        <p:txBody>
          <a:bodyPr vert="horz" wrap="square" lIns="0" tIns="45720" rIns="91440" bIns="45720" anchor="t">
            <a:spAutoFit/>
          </a:bodyPr>
          <a:lstStyle>
            <a:lvl1pPr algn="l">
              <a:buNone/>
              <a:defRPr sz="1600" b="0">
                <a:solidFill>
                  <a:schemeClr val="tx2"/>
                </a:solidFill>
                <a:latin typeface="Roboto Light"/>
                <a:ea typeface="Roboto Light"/>
                <a:cs typeface="Roboto Light"/>
              </a:defRPr>
            </a:lvl1pPr>
          </a:lstStyle>
          <a:p>
            <a:pPr lvl="0">
              <a:lnSpc>
                <a:spcPct val="100000"/>
              </a:lnSpc>
              <a:spcBef>
                <a:spcPts val="0"/>
              </a:spcBef>
              <a:buNone/>
            </a:pPr>
            <a:r>
              <a:t>Inserir Título Seção</a:t>
            </a:r>
          </a:p>
        </p:txBody>
      </p:sp>
      <p:sp>
        <p:nvSpPr>
          <p:cNvPr id="59" name="Conector reto 7">
            <a:extLst>
              <a:ext uri="{FF2B5EF4-FFF2-40B4-BE49-F238E27FC236}">
                <a16:creationId xmlns:a16="http://schemas.microsoft.com/office/drawing/2014/main" id="{C6207E09-D998-45C7-B32C-F72C90D68ED2}"/>
              </a:ext>
            </a:extLst>
          </p:cNvPr>
          <p:cNvSpPr>
            <a:spLocks noGrp="1"/>
          </p:cNvSpPr>
          <p:nvPr/>
        </p:nvSpPr>
        <p:spPr>
          <a:xfrm>
            <a:off x="0" y="9287596"/>
            <a:ext cx="6858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sp>
      <p:sp>
        <p:nvSpPr>
          <p:cNvPr id="60" name="Conector reto 2">
            <a:extLst>
              <a:ext uri="{FF2B5EF4-FFF2-40B4-BE49-F238E27FC236}">
                <a16:creationId xmlns:a16="http://schemas.microsoft.com/office/drawing/2014/main" id="{15F798CC-7EF3-4FA7-AEFF-0495B2542FA2}"/>
              </a:ext>
            </a:extLst>
          </p:cNvPr>
          <p:cNvSpPr>
            <a:spLocks noGrp="1"/>
          </p:cNvSpPr>
          <p:nvPr/>
        </p:nvSpPr>
        <p:spPr>
          <a:xfrm flipH="1">
            <a:off x="5235613" y="8408987"/>
            <a:ext cx="1622386" cy="1497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sp>
      <p:sp>
        <p:nvSpPr>
          <p:cNvPr id="38" name="Freeform: Shape 37">
            <a:extLst>
              <a:ext uri="{FF2B5EF4-FFF2-40B4-BE49-F238E27FC236}">
                <a16:creationId xmlns:a16="http://schemas.microsoft.com/office/drawing/2014/main" id="{B095B632-657C-4580-8D60-6742FAE9328E}"/>
              </a:ext>
            </a:extLst>
          </p:cNvPr>
          <p:cNvSpPr>
            <a:spLocks noGrp="1"/>
          </p:cNvSpPr>
          <p:nvPr/>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a:noFill/>
            <a:prstDash val="solid"/>
          </a:ln>
        </p:spPr>
        <p:txBody>
          <a:bodyPr anchor="ct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a:spLocks noGrp="1"/>
          </p:cNvSpPr>
          <p:nvPr/>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40" name="Rectangle 39">
            <a:extLst>
              <a:ext uri="{FF2B5EF4-FFF2-40B4-BE49-F238E27FC236}">
                <a16:creationId xmlns:a16="http://schemas.microsoft.com/office/drawing/2014/main" id="{8213840C-2C06-4CAA-815E-6052211F6CA0}"/>
              </a:ext>
            </a:extLst>
          </p:cNvPr>
          <p:cNvSpPr>
            <a:spLocks noGrp="1"/>
          </p:cNvSpPr>
          <p:nvPr/>
        </p:nvSpPr>
        <p:spPr>
          <a:xfrm flipH="1" flipV="1">
            <a:off x="0" y="1188728"/>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buNone/>
            </a:pPr>
            <a:endParaRPr/>
          </a:p>
        </p:txBody>
      </p:sp>
      <p:pic>
        <p:nvPicPr>
          <p:cNvPr id="94" name="Picture 40"/>
          <p:cNvPicPr>
            <a:picLocks noChangeAspect="1"/>
          </p:cNvPicPr>
          <p:nvPr/>
        </p:nvPicPr>
        <p:blipFill rotWithShape="1">
          <a:blip r:embed="rId2">
            <a:alphaModFix amt="49000"/>
          </a:blip>
          <a:srcRect l="11124"/>
          <a:stretch/>
        </p:blipFill>
        <p:spPr>
          <a:xfrm rot="16200000" flipV="1">
            <a:off x="-929638" y="2127408"/>
            <a:ext cx="8717273" cy="6857998"/>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Freeform: Shape 52">
            <a:extLst>
              <a:ext uri="{FF2B5EF4-FFF2-40B4-BE49-F238E27FC236}">
                <a16:creationId xmlns:a16="http://schemas.microsoft.com/office/drawing/2014/main" id="{C0D7674D-49E8-4FD1-8EE6-775A8BFD963D}"/>
              </a:ext>
            </a:extLst>
          </p:cNvPr>
          <p:cNvSpPr>
            <a:spLocks noGrp="1"/>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6"/>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273D17AC-608D-476F-91F6-CBDB227934BC}"/>
              </a:ext>
            </a:extLst>
          </p:cNvPr>
          <p:cNvSpPr>
            <a:spLocks noGrp="1"/>
          </p:cNvSpPr>
          <p:nvPr/>
        </p:nvSpPr>
        <p:spPr>
          <a:xfrm>
            <a:off x="840444" y="603165"/>
            <a:ext cx="53804" cy="102915"/>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accent6"/>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89D56B08-E8EB-4273-9F75-1A42800FD143}"/>
              </a:ext>
            </a:extLst>
          </p:cNvPr>
          <p:cNvSpPr>
            <a:spLocks noGrp="1"/>
          </p:cNvSpPr>
          <p:nvPr/>
        </p:nvSpPr>
        <p:spPr>
          <a:xfrm>
            <a:off x="905396" y="602357"/>
            <a:ext cx="99669" cy="105549"/>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accent6"/>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20671906-27FC-42C4-A9E6-35A63345C057}"/>
              </a:ext>
            </a:extLst>
          </p:cNvPr>
          <p:cNvSpPr>
            <a:spLocks noGrp="1"/>
          </p:cNvSpPr>
          <p:nvPr/>
        </p:nvSpPr>
        <p:spPr>
          <a:xfrm>
            <a:off x="1021910" y="602345"/>
            <a:ext cx="82004" cy="105552"/>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accent6"/>
          </a:solidFill>
          <a:ln w="6350">
            <a:noFill/>
            <a:prstDash val="solid"/>
          </a:ln>
        </p:spPr>
        <p:txBody>
          <a:bodyPr anchor="ctr"/>
          <a:lstStyle/>
          <a:p>
            <a:endParaRPr/>
          </a:p>
        </p:txBody>
      </p:sp>
      <p:sp>
        <p:nvSpPr>
          <p:cNvPr id="62" name="Freeform: Shape 61">
            <a:extLst>
              <a:ext uri="{FF2B5EF4-FFF2-40B4-BE49-F238E27FC236}">
                <a16:creationId xmlns:a16="http://schemas.microsoft.com/office/drawing/2014/main" id="{69454B6E-7FD0-4912-A22A-33AE78094B3B}"/>
              </a:ext>
            </a:extLst>
          </p:cNvPr>
          <p:cNvSpPr>
            <a:spLocks noGrp="1"/>
          </p:cNvSpPr>
          <p:nvPr/>
        </p:nvSpPr>
        <p:spPr>
          <a:xfrm>
            <a:off x="1121359" y="602357"/>
            <a:ext cx="99669" cy="105549"/>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accent6"/>
          </a:solidFill>
          <a:ln w="6350">
            <a:noFill/>
            <a:prstDash val="solid"/>
          </a:ln>
        </p:spPr>
        <p:txBody>
          <a:bodyPr anchor="ctr"/>
          <a:lstStyle/>
          <a:p>
            <a:endParaRPr/>
          </a:p>
        </p:txBody>
      </p:sp>
      <p:sp>
        <p:nvSpPr>
          <p:cNvPr id="63" name="Freeform: Shape 62">
            <a:extLst>
              <a:ext uri="{FF2B5EF4-FFF2-40B4-BE49-F238E27FC236}">
                <a16:creationId xmlns:a16="http://schemas.microsoft.com/office/drawing/2014/main" id="{E0AD0E05-3DF2-467D-BDF2-ED8EC44AA42A}"/>
              </a:ext>
            </a:extLst>
          </p:cNvPr>
          <p:cNvSpPr>
            <a:spLocks noGrp="1"/>
          </p:cNvSpPr>
          <p:nvPr/>
        </p:nvSpPr>
        <p:spPr>
          <a:xfrm>
            <a:off x="1240311" y="602345"/>
            <a:ext cx="84625" cy="105549"/>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accent6"/>
          </a:solidFill>
          <a:ln w="6350">
            <a:noFill/>
            <a:prstDash val="solid"/>
          </a:ln>
        </p:spPr>
        <p:txBody>
          <a:bodyPr anchor="ctr"/>
          <a:lstStyle/>
          <a:p>
            <a:endParaRPr/>
          </a:p>
        </p:txBody>
      </p:sp>
      <p:sp>
        <p:nvSpPr>
          <p:cNvPr id="64" name="Freeform: Shape 63">
            <a:extLst>
              <a:ext uri="{FF2B5EF4-FFF2-40B4-BE49-F238E27FC236}">
                <a16:creationId xmlns:a16="http://schemas.microsoft.com/office/drawing/2014/main" id="{6766A6D9-B62B-4E0B-8E9A-9861449C93B9}"/>
              </a:ext>
            </a:extLst>
          </p:cNvPr>
          <p:cNvSpPr>
            <a:spLocks noGrp="1"/>
          </p:cNvSpPr>
          <p:nvPr/>
        </p:nvSpPr>
        <p:spPr>
          <a:xfrm>
            <a:off x="1354583" y="603165"/>
            <a:ext cx="53803" cy="102915"/>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accent6"/>
          </a:solidFill>
          <a:ln w="6350">
            <a:noFill/>
            <a:prstDash val="solid"/>
          </a:ln>
        </p:spPr>
        <p:txBody>
          <a:bodyPr anchor="ctr"/>
          <a:lstStyle/>
          <a:p>
            <a:endParaRPr/>
          </a:p>
        </p:txBody>
      </p:sp>
      <p:sp>
        <p:nvSpPr>
          <p:cNvPr id="65" name="Freeform: Shape 64">
            <a:extLst>
              <a:ext uri="{FF2B5EF4-FFF2-40B4-BE49-F238E27FC236}">
                <a16:creationId xmlns:a16="http://schemas.microsoft.com/office/drawing/2014/main" id="{2449AA0B-9870-42BD-AFAC-DE917DC4535C}"/>
              </a:ext>
            </a:extLst>
          </p:cNvPr>
          <p:cNvSpPr>
            <a:spLocks noGrp="1"/>
          </p:cNvSpPr>
          <p:nvPr/>
        </p:nvSpPr>
        <p:spPr>
          <a:xfrm>
            <a:off x="1419535" y="602357"/>
            <a:ext cx="101090" cy="105549"/>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accent6"/>
          </a:solidFill>
          <a:ln w="6350">
            <a:noFill/>
            <a:prstDash val="solid"/>
          </a:ln>
        </p:spPr>
        <p:txBody>
          <a:bodyPr anchor="ctr"/>
          <a:lstStyle/>
          <a:p>
            <a:endParaRPr/>
          </a:p>
        </p:txBody>
      </p:sp>
      <p:sp>
        <p:nvSpPr>
          <p:cNvPr id="66" name="Freeform: Shape 65">
            <a:extLst>
              <a:ext uri="{FF2B5EF4-FFF2-40B4-BE49-F238E27FC236}">
                <a16:creationId xmlns:a16="http://schemas.microsoft.com/office/drawing/2014/main" id="{5219A594-2CF0-4BDD-8434-C0E75A7F1753}"/>
              </a:ext>
            </a:extLst>
          </p:cNvPr>
          <p:cNvSpPr>
            <a:spLocks noGrp="1"/>
          </p:cNvSpPr>
          <p:nvPr/>
        </p:nvSpPr>
        <p:spPr>
          <a:xfrm>
            <a:off x="1543142" y="563780"/>
            <a:ext cx="87296" cy="142092"/>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accent6"/>
          </a:solidFill>
          <a:ln w="6350">
            <a:noFill/>
            <a:prstDash val="solid"/>
          </a:ln>
        </p:spPr>
        <p:txBody>
          <a:bodyPr anchor="ctr"/>
          <a:lstStyle/>
          <a:p>
            <a:endParaRPr/>
          </a:p>
        </p:txBody>
      </p:sp>
      <p:sp>
        <p:nvSpPr>
          <p:cNvPr id="87" name="Rectangle 86">
            <a:extLst>
              <a:ext uri="{FF2B5EF4-FFF2-40B4-BE49-F238E27FC236}">
                <a16:creationId xmlns:a16="http://schemas.microsoft.com/office/drawing/2014/main" id="{07C5F37B-60FC-4C36-9DD3-0AB5A17A75AB}"/>
              </a:ext>
            </a:extLst>
          </p:cNvPr>
          <p:cNvSpPr>
            <a:spLocks noGrp="1"/>
          </p:cNvSpPr>
          <p:nvPr/>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sp>
        <p:nvSpPr>
          <p:cNvPr id="69" name="Conector reto 7">
            <a:extLst>
              <a:ext uri="{FF2B5EF4-FFF2-40B4-BE49-F238E27FC236}">
                <a16:creationId xmlns:a16="http://schemas.microsoft.com/office/drawing/2014/main" id="{C8D1291A-8928-4B43-BAAF-D26542412684}"/>
              </a:ext>
            </a:extLst>
          </p:cNvPr>
          <p:cNvSpPr>
            <a:spLocks noGrp="1"/>
          </p:cNvSpPr>
          <p:nvPr/>
        </p:nvSpPr>
        <p:spPr>
          <a:xfrm>
            <a:off x="0" y="1182378"/>
            <a:ext cx="6858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sp>
      <p:sp>
        <p:nvSpPr>
          <p:cNvPr id="81" name="Conector reto 2">
            <a:extLst>
              <a:ext uri="{FF2B5EF4-FFF2-40B4-BE49-F238E27FC236}">
                <a16:creationId xmlns:a16="http://schemas.microsoft.com/office/drawing/2014/main" id="{AE9A1998-A2D6-4EE8-AF7D-BE23CD2967A9}"/>
              </a:ext>
            </a:extLst>
          </p:cNvPr>
          <p:cNvSpPr>
            <a:spLocks noGrp="1"/>
          </p:cNvSpPr>
          <p:nvPr/>
        </p:nvSpPr>
        <p:spPr>
          <a:xfrm flipH="1" flipV="1">
            <a:off x="4091842" y="0"/>
            <a:ext cx="2766156" cy="341589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sp>
      <p:sp>
        <p:nvSpPr>
          <p:cNvPr id="88" name="CaixaDeTexto 9">
            <a:extLst>
              <a:ext uri="{FF2B5EF4-FFF2-40B4-BE49-F238E27FC236}">
                <a16:creationId xmlns:a16="http://schemas.microsoft.com/office/drawing/2014/main" id="{2FF21D72-7D65-4AA3-AE03-41BAE5375E8C}"/>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idx="11" hasCustomPrompt="1"/>
          </p:nvPr>
        </p:nvSpPr>
        <p:spPr>
          <a:xfrm>
            <a:off x="368299" y="1928155"/>
            <a:ext cx="5337375" cy="458908"/>
          </a:xfrm>
          <a:prstGeom prst="rect">
            <a:avLst/>
          </a:prstGeom>
          <a:noFill/>
        </p:spPr>
        <p:txBody>
          <a:bodyPr wrap="square" lIns="0" tIns="0" rIns="0" bIns="0" anchor="t">
            <a:noAutofit/>
          </a:bodyPr>
          <a:lstStyle>
            <a:lvl1pPr algn="l">
              <a:buNone/>
              <a:defRPr sz="3200" b="0" i="0">
                <a:solidFill>
                  <a:schemeClr val="bg1"/>
                </a:solidFill>
                <a:latin typeface="+mj-lt"/>
                <a:ea typeface="+mj-lt"/>
                <a:cs typeface="+mj-lt"/>
              </a:defRPr>
            </a:lvl1pPr>
          </a:lstStyle>
          <a:p>
            <a:pPr lvl="0" algn="ctr" defTabSz="914400">
              <a:lnSpc>
                <a:spcPct val="80000"/>
              </a:lnSpc>
              <a:spcBef>
                <a:spcPts val="1200"/>
              </a:spcBef>
              <a:buNone/>
            </a:pPr>
            <a:r>
              <a:t>Edit</a:t>
            </a:r>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idx="12" hasCustomPrompt="1"/>
          </p:nvPr>
        </p:nvSpPr>
        <p:spPr>
          <a:xfrm>
            <a:off x="368300" y="1509004"/>
            <a:ext cx="3006272" cy="336050"/>
          </a:xfrm>
          <a:prstGeom prst="rect">
            <a:avLst/>
          </a:prstGeom>
          <a:noFill/>
        </p:spPr>
        <p:txBody>
          <a:bodyPr wrap="none" lIns="0" tIns="0" rIns="0" bIns="0" anchor="ctr">
            <a:noAutofit/>
          </a:bodyPr>
          <a:lstStyle>
            <a:lvl1pPr algn="l">
              <a:buNone/>
              <a:defRPr sz="1800" b="0" i="0">
                <a:solidFill>
                  <a:schemeClr val="accent2"/>
                </a:solidFill>
                <a:latin typeface="+mj-lt"/>
                <a:ea typeface="+mj-lt"/>
                <a:cs typeface="+mj-lt"/>
              </a:defRPr>
            </a:lvl1pPr>
          </a:lstStyle>
          <a:p>
            <a:pPr lvl="0" algn="ctr" defTabSz="914400">
              <a:lnSpc>
                <a:spcPct val="80000"/>
              </a:lnSpc>
              <a:spcBef>
                <a:spcPts val="1200"/>
              </a:spcBef>
              <a:buNone/>
            </a:pPr>
            <a:r>
              <a:t>Section</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963240E2-4DD0-4870-88FF-26A9E57FF602}"/>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 name="Date Placeholder 6">
            <a:extLst>
              <a:ext uri="{FF2B5EF4-FFF2-40B4-BE49-F238E27FC236}">
                <a16:creationId xmlns:a16="http://schemas.microsoft.com/office/drawing/2014/main" id="{ABC290B6-06C0-D618-F1C8-136467B3F1EB}"/>
              </a:ext>
            </a:extLst>
          </p:cNvPr>
          <p:cNvSpPr>
            <a:spLocks noGrp="1"/>
          </p:cNvSpPr>
          <p:nvPr>
            <p:ph type="dt" idx="2"/>
          </p:nvPr>
        </p:nvSpPr>
        <p:spPr>
          <a:xfrm>
            <a:off x="3957639" y="438763"/>
            <a:ext cx="2532062" cy="184666"/>
          </a:xfrm>
          <a:prstGeom prst="rect">
            <a:avLst/>
          </a:prstGeom>
        </p:spPr>
        <p:txBody>
          <a:bodyPr/>
          <a:lstStyle/>
          <a:p>
            <a:r>
              <a:t>August 2024</a:t>
            </a:r>
          </a:p>
        </p:txBody>
      </p:sp>
      <p:pic>
        <p:nvPicPr>
          <p:cNvPr id="46"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21399" y="9569081"/>
            <a:ext cx="152400" cy="15240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8" y="1497015"/>
            <a:ext cx="6106871" cy="3948034"/>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A4C95384-D4DC-4398-9307-C70741D3C350}"/>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0AD01827-9A36-4138-95B8-B0189D2D0C96}" type="datetime4">
              <a:t>11 de agosto de 2026</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497013"/>
            <a:ext cx="2923563" cy="2616675"/>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idx="29"/>
          </p:nvPr>
        </p:nvSpPr>
        <p:spPr>
          <a:xfrm>
            <a:off x="390154" y="6866857"/>
            <a:ext cx="2923563" cy="2584765"/>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3" name="Straight Connector 22">
            <a:extLst>
              <a:ext uri="{FF2B5EF4-FFF2-40B4-BE49-F238E27FC236}">
                <a16:creationId xmlns:a16="http://schemas.microsoft.com/office/drawing/2014/main" id="{6A5EF959-8AB1-45BB-8DDE-852BF083B5B7}"/>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idx="32"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5EBDDC5B-631B-4336-9543-98257A1F05F5}" type="datetime4">
              <a:t>11 de agosto de 2026</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idx="20"/>
          </p:nvPr>
        </p:nvSpPr>
        <p:spPr>
          <a:xfrm>
            <a:off x="382829" y="1497013"/>
            <a:ext cx="2923563" cy="4079539"/>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42" name="Straight Connector 41">
            <a:extLst>
              <a:ext uri="{FF2B5EF4-FFF2-40B4-BE49-F238E27FC236}">
                <a16:creationId xmlns:a16="http://schemas.microsoft.com/office/drawing/2014/main" id="{0E21A18F-D2C0-40D0-BCC8-212740E77A50}"/>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idx="29"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9A406CDC-6C73-4F07-BA2F-100422012497}" type="datetime4">
              <a:t>11 de agosto de 2026</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500036"/>
            <a:ext cx="6063034" cy="2027390"/>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3" name="Straight Connector 2">
            <a:extLst>
              <a:ext uri="{FF2B5EF4-FFF2-40B4-BE49-F238E27FC236}">
                <a16:creationId xmlns:a16="http://schemas.microsoft.com/office/drawing/2014/main" id="{F222067B-20CB-431E-AF55-9456FE4BE3A6}"/>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944B1522-D64F-491F-B357-196ED417A415}" type="datetime4">
              <a:t>11 de agosto de 2026</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idx="20"/>
          </p:nvPr>
        </p:nvSpPr>
        <p:spPr>
          <a:xfrm>
            <a:off x="382829" y="1498177"/>
            <a:ext cx="6063034" cy="2029248"/>
          </a:xfrm>
          <a:prstGeom prst="rect">
            <a:avLst/>
          </a:prstGeom>
          <a:solidFill>
            <a:schemeClr val="bg1">
              <a:lumMod val="95000"/>
            </a:schemeClr>
          </a:solidFill>
        </p:spPr>
        <p:txBody>
          <a:bodyPr wrap="square" lIns="72000" tIns="72000" rIns="72000" bIns="72000">
            <a:noAutofit/>
          </a:bodyPr>
          <a:lstStyle>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a:pPr lvl="0" defTabSz="914400">
              <a:buNone/>
            </a:pPr>
            <a:r>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9F063059-6AD1-4E13-9A07-5697117EE5CE}"/>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idx="2"/>
          </p:nvPr>
        </p:nvSpPr>
        <p:spPr>
          <a:xfrm>
            <a:off x="3971925" y="438763"/>
            <a:ext cx="2517776"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8BA8F4B9-B6C6-4F2E-BC07-C261BB51569F}" type="datetime4">
              <a:t>11 de agosto de 2026</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2" name="Straight Connector 21">
            <a:extLst>
              <a:ext uri="{FF2B5EF4-FFF2-40B4-BE49-F238E27FC236}">
                <a16:creationId xmlns:a16="http://schemas.microsoft.com/office/drawing/2014/main" id="{4CD7E25E-82C1-4F51-9E0E-370038E7F705}"/>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idx="16" hasCustomPrompt="1"/>
          </p:nvPr>
        </p:nvSpPr>
        <p:spPr>
          <a:xfrm>
            <a:off x="390153" y="814312"/>
            <a:ext cx="6099547" cy="262500"/>
          </a:xfrm>
          <a:prstGeom prst="rect">
            <a:avLst/>
          </a:prstGeom>
        </p:spPr>
        <p:txBody>
          <a:bodyPr lIns="0" tIns="0" rIns="0" bIns="0" anchor="t"/>
          <a:lstStyle>
            <a:lvl1pPr>
              <a:buNone/>
              <a:defRPr sz="1900" b="1" spc="0">
                <a:solidFill>
                  <a:schemeClr val="tx2"/>
                </a:solidFill>
                <a:latin typeface="Roboto"/>
                <a:ea typeface="Roboto"/>
                <a:cs typeface="Roboto"/>
              </a:defRPr>
            </a:lvl1pPr>
          </a:lstStyle>
          <a:p>
            <a:pPr lvl="0">
              <a:buNone/>
            </a:pPr>
            <a: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idx="17" hasCustomPrompt="1"/>
          </p:nvPr>
        </p:nvSpPr>
        <p:spPr>
          <a:xfrm>
            <a:off x="390154" y="1119209"/>
            <a:ext cx="6099545" cy="304570"/>
          </a:xfrm>
          <a:prstGeom prst="rect">
            <a:avLst/>
          </a:prstGeom>
        </p:spPr>
        <p:txBody>
          <a:bodyPr vert="horz" lIns="0" tIns="0" rIns="0" bIns="0" anchor="t">
            <a:noAutofit/>
          </a:bodyPr>
          <a:lstStyle>
            <a:lvl1pPr>
              <a:buNone/>
              <a:defRPr sz="1600" b="0">
                <a:solidFill>
                  <a:schemeClr val="tx2"/>
                </a:solidFill>
                <a:latin typeface="Roboto Light"/>
                <a:ea typeface="Roboto Light"/>
                <a:cs typeface="Roboto Light"/>
              </a:defRPr>
            </a:lvl1pPr>
          </a:lstStyle>
          <a:p>
            <a:pPr lvl="0">
              <a:buNone/>
            </a:pPr>
            <a: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idx="31"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idx="2"/>
          </p:nvPr>
        </p:nvSpPr>
        <p:spPr>
          <a:xfrm>
            <a:off x="3971925" y="438763"/>
            <a:ext cx="2517776"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8BA8F4B9-B6C6-4F2E-BC07-C261BB51569F}" type="datetime4">
              <a:t>11 de agosto de 2026</a:t>
            </a:fld>
            <a:endParaRPr/>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buNone/>
              <a:defRPr sz="1000" b="1">
                <a:solidFill>
                  <a:schemeClr val="tx1"/>
                </a:solidFill>
                <a:latin typeface="Roboto Light"/>
                <a:ea typeface="Roboto Light"/>
                <a:cs typeface="Roboto Light"/>
              </a:defRPr>
            </a:lvl1pPr>
          </a:lstStyle>
          <a:p>
            <a:pPr lvl="0">
              <a:lnSpc>
                <a:spcPct val="100000"/>
              </a:lnSpc>
              <a:spcBef>
                <a:spcPts val="0"/>
              </a:spcBef>
              <a:buNone/>
            </a:pPr>
            <a: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a:pPr lvl="0">
              <a:buNone/>
            </a:pPr>
            <a:r>
              <a:t>Clique para editar o texto mestre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a:spLocks noGrp="1"/>
          </p:cNvSpPr>
          <p:nvPr/>
        </p:nvSpPr>
        <p:spPr>
          <a:xfrm>
            <a:off x="390153" y="814312"/>
            <a:ext cx="6099546" cy="263149"/>
          </a:xfrm>
          <a:prstGeom prst="rect">
            <a:avLst/>
          </a:prstGeom>
        </p:spPr>
        <p:txBody>
          <a:bodyPr lIns="0" tIns="0" rIns="0" bIns="0" anchor="t">
            <a:spAutoFit/>
          </a:bodyPr>
          <a:lstStyle>
            <a:lvl1pPr indent="0" defTabSz="385767">
              <a:lnSpc>
                <a:spcPct val="90000"/>
              </a:lnSpc>
              <a:spcBef>
                <a:spcPts val="422"/>
              </a:spcBef>
              <a:buFont typeface="Arial"/>
              <a:buNone/>
              <a:defRPr sz="1900" b="1" spc="0">
                <a:solidFill>
                  <a:schemeClr val="tx2"/>
                </a:solidFill>
                <a:latin typeface="Roboto"/>
                <a:ea typeface="Roboto"/>
                <a:cs typeface="Roboto"/>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a:pPr lvl="0">
              <a:buNone/>
            </a:pPr>
            <a:r>
              <a:t>Disclaimer</a:t>
            </a:r>
          </a:p>
        </p:txBody>
      </p:sp>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2" name="Straight Connector 21">
            <a:extLst>
              <a:ext uri="{FF2B5EF4-FFF2-40B4-BE49-F238E27FC236}">
                <a16:creationId xmlns:a16="http://schemas.microsoft.com/office/drawing/2014/main" id="{F6896F86-3CBA-433E-9725-E848F97B6478}"/>
              </a:ext>
            </a:extLst>
          </p:cNvPr>
          <p:cNvSpPr>
            <a:spLocks noGrp="1"/>
          </p:cNvSpPr>
          <p:nvPr/>
        </p:nv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idx="26" hasCustomPrompt="1"/>
          </p:nvPr>
        </p:nvSpPr>
        <p:spPr>
          <a:xfrm>
            <a:off x="1021910" y="9548813"/>
            <a:ext cx="5251889" cy="197643"/>
          </a:xfrm>
          <a:prstGeom prst="rect">
            <a:avLst/>
          </a:prstGeom>
        </p:spPr>
        <p:txBody>
          <a:bodyPr vert="horz" lIns="0" tIns="0" rIns="0" bIns="0" anchor="ctr">
            <a:noAutofit/>
          </a:bodyPr>
          <a:lstStyle>
            <a:lvl1pPr algn="l">
              <a:buNone/>
              <a:defRPr sz="700" b="0">
                <a:solidFill>
                  <a:schemeClr val="tx1"/>
                </a:solidFill>
                <a:latin typeface="Roboto"/>
                <a:ea typeface="Roboto"/>
                <a:cs typeface="Roboto"/>
              </a:defRPr>
            </a:lvl1pPr>
          </a:lstStyle>
          <a:p>
            <a:pPr lvl="0">
              <a:buNone/>
            </a:pPr>
            <a:r>
              <a:t>Fonte:  XXX, XXX, XXX | Notas: (1) XXX; (2) XXX; (3) XXX</a:t>
            </a:r>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idx="2"/>
          </p:nvPr>
        </p:nvSpPr>
        <p:spPr>
          <a:xfrm>
            <a:off x="3971925" y="438763"/>
            <a:ext cx="2517775" cy="184666"/>
          </a:xfrm>
          <a:prstGeom prst="rect">
            <a:avLst/>
          </a:prstGeom>
        </p:spPr>
        <p:txBody>
          <a:bodyPr vert="horz" wrap="square" lIns="0" tIns="0" rIns="0" bIns="0" anchor="ctr">
            <a:spAutoFit/>
          </a:bodyPr>
          <a:lstStyle>
            <a:lvl1pPr algn="r">
              <a:buNone/>
              <a:defRPr sz="1200">
                <a:solidFill>
                  <a:schemeClr val="bg2"/>
                </a:solidFill>
                <a:latin typeface="Roboto Light"/>
                <a:ea typeface="Roboto Light"/>
                <a:cs typeface="Roboto Light"/>
              </a:defRPr>
            </a:lvl1pPr>
          </a:lstStyle>
          <a:p>
            <a:fld id="{4D03E599-AFA5-4A08-AC9F-588B0C61A5AB}" type="datetime4">
              <a:t>11 de agosto de 2026</a:t>
            </a:fld>
            <a:endParaRPr/>
          </a:p>
        </p:txBody>
      </p:sp>
      <p:sp>
        <p:nvSpPr>
          <p:cNvPr id="2" name="TextBox 1">
            <a:extLst>
              <a:ext uri="{FF2B5EF4-FFF2-40B4-BE49-F238E27FC236}">
                <a16:creationId xmlns:a16="http://schemas.microsoft.com/office/drawing/2014/main" id="{52F95B42-1FBA-401A-8214-0A1239E090A4}"/>
              </a:ext>
            </a:extLst>
          </p:cNvPr>
          <p:cNvSpPr>
            <a:spLocks noGrp="1"/>
          </p:cNvSpPr>
          <p:nvPr/>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a:buNone/>
              <a:defRPr sz="730">
                <a:solidFill>
                  <a:schemeClr val="tx2"/>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a:pPr marL="228600" lvl="0" indent="-228600" algn="just">
              <a:lnSpc>
                <a:spcPts val="800"/>
              </a:lnSpc>
              <a:buFont typeface="+mj-lt"/>
              <a:buAutoNum type="arabicPeriod"/>
            </a:pPr>
            <a:r>
              <a:rPr sz="650" i="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sz="650" i="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sz="650" i="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sz="650" i="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sz="650" i="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sz="650" i="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sz="650" i="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sz="650" i="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sz="650" i="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sz="650" i="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sz="650" i="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sz="650" i="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sz="650" i="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sz="650" i="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sz="650" i="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sz="650" i="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sz="650" i="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sz="650" i="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sz="650" i="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sz="650" i="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sz="650" i="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a:spLocks noGrp="1"/>
          </p:cNvSpPr>
          <p:nvPr/>
        </p:nvSpPr>
        <p:spPr>
          <a:xfrm>
            <a:off x="0" y="0"/>
            <a:ext cx="7144" cy="18344"/>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3" b="1">
              <a:solidFill>
                <a:schemeClr val="bg1"/>
              </a:solidFill>
              <a:latin typeface="Roboto"/>
              <a:ea typeface="Roboto"/>
              <a:cs typeface="Roboto"/>
            </a:endParaRPr>
          </a:p>
        </p:txBody>
      </p:sp>
      <p:sp>
        <p:nvSpPr>
          <p:cNvPr id="25" name="Rectangle 24">
            <a:extLst>
              <a:ext uri="{FF2B5EF4-FFF2-40B4-BE49-F238E27FC236}">
                <a16:creationId xmlns:a16="http://schemas.microsoft.com/office/drawing/2014/main" id="{09CD1B14-21A0-4905-A3FF-6A46EBDF6BCD}"/>
              </a:ext>
            </a:extLst>
          </p:cNvPr>
          <p:cNvSpPr>
            <a:spLocks noGrp="1"/>
          </p:cNvSpPr>
          <p:nvPr/>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b="1">
              <a:solidFill>
                <a:schemeClr val="bg1"/>
              </a:solidFill>
              <a:latin typeface="Roboto"/>
              <a:ea typeface="Roboto"/>
              <a:cs typeface="Roboto"/>
            </a:endParaRPr>
          </a:p>
        </p:txBody>
      </p:sp>
      <p:pic>
        <p:nvPicPr>
          <p:cNvPr id="66" name="Picture 25"/>
          <p:cNvPicPr>
            <a:picLocks noChangeAspect="1"/>
          </p:cNvPicPr>
          <p:nvPr/>
        </p:nvPicPr>
        <p:blipFill rotWithShape="1">
          <a:blip r:embed="rId2">
            <a:alphaModFix amt="81000"/>
          </a:blip>
          <a:srcRect l="1783" t="114" r="50667" b="1655"/>
          <a:stretch/>
        </p:blipFill>
        <p:spPr>
          <a:xfrm>
            <a:off x="0" y="0"/>
            <a:ext cx="6858000" cy="9906000"/>
          </a:xfrm>
          <a:prstGeom prst="rect">
            <a:avLst/>
          </a:prstGeom>
        </p:spPr>
      </p:pic>
      <p:sp>
        <p:nvSpPr>
          <p:cNvPr id="38" name="Straight Connector 37">
            <a:extLst>
              <a:ext uri="{FF2B5EF4-FFF2-40B4-BE49-F238E27FC236}">
                <a16:creationId xmlns:a16="http://schemas.microsoft.com/office/drawing/2014/main" id="{3465BFAC-30FD-4B35-B92C-1CC45C9BF8B9}"/>
              </a:ext>
            </a:extLst>
          </p:cNvPr>
          <p:cNvSpPr>
            <a:spLocks noGrp="1"/>
          </p:cNvSpPr>
          <p:nvPr/>
        </p:nvSpPr>
        <p:spPr>
          <a:xfrm flipV="1">
            <a:off x="-438" y="8704940"/>
            <a:ext cx="68584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sp>
      <p:sp>
        <p:nvSpPr>
          <p:cNvPr id="39" name="Straight Connector 38">
            <a:extLst>
              <a:ext uri="{FF2B5EF4-FFF2-40B4-BE49-F238E27FC236}">
                <a16:creationId xmlns:a16="http://schemas.microsoft.com/office/drawing/2014/main" id="{7CEB94F6-9BA6-4254-A3E9-A893FBCC977D}"/>
              </a:ext>
            </a:extLst>
          </p:cNvPr>
          <p:cNvSpPr>
            <a:spLocks noGrp="1"/>
          </p:cNvSpPr>
          <p:nvPr/>
        </p:nvSpPr>
        <p:spPr>
          <a:xfrm flipV="1">
            <a:off x="3536949" y="6168571"/>
            <a:ext cx="3306080" cy="37374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sp>
      <p:pic>
        <p:nvPicPr>
          <p:cNvPr id="69" name="Graphic 3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a:spLocks noGrp="1"/>
          </p:cNvSpPr>
          <p:nvPr/>
        </p:nvSpPr>
        <p:spPr>
          <a:xfrm>
            <a:off x="2684238" y="4747691"/>
            <a:ext cx="455210" cy="41061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a:noFill/>
            <a:prstDash val="solid"/>
          </a:ln>
        </p:spPr>
        <p:txBody>
          <a:bodyPr anchor="ctr"/>
          <a:lstStyle/>
          <a:p>
            <a:endParaRPr/>
          </a:p>
        </p:txBody>
      </p:sp>
      <p:sp>
        <p:nvSpPr>
          <p:cNvPr id="54" name="Freeform: Shape 53">
            <a:extLst>
              <a:ext uri="{FF2B5EF4-FFF2-40B4-BE49-F238E27FC236}">
                <a16:creationId xmlns:a16="http://schemas.microsoft.com/office/drawing/2014/main" id="{F920B4FD-CF67-4AC3-ACC8-8AE9EED3B08A}"/>
              </a:ext>
            </a:extLst>
          </p:cNvPr>
          <p:cNvSpPr>
            <a:spLocks noGrp="1"/>
          </p:cNvSpPr>
          <p:nvPr/>
        </p:nvSpPr>
        <p:spPr>
          <a:xfrm>
            <a:off x="3225016" y="4984264"/>
            <a:ext cx="64616" cy="123597"/>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bg1"/>
          </a:solidFill>
          <a:ln w="6350">
            <a:noFill/>
            <a:prstDash val="solid"/>
          </a:ln>
        </p:spPr>
        <p:txBody>
          <a:bodyPr anchor="ctr"/>
          <a:lstStyle/>
          <a:p>
            <a:endParaRPr/>
          </a:p>
        </p:txBody>
      </p:sp>
      <p:sp>
        <p:nvSpPr>
          <p:cNvPr id="55" name="Freeform: Shape 54">
            <a:extLst>
              <a:ext uri="{FF2B5EF4-FFF2-40B4-BE49-F238E27FC236}">
                <a16:creationId xmlns:a16="http://schemas.microsoft.com/office/drawing/2014/main" id="{9E5C3886-4D19-464F-B7AC-950F1E46F85F}"/>
              </a:ext>
            </a:extLst>
          </p:cNvPr>
          <p:cNvSpPr>
            <a:spLocks noGrp="1"/>
          </p:cNvSpPr>
          <p:nvPr/>
        </p:nvSpPr>
        <p:spPr>
          <a:xfrm>
            <a:off x="3303020" y="4983293"/>
            <a:ext cx="119698" cy="126760"/>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bg1"/>
          </a:solidFill>
          <a:ln w="6350">
            <a:noFill/>
            <a:prstDash val="solid"/>
          </a:ln>
        </p:spPr>
        <p:txBody>
          <a:bodyPr anchor="ctr"/>
          <a:lstStyle/>
          <a:p>
            <a:endParaRPr/>
          </a:p>
        </p:txBody>
      </p:sp>
      <p:sp>
        <p:nvSpPr>
          <p:cNvPr id="56" name="Freeform: Shape 55">
            <a:extLst>
              <a:ext uri="{FF2B5EF4-FFF2-40B4-BE49-F238E27FC236}">
                <a16:creationId xmlns:a16="http://schemas.microsoft.com/office/drawing/2014/main" id="{3BFBC377-5A48-41C6-B03C-9149828E8A7C}"/>
              </a:ext>
            </a:extLst>
          </p:cNvPr>
          <p:cNvSpPr>
            <a:spLocks noGrp="1"/>
          </p:cNvSpPr>
          <p:nvPr/>
        </p:nvSpPr>
        <p:spPr>
          <a:xfrm>
            <a:off x="3442948" y="4983278"/>
            <a:ext cx="98483" cy="126763"/>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bg1"/>
          </a:solidFill>
          <a:ln w="6350">
            <a:noFill/>
            <a:prstDash val="solid"/>
          </a:ln>
        </p:spPr>
        <p:txBody>
          <a:bodyPr anchor="ctr"/>
          <a:lstStyle/>
          <a:p>
            <a:endParaRPr/>
          </a:p>
        </p:txBody>
      </p:sp>
      <p:sp>
        <p:nvSpPr>
          <p:cNvPr id="57" name="Freeform: Shape 56">
            <a:extLst>
              <a:ext uri="{FF2B5EF4-FFF2-40B4-BE49-F238E27FC236}">
                <a16:creationId xmlns:a16="http://schemas.microsoft.com/office/drawing/2014/main" id="{B88D6791-E280-4A9B-B6F6-189BF7C4BF98}"/>
              </a:ext>
            </a:extLst>
          </p:cNvPr>
          <p:cNvSpPr>
            <a:spLocks noGrp="1"/>
          </p:cNvSpPr>
          <p:nvPr/>
        </p:nvSpPr>
        <p:spPr>
          <a:xfrm>
            <a:off x="3562382" y="4983293"/>
            <a:ext cx="119698" cy="126760"/>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bg1"/>
          </a:solidFill>
          <a:ln w="6350">
            <a:noFill/>
            <a:prstDash val="solid"/>
          </a:ln>
        </p:spPr>
        <p:txBody>
          <a:bodyPr anchor="ctr"/>
          <a:lstStyle/>
          <a:p>
            <a:endParaRPr/>
          </a:p>
        </p:txBody>
      </p:sp>
      <p:sp>
        <p:nvSpPr>
          <p:cNvPr id="58" name="Freeform: Shape 57">
            <a:extLst>
              <a:ext uri="{FF2B5EF4-FFF2-40B4-BE49-F238E27FC236}">
                <a16:creationId xmlns:a16="http://schemas.microsoft.com/office/drawing/2014/main" id="{D846E24C-F514-42EF-8579-AF8CE6A376A7}"/>
              </a:ext>
            </a:extLst>
          </p:cNvPr>
          <p:cNvSpPr>
            <a:spLocks noGrp="1"/>
          </p:cNvSpPr>
          <p:nvPr/>
        </p:nvSpPr>
        <p:spPr>
          <a:xfrm>
            <a:off x="3705237" y="4983278"/>
            <a:ext cx="101631" cy="126760"/>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bg1"/>
          </a:solidFill>
          <a:ln w="6350">
            <a:noFill/>
            <a:prstDash val="solid"/>
          </a:ln>
        </p:spPr>
        <p:txBody>
          <a:bodyPr anchor="ctr"/>
          <a:lstStyle/>
          <a:p>
            <a:endParaRPr/>
          </a:p>
        </p:txBody>
      </p:sp>
      <p:sp>
        <p:nvSpPr>
          <p:cNvPr id="59" name="Freeform: Shape 58">
            <a:extLst>
              <a:ext uri="{FF2B5EF4-FFF2-40B4-BE49-F238E27FC236}">
                <a16:creationId xmlns:a16="http://schemas.microsoft.com/office/drawing/2014/main" id="{767EAC76-4221-4D48-A548-1D3F7EF8A4ED}"/>
              </a:ext>
            </a:extLst>
          </p:cNvPr>
          <p:cNvSpPr>
            <a:spLocks noGrp="1"/>
          </p:cNvSpPr>
          <p:nvPr/>
        </p:nvSpPr>
        <p:spPr>
          <a:xfrm>
            <a:off x="3842473" y="4984264"/>
            <a:ext cx="64615" cy="123597"/>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bg1"/>
          </a:solidFill>
          <a:ln w="6350">
            <a:noFill/>
            <a:prstDash val="solid"/>
          </a:ln>
        </p:spPr>
        <p:txBody>
          <a:bodyPr anchor="ctr"/>
          <a:lstStyle/>
          <a:p>
            <a:endParaRPr/>
          </a:p>
        </p:txBody>
      </p:sp>
      <p:sp>
        <p:nvSpPr>
          <p:cNvPr id="60" name="Freeform: Shape 59">
            <a:extLst>
              <a:ext uri="{FF2B5EF4-FFF2-40B4-BE49-F238E27FC236}">
                <a16:creationId xmlns:a16="http://schemas.microsoft.com/office/drawing/2014/main" id="{28455B7D-9D95-4D0E-8503-2F81C7680372}"/>
              </a:ext>
            </a:extLst>
          </p:cNvPr>
          <p:cNvSpPr>
            <a:spLocks noGrp="1"/>
          </p:cNvSpPr>
          <p:nvPr/>
        </p:nvSpPr>
        <p:spPr>
          <a:xfrm>
            <a:off x="3920477" y="4983293"/>
            <a:ext cx="121405" cy="126760"/>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bg1"/>
          </a:solidFill>
          <a:ln w="6350">
            <a:noFill/>
            <a:prstDash val="solid"/>
          </a:ln>
        </p:spPr>
        <p:txBody>
          <a:bodyPr anchor="ctr"/>
          <a:lstStyle/>
          <a:p>
            <a:endParaRPr/>
          </a:p>
        </p:txBody>
      </p:sp>
      <p:sp>
        <p:nvSpPr>
          <p:cNvPr id="61" name="Freeform: Shape 60">
            <a:extLst>
              <a:ext uri="{FF2B5EF4-FFF2-40B4-BE49-F238E27FC236}">
                <a16:creationId xmlns:a16="http://schemas.microsoft.com/office/drawing/2014/main" id="{DF480758-BB1D-4122-964B-6CD9563D3404}"/>
              </a:ext>
            </a:extLst>
          </p:cNvPr>
          <p:cNvSpPr>
            <a:spLocks noGrp="1"/>
          </p:cNvSpPr>
          <p:nvPr/>
        </p:nvSpPr>
        <p:spPr>
          <a:xfrm>
            <a:off x="4068923" y="4936964"/>
            <a:ext cx="104839" cy="17064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bg1"/>
          </a:solidFill>
          <a:ln w="6350">
            <a:noFill/>
            <a:prstDash val="solid"/>
          </a:ln>
        </p:spPr>
        <p:txBody>
          <a:bodyPr anchor="ct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tx1"/>
                </a:solidFill>
                <a:latin typeface="Roboto"/>
                <a:ea typeface="Roboto"/>
                <a:cs typeface="Roboto"/>
              </a:rPr>
              <a:t>‹#›</a:t>
            </a:fld>
            <a:endParaRPr sz="800" b="0">
              <a:solidFill>
                <a:schemeClr val="tx1"/>
              </a:solidFill>
              <a:latin typeface="Roboto"/>
              <a:ea typeface="Roboto"/>
              <a:cs typeface="Roboto"/>
            </a:endParaRPr>
          </a:p>
        </p:txBody>
      </p:sp>
      <p:sp>
        <p:nvSpPr>
          <p:cNvPr id="29" name="Conector Reto 170">
            <a:extLst>
              <a:ext uri="{FF2B5EF4-FFF2-40B4-BE49-F238E27FC236}">
                <a16:creationId xmlns:a16="http://schemas.microsoft.com/office/drawing/2014/main" id="{B7777588-924A-4A90-B464-7B46E9DF9460}"/>
              </a:ext>
            </a:extLst>
          </p:cNvPr>
          <p:cNvSpPr>
            <a:spLocks noGrp="1"/>
          </p:cNvSpPr>
          <p:nvPr/>
        </p:nv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a:lstStyle/>
          <a:p>
            <a:endParaRPr lang="pt-BR"/>
          </a:p>
        </p:txBody>
      </p:sp>
      <p:sp>
        <p:nvSpPr>
          <p:cNvPr id="31" name="Freeform: Shape 30">
            <a:extLst>
              <a:ext uri="{FF2B5EF4-FFF2-40B4-BE49-F238E27FC236}">
                <a16:creationId xmlns:a16="http://schemas.microsoft.com/office/drawing/2014/main" id="{389CC8BC-1F00-4BDC-A289-8142D2D94754}"/>
              </a:ext>
            </a:extLst>
          </p:cNvPr>
          <p:cNvSpPr>
            <a:spLocks noGrp="1"/>
          </p:cNvSpPr>
          <p:nvPr/>
        </p:nvSpPr>
        <p:spPr>
          <a:xfrm>
            <a:off x="368299" y="9572683"/>
            <a:ext cx="167550" cy="151137"/>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6"/>
          </a:solidFill>
          <a:ln w="6350">
            <a:noFill/>
            <a:prstDash val="solid"/>
          </a:ln>
        </p:spPr>
        <p:txBody>
          <a:bodyPr anchor="ctr"/>
          <a:lstStyle/>
          <a:p>
            <a:endParaRPr/>
          </a:p>
        </p:txBody>
      </p:sp>
      <p:sp>
        <p:nvSpPr>
          <p:cNvPr id="33" name="Freeform: Shape 32">
            <a:extLst>
              <a:ext uri="{FF2B5EF4-FFF2-40B4-BE49-F238E27FC236}">
                <a16:creationId xmlns:a16="http://schemas.microsoft.com/office/drawing/2014/main" id="{D59EF09C-1E4A-4CE4-8368-67623148D05D}"/>
              </a:ext>
            </a:extLst>
          </p:cNvPr>
          <p:cNvSpPr>
            <a:spLocks noGrp="1"/>
          </p:cNvSpPr>
          <p:nvPr/>
        </p:nvSpPr>
        <p:spPr>
          <a:xfrm>
            <a:off x="567345" y="9659759"/>
            <a:ext cx="23783" cy="45492"/>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accent6"/>
          </a:solidFill>
          <a:ln w="6350">
            <a:noFill/>
            <a:prstDash val="solid"/>
          </a:ln>
        </p:spPr>
        <p:txBody>
          <a:bodyPr anchor="ctr"/>
          <a:lstStyle/>
          <a:p>
            <a:endParaRPr/>
          </a:p>
        </p:txBody>
      </p:sp>
      <p:sp>
        <p:nvSpPr>
          <p:cNvPr id="34" name="Freeform: Shape 33">
            <a:extLst>
              <a:ext uri="{FF2B5EF4-FFF2-40B4-BE49-F238E27FC236}">
                <a16:creationId xmlns:a16="http://schemas.microsoft.com/office/drawing/2014/main" id="{36604BEF-52FB-4611-B5BC-2E4C7A1B4DCE}"/>
              </a:ext>
            </a:extLst>
          </p:cNvPr>
          <p:cNvSpPr>
            <a:spLocks noGrp="1"/>
          </p:cNvSpPr>
          <p:nvPr/>
        </p:nvSpPr>
        <p:spPr>
          <a:xfrm>
            <a:off x="596056" y="9659401"/>
            <a:ext cx="44057" cy="46656"/>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accent6"/>
          </a:solidFill>
          <a:ln w="6350">
            <a:noFill/>
            <a:prstDash val="solid"/>
          </a:ln>
        </p:spPr>
        <p:txBody>
          <a:bodyPr anchor="ctr"/>
          <a:lstStyle/>
          <a:p>
            <a:endParaRPr/>
          </a:p>
        </p:txBody>
      </p:sp>
      <p:sp>
        <p:nvSpPr>
          <p:cNvPr id="35" name="Freeform: Shape 34">
            <a:extLst>
              <a:ext uri="{FF2B5EF4-FFF2-40B4-BE49-F238E27FC236}">
                <a16:creationId xmlns:a16="http://schemas.microsoft.com/office/drawing/2014/main" id="{348F6015-ACDE-4252-9209-5B93E242751A}"/>
              </a:ext>
            </a:extLst>
          </p:cNvPr>
          <p:cNvSpPr>
            <a:spLocks noGrp="1"/>
          </p:cNvSpPr>
          <p:nvPr/>
        </p:nvSpPr>
        <p:spPr>
          <a:xfrm>
            <a:off x="647560" y="9659396"/>
            <a:ext cx="36249" cy="46658"/>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accent6"/>
          </a:solidFill>
          <a:ln w="6350">
            <a:noFill/>
            <a:prstDash val="solid"/>
          </a:ln>
        </p:spPr>
        <p:txBody>
          <a:bodyPr anchor="ctr"/>
          <a:lstStyle/>
          <a:p>
            <a:endParaRPr/>
          </a:p>
        </p:txBody>
      </p:sp>
      <p:sp>
        <p:nvSpPr>
          <p:cNvPr id="36" name="Freeform: Shape 35">
            <a:extLst>
              <a:ext uri="{FF2B5EF4-FFF2-40B4-BE49-F238E27FC236}">
                <a16:creationId xmlns:a16="http://schemas.microsoft.com/office/drawing/2014/main" id="{7BE555BE-D9A2-44BD-A617-B521D61BBAB6}"/>
              </a:ext>
            </a:extLst>
          </p:cNvPr>
          <p:cNvSpPr>
            <a:spLocks noGrp="1"/>
          </p:cNvSpPr>
          <p:nvPr/>
        </p:nvSpPr>
        <p:spPr>
          <a:xfrm>
            <a:off x="691521" y="9659401"/>
            <a:ext cx="44057" cy="46656"/>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accent6"/>
          </a:solidFill>
          <a:ln w="6350">
            <a:noFill/>
            <a:prstDash val="solid"/>
          </a:ln>
        </p:spPr>
        <p:txBody>
          <a:bodyPr anchor="ctr"/>
          <a:lstStyle/>
          <a:p>
            <a:endParaRPr/>
          </a:p>
        </p:txBody>
      </p:sp>
      <p:sp>
        <p:nvSpPr>
          <p:cNvPr id="37" name="Freeform: Shape 36">
            <a:extLst>
              <a:ext uri="{FF2B5EF4-FFF2-40B4-BE49-F238E27FC236}">
                <a16:creationId xmlns:a16="http://schemas.microsoft.com/office/drawing/2014/main" id="{14F2E831-B08D-4D1E-A156-528654CD99C1}"/>
              </a:ext>
            </a:extLst>
          </p:cNvPr>
          <p:cNvSpPr>
            <a:spLocks noGrp="1"/>
          </p:cNvSpPr>
          <p:nvPr/>
        </p:nvSpPr>
        <p:spPr>
          <a:xfrm>
            <a:off x="744102" y="9659396"/>
            <a:ext cx="37407" cy="46656"/>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accent6"/>
          </a:solidFill>
          <a:ln w="6350">
            <a:noFill/>
            <a:prstDash val="solid"/>
          </a:ln>
        </p:spPr>
        <p:txBody>
          <a:bodyPr anchor="ctr"/>
          <a:lstStyle/>
          <a:p>
            <a:endParaRPr/>
          </a:p>
        </p:txBody>
      </p:sp>
      <p:sp>
        <p:nvSpPr>
          <p:cNvPr id="38" name="Freeform: Shape 37">
            <a:extLst>
              <a:ext uri="{FF2B5EF4-FFF2-40B4-BE49-F238E27FC236}">
                <a16:creationId xmlns:a16="http://schemas.microsoft.com/office/drawing/2014/main" id="{EF483E7C-8FFD-4291-ACD5-5C68DEB74825}"/>
              </a:ext>
            </a:extLst>
          </p:cNvPr>
          <p:cNvSpPr>
            <a:spLocks noGrp="1"/>
          </p:cNvSpPr>
          <p:nvPr/>
        </p:nvSpPr>
        <p:spPr>
          <a:xfrm>
            <a:off x="794615" y="9659759"/>
            <a:ext cx="23783" cy="45492"/>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accent6"/>
          </a:solidFill>
          <a:ln w="6350">
            <a:noFill/>
            <a:prstDash val="solid"/>
          </a:ln>
        </p:spPr>
        <p:txBody>
          <a:bodyPr anchor="ctr"/>
          <a:lstStyle/>
          <a:p>
            <a:endParaRPr/>
          </a:p>
        </p:txBody>
      </p:sp>
      <p:sp>
        <p:nvSpPr>
          <p:cNvPr id="39" name="Freeform: Shape 38">
            <a:extLst>
              <a:ext uri="{FF2B5EF4-FFF2-40B4-BE49-F238E27FC236}">
                <a16:creationId xmlns:a16="http://schemas.microsoft.com/office/drawing/2014/main" id="{4993F408-ED5F-4840-B119-130BB9018551}"/>
              </a:ext>
            </a:extLst>
          </p:cNvPr>
          <p:cNvSpPr>
            <a:spLocks noGrp="1"/>
          </p:cNvSpPr>
          <p:nvPr/>
        </p:nvSpPr>
        <p:spPr>
          <a:xfrm>
            <a:off x="823326" y="9659401"/>
            <a:ext cx="44686" cy="46656"/>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accent6"/>
          </a:solidFill>
          <a:ln w="6350">
            <a:noFill/>
            <a:prstDash val="solid"/>
          </a:ln>
        </p:spPr>
        <p:txBody>
          <a:bodyPr anchor="ctr"/>
          <a:lstStyle/>
          <a:p>
            <a:endParaRPr/>
          </a:p>
        </p:txBody>
      </p:sp>
      <p:sp>
        <p:nvSpPr>
          <p:cNvPr id="40" name="Freeform: Shape 39">
            <a:extLst>
              <a:ext uri="{FF2B5EF4-FFF2-40B4-BE49-F238E27FC236}">
                <a16:creationId xmlns:a16="http://schemas.microsoft.com/office/drawing/2014/main" id="{5511F965-E58A-4FB1-902B-6A64436A7F3D}"/>
              </a:ext>
            </a:extLst>
          </p:cNvPr>
          <p:cNvSpPr>
            <a:spLocks noGrp="1"/>
          </p:cNvSpPr>
          <p:nvPr/>
        </p:nvSpPr>
        <p:spPr>
          <a:xfrm>
            <a:off x="877965" y="9642349"/>
            <a:ext cx="38588" cy="62810"/>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accent6"/>
          </a:solidFill>
          <a:ln w="6350">
            <a:noFill/>
            <a:prstDash val="solid"/>
          </a:ln>
        </p:spPr>
        <p:txBody>
          <a:bodyPr anchor="ctr"/>
          <a:lstStyle/>
          <a:p>
            <a:endParaRPr/>
          </a:p>
        </p:txBody>
      </p:sp>
      <p:sp>
        <p:nvSpPr>
          <p:cNvPr id="16" name="Retângulo 13">
            <a:extLst>
              <a:ext uri="{FF2B5EF4-FFF2-40B4-BE49-F238E27FC236}">
                <a16:creationId xmlns:a16="http://schemas.microsoft.com/office/drawing/2014/main" id="{C692A16D-2AAD-47A9-B615-EDBFCACA6C08}"/>
              </a:ext>
            </a:extLst>
          </p:cNvPr>
          <p:cNvSpPr>
            <a:spLocks noGrp="1"/>
          </p:cNvSpPr>
          <p:nvPr/>
        </p:nvSpPr>
        <p:spPr>
          <a:xfrm>
            <a:off x="-954966" y="1581293"/>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0 0 0 </a:t>
            </a:r>
          </a:p>
        </p:txBody>
      </p:sp>
      <p:sp>
        <p:nvSpPr>
          <p:cNvPr id="17" name="Retângulo 14">
            <a:extLst>
              <a:ext uri="{FF2B5EF4-FFF2-40B4-BE49-F238E27FC236}">
                <a16:creationId xmlns:a16="http://schemas.microsoft.com/office/drawing/2014/main" id="{49E9D0E6-FB77-489C-A3FC-111D665AA2C8}"/>
              </a:ext>
            </a:extLst>
          </p:cNvPr>
          <p:cNvSpPr>
            <a:spLocks noGrp="1"/>
          </p:cNvSpPr>
          <p:nvPr/>
        </p:nvSpPr>
        <p:spPr>
          <a:xfrm>
            <a:off x="-954966" y="632518"/>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142 179 223</a:t>
            </a:r>
          </a:p>
        </p:txBody>
      </p:sp>
      <p:sp>
        <p:nvSpPr>
          <p:cNvPr id="18" name="Retângulo 16">
            <a:extLst>
              <a:ext uri="{FF2B5EF4-FFF2-40B4-BE49-F238E27FC236}">
                <a16:creationId xmlns:a16="http://schemas.microsoft.com/office/drawing/2014/main" id="{B7EB5F79-8CC5-4BFC-85F8-8563F8529CEA}"/>
              </a:ext>
            </a:extLst>
          </p:cNvPr>
          <p:cNvSpPr>
            <a:spLocks noGrp="1"/>
          </p:cNvSpPr>
          <p:nvPr/>
        </p:nvSpPr>
        <p:spPr>
          <a:xfrm>
            <a:off x="-954966" y="948777"/>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112 121 113</a:t>
            </a:r>
          </a:p>
        </p:txBody>
      </p:sp>
      <p:sp>
        <p:nvSpPr>
          <p:cNvPr id="19" name="Retângulo 18">
            <a:extLst>
              <a:ext uri="{FF2B5EF4-FFF2-40B4-BE49-F238E27FC236}">
                <a16:creationId xmlns:a16="http://schemas.microsoft.com/office/drawing/2014/main" id="{7F299EE3-683B-4854-B420-0E3181CD77C3}"/>
              </a:ext>
            </a:extLst>
          </p:cNvPr>
          <p:cNvSpPr>
            <a:spLocks noGrp="1"/>
          </p:cNvSpPr>
          <p:nvPr/>
        </p:nvSpPr>
        <p:spPr>
          <a:xfrm>
            <a:off x="-954966" y="0"/>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31 47 68</a:t>
            </a:r>
          </a:p>
        </p:txBody>
      </p:sp>
      <p:sp>
        <p:nvSpPr>
          <p:cNvPr id="20" name="Retângulo 19">
            <a:extLst>
              <a:ext uri="{FF2B5EF4-FFF2-40B4-BE49-F238E27FC236}">
                <a16:creationId xmlns:a16="http://schemas.microsoft.com/office/drawing/2014/main" id="{1CB3CBF4-519F-4A89-A6BC-0F096BF55948}"/>
              </a:ext>
            </a:extLst>
          </p:cNvPr>
          <p:cNvSpPr>
            <a:spLocks noGrp="1"/>
          </p:cNvSpPr>
          <p:nvPr/>
        </p:nvSpPr>
        <p:spPr>
          <a:xfrm>
            <a:off x="-954966" y="316259"/>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249 193 19</a:t>
            </a:r>
          </a:p>
        </p:txBody>
      </p:sp>
      <p:sp>
        <p:nvSpPr>
          <p:cNvPr id="21" name="Retângulo 25">
            <a:extLst>
              <a:ext uri="{FF2B5EF4-FFF2-40B4-BE49-F238E27FC236}">
                <a16:creationId xmlns:a16="http://schemas.microsoft.com/office/drawing/2014/main" id="{AE442D1B-B28F-4A51-B152-6F302C379142}"/>
              </a:ext>
            </a:extLst>
          </p:cNvPr>
          <p:cNvSpPr>
            <a:spLocks noGrp="1"/>
          </p:cNvSpPr>
          <p:nvPr/>
        </p:nvSpPr>
        <p:spPr>
          <a:xfrm>
            <a:off x="-954966" y="1265036"/>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73 72 73</a:t>
            </a:r>
          </a:p>
        </p:txBody>
      </p:sp>
      <p:sp>
        <p:nvSpPr>
          <p:cNvPr id="2" name="Espaço Reservado para Texto 6">
            <a:extLst>
              <a:ext uri="{FF2B5EF4-FFF2-40B4-BE49-F238E27FC236}">
                <a16:creationId xmlns:a16="http://schemas.microsoft.com/office/drawing/2014/main" id="{4407AB14-DDCD-B105-603F-62319F2DB885}"/>
              </a:ext>
            </a:extLst>
          </p:cNvPr>
          <p:cNvSpPr>
            <a:spLocks noGrp="1"/>
          </p:cNvSpPr>
          <p:nvPr/>
        </p:nvSpPr>
        <p:spPr>
          <a:xfrm>
            <a:off x="390154" y="438763"/>
            <a:ext cx="3146796" cy="215860"/>
          </a:xfrm>
          <a:prstGeom prst="rect">
            <a:avLst/>
          </a:prstGeom>
        </p:spPr>
        <p:txBody>
          <a:bodyPr vert="horz" lIns="0" tIns="0" rIns="0" bIns="0" anchor="t">
            <a:noAutofit/>
          </a:bodyPr>
          <a:lstStyle>
            <a:lvl1pPr marL="0" indent="0" algn="l" defTabSz="385767">
              <a:lnSpc>
                <a:spcPct val="90000"/>
              </a:lnSpc>
              <a:spcBef>
                <a:spcPts val="422"/>
              </a:spcBef>
              <a:buFont typeface="Arial"/>
              <a:buNone/>
              <a:defRPr sz="1200" b="0" kern="1200">
                <a:solidFill>
                  <a:schemeClr val="tx2"/>
                </a:solidFill>
                <a:latin typeface="Roboto Light"/>
                <a:ea typeface="Roboto Light"/>
                <a:cs typeface="Roboto Ligh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r>
              <a:t>XP CEO Conference 2026</a:t>
            </a:r>
          </a:p>
        </p:txBody>
      </p:sp>
      <p:sp>
        <p:nvSpPr>
          <p:cNvPr id="4" name="TextBox 3">
            <a:extLst>
              <a:ext uri="{FF2B5EF4-FFF2-40B4-BE49-F238E27FC236}">
                <a16:creationId xmlns:a16="http://schemas.microsoft.com/office/drawing/2014/main" id="{149E3A3A-923E-FF4A-E4AF-5D587CF17B1D}"/>
              </a:ext>
            </a:extLst>
          </p:cNvPr>
          <p:cNvSpPr txBox="1"/>
          <p:nvPr userDrawn="1">
            <p:extLst>
              <p:ext uri="{1162E1C5-73C7-4A58-AE30-91384D911F3F}">
                <p184:classification xmlns:p184="http://schemas.microsoft.com/office/powerpoint/2018/4/main" val="ftr"/>
              </p:ext>
            </p:extLst>
          </p:nvPr>
        </p:nvSpPr>
        <p:spPr>
          <a:xfrm>
            <a:off x="5332413" y="9690100"/>
            <a:ext cx="1490662" cy="152400"/>
          </a:xfrm>
          <a:prstGeom prst="rect">
            <a:avLst/>
          </a:prstGeom>
        </p:spPr>
        <p:txBody>
          <a:bodyPr horzOverflow="overflow" lIns="0" tIns="0" rIns="0" bIns="0">
            <a:spAutoFit/>
          </a:bodyPr>
          <a:lstStyle/>
          <a:p>
            <a:pPr algn="l"/>
            <a:r>
              <a:rPr lang="pt-BR" sz="1000">
                <a:solidFill>
                  <a:srgbClr val="0000FF">
                    <a:alpha val="50000"/>
                  </a:srgbClr>
                </a:solidFill>
                <a:latin typeface="Aptos"/>
              </a:rPr>
              <a:t>[ CLASSIFICAÇÃO: INTERNA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p:txStyles>
    <p:titleStyle>
      <a:lvl1pPr algn="l" defTabSz="385767">
        <a:lnSpc>
          <a:spcPct val="90000"/>
        </a:lnSpc>
        <a:spcBef>
          <a:spcPct val="0"/>
        </a:spcBef>
        <a:buNone/>
        <a:defRPr sz="1266" b="0" kern="1200">
          <a:solidFill>
            <a:schemeClr val="tx1"/>
          </a:solidFill>
          <a:latin typeface="+mj-lt"/>
          <a:ea typeface="+mj-lt"/>
          <a:cs typeface="+mj-lt"/>
        </a:defRPr>
      </a:lvl1pPr>
    </p:titleStyle>
    <p:bodyStyle>
      <a:lvl1pPr marL="0" indent="0" algn="l" defTabSz="385767">
        <a:lnSpc>
          <a:spcPct val="90000"/>
        </a:lnSpc>
        <a:spcBef>
          <a:spcPts val="422"/>
        </a:spcBef>
        <a:buFont typeface="Arial"/>
        <a:buNone/>
        <a:defRPr sz="675" kern="1200">
          <a:solidFill>
            <a:schemeClr val="tx2"/>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p:bodyStyle>
    <p:otherStyle>
      <a:lvl1pPr marL="0" algn="l" defTabSz="385767">
        <a:buNone/>
        <a:defRPr sz="760" kern="1200">
          <a:solidFill>
            <a:schemeClr val="tx1"/>
          </a:solidFill>
          <a:latin typeface="+mn-lt"/>
          <a:ea typeface="+mn-lt"/>
          <a:cs typeface="+mn-lt"/>
        </a:defRPr>
      </a:lvl1pPr>
      <a:lvl2pPr marL="192884" algn="l" defTabSz="385767">
        <a:buNone/>
        <a:defRPr sz="760" kern="1200">
          <a:solidFill>
            <a:schemeClr val="tx1"/>
          </a:solidFill>
          <a:latin typeface="+mn-lt"/>
          <a:ea typeface="+mn-lt"/>
          <a:cs typeface="+mn-lt"/>
        </a:defRPr>
      </a:lvl2pPr>
      <a:lvl3pPr marL="385767" algn="l" defTabSz="385767">
        <a:buNone/>
        <a:defRPr sz="760" kern="1200">
          <a:solidFill>
            <a:schemeClr val="tx1"/>
          </a:solidFill>
          <a:latin typeface="+mn-lt"/>
          <a:ea typeface="+mn-lt"/>
          <a:cs typeface="+mn-lt"/>
        </a:defRPr>
      </a:lvl3pPr>
      <a:lvl4pPr marL="578651" algn="l" defTabSz="385767">
        <a:buNone/>
        <a:defRPr sz="760" kern="1200">
          <a:solidFill>
            <a:schemeClr val="tx1"/>
          </a:solidFill>
          <a:latin typeface="+mn-lt"/>
          <a:ea typeface="+mn-lt"/>
          <a:cs typeface="+mn-lt"/>
        </a:defRPr>
      </a:lvl4pPr>
      <a:lvl5pPr marL="771535" algn="l" defTabSz="385767">
        <a:buNone/>
        <a:defRPr sz="760" kern="1200">
          <a:solidFill>
            <a:schemeClr val="tx1"/>
          </a:solidFill>
          <a:latin typeface="+mn-lt"/>
          <a:ea typeface="+mn-lt"/>
          <a:cs typeface="+mn-lt"/>
        </a:defRPr>
      </a:lvl5pPr>
      <a:lvl6pPr marL="964419" algn="l" defTabSz="385767">
        <a:buNone/>
        <a:defRPr sz="760" kern="1200">
          <a:solidFill>
            <a:schemeClr val="tx1"/>
          </a:solidFill>
          <a:latin typeface="+mn-lt"/>
          <a:ea typeface="+mn-lt"/>
          <a:cs typeface="+mn-lt"/>
        </a:defRPr>
      </a:lvl6pPr>
      <a:lvl7pPr marL="1157302" algn="l" defTabSz="385767">
        <a:buNone/>
        <a:defRPr sz="760" kern="1200">
          <a:solidFill>
            <a:schemeClr val="tx1"/>
          </a:solidFill>
          <a:latin typeface="+mn-lt"/>
          <a:ea typeface="+mn-lt"/>
          <a:cs typeface="+mn-lt"/>
        </a:defRPr>
      </a:lvl7pPr>
      <a:lvl8pPr marL="1350186" algn="l" defTabSz="385767">
        <a:buNone/>
        <a:defRPr sz="760" kern="1200">
          <a:solidFill>
            <a:schemeClr val="tx1"/>
          </a:solidFill>
          <a:latin typeface="+mn-lt"/>
          <a:ea typeface="+mn-lt"/>
          <a:cs typeface="+mn-lt"/>
        </a:defRPr>
      </a:lvl8pPr>
      <a:lvl9pPr marL="1543070" algn="l" defTabSz="385767">
        <a:buNone/>
        <a:defRPr sz="76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a:spLocks noGrp="1"/>
          </p:cNvSpPr>
          <p:nvPr/>
        </p:nvSpPr>
        <p:spPr>
          <a:xfrm>
            <a:off x="6328029" y="9584374"/>
            <a:ext cx="148017" cy="127755"/>
          </a:xfrm>
          <a:prstGeom prst="rect">
            <a:avLst/>
          </a:prstGeom>
        </p:spPr>
        <p:txBody>
          <a:bodyPr vert="horz" wrap="square" lIns="0" tIns="25718" rIns="0" bIns="25718" anchor="ctr"/>
          <a:lstStyle>
            <a:lvl1pPr algn="r">
              <a:buNone/>
              <a:defRPr sz="900" b="1">
                <a:solidFill>
                  <a:srgbClr val="606163"/>
                </a:solidFill>
              </a:defRPr>
            </a:lvl1pPr>
          </a:lstStyle>
          <a:p>
            <a:pPr lvl="0" algn="ctr">
              <a:buNone/>
            </a:pPr>
            <a:fld id="{9B9BAEC2-C893-4510-BAEC-A634F6DBFF95}" type="slidenum">
              <a:rPr sz="800" b="0">
                <a:solidFill>
                  <a:schemeClr val="tx1"/>
                </a:solidFill>
                <a:latin typeface="Roboto"/>
                <a:ea typeface="Roboto"/>
                <a:cs typeface="Roboto"/>
              </a:rPr>
              <a:t>‹#›</a:t>
            </a:fld>
            <a:endParaRPr sz="800" b="0">
              <a:solidFill>
                <a:schemeClr val="tx1"/>
              </a:solidFill>
              <a:latin typeface="Roboto"/>
              <a:ea typeface="Roboto"/>
              <a:cs typeface="Roboto"/>
            </a:endParaRPr>
          </a:p>
        </p:txBody>
      </p:sp>
      <p:sp>
        <p:nvSpPr>
          <p:cNvPr id="29" name="Conector Reto 170">
            <a:extLst>
              <a:ext uri="{FF2B5EF4-FFF2-40B4-BE49-F238E27FC236}">
                <a16:creationId xmlns:a16="http://schemas.microsoft.com/office/drawing/2014/main" id="{883D1424-A200-4D2B-B5DA-D1A8C55606F5}"/>
              </a:ext>
            </a:extLst>
          </p:cNvPr>
          <p:cNvSpPr>
            <a:spLocks noGrp="1"/>
          </p:cNvSpPr>
          <p:nvPr/>
        </p:nv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a:lstStyle/>
          <a:p>
            <a:endParaRPr lang="pt-BR"/>
          </a:p>
        </p:txBody>
      </p:sp>
      <p:sp>
        <p:nvSpPr>
          <p:cNvPr id="31" name="Freeform: Shape 30">
            <a:extLst>
              <a:ext uri="{FF2B5EF4-FFF2-40B4-BE49-F238E27FC236}">
                <a16:creationId xmlns:a16="http://schemas.microsoft.com/office/drawing/2014/main" id="{389CC8BC-1F00-4BDC-A289-8142D2D94754}"/>
              </a:ext>
            </a:extLst>
          </p:cNvPr>
          <p:cNvSpPr>
            <a:spLocks noGrp="1"/>
          </p:cNvSpPr>
          <p:nvPr/>
        </p:nvSpPr>
        <p:spPr>
          <a:xfrm>
            <a:off x="368299" y="9572683"/>
            <a:ext cx="167550" cy="151137"/>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6"/>
          </a:solidFill>
          <a:ln w="6350">
            <a:noFill/>
            <a:prstDash val="solid"/>
          </a:ln>
        </p:spPr>
        <p:txBody>
          <a:bodyPr anchor="ctr"/>
          <a:lstStyle/>
          <a:p>
            <a:endParaRPr/>
          </a:p>
        </p:txBody>
      </p:sp>
      <p:sp>
        <p:nvSpPr>
          <p:cNvPr id="33" name="Freeform: Shape 32">
            <a:extLst>
              <a:ext uri="{FF2B5EF4-FFF2-40B4-BE49-F238E27FC236}">
                <a16:creationId xmlns:a16="http://schemas.microsoft.com/office/drawing/2014/main" id="{D59EF09C-1E4A-4CE4-8368-67623148D05D}"/>
              </a:ext>
            </a:extLst>
          </p:cNvPr>
          <p:cNvSpPr>
            <a:spLocks noGrp="1"/>
          </p:cNvSpPr>
          <p:nvPr/>
        </p:nvSpPr>
        <p:spPr>
          <a:xfrm>
            <a:off x="567345" y="9659759"/>
            <a:ext cx="23783" cy="45492"/>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chemeClr val="accent6"/>
          </a:solidFill>
          <a:ln w="6350">
            <a:noFill/>
            <a:prstDash val="solid"/>
          </a:ln>
        </p:spPr>
        <p:txBody>
          <a:bodyPr anchor="ctr"/>
          <a:lstStyle/>
          <a:p>
            <a:endParaRPr/>
          </a:p>
        </p:txBody>
      </p:sp>
      <p:sp>
        <p:nvSpPr>
          <p:cNvPr id="34" name="Freeform: Shape 33">
            <a:extLst>
              <a:ext uri="{FF2B5EF4-FFF2-40B4-BE49-F238E27FC236}">
                <a16:creationId xmlns:a16="http://schemas.microsoft.com/office/drawing/2014/main" id="{36604BEF-52FB-4611-B5BC-2E4C7A1B4DCE}"/>
              </a:ext>
            </a:extLst>
          </p:cNvPr>
          <p:cNvSpPr>
            <a:spLocks noGrp="1"/>
          </p:cNvSpPr>
          <p:nvPr/>
        </p:nvSpPr>
        <p:spPr>
          <a:xfrm>
            <a:off x="596056" y="9659401"/>
            <a:ext cx="44057" cy="46656"/>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chemeClr val="accent6"/>
          </a:solidFill>
          <a:ln w="6350">
            <a:noFill/>
            <a:prstDash val="solid"/>
          </a:ln>
        </p:spPr>
        <p:txBody>
          <a:bodyPr anchor="ctr"/>
          <a:lstStyle/>
          <a:p>
            <a:endParaRPr/>
          </a:p>
        </p:txBody>
      </p:sp>
      <p:sp>
        <p:nvSpPr>
          <p:cNvPr id="35" name="Freeform: Shape 34">
            <a:extLst>
              <a:ext uri="{FF2B5EF4-FFF2-40B4-BE49-F238E27FC236}">
                <a16:creationId xmlns:a16="http://schemas.microsoft.com/office/drawing/2014/main" id="{348F6015-ACDE-4252-9209-5B93E242751A}"/>
              </a:ext>
            </a:extLst>
          </p:cNvPr>
          <p:cNvSpPr>
            <a:spLocks noGrp="1"/>
          </p:cNvSpPr>
          <p:nvPr/>
        </p:nvSpPr>
        <p:spPr>
          <a:xfrm>
            <a:off x="647560" y="9659396"/>
            <a:ext cx="36249" cy="46658"/>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chemeClr val="accent6"/>
          </a:solidFill>
          <a:ln w="6350">
            <a:noFill/>
            <a:prstDash val="solid"/>
          </a:ln>
        </p:spPr>
        <p:txBody>
          <a:bodyPr anchor="ctr"/>
          <a:lstStyle/>
          <a:p>
            <a:endParaRPr/>
          </a:p>
        </p:txBody>
      </p:sp>
      <p:sp>
        <p:nvSpPr>
          <p:cNvPr id="36" name="Freeform: Shape 35">
            <a:extLst>
              <a:ext uri="{FF2B5EF4-FFF2-40B4-BE49-F238E27FC236}">
                <a16:creationId xmlns:a16="http://schemas.microsoft.com/office/drawing/2014/main" id="{7BE555BE-D9A2-44BD-A617-B521D61BBAB6}"/>
              </a:ext>
            </a:extLst>
          </p:cNvPr>
          <p:cNvSpPr>
            <a:spLocks noGrp="1"/>
          </p:cNvSpPr>
          <p:nvPr/>
        </p:nvSpPr>
        <p:spPr>
          <a:xfrm>
            <a:off x="691521" y="9659401"/>
            <a:ext cx="44057" cy="46656"/>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chemeClr val="accent6"/>
          </a:solidFill>
          <a:ln w="6350">
            <a:noFill/>
            <a:prstDash val="solid"/>
          </a:ln>
        </p:spPr>
        <p:txBody>
          <a:bodyPr anchor="ctr"/>
          <a:lstStyle/>
          <a:p>
            <a:endParaRPr/>
          </a:p>
        </p:txBody>
      </p:sp>
      <p:sp>
        <p:nvSpPr>
          <p:cNvPr id="37" name="Freeform: Shape 36">
            <a:extLst>
              <a:ext uri="{FF2B5EF4-FFF2-40B4-BE49-F238E27FC236}">
                <a16:creationId xmlns:a16="http://schemas.microsoft.com/office/drawing/2014/main" id="{14F2E831-B08D-4D1E-A156-528654CD99C1}"/>
              </a:ext>
            </a:extLst>
          </p:cNvPr>
          <p:cNvSpPr>
            <a:spLocks noGrp="1"/>
          </p:cNvSpPr>
          <p:nvPr/>
        </p:nvSpPr>
        <p:spPr>
          <a:xfrm>
            <a:off x="744102" y="9659396"/>
            <a:ext cx="37407" cy="46656"/>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chemeClr val="accent6"/>
          </a:solidFill>
          <a:ln w="6350">
            <a:noFill/>
            <a:prstDash val="solid"/>
          </a:ln>
        </p:spPr>
        <p:txBody>
          <a:bodyPr anchor="ctr"/>
          <a:lstStyle/>
          <a:p>
            <a:endParaRPr/>
          </a:p>
        </p:txBody>
      </p:sp>
      <p:sp>
        <p:nvSpPr>
          <p:cNvPr id="38" name="Freeform: Shape 37">
            <a:extLst>
              <a:ext uri="{FF2B5EF4-FFF2-40B4-BE49-F238E27FC236}">
                <a16:creationId xmlns:a16="http://schemas.microsoft.com/office/drawing/2014/main" id="{EF483E7C-8FFD-4291-ACD5-5C68DEB74825}"/>
              </a:ext>
            </a:extLst>
          </p:cNvPr>
          <p:cNvSpPr>
            <a:spLocks noGrp="1"/>
          </p:cNvSpPr>
          <p:nvPr/>
        </p:nvSpPr>
        <p:spPr>
          <a:xfrm>
            <a:off x="794615" y="9659759"/>
            <a:ext cx="23783" cy="45492"/>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chemeClr val="accent6"/>
          </a:solidFill>
          <a:ln w="6350">
            <a:noFill/>
            <a:prstDash val="solid"/>
          </a:ln>
        </p:spPr>
        <p:txBody>
          <a:bodyPr anchor="ctr"/>
          <a:lstStyle/>
          <a:p>
            <a:endParaRPr/>
          </a:p>
        </p:txBody>
      </p:sp>
      <p:sp>
        <p:nvSpPr>
          <p:cNvPr id="39" name="Freeform: Shape 38">
            <a:extLst>
              <a:ext uri="{FF2B5EF4-FFF2-40B4-BE49-F238E27FC236}">
                <a16:creationId xmlns:a16="http://schemas.microsoft.com/office/drawing/2014/main" id="{4993F408-ED5F-4840-B119-130BB9018551}"/>
              </a:ext>
            </a:extLst>
          </p:cNvPr>
          <p:cNvSpPr>
            <a:spLocks noGrp="1"/>
          </p:cNvSpPr>
          <p:nvPr/>
        </p:nvSpPr>
        <p:spPr>
          <a:xfrm>
            <a:off x="823326" y="9659401"/>
            <a:ext cx="44686" cy="46656"/>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chemeClr val="accent6"/>
          </a:solidFill>
          <a:ln w="6350">
            <a:noFill/>
            <a:prstDash val="solid"/>
          </a:ln>
        </p:spPr>
        <p:txBody>
          <a:bodyPr anchor="ctr"/>
          <a:lstStyle/>
          <a:p>
            <a:endParaRPr/>
          </a:p>
        </p:txBody>
      </p:sp>
      <p:sp>
        <p:nvSpPr>
          <p:cNvPr id="40" name="Freeform: Shape 39">
            <a:extLst>
              <a:ext uri="{FF2B5EF4-FFF2-40B4-BE49-F238E27FC236}">
                <a16:creationId xmlns:a16="http://schemas.microsoft.com/office/drawing/2014/main" id="{5511F965-E58A-4FB1-902B-6A64436A7F3D}"/>
              </a:ext>
            </a:extLst>
          </p:cNvPr>
          <p:cNvSpPr>
            <a:spLocks noGrp="1"/>
          </p:cNvSpPr>
          <p:nvPr/>
        </p:nvSpPr>
        <p:spPr>
          <a:xfrm>
            <a:off x="877965" y="9642349"/>
            <a:ext cx="38588" cy="62810"/>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chemeClr val="accent6"/>
          </a:solidFill>
          <a:ln w="6350">
            <a:noFill/>
            <a:prstDash val="solid"/>
          </a:ln>
        </p:spPr>
        <p:txBody>
          <a:bodyPr anchor="ctr"/>
          <a:lstStyle/>
          <a:p>
            <a:endParaRPr/>
          </a:p>
        </p:txBody>
      </p:sp>
      <p:sp>
        <p:nvSpPr>
          <p:cNvPr id="2" name="Date Placeholder 1">
            <a:extLst>
              <a:ext uri="{FF2B5EF4-FFF2-40B4-BE49-F238E27FC236}">
                <a16:creationId xmlns:a16="http://schemas.microsoft.com/office/drawing/2014/main" id="{7161E563-1BF6-4EB7-B7A2-FD52458467FC}"/>
              </a:ext>
            </a:extLst>
          </p:cNvPr>
          <p:cNvSpPr>
            <a:spLocks noGrp="1"/>
          </p:cNvSpPr>
          <p:nvPr>
            <p:ph type="dt" idx="2"/>
          </p:nvPr>
        </p:nvSpPr>
        <p:spPr>
          <a:xfrm>
            <a:off x="4946650" y="438763"/>
            <a:ext cx="1543050" cy="184666"/>
          </a:xfrm>
          <a:prstGeom prst="rect">
            <a:avLst/>
          </a:prstGeom>
        </p:spPr>
        <p:txBody>
          <a:bodyPr vert="horz" lIns="0" tIns="0" rIns="0" bIns="0" anchor="ctr">
            <a:spAutoFit/>
          </a:bodyPr>
          <a:lstStyle>
            <a:lvl1pPr algn="r">
              <a:buNone/>
              <a:defRPr sz="1200">
                <a:solidFill>
                  <a:schemeClr val="bg2"/>
                </a:solidFill>
                <a:latin typeface="Roboto Light"/>
                <a:ea typeface="Roboto Light"/>
                <a:cs typeface="Roboto Light"/>
              </a:defRPr>
            </a:lvl1pPr>
          </a:lstStyle>
          <a:p>
            <a:r>
              <a:t>August 2024</a:t>
            </a:r>
          </a:p>
        </p:txBody>
      </p:sp>
      <p:sp>
        <p:nvSpPr>
          <p:cNvPr id="16" name="Retângulo 13">
            <a:extLst>
              <a:ext uri="{FF2B5EF4-FFF2-40B4-BE49-F238E27FC236}">
                <a16:creationId xmlns:a16="http://schemas.microsoft.com/office/drawing/2014/main" id="{C692A16D-2AAD-47A9-B615-EDBFCACA6C08}"/>
              </a:ext>
            </a:extLst>
          </p:cNvPr>
          <p:cNvSpPr>
            <a:spLocks noGrp="1"/>
          </p:cNvSpPr>
          <p:nvPr/>
        </p:nvSpPr>
        <p:spPr>
          <a:xfrm>
            <a:off x="-954966" y="1581293"/>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0 0 0 </a:t>
            </a:r>
          </a:p>
        </p:txBody>
      </p:sp>
      <p:sp>
        <p:nvSpPr>
          <p:cNvPr id="17" name="Retângulo 14">
            <a:extLst>
              <a:ext uri="{FF2B5EF4-FFF2-40B4-BE49-F238E27FC236}">
                <a16:creationId xmlns:a16="http://schemas.microsoft.com/office/drawing/2014/main" id="{49E9D0E6-FB77-489C-A3FC-111D665AA2C8}"/>
              </a:ext>
            </a:extLst>
          </p:cNvPr>
          <p:cNvSpPr>
            <a:spLocks noGrp="1"/>
          </p:cNvSpPr>
          <p:nvPr/>
        </p:nvSpPr>
        <p:spPr>
          <a:xfrm>
            <a:off x="-954966" y="632518"/>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142 179 223</a:t>
            </a:r>
          </a:p>
        </p:txBody>
      </p:sp>
      <p:sp>
        <p:nvSpPr>
          <p:cNvPr id="18" name="Retângulo 16">
            <a:extLst>
              <a:ext uri="{FF2B5EF4-FFF2-40B4-BE49-F238E27FC236}">
                <a16:creationId xmlns:a16="http://schemas.microsoft.com/office/drawing/2014/main" id="{B7EB5F79-8CC5-4BFC-85F8-8563F8529CEA}"/>
              </a:ext>
            </a:extLst>
          </p:cNvPr>
          <p:cNvSpPr>
            <a:spLocks noGrp="1"/>
          </p:cNvSpPr>
          <p:nvPr/>
        </p:nvSpPr>
        <p:spPr>
          <a:xfrm>
            <a:off x="-954966" y="948777"/>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112 121 113</a:t>
            </a:r>
          </a:p>
        </p:txBody>
      </p:sp>
      <p:sp>
        <p:nvSpPr>
          <p:cNvPr id="19" name="Retângulo 18">
            <a:extLst>
              <a:ext uri="{FF2B5EF4-FFF2-40B4-BE49-F238E27FC236}">
                <a16:creationId xmlns:a16="http://schemas.microsoft.com/office/drawing/2014/main" id="{7F299EE3-683B-4854-B420-0E3181CD77C3}"/>
              </a:ext>
            </a:extLst>
          </p:cNvPr>
          <p:cNvSpPr>
            <a:spLocks noGrp="1"/>
          </p:cNvSpPr>
          <p:nvPr/>
        </p:nvSpPr>
        <p:spPr>
          <a:xfrm>
            <a:off x="-954966" y="0"/>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31 47 68</a:t>
            </a:r>
          </a:p>
        </p:txBody>
      </p:sp>
      <p:sp>
        <p:nvSpPr>
          <p:cNvPr id="20" name="Retângulo 19">
            <a:extLst>
              <a:ext uri="{FF2B5EF4-FFF2-40B4-BE49-F238E27FC236}">
                <a16:creationId xmlns:a16="http://schemas.microsoft.com/office/drawing/2014/main" id="{1CB3CBF4-519F-4A89-A6BC-0F096BF55948}"/>
              </a:ext>
            </a:extLst>
          </p:cNvPr>
          <p:cNvSpPr>
            <a:spLocks noGrp="1"/>
          </p:cNvSpPr>
          <p:nvPr/>
        </p:nvSpPr>
        <p:spPr>
          <a:xfrm>
            <a:off x="-954966" y="316259"/>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249 193 19</a:t>
            </a:r>
          </a:p>
        </p:txBody>
      </p:sp>
      <p:sp>
        <p:nvSpPr>
          <p:cNvPr id="21" name="Retângulo 25">
            <a:extLst>
              <a:ext uri="{FF2B5EF4-FFF2-40B4-BE49-F238E27FC236}">
                <a16:creationId xmlns:a16="http://schemas.microsoft.com/office/drawing/2014/main" id="{AE442D1B-B28F-4A51-B152-6F302C379142}"/>
              </a:ext>
            </a:extLst>
          </p:cNvPr>
          <p:cNvSpPr>
            <a:spLocks noGrp="1"/>
          </p:cNvSpPr>
          <p:nvPr/>
        </p:nvSpPr>
        <p:spPr>
          <a:xfrm>
            <a:off x="-954966" y="1265036"/>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900" b="1">
                <a:latin typeface="Roboto"/>
                <a:ea typeface="Roboto"/>
                <a:cs typeface="Roboto"/>
              </a:rPr>
              <a:t>73 72 73</a:t>
            </a:r>
          </a:p>
        </p:txBody>
      </p:sp>
      <p:sp>
        <p:nvSpPr>
          <p:cNvPr id="23" name="Espaço Reservado para Texto 6">
            <a:extLst>
              <a:ext uri="{FF2B5EF4-FFF2-40B4-BE49-F238E27FC236}">
                <a16:creationId xmlns:a16="http://schemas.microsoft.com/office/drawing/2014/main" id="{6CF3791F-62F2-4029-A8F8-4CB526805BC9}"/>
              </a:ext>
            </a:extLst>
          </p:cNvPr>
          <p:cNvSpPr>
            <a:spLocks noGrp="1"/>
          </p:cNvSpPr>
          <p:nvPr/>
        </p:nvSpPr>
        <p:spPr>
          <a:xfrm>
            <a:off x="390154" y="438763"/>
            <a:ext cx="3146796" cy="215860"/>
          </a:xfrm>
          <a:prstGeom prst="rect">
            <a:avLst/>
          </a:prstGeom>
        </p:spPr>
        <p:txBody>
          <a:bodyPr vert="horz" lIns="0" tIns="0" rIns="0" bIns="0" anchor="t">
            <a:noAutofit/>
          </a:bodyPr>
          <a:lstStyle>
            <a:lvl1pPr marL="0" indent="0" algn="l" defTabSz="385767">
              <a:lnSpc>
                <a:spcPct val="90000"/>
              </a:lnSpc>
              <a:spcBef>
                <a:spcPts val="422"/>
              </a:spcBef>
              <a:buFont typeface="Arial"/>
              <a:buNone/>
              <a:defRPr sz="1200" b="0" kern="1200">
                <a:solidFill>
                  <a:schemeClr val="tx2"/>
                </a:solidFill>
                <a:latin typeface="Roboto Light"/>
                <a:ea typeface="Roboto Light"/>
                <a:cs typeface="Roboto Ligh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a:r>
              <a:t>XP CEO Conference 2025</a:t>
            </a:r>
          </a:p>
        </p:txBody>
      </p:sp>
      <p:sp>
        <p:nvSpPr>
          <p:cNvPr id="4" name="TextBox 3">
            <a:extLst>
              <a:ext uri="{FF2B5EF4-FFF2-40B4-BE49-F238E27FC236}">
                <a16:creationId xmlns:a16="http://schemas.microsoft.com/office/drawing/2014/main" id="{F0ABC8C1-11AF-1D82-99F5-5EA87C4C82E9}"/>
              </a:ext>
            </a:extLst>
          </p:cNvPr>
          <p:cNvSpPr txBox="1"/>
          <p:nvPr userDrawn="1">
            <p:extLst>
              <p:ext uri="{1162E1C5-73C7-4A58-AE30-91384D911F3F}">
                <p184:classification xmlns:p184="http://schemas.microsoft.com/office/powerpoint/2018/4/main" val="ftr"/>
              </p:ext>
            </p:extLst>
          </p:nvPr>
        </p:nvSpPr>
        <p:spPr>
          <a:xfrm>
            <a:off x="5332413" y="9690100"/>
            <a:ext cx="1490662" cy="152400"/>
          </a:xfrm>
          <a:prstGeom prst="rect">
            <a:avLst/>
          </a:prstGeom>
        </p:spPr>
        <p:txBody>
          <a:bodyPr horzOverflow="overflow" lIns="0" tIns="0" rIns="0" bIns="0">
            <a:spAutoFit/>
          </a:bodyPr>
          <a:lstStyle/>
          <a:p>
            <a:pPr algn="l"/>
            <a:r>
              <a:rPr lang="pt-BR" sz="1000">
                <a:solidFill>
                  <a:srgbClr val="0000FF">
                    <a:alpha val="50000"/>
                  </a:srgbClr>
                </a:solidFill>
                <a:latin typeface="Aptos"/>
              </a:rPr>
              <a:t>[ CLASSIFICAÇÃO: INTERNA ]</a:t>
            </a: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hf sldNum="0" hdr="0" ftr="0"/>
  <p:txStyles>
    <p:titleStyle>
      <a:lvl1pPr algn="l" defTabSz="385767">
        <a:lnSpc>
          <a:spcPct val="90000"/>
        </a:lnSpc>
        <a:spcBef>
          <a:spcPct val="0"/>
        </a:spcBef>
        <a:buNone/>
        <a:defRPr sz="1266" b="0" kern="1200">
          <a:solidFill>
            <a:schemeClr val="tx1"/>
          </a:solidFill>
          <a:latin typeface="+mj-lt"/>
          <a:ea typeface="+mj-lt"/>
          <a:cs typeface="+mj-lt"/>
        </a:defRPr>
      </a:lvl1pPr>
    </p:titleStyle>
    <p:bodyStyle>
      <a:lvl1pPr marL="0" indent="0" algn="l" defTabSz="385767">
        <a:lnSpc>
          <a:spcPct val="90000"/>
        </a:lnSpc>
        <a:spcBef>
          <a:spcPts val="422"/>
        </a:spcBef>
        <a:buFont typeface="Arial"/>
        <a:buNone/>
        <a:defRPr sz="675" kern="1200">
          <a:solidFill>
            <a:schemeClr val="tx2"/>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p:bodyStyle>
    <p:otherStyle>
      <a:lvl1pPr marL="0" algn="l" defTabSz="385767">
        <a:buNone/>
        <a:defRPr sz="760" kern="1200">
          <a:solidFill>
            <a:schemeClr val="tx1"/>
          </a:solidFill>
          <a:latin typeface="+mn-lt"/>
          <a:ea typeface="+mn-lt"/>
          <a:cs typeface="+mn-lt"/>
        </a:defRPr>
      </a:lvl1pPr>
      <a:lvl2pPr marL="192884" algn="l" defTabSz="385767">
        <a:buNone/>
        <a:defRPr sz="760" kern="1200">
          <a:solidFill>
            <a:schemeClr val="tx1"/>
          </a:solidFill>
          <a:latin typeface="+mn-lt"/>
          <a:ea typeface="+mn-lt"/>
          <a:cs typeface="+mn-lt"/>
        </a:defRPr>
      </a:lvl2pPr>
      <a:lvl3pPr marL="385767" algn="l" defTabSz="385767">
        <a:buNone/>
        <a:defRPr sz="760" kern="1200">
          <a:solidFill>
            <a:schemeClr val="tx1"/>
          </a:solidFill>
          <a:latin typeface="+mn-lt"/>
          <a:ea typeface="+mn-lt"/>
          <a:cs typeface="+mn-lt"/>
        </a:defRPr>
      </a:lvl3pPr>
      <a:lvl4pPr marL="578651" algn="l" defTabSz="385767">
        <a:buNone/>
        <a:defRPr sz="760" kern="1200">
          <a:solidFill>
            <a:schemeClr val="tx1"/>
          </a:solidFill>
          <a:latin typeface="+mn-lt"/>
          <a:ea typeface="+mn-lt"/>
          <a:cs typeface="+mn-lt"/>
        </a:defRPr>
      </a:lvl4pPr>
      <a:lvl5pPr marL="771535" algn="l" defTabSz="385767">
        <a:buNone/>
        <a:defRPr sz="760" kern="1200">
          <a:solidFill>
            <a:schemeClr val="tx1"/>
          </a:solidFill>
          <a:latin typeface="+mn-lt"/>
          <a:ea typeface="+mn-lt"/>
          <a:cs typeface="+mn-lt"/>
        </a:defRPr>
      </a:lvl5pPr>
      <a:lvl6pPr marL="964419" algn="l" defTabSz="385767">
        <a:buNone/>
        <a:defRPr sz="760" kern="1200">
          <a:solidFill>
            <a:schemeClr val="tx1"/>
          </a:solidFill>
          <a:latin typeface="+mn-lt"/>
          <a:ea typeface="+mn-lt"/>
          <a:cs typeface="+mn-lt"/>
        </a:defRPr>
      </a:lvl6pPr>
      <a:lvl7pPr marL="1157302" algn="l" defTabSz="385767">
        <a:buNone/>
        <a:defRPr sz="760" kern="1200">
          <a:solidFill>
            <a:schemeClr val="tx1"/>
          </a:solidFill>
          <a:latin typeface="+mn-lt"/>
          <a:ea typeface="+mn-lt"/>
          <a:cs typeface="+mn-lt"/>
        </a:defRPr>
      </a:lvl7pPr>
      <a:lvl8pPr marL="1350186" algn="l" defTabSz="385767">
        <a:buNone/>
        <a:defRPr sz="760" kern="1200">
          <a:solidFill>
            <a:schemeClr val="tx1"/>
          </a:solidFill>
          <a:latin typeface="+mn-lt"/>
          <a:ea typeface="+mn-lt"/>
          <a:cs typeface="+mn-lt"/>
        </a:defRPr>
      </a:lvl8pPr>
      <a:lvl9pPr marL="1543070" algn="l" defTabSz="385767">
        <a:buNone/>
        <a:defRPr sz="76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C5E58A-DD28-2AE4-F475-E9BF93E18C65}"/>
              </a:ext>
            </a:extLst>
          </p:cNvPr>
          <p:cNvSpPr>
            <a:spLocks noGrp="1"/>
          </p:cNvSpPr>
          <p:nvPr>
            <p:ph type="body" idx="4294967295"/>
          </p:nvPr>
        </p:nvSpPr>
        <p:spPr>
          <a:xfrm>
            <a:off x="368300" y="745804"/>
            <a:ext cx="6121400" cy="336050"/>
          </a:xfrm>
          <a:prstGeom prst="rect">
            <a:avLst/>
          </a:prstGeom>
        </p:spPr>
        <p:txBody>
          <a:bodyPr/>
          <a:lstStyle/>
          <a:p>
            <a:pPr algn="ctr">
              <a:lnSpc>
                <a:spcPct val="100000"/>
              </a:lnSpc>
              <a:spcBef>
                <a:spcPts val="600"/>
              </a:spcBef>
              <a:buNone/>
            </a:pPr>
            <a:r>
              <a:rPr sz="1600" b="1">
                <a:solidFill>
                  <a:schemeClr val="bg1"/>
                </a:solidFill>
              </a:rPr>
              <a:t>CONFIRMED COMPANIES </a:t>
            </a:r>
          </a:p>
        </p:txBody>
      </p:sp>
      <p:sp>
        <p:nvSpPr>
          <p:cNvPr id="5" name="TextBox 4">
            <a:extLst>
              <a:ext uri="{FF2B5EF4-FFF2-40B4-BE49-F238E27FC236}">
                <a16:creationId xmlns:a16="http://schemas.microsoft.com/office/drawing/2014/main" id="{9894061F-ECC4-0743-1A90-68B7C52ABE46}"/>
              </a:ext>
            </a:extLst>
          </p:cNvPr>
          <p:cNvSpPr>
            <a:spLocks noGrp="1"/>
          </p:cNvSpPr>
          <p:nvPr/>
        </p:nvSpPr>
        <p:spPr>
          <a:xfrm>
            <a:off x="365760" y="1188720"/>
            <a:ext cx="2658679" cy="338554"/>
          </a:xfrm>
          <a:prstGeom prst="rect">
            <a:avLst/>
          </a:prstGeom>
          <a:noFill/>
        </p:spPr>
        <p:txBody>
          <a:bodyPr wrap="square">
            <a:spAutoFit/>
          </a:bodyPr>
          <a:lstStyle/>
          <a:p>
            <a:r>
              <a:rPr sz="1600" b="1" dirty="0">
                <a:solidFill>
                  <a:srgbClr val="8EB3DF"/>
                </a:solidFill>
                <a:latin typeface="+mj-lt"/>
                <a:ea typeface="+mj-lt"/>
                <a:cs typeface="+mj-lt"/>
              </a:rPr>
              <a:t>Agri, Food &amp; Beverage</a:t>
            </a:r>
          </a:p>
        </p:txBody>
      </p:sp>
      <p:sp>
        <p:nvSpPr>
          <p:cNvPr id="6" name="TextBox 5">
            <a:extLst>
              <a:ext uri="{FF2B5EF4-FFF2-40B4-BE49-F238E27FC236}">
                <a16:creationId xmlns:a16="http://schemas.microsoft.com/office/drawing/2014/main" id="{C07BF4F6-D250-28DC-1280-0653CD83F1C3}"/>
              </a:ext>
            </a:extLst>
          </p:cNvPr>
          <p:cNvSpPr>
            <a:spLocks noGrp="1"/>
          </p:cNvSpPr>
          <p:nvPr/>
        </p:nvSpPr>
        <p:spPr>
          <a:xfrm>
            <a:off x="365760" y="3920490"/>
            <a:ext cx="2008717" cy="338554"/>
          </a:xfrm>
          <a:prstGeom prst="rect">
            <a:avLst/>
          </a:prstGeom>
          <a:noFill/>
        </p:spPr>
        <p:txBody>
          <a:bodyPr wrap="square">
            <a:spAutoFit/>
          </a:bodyPr>
          <a:lstStyle/>
          <a:p>
            <a:r>
              <a:rPr sz="1600" b="1" dirty="0">
                <a:solidFill>
                  <a:srgbClr val="8EB3DF"/>
                </a:solidFill>
                <a:latin typeface="+mj-lt"/>
                <a:ea typeface="+mj-lt"/>
                <a:cs typeface="+mj-lt"/>
              </a:rPr>
              <a:t>Education</a:t>
            </a:r>
          </a:p>
        </p:txBody>
      </p:sp>
      <p:sp>
        <p:nvSpPr>
          <p:cNvPr id="9" name="TextBox 8">
            <a:extLst>
              <a:ext uri="{FF2B5EF4-FFF2-40B4-BE49-F238E27FC236}">
                <a16:creationId xmlns:a16="http://schemas.microsoft.com/office/drawing/2014/main" id="{01DBFD07-AD00-29F7-2A45-10A5FA686A3B}"/>
              </a:ext>
            </a:extLst>
          </p:cNvPr>
          <p:cNvSpPr>
            <a:spLocks noGrp="1"/>
          </p:cNvSpPr>
          <p:nvPr/>
        </p:nvSpPr>
        <p:spPr>
          <a:xfrm>
            <a:off x="36576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3Tentos</a:t>
            </a:r>
          </a:p>
        </p:txBody>
      </p:sp>
      <p:sp>
        <p:nvSpPr>
          <p:cNvPr id="10" name="TextBox 9">
            <a:extLst>
              <a:ext uri="{FF2B5EF4-FFF2-40B4-BE49-F238E27FC236}">
                <a16:creationId xmlns:a16="http://schemas.microsoft.com/office/drawing/2014/main" id="{3AD47163-42BA-A3C0-2C82-4A26912C6B04}"/>
              </a:ext>
            </a:extLst>
          </p:cNvPr>
          <p:cNvSpPr>
            <a:spLocks noGrp="1"/>
          </p:cNvSpPr>
          <p:nvPr/>
        </p:nvSpPr>
        <p:spPr>
          <a:xfrm>
            <a:off x="36576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Ambev</a:t>
            </a:r>
          </a:p>
        </p:txBody>
      </p:sp>
      <p:sp>
        <p:nvSpPr>
          <p:cNvPr id="11" name="TextBox 10">
            <a:extLst>
              <a:ext uri="{FF2B5EF4-FFF2-40B4-BE49-F238E27FC236}">
                <a16:creationId xmlns:a16="http://schemas.microsoft.com/office/drawing/2014/main" id="{C1194A34-D787-1DA9-4305-C8D9D271D9DE}"/>
              </a:ext>
            </a:extLst>
          </p:cNvPr>
          <p:cNvSpPr>
            <a:spLocks noGrp="1"/>
          </p:cNvSpPr>
          <p:nvPr/>
        </p:nvSpPr>
        <p:spPr>
          <a:xfrm>
            <a:off x="365760" y="178765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Boa Safra</a:t>
            </a:r>
          </a:p>
        </p:txBody>
      </p:sp>
      <p:sp>
        <p:nvSpPr>
          <p:cNvPr id="12" name="TextBox 11">
            <a:extLst>
              <a:ext uri="{FF2B5EF4-FFF2-40B4-BE49-F238E27FC236}">
                <a16:creationId xmlns:a16="http://schemas.microsoft.com/office/drawing/2014/main" id="{0371286B-8D12-1AAE-03AE-79A704CD6E71}"/>
              </a:ext>
            </a:extLst>
          </p:cNvPr>
          <p:cNvSpPr>
            <a:spLocks noGrp="1"/>
          </p:cNvSpPr>
          <p:nvPr/>
        </p:nvSpPr>
        <p:spPr>
          <a:xfrm>
            <a:off x="365760" y="193395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Brasil Agro</a:t>
            </a:r>
          </a:p>
        </p:txBody>
      </p:sp>
      <p:sp>
        <p:nvSpPr>
          <p:cNvPr id="13" name="TextBox 12">
            <a:extLst>
              <a:ext uri="{FF2B5EF4-FFF2-40B4-BE49-F238E27FC236}">
                <a16:creationId xmlns:a16="http://schemas.microsoft.com/office/drawing/2014/main" id="{96C8B3AB-9289-0D64-ED6A-41DC5763ED58}"/>
              </a:ext>
            </a:extLst>
          </p:cNvPr>
          <p:cNvSpPr>
            <a:spLocks noGrp="1"/>
          </p:cNvSpPr>
          <p:nvPr/>
        </p:nvSpPr>
        <p:spPr>
          <a:xfrm>
            <a:off x="365760" y="208026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Camil</a:t>
            </a:r>
          </a:p>
        </p:txBody>
      </p:sp>
      <p:sp>
        <p:nvSpPr>
          <p:cNvPr id="14" name="TextBox 13">
            <a:extLst>
              <a:ext uri="{FF2B5EF4-FFF2-40B4-BE49-F238E27FC236}">
                <a16:creationId xmlns:a16="http://schemas.microsoft.com/office/drawing/2014/main" id="{1773C050-0CEF-BB6F-D597-6DCFC4CC5F02}"/>
              </a:ext>
            </a:extLst>
          </p:cNvPr>
          <p:cNvSpPr>
            <a:spLocks noGrp="1"/>
          </p:cNvSpPr>
          <p:nvPr/>
        </p:nvSpPr>
        <p:spPr>
          <a:xfrm>
            <a:off x="365760" y="222656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Jalles</a:t>
            </a:r>
          </a:p>
        </p:txBody>
      </p:sp>
      <p:sp>
        <p:nvSpPr>
          <p:cNvPr id="15" name="TextBox 14">
            <a:extLst>
              <a:ext uri="{FF2B5EF4-FFF2-40B4-BE49-F238E27FC236}">
                <a16:creationId xmlns:a16="http://schemas.microsoft.com/office/drawing/2014/main" id="{3B65C74C-969E-74A7-59E8-B0C48013CE36}"/>
              </a:ext>
            </a:extLst>
          </p:cNvPr>
          <p:cNvSpPr>
            <a:spLocks noGrp="1"/>
          </p:cNvSpPr>
          <p:nvPr/>
        </p:nvSpPr>
        <p:spPr>
          <a:xfrm>
            <a:off x="365760" y="237286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JBS</a:t>
            </a:r>
          </a:p>
        </p:txBody>
      </p:sp>
      <p:sp>
        <p:nvSpPr>
          <p:cNvPr id="16" name="TextBox 15">
            <a:extLst>
              <a:ext uri="{FF2B5EF4-FFF2-40B4-BE49-F238E27FC236}">
                <a16:creationId xmlns:a16="http://schemas.microsoft.com/office/drawing/2014/main" id="{B7A69670-3ACB-4A7D-8AA4-D5FDB5C444D9}"/>
              </a:ext>
            </a:extLst>
          </p:cNvPr>
          <p:cNvSpPr>
            <a:spLocks noGrp="1"/>
          </p:cNvSpPr>
          <p:nvPr/>
        </p:nvSpPr>
        <p:spPr>
          <a:xfrm>
            <a:off x="365760" y="251917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 Dias Branco</a:t>
            </a:r>
          </a:p>
        </p:txBody>
      </p:sp>
      <p:sp>
        <p:nvSpPr>
          <p:cNvPr id="17" name="TextBox 16">
            <a:extLst>
              <a:ext uri="{FF2B5EF4-FFF2-40B4-BE49-F238E27FC236}">
                <a16:creationId xmlns:a16="http://schemas.microsoft.com/office/drawing/2014/main" id="{BBDFF9F5-9B58-C9BD-9C3C-ED94081EDD2F}"/>
              </a:ext>
            </a:extLst>
          </p:cNvPr>
          <p:cNvSpPr>
            <a:spLocks noGrp="1"/>
          </p:cNvSpPr>
          <p:nvPr/>
        </p:nvSpPr>
        <p:spPr>
          <a:xfrm>
            <a:off x="365760" y="26654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MBRF</a:t>
            </a:r>
          </a:p>
        </p:txBody>
      </p:sp>
      <p:sp>
        <p:nvSpPr>
          <p:cNvPr id="18" name="TextBox 17">
            <a:extLst>
              <a:ext uri="{FF2B5EF4-FFF2-40B4-BE49-F238E27FC236}">
                <a16:creationId xmlns:a16="http://schemas.microsoft.com/office/drawing/2014/main" id="{720A33CD-2B85-2E8B-557F-928FBED8D1D1}"/>
              </a:ext>
            </a:extLst>
          </p:cNvPr>
          <p:cNvSpPr>
            <a:spLocks noGrp="1"/>
          </p:cNvSpPr>
          <p:nvPr/>
        </p:nvSpPr>
        <p:spPr>
          <a:xfrm>
            <a:off x="365760" y="5286375"/>
            <a:ext cx="2008717" cy="338554"/>
          </a:xfrm>
          <a:prstGeom prst="rect">
            <a:avLst/>
          </a:prstGeom>
          <a:noFill/>
        </p:spPr>
        <p:txBody>
          <a:bodyPr wrap="square">
            <a:spAutoFit/>
          </a:bodyPr>
          <a:lstStyle/>
          <a:p>
            <a:r>
              <a:rPr sz="1600" b="1">
                <a:solidFill>
                  <a:srgbClr val="8EB3DF"/>
                </a:solidFill>
                <a:latin typeface="+mj-lt"/>
                <a:ea typeface="+mj-lt"/>
                <a:cs typeface="+mj-lt"/>
              </a:rPr>
              <a:t>Financials</a:t>
            </a:r>
          </a:p>
        </p:txBody>
      </p:sp>
      <p:sp>
        <p:nvSpPr>
          <p:cNvPr id="19" name="TextBox 18">
            <a:extLst>
              <a:ext uri="{FF2B5EF4-FFF2-40B4-BE49-F238E27FC236}">
                <a16:creationId xmlns:a16="http://schemas.microsoft.com/office/drawing/2014/main" id="{EA2010E7-F1AA-9420-CAED-9AB11E018642}"/>
              </a:ext>
            </a:extLst>
          </p:cNvPr>
          <p:cNvSpPr>
            <a:spLocks noGrp="1"/>
          </p:cNvSpPr>
          <p:nvPr/>
        </p:nvSpPr>
        <p:spPr>
          <a:xfrm>
            <a:off x="365760" y="281178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Minerva</a:t>
            </a:r>
          </a:p>
        </p:txBody>
      </p:sp>
      <p:sp>
        <p:nvSpPr>
          <p:cNvPr id="20" name="TextBox 19">
            <a:extLst>
              <a:ext uri="{FF2B5EF4-FFF2-40B4-BE49-F238E27FC236}">
                <a16:creationId xmlns:a16="http://schemas.microsoft.com/office/drawing/2014/main" id="{A956658B-2C0D-35E6-4E7B-CF83E902C754}"/>
              </a:ext>
            </a:extLst>
          </p:cNvPr>
          <p:cNvSpPr>
            <a:spLocks noGrp="1"/>
          </p:cNvSpPr>
          <p:nvPr/>
        </p:nvSpPr>
        <p:spPr>
          <a:xfrm>
            <a:off x="365760" y="295808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SLC</a:t>
            </a:r>
          </a:p>
        </p:txBody>
      </p:sp>
      <p:sp>
        <p:nvSpPr>
          <p:cNvPr id="21" name="TextBox 20">
            <a:extLst>
              <a:ext uri="{FF2B5EF4-FFF2-40B4-BE49-F238E27FC236}">
                <a16:creationId xmlns:a16="http://schemas.microsoft.com/office/drawing/2014/main" id="{35F937FD-0E9B-70C2-55BB-8CC141206B17}"/>
              </a:ext>
            </a:extLst>
          </p:cNvPr>
          <p:cNvSpPr>
            <a:spLocks noGrp="1"/>
          </p:cNvSpPr>
          <p:nvPr/>
        </p:nvSpPr>
        <p:spPr>
          <a:xfrm>
            <a:off x="365760" y="7676388"/>
            <a:ext cx="2008717" cy="338554"/>
          </a:xfrm>
          <a:prstGeom prst="rect">
            <a:avLst/>
          </a:prstGeom>
          <a:noFill/>
        </p:spPr>
        <p:txBody>
          <a:bodyPr wrap="square">
            <a:spAutoFit/>
          </a:bodyPr>
          <a:lstStyle/>
          <a:p>
            <a:r>
              <a:rPr sz="1600" b="1">
                <a:solidFill>
                  <a:srgbClr val="8EB3DF"/>
                </a:solidFill>
                <a:latin typeface="+mj-lt"/>
                <a:ea typeface="+mj-lt"/>
                <a:cs typeface="+mj-lt"/>
              </a:rPr>
              <a:t>Healthcare</a:t>
            </a:r>
          </a:p>
        </p:txBody>
      </p:sp>
      <p:sp>
        <p:nvSpPr>
          <p:cNvPr id="22" name="TextBox 21">
            <a:extLst>
              <a:ext uri="{FF2B5EF4-FFF2-40B4-BE49-F238E27FC236}">
                <a16:creationId xmlns:a16="http://schemas.microsoft.com/office/drawing/2014/main" id="{3B8C69D6-B594-525E-CECD-298311DF1D54}"/>
              </a:ext>
            </a:extLst>
          </p:cNvPr>
          <p:cNvSpPr>
            <a:spLocks noGrp="1"/>
          </p:cNvSpPr>
          <p:nvPr/>
        </p:nvSpPr>
        <p:spPr>
          <a:xfrm>
            <a:off x="365760" y="4226814"/>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Ânima</a:t>
            </a:r>
            <a:endParaRPr sz="900" b="1" dirty="0">
              <a:solidFill>
                <a:schemeClr val="bg1"/>
              </a:solidFill>
              <a:latin typeface="+mj-lt"/>
              <a:ea typeface="+mj-lt"/>
              <a:cs typeface="+mj-lt"/>
            </a:endParaRPr>
          </a:p>
        </p:txBody>
      </p:sp>
      <p:sp>
        <p:nvSpPr>
          <p:cNvPr id="23" name="TextBox 22">
            <a:extLst>
              <a:ext uri="{FF2B5EF4-FFF2-40B4-BE49-F238E27FC236}">
                <a16:creationId xmlns:a16="http://schemas.microsoft.com/office/drawing/2014/main" id="{1C155C5E-2EF1-FF18-6697-DCAD2BE2653A}"/>
              </a:ext>
            </a:extLst>
          </p:cNvPr>
          <p:cNvSpPr>
            <a:spLocks noGrp="1"/>
          </p:cNvSpPr>
          <p:nvPr/>
        </p:nvSpPr>
        <p:spPr>
          <a:xfrm>
            <a:off x="365760" y="4373118"/>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Cogna </a:t>
            </a:r>
            <a:r>
              <a:rPr sz="900" b="1" dirty="0" err="1">
                <a:solidFill>
                  <a:schemeClr val="bg1"/>
                </a:solidFill>
                <a:latin typeface="+mj-lt"/>
                <a:ea typeface="+mj-lt"/>
                <a:cs typeface="+mj-lt"/>
              </a:rPr>
              <a:t>Educação</a:t>
            </a:r>
            <a:endParaRPr sz="900" b="1" dirty="0">
              <a:solidFill>
                <a:schemeClr val="bg1"/>
              </a:solidFill>
              <a:latin typeface="+mj-lt"/>
              <a:ea typeface="+mj-lt"/>
              <a:cs typeface="+mj-lt"/>
            </a:endParaRPr>
          </a:p>
        </p:txBody>
      </p:sp>
      <p:sp>
        <p:nvSpPr>
          <p:cNvPr id="24" name="TextBox 23">
            <a:extLst>
              <a:ext uri="{FF2B5EF4-FFF2-40B4-BE49-F238E27FC236}">
                <a16:creationId xmlns:a16="http://schemas.microsoft.com/office/drawing/2014/main" id="{3021C88D-7BEA-8727-57C8-D52F6F6EF354}"/>
              </a:ext>
            </a:extLst>
          </p:cNvPr>
          <p:cNvSpPr>
            <a:spLocks noGrp="1"/>
          </p:cNvSpPr>
          <p:nvPr/>
        </p:nvSpPr>
        <p:spPr>
          <a:xfrm>
            <a:off x="365760" y="451942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Cruzeiro do Sul Educacional</a:t>
            </a:r>
          </a:p>
        </p:txBody>
      </p:sp>
      <p:sp>
        <p:nvSpPr>
          <p:cNvPr id="25" name="TextBox 24">
            <a:extLst>
              <a:ext uri="{FF2B5EF4-FFF2-40B4-BE49-F238E27FC236}">
                <a16:creationId xmlns:a16="http://schemas.microsoft.com/office/drawing/2014/main" id="{96BD2B1F-3564-865E-9E0B-A5EFF321BD5B}"/>
              </a:ext>
            </a:extLst>
          </p:cNvPr>
          <p:cNvSpPr>
            <a:spLocks noGrp="1"/>
          </p:cNvSpPr>
          <p:nvPr/>
        </p:nvSpPr>
        <p:spPr>
          <a:xfrm>
            <a:off x="365760" y="3286125"/>
            <a:ext cx="2008717" cy="338554"/>
          </a:xfrm>
          <a:prstGeom prst="rect">
            <a:avLst/>
          </a:prstGeom>
          <a:noFill/>
        </p:spPr>
        <p:txBody>
          <a:bodyPr wrap="square">
            <a:spAutoFit/>
          </a:bodyPr>
          <a:lstStyle/>
          <a:p>
            <a:r>
              <a:rPr sz="1600" b="1" dirty="0">
                <a:solidFill>
                  <a:srgbClr val="8EB3DF"/>
                </a:solidFill>
                <a:latin typeface="+mj-lt"/>
                <a:ea typeface="+mj-lt"/>
                <a:cs typeface="+mj-lt"/>
              </a:rPr>
              <a:t>Capital Goods</a:t>
            </a:r>
          </a:p>
        </p:txBody>
      </p:sp>
      <p:sp>
        <p:nvSpPr>
          <p:cNvPr id="26" name="TextBox 25">
            <a:extLst>
              <a:ext uri="{FF2B5EF4-FFF2-40B4-BE49-F238E27FC236}">
                <a16:creationId xmlns:a16="http://schemas.microsoft.com/office/drawing/2014/main" id="{ABF60356-B4B7-6CED-DF60-FD873AF00AE3}"/>
              </a:ext>
            </a:extLst>
          </p:cNvPr>
          <p:cNvSpPr>
            <a:spLocks noGrp="1"/>
          </p:cNvSpPr>
          <p:nvPr/>
        </p:nvSpPr>
        <p:spPr>
          <a:xfrm>
            <a:off x="365760" y="466572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Salta</a:t>
            </a:r>
          </a:p>
        </p:txBody>
      </p:sp>
      <p:sp>
        <p:nvSpPr>
          <p:cNvPr id="27" name="TextBox 26">
            <a:extLst>
              <a:ext uri="{FF2B5EF4-FFF2-40B4-BE49-F238E27FC236}">
                <a16:creationId xmlns:a16="http://schemas.microsoft.com/office/drawing/2014/main" id="{79D73DFD-9BB6-F4A0-CB05-F3651EFFF364}"/>
              </a:ext>
            </a:extLst>
          </p:cNvPr>
          <p:cNvSpPr>
            <a:spLocks noGrp="1"/>
          </p:cNvSpPr>
          <p:nvPr/>
        </p:nvSpPr>
        <p:spPr>
          <a:xfrm>
            <a:off x="365760" y="481203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Vitru Educação</a:t>
            </a:r>
          </a:p>
        </p:txBody>
      </p:sp>
      <p:sp>
        <p:nvSpPr>
          <p:cNvPr id="28" name="TextBox 27">
            <a:extLst>
              <a:ext uri="{FF2B5EF4-FFF2-40B4-BE49-F238E27FC236}">
                <a16:creationId xmlns:a16="http://schemas.microsoft.com/office/drawing/2014/main" id="{B555EA56-0B60-BF37-301F-B69720ADEC03}"/>
              </a:ext>
            </a:extLst>
          </p:cNvPr>
          <p:cNvSpPr>
            <a:spLocks noGrp="1"/>
          </p:cNvSpPr>
          <p:nvPr/>
        </p:nvSpPr>
        <p:spPr>
          <a:xfrm>
            <a:off x="365760" y="495833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Yduqs</a:t>
            </a:r>
          </a:p>
        </p:txBody>
      </p:sp>
      <p:sp>
        <p:nvSpPr>
          <p:cNvPr id="29" name="TextBox 28">
            <a:extLst>
              <a:ext uri="{FF2B5EF4-FFF2-40B4-BE49-F238E27FC236}">
                <a16:creationId xmlns:a16="http://schemas.microsoft.com/office/drawing/2014/main" id="{950BADC2-D72A-2BB7-BDE3-E83F0D809A36}"/>
              </a:ext>
            </a:extLst>
          </p:cNvPr>
          <p:cNvSpPr>
            <a:spLocks noGrp="1"/>
          </p:cNvSpPr>
          <p:nvPr/>
        </p:nvSpPr>
        <p:spPr>
          <a:xfrm>
            <a:off x="365760" y="559269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Agibank</a:t>
            </a:r>
          </a:p>
        </p:txBody>
      </p:sp>
      <p:sp>
        <p:nvSpPr>
          <p:cNvPr id="30" name="TextBox 29">
            <a:extLst>
              <a:ext uri="{FF2B5EF4-FFF2-40B4-BE49-F238E27FC236}">
                <a16:creationId xmlns:a16="http://schemas.microsoft.com/office/drawing/2014/main" id="{F4B428C1-BEB1-2677-45BA-2C5CBC495E8D}"/>
              </a:ext>
            </a:extLst>
          </p:cNvPr>
          <p:cNvSpPr>
            <a:spLocks noGrp="1"/>
          </p:cNvSpPr>
          <p:nvPr/>
        </p:nvSpPr>
        <p:spPr>
          <a:xfrm>
            <a:off x="365760" y="573900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B3</a:t>
            </a:r>
          </a:p>
        </p:txBody>
      </p:sp>
      <p:sp>
        <p:nvSpPr>
          <p:cNvPr id="31" name="TextBox 30">
            <a:extLst>
              <a:ext uri="{FF2B5EF4-FFF2-40B4-BE49-F238E27FC236}">
                <a16:creationId xmlns:a16="http://schemas.microsoft.com/office/drawing/2014/main" id="{961707D9-0C41-F2B7-7D73-A1DD384860D8}"/>
              </a:ext>
            </a:extLst>
          </p:cNvPr>
          <p:cNvSpPr>
            <a:spLocks noGrp="1"/>
          </p:cNvSpPr>
          <p:nvPr/>
        </p:nvSpPr>
        <p:spPr>
          <a:xfrm>
            <a:off x="365760" y="588530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Banco do Brasil</a:t>
            </a:r>
          </a:p>
        </p:txBody>
      </p:sp>
      <p:sp>
        <p:nvSpPr>
          <p:cNvPr id="32" name="TextBox 31">
            <a:extLst>
              <a:ext uri="{FF2B5EF4-FFF2-40B4-BE49-F238E27FC236}">
                <a16:creationId xmlns:a16="http://schemas.microsoft.com/office/drawing/2014/main" id="{D1072C92-9EF3-51EC-9FA8-C812EB5B2B65}"/>
              </a:ext>
            </a:extLst>
          </p:cNvPr>
          <p:cNvSpPr>
            <a:spLocks noGrp="1"/>
          </p:cNvSpPr>
          <p:nvPr/>
        </p:nvSpPr>
        <p:spPr>
          <a:xfrm>
            <a:off x="365760" y="603161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BB Seguridade</a:t>
            </a:r>
          </a:p>
        </p:txBody>
      </p:sp>
      <p:sp>
        <p:nvSpPr>
          <p:cNvPr id="33" name="TextBox 32">
            <a:extLst>
              <a:ext uri="{FF2B5EF4-FFF2-40B4-BE49-F238E27FC236}">
                <a16:creationId xmlns:a16="http://schemas.microsoft.com/office/drawing/2014/main" id="{4537E35B-0594-2A2D-8580-FB9BA8CE0C84}"/>
              </a:ext>
            </a:extLst>
          </p:cNvPr>
          <p:cNvSpPr>
            <a:spLocks noGrp="1"/>
          </p:cNvSpPr>
          <p:nvPr/>
        </p:nvSpPr>
        <p:spPr>
          <a:xfrm>
            <a:off x="365760" y="617791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 Partners</a:t>
            </a:r>
          </a:p>
        </p:txBody>
      </p:sp>
      <p:sp>
        <p:nvSpPr>
          <p:cNvPr id="34" name="TextBox 33">
            <a:extLst>
              <a:ext uri="{FF2B5EF4-FFF2-40B4-BE49-F238E27FC236}">
                <a16:creationId xmlns:a16="http://schemas.microsoft.com/office/drawing/2014/main" id="{DEE225E4-03FF-ECB9-3BC2-C341FFC6A41F}"/>
              </a:ext>
            </a:extLst>
          </p:cNvPr>
          <p:cNvSpPr>
            <a:spLocks noGrp="1"/>
          </p:cNvSpPr>
          <p:nvPr/>
        </p:nvSpPr>
        <p:spPr>
          <a:xfrm>
            <a:off x="365760" y="632421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Bradesco</a:t>
            </a:r>
          </a:p>
        </p:txBody>
      </p:sp>
      <p:sp>
        <p:nvSpPr>
          <p:cNvPr id="35" name="TextBox 34">
            <a:extLst>
              <a:ext uri="{FF2B5EF4-FFF2-40B4-BE49-F238E27FC236}">
                <a16:creationId xmlns:a16="http://schemas.microsoft.com/office/drawing/2014/main" id="{14BD61E1-ABC1-D38E-0AFF-1C350E6F84EE}"/>
              </a:ext>
            </a:extLst>
          </p:cNvPr>
          <p:cNvSpPr>
            <a:spLocks noGrp="1"/>
          </p:cNvSpPr>
          <p:nvPr/>
        </p:nvSpPr>
        <p:spPr>
          <a:xfrm>
            <a:off x="365760" y="647052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Caixa Seguridade</a:t>
            </a:r>
          </a:p>
        </p:txBody>
      </p:sp>
      <p:sp>
        <p:nvSpPr>
          <p:cNvPr id="37" name="TextBox 36">
            <a:extLst>
              <a:ext uri="{FF2B5EF4-FFF2-40B4-BE49-F238E27FC236}">
                <a16:creationId xmlns:a16="http://schemas.microsoft.com/office/drawing/2014/main" id="{20F4021F-9AB6-2B31-D039-A86D6F726CF6}"/>
              </a:ext>
            </a:extLst>
          </p:cNvPr>
          <p:cNvSpPr>
            <a:spLocks noGrp="1"/>
          </p:cNvSpPr>
          <p:nvPr/>
        </p:nvSpPr>
        <p:spPr>
          <a:xfrm>
            <a:off x="4846320" y="4873752"/>
            <a:ext cx="2008717" cy="338554"/>
          </a:xfrm>
          <a:prstGeom prst="rect">
            <a:avLst/>
          </a:prstGeom>
          <a:noFill/>
        </p:spPr>
        <p:txBody>
          <a:bodyPr wrap="square">
            <a:spAutoFit/>
          </a:bodyPr>
          <a:lstStyle/>
          <a:p>
            <a:r>
              <a:rPr sz="1600" b="1" dirty="0">
                <a:solidFill>
                  <a:srgbClr val="8EB3DF"/>
                </a:solidFill>
                <a:latin typeface="+mj-lt"/>
                <a:ea typeface="+mj-lt"/>
                <a:cs typeface="+mj-lt"/>
              </a:rPr>
              <a:t>Utilities</a:t>
            </a:r>
          </a:p>
        </p:txBody>
      </p:sp>
      <p:sp>
        <p:nvSpPr>
          <p:cNvPr id="38" name="TextBox 37">
            <a:extLst>
              <a:ext uri="{FF2B5EF4-FFF2-40B4-BE49-F238E27FC236}">
                <a16:creationId xmlns:a16="http://schemas.microsoft.com/office/drawing/2014/main" id="{4FAE4773-DE61-286F-159E-33AFC3914DA8}"/>
              </a:ext>
            </a:extLst>
          </p:cNvPr>
          <p:cNvSpPr>
            <a:spLocks noGrp="1"/>
          </p:cNvSpPr>
          <p:nvPr/>
        </p:nvSpPr>
        <p:spPr>
          <a:xfrm>
            <a:off x="365760" y="661682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IRB(Re)</a:t>
            </a:r>
          </a:p>
        </p:txBody>
      </p:sp>
      <p:sp>
        <p:nvSpPr>
          <p:cNvPr id="39" name="TextBox 38">
            <a:extLst>
              <a:ext uri="{FF2B5EF4-FFF2-40B4-BE49-F238E27FC236}">
                <a16:creationId xmlns:a16="http://schemas.microsoft.com/office/drawing/2014/main" id="{81F5A239-ABD4-120B-E111-69060F3BCC79}"/>
              </a:ext>
            </a:extLst>
          </p:cNvPr>
          <p:cNvSpPr>
            <a:spLocks noGrp="1"/>
          </p:cNvSpPr>
          <p:nvPr/>
        </p:nvSpPr>
        <p:spPr>
          <a:xfrm>
            <a:off x="365760" y="676313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Itaú</a:t>
            </a:r>
          </a:p>
        </p:txBody>
      </p:sp>
      <p:sp>
        <p:nvSpPr>
          <p:cNvPr id="40" name="TextBox 39">
            <a:extLst>
              <a:ext uri="{FF2B5EF4-FFF2-40B4-BE49-F238E27FC236}">
                <a16:creationId xmlns:a16="http://schemas.microsoft.com/office/drawing/2014/main" id="{FDD7C58A-36F6-D8B4-03EA-4DD38AF48535}"/>
              </a:ext>
            </a:extLst>
          </p:cNvPr>
          <p:cNvSpPr>
            <a:spLocks noGrp="1"/>
          </p:cNvSpPr>
          <p:nvPr/>
        </p:nvSpPr>
        <p:spPr>
          <a:xfrm>
            <a:off x="365760" y="690943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Mercantil</a:t>
            </a:r>
          </a:p>
        </p:txBody>
      </p:sp>
      <p:sp>
        <p:nvSpPr>
          <p:cNvPr id="41" name="TextBox 40">
            <a:extLst>
              <a:ext uri="{FF2B5EF4-FFF2-40B4-BE49-F238E27FC236}">
                <a16:creationId xmlns:a16="http://schemas.microsoft.com/office/drawing/2014/main" id="{79D68C34-0FDA-2851-7228-B7F2FBB5136E}"/>
              </a:ext>
            </a:extLst>
          </p:cNvPr>
          <p:cNvSpPr>
            <a:spLocks noGrp="1"/>
          </p:cNvSpPr>
          <p:nvPr/>
        </p:nvSpPr>
        <p:spPr>
          <a:xfrm>
            <a:off x="365760" y="705573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Pine</a:t>
            </a:r>
          </a:p>
        </p:txBody>
      </p:sp>
      <p:sp>
        <p:nvSpPr>
          <p:cNvPr id="42" name="TextBox 41">
            <a:extLst>
              <a:ext uri="{FF2B5EF4-FFF2-40B4-BE49-F238E27FC236}">
                <a16:creationId xmlns:a16="http://schemas.microsoft.com/office/drawing/2014/main" id="{BC26BA4A-77CB-FCEC-D73D-42ECA5DA3803}"/>
              </a:ext>
            </a:extLst>
          </p:cNvPr>
          <p:cNvSpPr>
            <a:spLocks noGrp="1"/>
          </p:cNvSpPr>
          <p:nvPr/>
        </p:nvSpPr>
        <p:spPr>
          <a:xfrm>
            <a:off x="365760" y="7202043"/>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Stone</a:t>
            </a:r>
          </a:p>
        </p:txBody>
      </p:sp>
      <p:sp>
        <p:nvSpPr>
          <p:cNvPr id="43" name="TextBox 42">
            <a:extLst>
              <a:ext uri="{FF2B5EF4-FFF2-40B4-BE49-F238E27FC236}">
                <a16:creationId xmlns:a16="http://schemas.microsoft.com/office/drawing/2014/main" id="{B7755E2D-8C3C-F449-2397-7DA1E32E3222}"/>
              </a:ext>
            </a:extLst>
          </p:cNvPr>
          <p:cNvSpPr>
            <a:spLocks noGrp="1"/>
          </p:cNvSpPr>
          <p:nvPr/>
        </p:nvSpPr>
        <p:spPr>
          <a:xfrm>
            <a:off x="365760" y="734834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XP Inc.</a:t>
            </a:r>
          </a:p>
        </p:txBody>
      </p:sp>
      <p:sp>
        <p:nvSpPr>
          <p:cNvPr id="46" name="TextBox 45">
            <a:extLst>
              <a:ext uri="{FF2B5EF4-FFF2-40B4-BE49-F238E27FC236}">
                <a16:creationId xmlns:a16="http://schemas.microsoft.com/office/drawing/2014/main" id="{45FB9832-7730-D360-40BA-056BEE45A07B}"/>
              </a:ext>
            </a:extLst>
          </p:cNvPr>
          <p:cNvSpPr>
            <a:spLocks noGrp="1"/>
          </p:cNvSpPr>
          <p:nvPr/>
        </p:nvSpPr>
        <p:spPr>
          <a:xfrm>
            <a:off x="365760" y="79827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BradSaúde</a:t>
            </a:r>
          </a:p>
        </p:txBody>
      </p:sp>
      <p:sp>
        <p:nvSpPr>
          <p:cNvPr id="47" name="TextBox 46">
            <a:extLst>
              <a:ext uri="{FF2B5EF4-FFF2-40B4-BE49-F238E27FC236}">
                <a16:creationId xmlns:a16="http://schemas.microsoft.com/office/drawing/2014/main" id="{97C4C4F2-8102-AE62-5E12-499314A79C03}"/>
              </a:ext>
            </a:extLst>
          </p:cNvPr>
          <p:cNvSpPr>
            <a:spLocks noGrp="1"/>
          </p:cNvSpPr>
          <p:nvPr/>
        </p:nvSpPr>
        <p:spPr>
          <a:xfrm>
            <a:off x="2606040" y="1188720"/>
            <a:ext cx="2008717" cy="338554"/>
          </a:xfrm>
          <a:prstGeom prst="rect">
            <a:avLst/>
          </a:prstGeom>
          <a:noFill/>
        </p:spPr>
        <p:txBody>
          <a:bodyPr wrap="square">
            <a:spAutoFit/>
          </a:bodyPr>
          <a:lstStyle/>
          <a:p>
            <a:r>
              <a:rPr sz="1600" b="1" dirty="0">
                <a:solidFill>
                  <a:srgbClr val="8EB3DF"/>
                </a:solidFill>
                <a:latin typeface="+mj-lt"/>
                <a:ea typeface="+mj-lt"/>
                <a:cs typeface="+mj-lt"/>
              </a:rPr>
              <a:t>Metals &amp; Mining</a:t>
            </a:r>
          </a:p>
        </p:txBody>
      </p:sp>
      <p:sp>
        <p:nvSpPr>
          <p:cNvPr id="48" name="TextBox 47">
            <a:extLst>
              <a:ext uri="{FF2B5EF4-FFF2-40B4-BE49-F238E27FC236}">
                <a16:creationId xmlns:a16="http://schemas.microsoft.com/office/drawing/2014/main" id="{2203C2D9-09F9-415C-F1A2-02C03B51AA0D}"/>
              </a:ext>
            </a:extLst>
          </p:cNvPr>
          <p:cNvSpPr>
            <a:spLocks noGrp="1"/>
          </p:cNvSpPr>
          <p:nvPr/>
        </p:nvSpPr>
        <p:spPr>
          <a:xfrm>
            <a:off x="365760" y="81290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Dasa</a:t>
            </a:r>
          </a:p>
        </p:txBody>
      </p:sp>
      <p:sp>
        <p:nvSpPr>
          <p:cNvPr id="49" name="TextBox 48">
            <a:extLst>
              <a:ext uri="{FF2B5EF4-FFF2-40B4-BE49-F238E27FC236}">
                <a16:creationId xmlns:a16="http://schemas.microsoft.com/office/drawing/2014/main" id="{D6FA801E-46C8-E7CF-721A-DDF8A3BBBCB6}"/>
              </a:ext>
            </a:extLst>
          </p:cNvPr>
          <p:cNvSpPr>
            <a:spLocks noGrp="1"/>
          </p:cNvSpPr>
          <p:nvPr/>
        </p:nvSpPr>
        <p:spPr>
          <a:xfrm>
            <a:off x="365760" y="82753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Fleury</a:t>
            </a:r>
          </a:p>
        </p:txBody>
      </p:sp>
      <p:sp>
        <p:nvSpPr>
          <p:cNvPr id="50" name="TextBox 49">
            <a:extLst>
              <a:ext uri="{FF2B5EF4-FFF2-40B4-BE49-F238E27FC236}">
                <a16:creationId xmlns:a16="http://schemas.microsoft.com/office/drawing/2014/main" id="{170CE230-2736-A2D6-318C-0502E01DB632}"/>
              </a:ext>
            </a:extLst>
          </p:cNvPr>
          <p:cNvSpPr>
            <a:spLocks noGrp="1"/>
          </p:cNvSpPr>
          <p:nvPr/>
        </p:nvSpPr>
        <p:spPr>
          <a:xfrm>
            <a:off x="365760" y="84216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Hapvida</a:t>
            </a:r>
          </a:p>
        </p:txBody>
      </p:sp>
      <p:sp>
        <p:nvSpPr>
          <p:cNvPr id="51" name="TextBox 50">
            <a:extLst>
              <a:ext uri="{FF2B5EF4-FFF2-40B4-BE49-F238E27FC236}">
                <a16:creationId xmlns:a16="http://schemas.microsoft.com/office/drawing/2014/main" id="{D8ABE4C8-B2A8-CAEB-E6CA-E3F643298A11}"/>
              </a:ext>
            </a:extLst>
          </p:cNvPr>
          <p:cNvSpPr>
            <a:spLocks noGrp="1"/>
          </p:cNvSpPr>
          <p:nvPr/>
        </p:nvSpPr>
        <p:spPr>
          <a:xfrm>
            <a:off x="365760" y="856792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Hypera</a:t>
            </a:r>
          </a:p>
        </p:txBody>
      </p:sp>
      <p:sp>
        <p:nvSpPr>
          <p:cNvPr id="52" name="TextBox 51">
            <a:extLst>
              <a:ext uri="{FF2B5EF4-FFF2-40B4-BE49-F238E27FC236}">
                <a16:creationId xmlns:a16="http://schemas.microsoft.com/office/drawing/2014/main" id="{6B9DCC3B-61F7-FEA1-2B9C-A9F5145E947F}"/>
              </a:ext>
            </a:extLst>
          </p:cNvPr>
          <p:cNvSpPr>
            <a:spLocks noGrp="1"/>
          </p:cNvSpPr>
          <p:nvPr/>
        </p:nvSpPr>
        <p:spPr>
          <a:xfrm>
            <a:off x="365760" y="871423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Mater Dei</a:t>
            </a:r>
          </a:p>
        </p:txBody>
      </p:sp>
      <p:sp>
        <p:nvSpPr>
          <p:cNvPr id="54" name="TextBox 53">
            <a:extLst>
              <a:ext uri="{FF2B5EF4-FFF2-40B4-BE49-F238E27FC236}">
                <a16:creationId xmlns:a16="http://schemas.microsoft.com/office/drawing/2014/main" id="{74B916A4-C080-535A-49F3-9445317E7104}"/>
              </a:ext>
            </a:extLst>
          </p:cNvPr>
          <p:cNvSpPr>
            <a:spLocks noGrp="1"/>
          </p:cNvSpPr>
          <p:nvPr/>
        </p:nvSpPr>
        <p:spPr>
          <a:xfrm>
            <a:off x="2606040" y="1823085"/>
            <a:ext cx="2008717" cy="338554"/>
          </a:xfrm>
          <a:prstGeom prst="rect">
            <a:avLst/>
          </a:prstGeom>
          <a:noFill/>
        </p:spPr>
        <p:txBody>
          <a:bodyPr wrap="square">
            <a:spAutoFit/>
          </a:bodyPr>
          <a:lstStyle/>
          <a:p>
            <a:r>
              <a:rPr sz="1600" b="1">
                <a:solidFill>
                  <a:srgbClr val="8EB3DF"/>
                </a:solidFill>
                <a:latin typeface="+mj-lt"/>
                <a:ea typeface="+mj-lt"/>
                <a:cs typeface="+mj-lt"/>
              </a:rPr>
              <a:t>Oil &amp; Gas</a:t>
            </a:r>
          </a:p>
        </p:txBody>
      </p:sp>
      <p:sp>
        <p:nvSpPr>
          <p:cNvPr id="55" name="TextBox 54">
            <a:extLst>
              <a:ext uri="{FF2B5EF4-FFF2-40B4-BE49-F238E27FC236}">
                <a16:creationId xmlns:a16="http://schemas.microsoft.com/office/drawing/2014/main" id="{4DB670CA-E9B1-BA9F-6215-0BEFAB767ED9}"/>
              </a:ext>
            </a:extLst>
          </p:cNvPr>
          <p:cNvSpPr>
            <a:spLocks noGrp="1"/>
          </p:cNvSpPr>
          <p:nvPr/>
        </p:nvSpPr>
        <p:spPr>
          <a:xfrm>
            <a:off x="365760" y="886053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Rede D'Or</a:t>
            </a:r>
          </a:p>
        </p:txBody>
      </p:sp>
      <p:sp>
        <p:nvSpPr>
          <p:cNvPr id="56" name="TextBox 55">
            <a:extLst>
              <a:ext uri="{FF2B5EF4-FFF2-40B4-BE49-F238E27FC236}">
                <a16:creationId xmlns:a16="http://schemas.microsoft.com/office/drawing/2014/main" id="{B45D8185-381D-3841-650D-3B3BEDAAD35D}"/>
              </a:ext>
            </a:extLst>
          </p:cNvPr>
          <p:cNvSpPr>
            <a:spLocks noGrp="1"/>
          </p:cNvSpPr>
          <p:nvPr/>
        </p:nvSpPr>
        <p:spPr>
          <a:xfrm>
            <a:off x="365760" y="900684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União Química</a:t>
            </a:r>
          </a:p>
        </p:txBody>
      </p:sp>
      <p:sp>
        <p:nvSpPr>
          <p:cNvPr id="60" name="TextBox 59">
            <a:extLst>
              <a:ext uri="{FF2B5EF4-FFF2-40B4-BE49-F238E27FC236}">
                <a16:creationId xmlns:a16="http://schemas.microsoft.com/office/drawing/2014/main" id="{E378122B-D268-E2E4-95D5-829AD1E7C9F7}"/>
              </a:ext>
            </a:extLst>
          </p:cNvPr>
          <p:cNvSpPr>
            <a:spLocks noGrp="1"/>
          </p:cNvSpPr>
          <p:nvPr/>
        </p:nvSpPr>
        <p:spPr>
          <a:xfrm>
            <a:off x="365760" y="359244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WEG</a:t>
            </a:r>
          </a:p>
        </p:txBody>
      </p:sp>
      <p:sp>
        <p:nvSpPr>
          <p:cNvPr id="61" name="TextBox 60">
            <a:extLst>
              <a:ext uri="{FF2B5EF4-FFF2-40B4-BE49-F238E27FC236}">
                <a16:creationId xmlns:a16="http://schemas.microsoft.com/office/drawing/2014/main" id="{2E2E103C-618D-7F3A-7EE8-9E4E5782C5E0}"/>
              </a:ext>
            </a:extLst>
          </p:cNvPr>
          <p:cNvSpPr>
            <a:spLocks noGrp="1"/>
          </p:cNvSpPr>
          <p:nvPr/>
        </p:nvSpPr>
        <p:spPr>
          <a:xfrm>
            <a:off x="4846320" y="51800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Aegea</a:t>
            </a:r>
          </a:p>
        </p:txBody>
      </p:sp>
      <p:sp>
        <p:nvSpPr>
          <p:cNvPr id="62" name="TextBox 61">
            <a:extLst>
              <a:ext uri="{FF2B5EF4-FFF2-40B4-BE49-F238E27FC236}">
                <a16:creationId xmlns:a16="http://schemas.microsoft.com/office/drawing/2014/main" id="{5DC76699-C7B0-B654-FF40-4A4E41368E6C}"/>
              </a:ext>
            </a:extLst>
          </p:cNvPr>
          <p:cNvSpPr>
            <a:spLocks noGrp="1"/>
          </p:cNvSpPr>
          <p:nvPr/>
        </p:nvSpPr>
        <p:spPr>
          <a:xfrm>
            <a:off x="4846320" y="532638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Auren</a:t>
            </a:r>
          </a:p>
        </p:txBody>
      </p:sp>
      <p:sp>
        <p:nvSpPr>
          <p:cNvPr id="63" name="TextBox 62">
            <a:extLst>
              <a:ext uri="{FF2B5EF4-FFF2-40B4-BE49-F238E27FC236}">
                <a16:creationId xmlns:a16="http://schemas.microsoft.com/office/drawing/2014/main" id="{B1C7FAA4-CD9A-2895-15CA-9D9DF3BA393E}"/>
              </a:ext>
            </a:extLst>
          </p:cNvPr>
          <p:cNvSpPr>
            <a:spLocks noGrp="1"/>
          </p:cNvSpPr>
          <p:nvPr/>
        </p:nvSpPr>
        <p:spPr>
          <a:xfrm>
            <a:off x="4846320" y="547268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AXIA</a:t>
            </a:r>
          </a:p>
        </p:txBody>
      </p:sp>
      <p:sp>
        <p:nvSpPr>
          <p:cNvPr id="2" name="TextBox 1">
            <a:extLst>
              <a:ext uri="{FF2B5EF4-FFF2-40B4-BE49-F238E27FC236}">
                <a16:creationId xmlns:a16="http://schemas.microsoft.com/office/drawing/2014/main" id="{B7FE9BD1-D3D6-EAFC-355A-83F004C9F4AF}"/>
              </a:ext>
            </a:extLst>
          </p:cNvPr>
          <p:cNvSpPr>
            <a:spLocks noGrp="1"/>
          </p:cNvSpPr>
          <p:nvPr/>
        </p:nvSpPr>
        <p:spPr>
          <a:xfrm>
            <a:off x="2606040" y="3188970"/>
            <a:ext cx="2008717" cy="338554"/>
          </a:xfrm>
          <a:prstGeom prst="rect">
            <a:avLst/>
          </a:prstGeom>
          <a:noFill/>
        </p:spPr>
        <p:txBody>
          <a:bodyPr wrap="square">
            <a:spAutoFit/>
          </a:bodyPr>
          <a:lstStyle/>
          <a:p>
            <a:r>
              <a:rPr sz="1600" b="1">
                <a:solidFill>
                  <a:srgbClr val="8EB3DF"/>
                </a:solidFill>
                <a:latin typeface="+mj-lt"/>
                <a:ea typeface="+mj-lt"/>
                <a:cs typeface="+mj-lt"/>
              </a:rPr>
              <a:t>Pulp &amp; Paper</a:t>
            </a:r>
          </a:p>
        </p:txBody>
      </p:sp>
      <p:sp>
        <p:nvSpPr>
          <p:cNvPr id="4" name="TextBox 3">
            <a:extLst>
              <a:ext uri="{FF2B5EF4-FFF2-40B4-BE49-F238E27FC236}">
                <a16:creationId xmlns:a16="http://schemas.microsoft.com/office/drawing/2014/main" id="{3FC7AB02-EB46-1E65-A5CC-457F57C003FF}"/>
              </a:ext>
            </a:extLst>
          </p:cNvPr>
          <p:cNvSpPr>
            <a:spLocks noGrp="1"/>
          </p:cNvSpPr>
          <p:nvPr/>
        </p:nvSpPr>
        <p:spPr>
          <a:xfrm>
            <a:off x="4846320" y="5618988"/>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Cemig</a:t>
            </a:r>
            <a:endParaRPr sz="900" b="1" dirty="0">
              <a:solidFill>
                <a:schemeClr val="bg1"/>
              </a:solidFill>
              <a:latin typeface="+mj-lt"/>
              <a:ea typeface="+mj-lt"/>
              <a:cs typeface="+mj-lt"/>
            </a:endParaRPr>
          </a:p>
        </p:txBody>
      </p:sp>
      <p:sp>
        <p:nvSpPr>
          <p:cNvPr id="53" name="TextBox 52">
            <a:extLst>
              <a:ext uri="{FF2B5EF4-FFF2-40B4-BE49-F238E27FC236}">
                <a16:creationId xmlns:a16="http://schemas.microsoft.com/office/drawing/2014/main" id="{8693FCA1-33DA-2389-A407-9268B379F67F}"/>
              </a:ext>
            </a:extLst>
          </p:cNvPr>
          <p:cNvSpPr>
            <a:spLocks noGrp="1"/>
          </p:cNvSpPr>
          <p:nvPr/>
        </p:nvSpPr>
        <p:spPr>
          <a:xfrm>
            <a:off x="2606040" y="3823335"/>
            <a:ext cx="2008717" cy="338554"/>
          </a:xfrm>
          <a:prstGeom prst="rect">
            <a:avLst/>
          </a:prstGeom>
          <a:noFill/>
        </p:spPr>
        <p:txBody>
          <a:bodyPr wrap="square">
            <a:spAutoFit/>
          </a:bodyPr>
          <a:lstStyle/>
          <a:p>
            <a:r>
              <a:rPr sz="1600" b="1">
                <a:solidFill>
                  <a:srgbClr val="8EB3DF"/>
                </a:solidFill>
                <a:latin typeface="+mj-lt"/>
                <a:ea typeface="+mj-lt"/>
                <a:cs typeface="+mj-lt"/>
              </a:rPr>
              <a:t>Real Estate</a:t>
            </a:r>
          </a:p>
        </p:txBody>
      </p:sp>
      <p:sp>
        <p:nvSpPr>
          <p:cNvPr id="58" name="TextBox 57">
            <a:extLst>
              <a:ext uri="{FF2B5EF4-FFF2-40B4-BE49-F238E27FC236}">
                <a16:creationId xmlns:a16="http://schemas.microsoft.com/office/drawing/2014/main" id="{49E6FB3C-C061-4CD1-DFB0-3FA8969CBB99}"/>
              </a:ext>
            </a:extLst>
          </p:cNvPr>
          <p:cNvSpPr>
            <a:spLocks noGrp="1"/>
          </p:cNvSpPr>
          <p:nvPr/>
        </p:nvSpPr>
        <p:spPr>
          <a:xfrm>
            <a:off x="4846320" y="591159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Copasa</a:t>
            </a:r>
          </a:p>
        </p:txBody>
      </p:sp>
      <p:sp>
        <p:nvSpPr>
          <p:cNvPr id="59" name="TextBox 58">
            <a:extLst>
              <a:ext uri="{FF2B5EF4-FFF2-40B4-BE49-F238E27FC236}">
                <a16:creationId xmlns:a16="http://schemas.microsoft.com/office/drawing/2014/main" id="{A4645B2A-0B5C-628D-46D6-03F0EE2CD46B}"/>
              </a:ext>
            </a:extLst>
          </p:cNvPr>
          <p:cNvSpPr>
            <a:spLocks noGrp="1"/>
          </p:cNvSpPr>
          <p:nvPr/>
        </p:nvSpPr>
        <p:spPr>
          <a:xfrm>
            <a:off x="4846320" y="605790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Copel</a:t>
            </a:r>
          </a:p>
        </p:txBody>
      </p:sp>
      <p:sp>
        <p:nvSpPr>
          <p:cNvPr id="64" name="TextBox 63">
            <a:extLst>
              <a:ext uri="{FF2B5EF4-FFF2-40B4-BE49-F238E27FC236}">
                <a16:creationId xmlns:a16="http://schemas.microsoft.com/office/drawing/2014/main" id="{3C3080D9-0C55-0798-37A9-609183CE5DB5}"/>
              </a:ext>
            </a:extLst>
          </p:cNvPr>
          <p:cNvSpPr>
            <a:spLocks noGrp="1"/>
          </p:cNvSpPr>
          <p:nvPr/>
        </p:nvSpPr>
        <p:spPr>
          <a:xfrm>
            <a:off x="4846320" y="620420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Energisa</a:t>
            </a:r>
          </a:p>
        </p:txBody>
      </p:sp>
      <p:sp>
        <p:nvSpPr>
          <p:cNvPr id="65" name="TextBox 64">
            <a:extLst>
              <a:ext uri="{FF2B5EF4-FFF2-40B4-BE49-F238E27FC236}">
                <a16:creationId xmlns:a16="http://schemas.microsoft.com/office/drawing/2014/main" id="{72896531-3244-9CC7-73E6-3973171B0F33}"/>
              </a:ext>
            </a:extLst>
          </p:cNvPr>
          <p:cNvSpPr>
            <a:spLocks noGrp="1"/>
          </p:cNvSpPr>
          <p:nvPr/>
        </p:nvSpPr>
        <p:spPr>
          <a:xfrm>
            <a:off x="4846320" y="635050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Engie</a:t>
            </a:r>
          </a:p>
        </p:txBody>
      </p:sp>
      <p:sp>
        <p:nvSpPr>
          <p:cNvPr id="66" name="TextBox 65">
            <a:extLst>
              <a:ext uri="{FF2B5EF4-FFF2-40B4-BE49-F238E27FC236}">
                <a16:creationId xmlns:a16="http://schemas.microsoft.com/office/drawing/2014/main" id="{89138027-E87B-8D88-BDB5-C92598B62E1D}"/>
              </a:ext>
            </a:extLst>
          </p:cNvPr>
          <p:cNvSpPr>
            <a:spLocks noGrp="1"/>
          </p:cNvSpPr>
          <p:nvPr/>
        </p:nvSpPr>
        <p:spPr>
          <a:xfrm>
            <a:off x="4846320" y="64968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Equatorial</a:t>
            </a:r>
          </a:p>
        </p:txBody>
      </p:sp>
      <p:sp>
        <p:nvSpPr>
          <p:cNvPr id="67" name="TextBox 66">
            <a:extLst>
              <a:ext uri="{FF2B5EF4-FFF2-40B4-BE49-F238E27FC236}">
                <a16:creationId xmlns:a16="http://schemas.microsoft.com/office/drawing/2014/main" id="{F00CE533-F996-B427-2E1D-D9A8E8C045EF}"/>
              </a:ext>
            </a:extLst>
          </p:cNvPr>
          <p:cNvSpPr>
            <a:spLocks noGrp="1"/>
          </p:cNvSpPr>
          <p:nvPr/>
        </p:nvSpPr>
        <p:spPr>
          <a:xfrm>
            <a:off x="4846320" y="66431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Light</a:t>
            </a:r>
          </a:p>
        </p:txBody>
      </p:sp>
      <p:sp>
        <p:nvSpPr>
          <p:cNvPr id="68" name="TextBox 67">
            <a:extLst>
              <a:ext uri="{FF2B5EF4-FFF2-40B4-BE49-F238E27FC236}">
                <a16:creationId xmlns:a16="http://schemas.microsoft.com/office/drawing/2014/main" id="{B0DFA29A-D090-8777-7E6F-814419912EB5}"/>
              </a:ext>
            </a:extLst>
          </p:cNvPr>
          <p:cNvSpPr>
            <a:spLocks noGrp="1"/>
          </p:cNvSpPr>
          <p:nvPr/>
        </p:nvSpPr>
        <p:spPr>
          <a:xfrm>
            <a:off x="4846320" y="67894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Orizon</a:t>
            </a:r>
          </a:p>
        </p:txBody>
      </p:sp>
      <p:sp>
        <p:nvSpPr>
          <p:cNvPr id="69" name="TextBox 68">
            <a:extLst>
              <a:ext uri="{FF2B5EF4-FFF2-40B4-BE49-F238E27FC236}">
                <a16:creationId xmlns:a16="http://schemas.microsoft.com/office/drawing/2014/main" id="{5E395965-B5B6-318A-DF93-7F68D6233802}"/>
              </a:ext>
            </a:extLst>
          </p:cNvPr>
          <p:cNvSpPr>
            <a:spLocks noGrp="1"/>
          </p:cNvSpPr>
          <p:nvPr/>
        </p:nvSpPr>
        <p:spPr>
          <a:xfrm>
            <a:off x="4846320" y="69357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Taesa</a:t>
            </a:r>
          </a:p>
        </p:txBody>
      </p:sp>
      <p:sp>
        <p:nvSpPr>
          <p:cNvPr id="70" name="TextBox 69">
            <a:extLst>
              <a:ext uri="{FF2B5EF4-FFF2-40B4-BE49-F238E27FC236}">
                <a16:creationId xmlns:a16="http://schemas.microsoft.com/office/drawing/2014/main" id="{17232527-EEBE-B07D-9BC4-26FE4264472F}"/>
              </a:ext>
            </a:extLst>
          </p:cNvPr>
          <p:cNvSpPr>
            <a:spLocks noGrp="1"/>
          </p:cNvSpPr>
          <p:nvPr/>
        </p:nvSpPr>
        <p:spPr>
          <a:xfrm>
            <a:off x="260604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CSN</a:t>
            </a:r>
          </a:p>
        </p:txBody>
      </p:sp>
      <p:sp>
        <p:nvSpPr>
          <p:cNvPr id="72" name="TextBox 71">
            <a:extLst>
              <a:ext uri="{FF2B5EF4-FFF2-40B4-BE49-F238E27FC236}">
                <a16:creationId xmlns:a16="http://schemas.microsoft.com/office/drawing/2014/main" id="{EF8467F2-80DC-373D-8287-706E25BCADB0}"/>
              </a:ext>
            </a:extLst>
          </p:cNvPr>
          <p:cNvSpPr>
            <a:spLocks noGrp="1"/>
          </p:cNvSpPr>
          <p:nvPr/>
        </p:nvSpPr>
        <p:spPr>
          <a:xfrm>
            <a:off x="2606040" y="5920740"/>
            <a:ext cx="2008717" cy="338554"/>
          </a:xfrm>
          <a:prstGeom prst="rect">
            <a:avLst/>
          </a:prstGeom>
          <a:noFill/>
        </p:spPr>
        <p:txBody>
          <a:bodyPr wrap="square">
            <a:spAutoFit/>
          </a:bodyPr>
          <a:lstStyle/>
          <a:p>
            <a:r>
              <a:rPr sz="1600" b="1">
                <a:solidFill>
                  <a:srgbClr val="8EB3DF"/>
                </a:solidFill>
                <a:latin typeface="+mj-lt"/>
                <a:ea typeface="+mj-lt"/>
                <a:cs typeface="+mj-lt"/>
              </a:rPr>
              <a:t>Retail</a:t>
            </a:r>
          </a:p>
        </p:txBody>
      </p:sp>
      <p:sp>
        <p:nvSpPr>
          <p:cNvPr id="73" name="TextBox 72">
            <a:extLst>
              <a:ext uri="{FF2B5EF4-FFF2-40B4-BE49-F238E27FC236}">
                <a16:creationId xmlns:a16="http://schemas.microsoft.com/office/drawing/2014/main" id="{058BA303-48E7-7D53-B5F6-32E67216E08E}"/>
              </a:ext>
            </a:extLst>
          </p:cNvPr>
          <p:cNvSpPr>
            <a:spLocks noGrp="1"/>
          </p:cNvSpPr>
          <p:nvPr/>
        </p:nvSpPr>
        <p:spPr>
          <a:xfrm>
            <a:off x="260604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Vale</a:t>
            </a:r>
          </a:p>
        </p:txBody>
      </p:sp>
      <p:sp>
        <p:nvSpPr>
          <p:cNvPr id="74" name="TextBox 73">
            <a:extLst>
              <a:ext uri="{FF2B5EF4-FFF2-40B4-BE49-F238E27FC236}">
                <a16:creationId xmlns:a16="http://schemas.microsoft.com/office/drawing/2014/main" id="{EFD498B7-42B9-8C40-F340-AB48FCE47799}"/>
              </a:ext>
            </a:extLst>
          </p:cNvPr>
          <p:cNvSpPr>
            <a:spLocks noGrp="1"/>
          </p:cNvSpPr>
          <p:nvPr/>
        </p:nvSpPr>
        <p:spPr>
          <a:xfrm>
            <a:off x="2606040" y="2129409"/>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Brava</a:t>
            </a:r>
          </a:p>
        </p:txBody>
      </p:sp>
      <p:sp>
        <p:nvSpPr>
          <p:cNvPr id="76" name="TextBox 75">
            <a:extLst>
              <a:ext uri="{FF2B5EF4-FFF2-40B4-BE49-F238E27FC236}">
                <a16:creationId xmlns:a16="http://schemas.microsoft.com/office/drawing/2014/main" id="{C851A0A4-C990-FFA4-A6DE-B137D96102F9}"/>
              </a:ext>
            </a:extLst>
          </p:cNvPr>
          <p:cNvSpPr>
            <a:spLocks noGrp="1"/>
          </p:cNvSpPr>
          <p:nvPr/>
        </p:nvSpPr>
        <p:spPr>
          <a:xfrm>
            <a:off x="2606040" y="227571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Origem</a:t>
            </a:r>
          </a:p>
        </p:txBody>
      </p:sp>
      <p:sp>
        <p:nvSpPr>
          <p:cNvPr id="77" name="TextBox 76">
            <a:extLst>
              <a:ext uri="{FF2B5EF4-FFF2-40B4-BE49-F238E27FC236}">
                <a16:creationId xmlns:a16="http://schemas.microsoft.com/office/drawing/2014/main" id="{CFE7F5A9-CF19-A968-5974-31ECABAF1AC9}"/>
              </a:ext>
            </a:extLst>
          </p:cNvPr>
          <p:cNvSpPr>
            <a:spLocks noGrp="1"/>
          </p:cNvSpPr>
          <p:nvPr/>
        </p:nvSpPr>
        <p:spPr>
          <a:xfrm>
            <a:off x="2606040" y="242201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Petrobras</a:t>
            </a:r>
          </a:p>
        </p:txBody>
      </p:sp>
      <p:sp>
        <p:nvSpPr>
          <p:cNvPr id="78" name="TextBox 77">
            <a:extLst>
              <a:ext uri="{FF2B5EF4-FFF2-40B4-BE49-F238E27FC236}">
                <a16:creationId xmlns:a16="http://schemas.microsoft.com/office/drawing/2014/main" id="{0B8DDF99-977B-E8B7-5F87-9C2DF5202137}"/>
              </a:ext>
            </a:extLst>
          </p:cNvPr>
          <p:cNvSpPr>
            <a:spLocks noGrp="1"/>
          </p:cNvSpPr>
          <p:nvPr/>
        </p:nvSpPr>
        <p:spPr>
          <a:xfrm>
            <a:off x="2606040" y="256832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PetroRecôncavo</a:t>
            </a:r>
          </a:p>
        </p:txBody>
      </p:sp>
      <p:sp>
        <p:nvSpPr>
          <p:cNvPr id="79" name="TextBox 78">
            <a:extLst>
              <a:ext uri="{FF2B5EF4-FFF2-40B4-BE49-F238E27FC236}">
                <a16:creationId xmlns:a16="http://schemas.microsoft.com/office/drawing/2014/main" id="{C233E533-673B-AD43-284D-57A00772691F}"/>
              </a:ext>
            </a:extLst>
          </p:cNvPr>
          <p:cNvSpPr>
            <a:spLocks noGrp="1"/>
          </p:cNvSpPr>
          <p:nvPr/>
        </p:nvSpPr>
        <p:spPr>
          <a:xfrm>
            <a:off x="2606040" y="271462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PRIO</a:t>
            </a:r>
          </a:p>
        </p:txBody>
      </p:sp>
      <p:sp>
        <p:nvSpPr>
          <p:cNvPr id="80" name="TextBox 79">
            <a:extLst>
              <a:ext uri="{FF2B5EF4-FFF2-40B4-BE49-F238E27FC236}">
                <a16:creationId xmlns:a16="http://schemas.microsoft.com/office/drawing/2014/main" id="{714A9E72-719B-08B3-D493-F8BC1E423C60}"/>
              </a:ext>
            </a:extLst>
          </p:cNvPr>
          <p:cNvSpPr>
            <a:spLocks noGrp="1"/>
          </p:cNvSpPr>
          <p:nvPr/>
        </p:nvSpPr>
        <p:spPr>
          <a:xfrm>
            <a:off x="2606040" y="286092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Ultra</a:t>
            </a:r>
          </a:p>
        </p:txBody>
      </p:sp>
      <p:sp>
        <p:nvSpPr>
          <p:cNvPr id="81" name="TextBox 80">
            <a:extLst>
              <a:ext uri="{FF2B5EF4-FFF2-40B4-BE49-F238E27FC236}">
                <a16:creationId xmlns:a16="http://schemas.microsoft.com/office/drawing/2014/main" id="{CA18C3C5-A413-494D-DA5F-137BD2C592B3}"/>
              </a:ext>
            </a:extLst>
          </p:cNvPr>
          <p:cNvSpPr>
            <a:spLocks noGrp="1"/>
          </p:cNvSpPr>
          <p:nvPr/>
        </p:nvSpPr>
        <p:spPr>
          <a:xfrm>
            <a:off x="2606040" y="300723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Vibra</a:t>
            </a:r>
          </a:p>
        </p:txBody>
      </p:sp>
      <p:sp>
        <p:nvSpPr>
          <p:cNvPr id="82" name="TextBox 81">
            <a:extLst>
              <a:ext uri="{FF2B5EF4-FFF2-40B4-BE49-F238E27FC236}">
                <a16:creationId xmlns:a16="http://schemas.microsoft.com/office/drawing/2014/main" id="{F879602E-D67B-2D39-D270-FE957939CA23}"/>
              </a:ext>
            </a:extLst>
          </p:cNvPr>
          <p:cNvSpPr>
            <a:spLocks noGrp="1"/>
          </p:cNvSpPr>
          <p:nvPr/>
        </p:nvSpPr>
        <p:spPr>
          <a:xfrm>
            <a:off x="2606040" y="349529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Klabin</a:t>
            </a:r>
          </a:p>
        </p:txBody>
      </p:sp>
      <p:sp>
        <p:nvSpPr>
          <p:cNvPr id="83" name="TextBox 82">
            <a:extLst>
              <a:ext uri="{FF2B5EF4-FFF2-40B4-BE49-F238E27FC236}">
                <a16:creationId xmlns:a16="http://schemas.microsoft.com/office/drawing/2014/main" id="{2C7B66D0-5298-0B63-A4F1-5DF002440421}"/>
              </a:ext>
            </a:extLst>
          </p:cNvPr>
          <p:cNvSpPr>
            <a:spLocks noGrp="1"/>
          </p:cNvSpPr>
          <p:nvPr/>
        </p:nvSpPr>
        <p:spPr>
          <a:xfrm>
            <a:off x="2606040" y="3641598"/>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Suzano</a:t>
            </a:r>
          </a:p>
        </p:txBody>
      </p:sp>
      <p:sp>
        <p:nvSpPr>
          <p:cNvPr id="84" name="TextBox 83">
            <a:extLst>
              <a:ext uri="{FF2B5EF4-FFF2-40B4-BE49-F238E27FC236}">
                <a16:creationId xmlns:a16="http://schemas.microsoft.com/office/drawing/2014/main" id="{49E4E2B0-973D-D93B-8B5F-0617BDFF3355}"/>
              </a:ext>
            </a:extLst>
          </p:cNvPr>
          <p:cNvSpPr>
            <a:spLocks noGrp="1"/>
          </p:cNvSpPr>
          <p:nvPr/>
        </p:nvSpPr>
        <p:spPr>
          <a:xfrm>
            <a:off x="2606040" y="412965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Allos</a:t>
            </a:r>
          </a:p>
        </p:txBody>
      </p:sp>
      <p:sp>
        <p:nvSpPr>
          <p:cNvPr id="85" name="TextBox 84">
            <a:extLst>
              <a:ext uri="{FF2B5EF4-FFF2-40B4-BE49-F238E27FC236}">
                <a16:creationId xmlns:a16="http://schemas.microsoft.com/office/drawing/2014/main" id="{A3BBB7B1-7A1C-A8FD-A973-F6B5496F4F82}"/>
              </a:ext>
            </a:extLst>
          </p:cNvPr>
          <p:cNvSpPr>
            <a:spLocks noGrp="1"/>
          </p:cNvSpPr>
          <p:nvPr/>
        </p:nvSpPr>
        <p:spPr>
          <a:xfrm>
            <a:off x="2606040" y="427596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Cury</a:t>
            </a:r>
          </a:p>
        </p:txBody>
      </p:sp>
      <p:sp>
        <p:nvSpPr>
          <p:cNvPr id="86" name="TextBox 85">
            <a:extLst>
              <a:ext uri="{FF2B5EF4-FFF2-40B4-BE49-F238E27FC236}">
                <a16:creationId xmlns:a16="http://schemas.microsoft.com/office/drawing/2014/main" id="{0397B395-7C6E-8796-41AB-D950F4CD046C}"/>
              </a:ext>
            </a:extLst>
          </p:cNvPr>
          <p:cNvSpPr>
            <a:spLocks noGrp="1"/>
          </p:cNvSpPr>
          <p:nvPr/>
        </p:nvSpPr>
        <p:spPr>
          <a:xfrm>
            <a:off x="4846320" y="1188720"/>
            <a:ext cx="2008717" cy="338554"/>
          </a:xfrm>
          <a:prstGeom prst="rect">
            <a:avLst/>
          </a:prstGeom>
          <a:noFill/>
        </p:spPr>
        <p:txBody>
          <a:bodyPr wrap="square">
            <a:spAutoFit/>
          </a:bodyPr>
          <a:lstStyle/>
          <a:p>
            <a:r>
              <a:rPr sz="1600" b="1">
                <a:solidFill>
                  <a:srgbClr val="8EB3DF"/>
                </a:solidFill>
                <a:latin typeface="+mj-lt"/>
                <a:ea typeface="+mj-lt"/>
                <a:cs typeface="+mj-lt"/>
              </a:rPr>
              <a:t>TMT</a:t>
            </a:r>
          </a:p>
        </p:txBody>
      </p:sp>
      <p:sp>
        <p:nvSpPr>
          <p:cNvPr id="87" name="TextBox 86">
            <a:extLst>
              <a:ext uri="{FF2B5EF4-FFF2-40B4-BE49-F238E27FC236}">
                <a16:creationId xmlns:a16="http://schemas.microsoft.com/office/drawing/2014/main" id="{41D30E5F-F79A-4BA6-D6D8-126051331A43}"/>
              </a:ext>
            </a:extLst>
          </p:cNvPr>
          <p:cNvSpPr>
            <a:spLocks noGrp="1"/>
          </p:cNvSpPr>
          <p:nvPr/>
        </p:nvSpPr>
        <p:spPr>
          <a:xfrm>
            <a:off x="2606040" y="442226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Cyrela</a:t>
            </a:r>
          </a:p>
        </p:txBody>
      </p:sp>
      <p:sp>
        <p:nvSpPr>
          <p:cNvPr id="88" name="TextBox 87">
            <a:extLst>
              <a:ext uri="{FF2B5EF4-FFF2-40B4-BE49-F238E27FC236}">
                <a16:creationId xmlns:a16="http://schemas.microsoft.com/office/drawing/2014/main" id="{A6D41F3C-6C2E-CEAA-7340-7B94498C9852}"/>
              </a:ext>
            </a:extLst>
          </p:cNvPr>
          <p:cNvSpPr>
            <a:spLocks noGrp="1"/>
          </p:cNvSpPr>
          <p:nvPr/>
        </p:nvSpPr>
        <p:spPr>
          <a:xfrm>
            <a:off x="2606040" y="456857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Direcional</a:t>
            </a:r>
          </a:p>
        </p:txBody>
      </p:sp>
      <p:sp>
        <p:nvSpPr>
          <p:cNvPr id="89" name="TextBox 88">
            <a:extLst>
              <a:ext uri="{FF2B5EF4-FFF2-40B4-BE49-F238E27FC236}">
                <a16:creationId xmlns:a16="http://schemas.microsoft.com/office/drawing/2014/main" id="{FF2EF6C5-87FC-71E4-3D25-3CE0DA2EA389}"/>
              </a:ext>
            </a:extLst>
          </p:cNvPr>
          <p:cNvSpPr>
            <a:spLocks noGrp="1"/>
          </p:cNvSpPr>
          <p:nvPr/>
        </p:nvSpPr>
        <p:spPr>
          <a:xfrm>
            <a:off x="2606040" y="471487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Even</a:t>
            </a:r>
          </a:p>
        </p:txBody>
      </p:sp>
      <p:sp>
        <p:nvSpPr>
          <p:cNvPr id="90" name="TextBox 89">
            <a:extLst>
              <a:ext uri="{FF2B5EF4-FFF2-40B4-BE49-F238E27FC236}">
                <a16:creationId xmlns:a16="http://schemas.microsoft.com/office/drawing/2014/main" id="{0ABC273B-F528-62AF-7094-05A0F437C606}"/>
              </a:ext>
            </a:extLst>
          </p:cNvPr>
          <p:cNvSpPr>
            <a:spLocks noGrp="1"/>
          </p:cNvSpPr>
          <p:nvPr/>
        </p:nvSpPr>
        <p:spPr>
          <a:xfrm>
            <a:off x="2606040" y="486117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Iguatemi</a:t>
            </a:r>
          </a:p>
        </p:txBody>
      </p:sp>
      <p:sp>
        <p:nvSpPr>
          <p:cNvPr id="91" name="TextBox 90">
            <a:extLst>
              <a:ext uri="{FF2B5EF4-FFF2-40B4-BE49-F238E27FC236}">
                <a16:creationId xmlns:a16="http://schemas.microsoft.com/office/drawing/2014/main" id="{0754098A-51C2-807F-56F4-DE52B01A7083}"/>
              </a:ext>
            </a:extLst>
          </p:cNvPr>
          <p:cNvSpPr>
            <a:spLocks noGrp="1"/>
          </p:cNvSpPr>
          <p:nvPr/>
        </p:nvSpPr>
        <p:spPr>
          <a:xfrm>
            <a:off x="2606040" y="500748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JHSF</a:t>
            </a:r>
          </a:p>
        </p:txBody>
      </p:sp>
      <p:sp>
        <p:nvSpPr>
          <p:cNvPr id="100" name="TextBox 99">
            <a:extLst>
              <a:ext uri="{FF2B5EF4-FFF2-40B4-BE49-F238E27FC236}">
                <a16:creationId xmlns:a16="http://schemas.microsoft.com/office/drawing/2014/main" id="{BFC50985-3DD3-744E-7A73-43DDCAD107B0}"/>
              </a:ext>
            </a:extLst>
          </p:cNvPr>
          <p:cNvSpPr>
            <a:spLocks noGrp="1"/>
          </p:cNvSpPr>
          <p:nvPr/>
        </p:nvSpPr>
        <p:spPr>
          <a:xfrm>
            <a:off x="4846320" y="2884932"/>
            <a:ext cx="2008717" cy="338554"/>
          </a:xfrm>
          <a:prstGeom prst="rect">
            <a:avLst/>
          </a:prstGeom>
          <a:noFill/>
        </p:spPr>
        <p:txBody>
          <a:bodyPr wrap="square">
            <a:spAutoFit/>
          </a:bodyPr>
          <a:lstStyle/>
          <a:p>
            <a:r>
              <a:rPr sz="1600" b="1">
                <a:solidFill>
                  <a:srgbClr val="8EB3DF"/>
                </a:solidFill>
                <a:latin typeface="+mj-lt"/>
                <a:ea typeface="+mj-lt"/>
                <a:cs typeface="+mj-lt"/>
              </a:rPr>
              <a:t>Transportation</a:t>
            </a:r>
          </a:p>
        </p:txBody>
      </p:sp>
      <p:sp>
        <p:nvSpPr>
          <p:cNvPr id="101" name="TextBox 100">
            <a:extLst>
              <a:ext uri="{FF2B5EF4-FFF2-40B4-BE49-F238E27FC236}">
                <a16:creationId xmlns:a16="http://schemas.microsoft.com/office/drawing/2014/main" id="{86887FB9-CCF9-D644-2775-E0B8AE9A705D}"/>
              </a:ext>
            </a:extLst>
          </p:cNvPr>
          <p:cNvSpPr>
            <a:spLocks noGrp="1"/>
          </p:cNvSpPr>
          <p:nvPr/>
        </p:nvSpPr>
        <p:spPr>
          <a:xfrm>
            <a:off x="2606040" y="515378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Lavvi</a:t>
            </a:r>
          </a:p>
        </p:txBody>
      </p:sp>
      <p:sp>
        <p:nvSpPr>
          <p:cNvPr id="102" name="TextBox 101">
            <a:extLst>
              <a:ext uri="{FF2B5EF4-FFF2-40B4-BE49-F238E27FC236}">
                <a16:creationId xmlns:a16="http://schemas.microsoft.com/office/drawing/2014/main" id="{1EC7AAEC-C726-83BB-A802-EB8C3A07755B}"/>
              </a:ext>
            </a:extLst>
          </p:cNvPr>
          <p:cNvSpPr>
            <a:spLocks noGrp="1"/>
          </p:cNvSpPr>
          <p:nvPr/>
        </p:nvSpPr>
        <p:spPr>
          <a:xfrm>
            <a:off x="2606040" y="530009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Moura Dubeux</a:t>
            </a:r>
          </a:p>
        </p:txBody>
      </p:sp>
      <p:sp>
        <p:nvSpPr>
          <p:cNvPr id="103" name="TextBox 102">
            <a:extLst>
              <a:ext uri="{FF2B5EF4-FFF2-40B4-BE49-F238E27FC236}">
                <a16:creationId xmlns:a16="http://schemas.microsoft.com/office/drawing/2014/main" id="{5BF9A98D-376D-D659-404C-7C04BB1EA920}"/>
              </a:ext>
            </a:extLst>
          </p:cNvPr>
          <p:cNvSpPr>
            <a:spLocks noGrp="1"/>
          </p:cNvSpPr>
          <p:nvPr/>
        </p:nvSpPr>
        <p:spPr>
          <a:xfrm>
            <a:off x="2606040" y="544639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MRV</a:t>
            </a:r>
          </a:p>
        </p:txBody>
      </p:sp>
      <p:sp>
        <p:nvSpPr>
          <p:cNvPr id="104" name="TextBox 103">
            <a:extLst>
              <a:ext uri="{FF2B5EF4-FFF2-40B4-BE49-F238E27FC236}">
                <a16:creationId xmlns:a16="http://schemas.microsoft.com/office/drawing/2014/main" id="{5F034A05-B0B3-3392-B4EB-256016146EC7}"/>
              </a:ext>
            </a:extLst>
          </p:cNvPr>
          <p:cNvSpPr>
            <a:spLocks noGrp="1"/>
          </p:cNvSpPr>
          <p:nvPr/>
        </p:nvSpPr>
        <p:spPr>
          <a:xfrm>
            <a:off x="2606040" y="559269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Multiplan</a:t>
            </a:r>
          </a:p>
        </p:txBody>
      </p:sp>
      <p:sp>
        <p:nvSpPr>
          <p:cNvPr id="105" name="TextBox 104">
            <a:extLst>
              <a:ext uri="{FF2B5EF4-FFF2-40B4-BE49-F238E27FC236}">
                <a16:creationId xmlns:a16="http://schemas.microsoft.com/office/drawing/2014/main" id="{936CC832-23B8-12DB-2A45-427E4EEDC8F2}"/>
              </a:ext>
            </a:extLst>
          </p:cNvPr>
          <p:cNvSpPr>
            <a:spLocks noGrp="1"/>
          </p:cNvSpPr>
          <p:nvPr/>
        </p:nvSpPr>
        <p:spPr>
          <a:xfrm>
            <a:off x="2606040" y="573900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Plano&amp;Plano</a:t>
            </a:r>
          </a:p>
        </p:txBody>
      </p:sp>
      <p:sp>
        <p:nvSpPr>
          <p:cNvPr id="112" name="TextBox 111">
            <a:extLst>
              <a:ext uri="{FF2B5EF4-FFF2-40B4-BE49-F238E27FC236}">
                <a16:creationId xmlns:a16="http://schemas.microsoft.com/office/drawing/2014/main" id="{CC015CBD-3E58-1D58-58ED-F680CB26E47A}"/>
              </a:ext>
            </a:extLst>
          </p:cNvPr>
          <p:cNvSpPr>
            <a:spLocks noGrp="1"/>
          </p:cNvSpPr>
          <p:nvPr/>
        </p:nvSpPr>
        <p:spPr>
          <a:xfrm>
            <a:off x="2606040" y="622706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Alpargatas</a:t>
            </a:r>
          </a:p>
        </p:txBody>
      </p:sp>
      <p:sp>
        <p:nvSpPr>
          <p:cNvPr id="113" name="TextBox 112">
            <a:extLst>
              <a:ext uri="{FF2B5EF4-FFF2-40B4-BE49-F238E27FC236}">
                <a16:creationId xmlns:a16="http://schemas.microsoft.com/office/drawing/2014/main" id="{393A987D-B5EC-76AA-0CC0-DF5BB0AA5EB5}"/>
              </a:ext>
            </a:extLst>
          </p:cNvPr>
          <p:cNvSpPr>
            <a:spLocks noGrp="1"/>
          </p:cNvSpPr>
          <p:nvPr/>
        </p:nvSpPr>
        <p:spPr>
          <a:xfrm>
            <a:off x="2606040" y="637336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Assaí</a:t>
            </a:r>
          </a:p>
        </p:txBody>
      </p:sp>
      <p:sp>
        <p:nvSpPr>
          <p:cNvPr id="114" name="TextBox 113">
            <a:extLst>
              <a:ext uri="{FF2B5EF4-FFF2-40B4-BE49-F238E27FC236}">
                <a16:creationId xmlns:a16="http://schemas.microsoft.com/office/drawing/2014/main" id="{E977F5D8-B614-3EBB-2A0C-792037C6449E}"/>
              </a:ext>
            </a:extLst>
          </p:cNvPr>
          <p:cNvSpPr>
            <a:spLocks noGrp="1"/>
          </p:cNvSpPr>
          <p:nvPr/>
        </p:nvSpPr>
        <p:spPr>
          <a:xfrm>
            <a:off x="2606040" y="651967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Azzas 2154</a:t>
            </a:r>
          </a:p>
        </p:txBody>
      </p:sp>
      <p:sp>
        <p:nvSpPr>
          <p:cNvPr id="115" name="TextBox 114">
            <a:extLst>
              <a:ext uri="{FF2B5EF4-FFF2-40B4-BE49-F238E27FC236}">
                <a16:creationId xmlns:a16="http://schemas.microsoft.com/office/drawing/2014/main" id="{FD273B7A-1543-7557-355D-52D803529B64}"/>
              </a:ext>
            </a:extLst>
          </p:cNvPr>
          <p:cNvSpPr>
            <a:spLocks noGrp="1"/>
          </p:cNvSpPr>
          <p:nvPr/>
        </p:nvSpPr>
        <p:spPr>
          <a:xfrm>
            <a:off x="2606040" y="66659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C&amp;A</a:t>
            </a:r>
          </a:p>
        </p:txBody>
      </p:sp>
      <p:sp>
        <p:nvSpPr>
          <p:cNvPr id="118" name="TextBox 117">
            <a:extLst>
              <a:ext uri="{FF2B5EF4-FFF2-40B4-BE49-F238E27FC236}">
                <a16:creationId xmlns:a16="http://schemas.microsoft.com/office/drawing/2014/main" id="{F68C5564-7AD3-A7C8-54D0-530E7A959DD6}"/>
              </a:ext>
            </a:extLst>
          </p:cNvPr>
          <p:cNvSpPr>
            <a:spLocks noGrp="1"/>
          </p:cNvSpPr>
          <p:nvPr/>
        </p:nvSpPr>
        <p:spPr>
          <a:xfrm>
            <a:off x="2606040" y="681228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Grupo SBF</a:t>
            </a:r>
          </a:p>
        </p:txBody>
      </p:sp>
      <p:sp>
        <p:nvSpPr>
          <p:cNvPr id="119" name="TextBox 118">
            <a:extLst>
              <a:ext uri="{FF2B5EF4-FFF2-40B4-BE49-F238E27FC236}">
                <a16:creationId xmlns:a16="http://schemas.microsoft.com/office/drawing/2014/main" id="{5F9FAA32-2495-A805-B67B-C10D433055FF}"/>
              </a:ext>
            </a:extLst>
          </p:cNvPr>
          <p:cNvSpPr>
            <a:spLocks noGrp="1"/>
          </p:cNvSpPr>
          <p:nvPr/>
        </p:nvSpPr>
        <p:spPr>
          <a:xfrm>
            <a:off x="2606040" y="695858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Live!</a:t>
            </a:r>
          </a:p>
        </p:txBody>
      </p:sp>
      <p:sp>
        <p:nvSpPr>
          <p:cNvPr id="120" name="TextBox 119">
            <a:extLst>
              <a:ext uri="{FF2B5EF4-FFF2-40B4-BE49-F238E27FC236}">
                <a16:creationId xmlns:a16="http://schemas.microsoft.com/office/drawing/2014/main" id="{A0D7B750-58A9-F833-65A3-680157040C1C}"/>
              </a:ext>
            </a:extLst>
          </p:cNvPr>
          <p:cNvSpPr>
            <a:spLocks noGrp="1"/>
          </p:cNvSpPr>
          <p:nvPr/>
        </p:nvSpPr>
        <p:spPr>
          <a:xfrm>
            <a:off x="2606040" y="710488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Magalu</a:t>
            </a:r>
          </a:p>
        </p:txBody>
      </p:sp>
      <p:sp>
        <p:nvSpPr>
          <p:cNvPr id="121" name="TextBox 120">
            <a:extLst>
              <a:ext uri="{FF2B5EF4-FFF2-40B4-BE49-F238E27FC236}">
                <a16:creationId xmlns:a16="http://schemas.microsoft.com/office/drawing/2014/main" id="{E4772F84-9E1F-89BE-FDA5-4082C053C19B}"/>
              </a:ext>
            </a:extLst>
          </p:cNvPr>
          <p:cNvSpPr>
            <a:spLocks noGrp="1"/>
          </p:cNvSpPr>
          <p:nvPr/>
        </p:nvSpPr>
        <p:spPr>
          <a:xfrm>
            <a:off x="2606040" y="725119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Mercado Libre</a:t>
            </a:r>
          </a:p>
        </p:txBody>
      </p:sp>
      <p:sp>
        <p:nvSpPr>
          <p:cNvPr id="122" name="TextBox 121">
            <a:extLst>
              <a:ext uri="{FF2B5EF4-FFF2-40B4-BE49-F238E27FC236}">
                <a16:creationId xmlns:a16="http://schemas.microsoft.com/office/drawing/2014/main" id="{D8ABBA1C-4C5A-6AE4-98C8-791DDDD44C46}"/>
              </a:ext>
            </a:extLst>
          </p:cNvPr>
          <p:cNvSpPr>
            <a:spLocks noGrp="1"/>
          </p:cNvSpPr>
          <p:nvPr/>
        </p:nvSpPr>
        <p:spPr>
          <a:xfrm>
            <a:off x="2606040" y="739749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Natura</a:t>
            </a:r>
          </a:p>
        </p:txBody>
      </p:sp>
      <p:sp>
        <p:nvSpPr>
          <p:cNvPr id="123" name="TextBox 8 2026 copy 1">
            <a:extLst>
              <a:ext uri="{FF2B5EF4-FFF2-40B4-BE49-F238E27FC236}">
                <a16:creationId xmlns:a16="http://schemas.microsoft.com/office/drawing/2014/main" id="{94CA0D84-2DC6-41D5-B31A-B866BD0A23ED}"/>
              </a:ext>
            </a:extLst>
          </p:cNvPr>
          <p:cNvSpPr>
            <a:spLocks noGrp="1"/>
          </p:cNvSpPr>
          <p:nvPr/>
        </p:nvSpPr>
        <p:spPr>
          <a:xfrm>
            <a:off x="2606040" y="754380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Pague Menos</a:t>
            </a:r>
          </a:p>
        </p:txBody>
      </p:sp>
      <p:sp>
        <p:nvSpPr>
          <p:cNvPr id="124" name="TextBox 8 2026 copy 2">
            <a:extLst>
              <a:ext uri="{FF2B5EF4-FFF2-40B4-BE49-F238E27FC236}">
                <a16:creationId xmlns:a16="http://schemas.microsoft.com/office/drawing/2014/main" id="{8DD75E7C-0C31-45F5-8BD4-F30CEDF54379}"/>
              </a:ext>
            </a:extLst>
          </p:cNvPr>
          <p:cNvSpPr>
            <a:spLocks noGrp="1"/>
          </p:cNvSpPr>
          <p:nvPr/>
        </p:nvSpPr>
        <p:spPr>
          <a:xfrm>
            <a:off x="2606040" y="769010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Panvel</a:t>
            </a:r>
          </a:p>
        </p:txBody>
      </p:sp>
      <p:sp>
        <p:nvSpPr>
          <p:cNvPr id="125" name="TextBox 8 2026 copy 3">
            <a:extLst>
              <a:ext uri="{FF2B5EF4-FFF2-40B4-BE49-F238E27FC236}">
                <a16:creationId xmlns:a16="http://schemas.microsoft.com/office/drawing/2014/main" id="{D658FF67-1500-464F-B5E3-D1FADFCF3329}"/>
              </a:ext>
            </a:extLst>
          </p:cNvPr>
          <p:cNvSpPr>
            <a:spLocks noGrp="1"/>
          </p:cNvSpPr>
          <p:nvPr/>
        </p:nvSpPr>
        <p:spPr>
          <a:xfrm>
            <a:off x="2606040" y="783640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Petlove</a:t>
            </a:r>
          </a:p>
        </p:txBody>
      </p:sp>
      <p:sp>
        <p:nvSpPr>
          <p:cNvPr id="126" name="TextBox 8 2026 copy 4">
            <a:extLst>
              <a:ext uri="{FF2B5EF4-FFF2-40B4-BE49-F238E27FC236}">
                <a16:creationId xmlns:a16="http://schemas.microsoft.com/office/drawing/2014/main" id="{CE8817F6-CACB-4079-B990-4B2C5AB8B274}"/>
              </a:ext>
            </a:extLst>
          </p:cNvPr>
          <p:cNvSpPr>
            <a:spLocks noGrp="1"/>
          </p:cNvSpPr>
          <p:nvPr/>
        </p:nvSpPr>
        <p:spPr>
          <a:xfrm>
            <a:off x="2606040" y="798271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Petz Cobasi</a:t>
            </a:r>
          </a:p>
        </p:txBody>
      </p:sp>
      <p:sp>
        <p:nvSpPr>
          <p:cNvPr id="127" name="TextBox 8 2026 copy 5">
            <a:extLst>
              <a:ext uri="{FF2B5EF4-FFF2-40B4-BE49-F238E27FC236}">
                <a16:creationId xmlns:a16="http://schemas.microsoft.com/office/drawing/2014/main" id="{0FB2747A-251D-406A-ABA1-1D76B46EDC06}"/>
              </a:ext>
            </a:extLst>
          </p:cNvPr>
          <p:cNvSpPr>
            <a:spLocks noGrp="1"/>
          </p:cNvSpPr>
          <p:nvPr/>
        </p:nvSpPr>
        <p:spPr>
          <a:xfrm>
            <a:off x="2606040" y="812901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Profarma</a:t>
            </a:r>
          </a:p>
        </p:txBody>
      </p:sp>
      <p:sp>
        <p:nvSpPr>
          <p:cNvPr id="128" name="TextBox 8 2026 copy 6">
            <a:extLst>
              <a:ext uri="{FF2B5EF4-FFF2-40B4-BE49-F238E27FC236}">
                <a16:creationId xmlns:a16="http://schemas.microsoft.com/office/drawing/2014/main" id="{8234993C-E1BB-47CD-960D-DDFC87BCAA19}"/>
              </a:ext>
            </a:extLst>
          </p:cNvPr>
          <p:cNvSpPr>
            <a:spLocks noGrp="1"/>
          </p:cNvSpPr>
          <p:nvPr/>
        </p:nvSpPr>
        <p:spPr>
          <a:xfrm>
            <a:off x="2606040" y="827532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RD Saúde</a:t>
            </a:r>
          </a:p>
        </p:txBody>
      </p:sp>
      <p:sp>
        <p:nvSpPr>
          <p:cNvPr id="129" name="TextBox 8 2026 copy 7">
            <a:extLst>
              <a:ext uri="{FF2B5EF4-FFF2-40B4-BE49-F238E27FC236}">
                <a16:creationId xmlns:a16="http://schemas.microsoft.com/office/drawing/2014/main" id="{F39A989C-D964-46B3-949E-8BCF7699B70A}"/>
              </a:ext>
            </a:extLst>
          </p:cNvPr>
          <p:cNvSpPr>
            <a:spLocks noGrp="1"/>
          </p:cNvSpPr>
          <p:nvPr/>
        </p:nvSpPr>
        <p:spPr>
          <a:xfrm>
            <a:off x="2606040" y="842162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Renner</a:t>
            </a:r>
          </a:p>
        </p:txBody>
      </p:sp>
      <p:sp>
        <p:nvSpPr>
          <p:cNvPr id="130" name="TextBox 8 2026 copy 8">
            <a:extLst>
              <a:ext uri="{FF2B5EF4-FFF2-40B4-BE49-F238E27FC236}">
                <a16:creationId xmlns:a16="http://schemas.microsoft.com/office/drawing/2014/main" id="{7C98FF11-21D0-4CA2-BC8F-225115C7DE7E}"/>
              </a:ext>
            </a:extLst>
          </p:cNvPr>
          <p:cNvSpPr>
            <a:spLocks noGrp="1"/>
          </p:cNvSpPr>
          <p:nvPr/>
        </p:nvSpPr>
        <p:spPr>
          <a:xfrm>
            <a:off x="2606040" y="856792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Riachuelo</a:t>
            </a:r>
          </a:p>
        </p:txBody>
      </p:sp>
      <p:sp>
        <p:nvSpPr>
          <p:cNvPr id="131" name="TextBox 8 2026 copy 9">
            <a:extLst>
              <a:ext uri="{FF2B5EF4-FFF2-40B4-BE49-F238E27FC236}">
                <a16:creationId xmlns:a16="http://schemas.microsoft.com/office/drawing/2014/main" id="{52AE936B-792C-4267-9ADF-D7B4E185CE76}"/>
              </a:ext>
            </a:extLst>
          </p:cNvPr>
          <p:cNvSpPr>
            <a:spLocks noGrp="1"/>
          </p:cNvSpPr>
          <p:nvPr/>
        </p:nvSpPr>
        <p:spPr>
          <a:xfrm>
            <a:off x="2606040" y="871423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Smartfit</a:t>
            </a:r>
          </a:p>
        </p:txBody>
      </p:sp>
      <p:sp>
        <p:nvSpPr>
          <p:cNvPr id="132" name="TextBox 8 2026 copy 10">
            <a:extLst>
              <a:ext uri="{FF2B5EF4-FFF2-40B4-BE49-F238E27FC236}">
                <a16:creationId xmlns:a16="http://schemas.microsoft.com/office/drawing/2014/main" id="{AE26F871-8665-4985-9C70-D18EF0B53E0A}"/>
              </a:ext>
            </a:extLst>
          </p:cNvPr>
          <p:cNvSpPr>
            <a:spLocks noGrp="1"/>
          </p:cNvSpPr>
          <p:nvPr/>
        </p:nvSpPr>
        <p:spPr>
          <a:xfrm>
            <a:off x="2606040" y="886053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Vivara</a:t>
            </a:r>
          </a:p>
        </p:txBody>
      </p:sp>
      <p:sp>
        <p:nvSpPr>
          <p:cNvPr id="133" name="TextBox 8 2026 copy 11">
            <a:extLst>
              <a:ext uri="{FF2B5EF4-FFF2-40B4-BE49-F238E27FC236}">
                <a16:creationId xmlns:a16="http://schemas.microsoft.com/office/drawing/2014/main" id="{9482CD38-74A7-4FF6-876D-F7AFC9546CEE}"/>
              </a:ext>
            </a:extLst>
          </p:cNvPr>
          <p:cNvSpPr>
            <a:spLocks noGrp="1"/>
          </p:cNvSpPr>
          <p:nvPr/>
        </p:nvSpPr>
        <p:spPr>
          <a:xfrm>
            <a:off x="2606040" y="900684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Vulcabras</a:t>
            </a:r>
          </a:p>
        </p:txBody>
      </p:sp>
      <p:sp>
        <p:nvSpPr>
          <p:cNvPr id="134" name="TextBox 8 2026 copy 12">
            <a:extLst>
              <a:ext uri="{FF2B5EF4-FFF2-40B4-BE49-F238E27FC236}">
                <a16:creationId xmlns:a16="http://schemas.microsoft.com/office/drawing/2014/main" id="{9D342569-57D2-4C89-ACFD-D2CA83CF61D3}"/>
              </a:ext>
            </a:extLst>
          </p:cNvPr>
          <p:cNvSpPr>
            <a:spLocks noGrp="1"/>
          </p:cNvSpPr>
          <p:nvPr/>
        </p:nvSpPr>
        <p:spPr>
          <a:xfrm>
            <a:off x="4846320" y="149504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Bemobi</a:t>
            </a:r>
          </a:p>
        </p:txBody>
      </p:sp>
      <p:sp>
        <p:nvSpPr>
          <p:cNvPr id="135" name="TextBox 8 2026 copy 13">
            <a:extLst>
              <a:ext uri="{FF2B5EF4-FFF2-40B4-BE49-F238E27FC236}">
                <a16:creationId xmlns:a16="http://schemas.microsoft.com/office/drawing/2014/main" id="{7B08D8F9-D299-4159-9EE6-E738E35A7BC2}"/>
              </a:ext>
            </a:extLst>
          </p:cNvPr>
          <p:cNvSpPr>
            <a:spLocks noGrp="1"/>
          </p:cNvSpPr>
          <p:nvPr/>
        </p:nvSpPr>
        <p:spPr>
          <a:xfrm>
            <a:off x="4846320" y="164134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Intelbras</a:t>
            </a:r>
          </a:p>
        </p:txBody>
      </p:sp>
      <p:sp>
        <p:nvSpPr>
          <p:cNvPr id="136" name="TextBox 8 2026 copy 14">
            <a:extLst>
              <a:ext uri="{FF2B5EF4-FFF2-40B4-BE49-F238E27FC236}">
                <a16:creationId xmlns:a16="http://schemas.microsoft.com/office/drawing/2014/main" id="{E1D50D8C-DF4E-4570-9D7B-66DD660ED0B5}"/>
              </a:ext>
            </a:extLst>
          </p:cNvPr>
          <p:cNvSpPr>
            <a:spLocks noGrp="1"/>
          </p:cNvSpPr>
          <p:nvPr/>
        </p:nvSpPr>
        <p:spPr>
          <a:xfrm>
            <a:off x="4846320" y="1787651"/>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Livemode</a:t>
            </a:r>
          </a:p>
        </p:txBody>
      </p:sp>
      <p:sp>
        <p:nvSpPr>
          <p:cNvPr id="137" name="TextBox 8 2026 copy 15">
            <a:extLst>
              <a:ext uri="{FF2B5EF4-FFF2-40B4-BE49-F238E27FC236}">
                <a16:creationId xmlns:a16="http://schemas.microsoft.com/office/drawing/2014/main" id="{4F992CC8-E948-4B49-B8A2-D9E1B72660B8}"/>
              </a:ext>
            </a:extLst>
          </p:cNvPr>
          <p:cNvSpPr>
            <a:spLocks noGrp="1"/>
          </p:cNvSpPr>
          <p:nvPr/>
        </p:nvSpPr>
        <p:spPr>
          <a:xfrm>
            <a:off x="4846320" y="1933955"/>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LWSA</a:t>
            </a:r>
          </a:p>
        </p:txBody>
      </p:sp>
      <p:sp>
        <p:nvSpPr>
          <p:cNvPr id="138" name="TextBox 8 2026 copy 16">
            <a:extLst>
              <a:ext uri="{FF2B5EF4-FFF2-40B4-BE49-F238E27FC236}">
                <a16:creationId xmlns:a16="http://schemas.microsoft.com/office/drawing/2014/main" id="{457E02CA-0005-44D3-96D5-5C9DA3BFE0D8}"/>
              </a:ext>
            </a:extLst>
          </p:cNvPr>
          <p:cNvSpPr>
            <a:spLocks noGrp="1"/>
          </p:cNvSpPr>
          <p:nvPr/>
        </p:nvSpPr>
        <p:spPr>
          <a:xfrm>
            <a:off x="4846320" y="20802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Senior Sistemas</a:t>
            </a:r>
          </a:p>
        </p:txBody>
      </p:sp>
      <p:sp>
        <p:nvSpPr>
          <p:cNvPr id="139" name="TextBox 8 2026 copy 17">
            <a:extLst>
              <a:ext uri="{FF2B5EF4-FFF2-40B4-BE49-F238E27FC236}">
                <a16:creationId xmlns:a16="http://schemas.microsoft.com/office/drawing/2014/main" id="{05B31B0B-6263-4AA9-B596-244B757EAB40}"/>
              </a:ext>
            </a:extLst>
          </p:cNvPr>
          <p:cNvSpPr>
            <a:spLocks noGrp="1"/>
          </p:cNvSpPr>
          <p:nvPr/>
        </p:nvSpPr>
        <p:spPr>
          <a:xfrm>
            <a:off x="4846320" y="22265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Telefônica Vivo</a:t>
            </a:r>
          </a:p>
        </p:txBody>
      </p:sp>
      <p:sp>
        <p:nvSpPr>
          <p:cNvPr id="140" name="TextBox 8 2026 copy 18">
            <a:extLst>
              <a:ext uri="{FF2B5EF4-FFF2-40B4-BE49-F238E27FC236}">
                <a16:creationId xmlns:a16="http://schemas.microsoft.com/office/drawing/2014/main" id="{E831E858-9E6F-4A8C-A0DB-FCA426000943}"/>
              </a:ext>
            </a:extLst>
          </p:cNvPr>
          <p:cNvSpPr>
            <a:spLocks noGrp="1"/>
          </p:cNvSpPr>
          <p:nvPr/>
        </p:nvSpPr>
        <p:spPr>
          <a:xfrm>
            <a:off x="4846320" y="23728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TIM</a:t>
            </a:r>
          </a:p>
        </p:txBody>
      </p:sp>
      <p:sp>
        <p:nvSpPr>
          <p:cNvPr id="141" name="TextBox 8 2026 copy 19">
            <a:extLst>
              <a:ext uri="{FF2B5EF4-FFF2-40B4-BE49-F238E27FC236}">
                <a16:creationId xmlns:a16="http://schemas.microsoft.com/office/drawing/2014/main" id="{30A7E063-5386-476A-956A-3DD2AFE92052}"/>
              </a:ext>
            </a:extLst>
          </p:cNvPr>
          <p:cNvSpPr>
            <a:spLocks noGrp="1"/>
          </p:cNvSpPr>
          <p:nvPr/>
        </p:nvSpPr>
        <p:spPr>
          <a:xfrm>
            <a:off x="4846320" y="25191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TOTVS</a:t>
            </a:r>
          </a:p>
        </p:txBody>
      </p:sp>
      <p:sp>
        <p:nvSpPr>
          <p:cNvPr id="142" name="TextBox 8 2026 copy 20">
            <a:extLst>
              <a:ext uri="{FF2B5EF4-FFF2-40B4-BE49-F238E27FC236}">
                <a16:creationId xmlns:a16="http://schemas.microsoft.com/office/drawing/2014/main" id="{756A8A78-2BE7-48F0-8E25-9344CF6441BE}"/>
              </a:ext>
            </a:extLst>
          </p:cNvPr>
          <p:cNvSpPr>
            <a:spLocks noGrp="1"/>
          </p:cNvSpPr>
          <p:nvPr/>
        </p:nvSpPr>
        <p:spPr>
          <a:xfrm>
            <a:off x="4846320" y="319125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Armac</a:t>
            </a:r>
          </a:p>
        </p:txBody>
      </p:sp>
      <p:sp>
        <p:nvSpPr>
          <p:cNvPr id="143" name="TextBox 8 2026 copy 21">
            <a:extLst>
              <a:ext uri="{FF2B5EF4-FFF2-40B4-BE49-F238E27FC236}">
                <a16:creationId xmlns:a16="http://schemas.microsoft.com/office/drawing/2014/main" id="{B6BBE8CF-4D6B-49DF-9222-5855A4272659}"/>
              </a:ext>
            </a:extLst>
          </p:cNvPr>
          <p:cNvSpPr>
            <a:spLocks noGrp="1"/>
          </p:cNvSpPr>
          <p:nvPr/>
        </p:nvSpPr>
        <p:spPr>
          <a:xfrm>
            <a:off x="4846320" y="33375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Automob</a:t>
            </a:r>
          </a:p>
        </p:txBody>
      </p:sp>
      <p:sp>
        <p:nvSpPr>
          <p:cNvPr id="144" name="TextBox 8 2026 copy 22">
            <a:extLst>
              <a:ext uri="{FF2B5EF4-FFF2-40B4-BE49-F238E27FC236}">
                <a16:creationId xmlns:a16="http://schemas.microsoft.com/office/drawing/2014/main" id="{C9EF63C5-B8A5-4C56-A0EC-EFAF0D1F9683}"/>
              </a:ext>
            </a:extLst>
          </p:cNvPr>
          <p:cNvSpPr>
            <a:spLocks noGrp="1"/>
          </p:cNvSpPr>
          <p:nvPr/>
        </p:nvSpPr>
        <p:spPr>
          <a:xfrm>
            <a:off x="4846320" y="34838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Ecorodovias</a:t>
            </a:r>
          </a:p>
        </p:txBody>
      </p:sp>
      <p:sp>
        <p:nvSpPr>
          <p:cNvPr id="145" name="TextBox 8 2026 copy 23">
            <a:extLst>
              <a:ext uri="{FF2B5EF4-FFF2-40B4-BE49-F238E27FC236}">
                <a16:creationId xmlns:a16="http://schemas.microsoft.com/office/drawing/2014/main" id="{8584CD6A-AC9C-4233-BC87-0BF66B54601E}"/>
              </a:ext>
            </a:extLst>
          </p:cNvPr>
          <p:cNvSpPr>
            <a:spLocks noGrp="1"/>
          </p:cNvSpPr>
          <p:nvPr/>
        </p:nvSpPr>
        <p:spPr>
          <a:xfrm>
            <a:off x="4846320" y="36301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GPS</a:t>
            </a:r>
          </a:p>
        </p:txBody>
      </p:sp>
      <p:sp>
        <p:nvSpPr>
          <p:cNvPr id="146" name="TextBox 8 2026 copy 24">
            <a:extLst>
              <a:ext uri="{FF2B5EF4-FFF2-40B4-BE49-F238E27FC236}">
                <a16:creationId xmlns:a16="http://schemas.microsoft.com/office/drawing/2014/main" id="{B08049AC-F0D0-4C0D-92F3-0F830E2752EB}"/>
              </a:ext>
            </a:extLst>
          </p:cNvPr>
          <p:cNvSpPr>
            <a:spLocks noGrp="1"/>
          </p:cNvSpPr>
          <p:nvPr/>
        </p:nvSpPr>
        <p:spPr>
          <a:xfrm>
            <a:off x="4846320" y="37764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Motiva</a:t>
            </a:r>
          </a:p>
        </p:txBody>
      </p:sp>
      <p:sp>
        <p:nvSpPr>
          <p:cNvPr id="147" name="TextBox 8 2026 copy 25">
            <a:extLst>
              <a:ext uri="{FF2B5EF4-FFF2-40B4-BE49-F238E27FC236}">
                <a16:creationId xmlns:a16="http://schemas.microsoft.com/office/drawing/2014/main" id="{3A67DDD3-1F67-46A6-9B89-B9F73ACFDE38}"/>
              </a:ext>
            </a:extLst>
          </p:cNvPr>
          <p:cNvSpPr>
            <a:spLocks noGrp="1"/>
          </p:cNvSpPr>
          <p:nvPr/>
        </p:nvSpPr>
        <p:spPr>
          <a:xfrm>
            <a:off x="4846320" y="392277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Movida</a:t>
            </a:r>
          </a:p>
        </p:txBody>
      </p:sp>
      <p:sp>
        <p:nvSpPr>
          <p:cNvPr id="148" name="TextBox 8 2026 copy 26">
            <a:extLst>
              <a:ext uri="{FF2B5EF4-FFF2-40B4-BE49-F238E27FC236}">
                <a16:creationId xmlns:a16="http://schemas.microsoft.com/office/drawing/2014/main" id="{F6262BE8-BD2A-4A5E-935E-87AAF50BC183}"/>
              </a:ext>
            </a:extLst>
          </p:cNvPr>
          <p:cNvSpPr>
            <a:spLocks noGrp="1"/>
          </p:cNvSpPr>
          <p:nvPr/>
        </p:nvSpPr>
        <p:spPr>
          <a:xfrm>
            <a:off x="4846320" y="406908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Priner</a:t>
            </a:r>
          </a:p>
        </p:txBody>
      </p:sp>
      <p:sp>
        <p:nvSpPr>
          <p:cNvPr id="149" name="TextBox 8 2026 copy 27">
            <a:extLst>
              <a:ext uri="{FF2B5EF4-FFF2-40B4-BE49-F238E27FC236}">
                <a16:creationId xmlns:a16="http://schemas.microsoft.com/office/drawing/2014/main" id="{4E3CBE27-7393-4DD1-9436-C00F8E291690}"/>
              </a:ext>
            </a:extLst>
          </p:cNvPr>
          <p:cNvSpPr>
            <a:spLocks noGrp="1"/>
          </p:cNvSpPr>
          <p:nvPr/>
        </p:nvSpPr>
        <p:spPr>
          <a:xfrm>
            <a:off x="4846320" y="421538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Rumo</a:t>
            </a:r>
          </a:p>
        </p:txBody>
      </p:sp>
      <p:sp>
        <p:nvSpPr>
          <p:cNvPr id="150" name="TextBox 8 2026 copy 28">
            <a:extLst>
              <a:ext uri="{FF2B5EF4-FFF2-40B4-BE49-F238E27FC236}">
                <a16:creationId xmlns:a16="http://schemas.microsoft.com/office/drawing/2014/main" id="{FF345CF7-ABE5-419F-976F-997D5639AC79}"/>
              </a:ext>
            </a:extLst>
          </p:cNvPr>
          <p:cNvSpPr>
            <a:spLocks noGrp="1"/>
          </p:cNvSpPr>
          <p:nvPr/>
        </p:nvSpPr>
        <p:spPr>
          <a:xfrm>
            <a:off x="4846320" y="436168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Simpar</a:t>
            </a:r>
          </a:p>
        </p:txBody>
      </p:sp>
      <p:sp>
        <p:nvSpPr>
          <p:cNvPr id="151" name="TextBox 8 2026 copy 29">
            <a:extLst>
              <a:ext uri="{FF2B5EF4-FFF2-40B4-BE49-F238E27FC236}">
                <a16:creationId xmlns:a16="http://schemas.microsoft.com/office/drawing/2014/main" id="{E6EDFD60-8FF1-4FFF-B196-843F0C3678FF}"/>
              </a:ext>
            </a:extLst>
          </p:cNvPr>
          <p:cNvSpPr>
            <a:spLocks noGrp="1"/>
          </p:cNvSpPr>
          <p:nvPr/>
        </p:nvSpPr>
        <p:spPr>
          <a:xfrm>
            <a:off x="4846320" y="450799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Vamos</a:t>
            </a:r>
          </a:p>
        </p:txBody>
      </p:sp>
      <p:sp>
        <p:nvSpPr>
          <p:cNvPr id="8" name="TextBox 3">
            <a:extLst>
              <a:ext uri="{FF2B5EF4-FFF2-40B4-BE49-F238E27FC236}">
                <a16:creationId xmlns:a16="http://schemas.microsoft.com/office/drawing/2014/main" id="{DF831856-B7A3-4A12-8461-275210DF6AE9}"/>
              </a:ext>
            </a:extLst>
          </p:cNvPr>
          <p:cNvSpPr>
            <a:spLocks noGrp="1"/>
          </p:cNvSpPr>
          <p:nvPr/>
        </p:nvSpPr>
        <p:spPr>
          <a:xfrm>
            <a:off x="4846320" y="5765292"/>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a:t>
            </a:r>
            <a:r>
              <a:rPr lang="pt-BR" sz="900" b="1" dirty="0" err="1">
                <a:solidFill>
                  <a:schemeClr val="bg1"/>
                </a:solidFill>
                <a:latin typeface="+mj-lt"/>
                <a:ea typeface="+mj-lt"/>
                <a:cs typeface="+mj-lt"/>
              </a:rPr>
              <a:t>ompass</a:t>
            </a:r>
            <a:endParaRPr sz="900" b="1" dirty="0">
              <a:solidFill>
                <a:schemeClr val="bg1"/>
              </a:solidFill>
              <a:latin typeface="+mj-lt"/>
              <a:ea typeface="+mj-lt"/>
              <a:cs typeface="+mj-lt"/>
            </a:endParaRPr>
          </a:p>
        </p:txBody>
      </p:sp>
    </p:spTree>
    <p:extLst>
      <p:ext uri="{BB962C8B-B14F-4D97-AF65-F5344CB8AC3E}">
        <p14:creationId xmlns:p14="http://schemas.microsoft.com/office/powerpoint/2010/main" val="4197992297"/>
      </p:ext>
    </p:extLst>
  </p:cSld>
  <p:clrMapOvr>
    <a:masterClrMapping/>
  </p:clrMapOvr>
</p:sld>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849</Words>
  <Application>Microsoft Office PowerPoint</Application>
  <DocSecurity>0</DocSecurity>
  <PresentationFormat>A4 Paper (210x297 mm)</PresentationFormat>
  <Paragraphs>253</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Aptos</vt:lpstr>
      <vt:lpstr>Arial</vt:lpstr>
      <vt:lpstr>Roboto</vt:lpstr>
      <vt:lpstr>Roboto Light</vt:lpstr>
      <vt:lpstr>Tema IB 2021</vt:lpstr>
      <vt:lpstr>1_Tema IB 2021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Caio Souza</cp:lastModifiedBy>
  <cp:revision>3</cp:revision>
  <dcterms:created xsi:type="dcterms:W3CDTF">2026-08-06T13:39:10Z</dcterms:created>
  <dcterms:modified xsi:type="dcterms:W3CDTF">2026-08-11T12:37:03Z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bef5af-bbc1-4d24-bb43-47a55a90f763_Enabled">
    <vt:lpwstr>true</vt:lpwstr>
  </property>
  <property fmtid="{D5CDD505-2E9C-101B-9397-08002B2CF9AE}" pid="3" name="MSIP_Label_d5bef5af-bbc1-4d24-bb43-47a55a90f763_SetDate">
    <vt:lpwstr>2026-08-11T12:29:10Z</vt:lpwstr>
  </property>
  <property fmtid="{D5CDD505-2E9C-101B-9397-08002B2CF9AE}" pid="4" name="MSIP_Label_d5bef5af-bbc1-4d24-bb43-47a55a90f763_Method">
    <vt:lpwstr>Standard</vt:lpwstr>
  </property>
  <property fmtid="{D5CDD505-2E9C-101B-9397-08002B2CF9AE}" pid="5" name="MSIP_Label_d5bef5af-bbc1-4d24-bb43-47a55a90f763_Name">
    <vt:lpwstr>Interna</vt:lpwstr>
  </property>
  <property fmtid="{D5CDD505-2E9C-101B-9397-08002B2CF9AE}" pid="6" name="MSIP_Label_d5bef5af-bbc1-4d24-bb43-47a55a90f763_SiteId">
    <vt:lpwstr>cf56e405-d2b0-4266-b210-aa04636b6161</vt:lpwstr>
  </property>
  <property fmtid="{D5CDD505-2E9C-101B-9397-08002B2CF9AE}" pid="7" name="MSIP_Label_d5bef5af-bbc1-4d24-bb43-47a55a90f763_ActionId">
    <vt:lpwstr>7db27a11-163a-4cd3-a36a-79df1e639508</vt:lpwstr>
  </property>
  <property fmtid="{D5CDD505-2E9C-101B-9397-08002B2CF9AE}" pid="8" name="MSIP_Label_d5bef5af-bbc1-4d24-bb43-47a55a90f763_ContentBits">
    <vt:lpwstr>2</vt:lpwstr>
  </property>
  <property fmtid="{D5CDD505-2E9C-101B-9397-08002B2CF9AE}" pid="9" name="MSIP_Label_d5bef5af-bbc1-4d24-bb43-47a55a90f763_Tag">
    <vt:lpwstr>10, 3, 0, 1</vt:lpwstr>
  </property>
  <property fmtid="{D5CDD505-2E9C-101B-9397-08002B2CF9AE}" pid="10" name="ClassificationContentMarkingFooterLocations">
    <vt:lpwstr>Tema IB 2021:4\1_Tema IB 2021:4</vt:lpwstr>
  </property>
  <property fmtid="{D5CDD505-2E9C-101B-9397-08002B2CF9AE}" pid="11" name="ClassificationContentMarkingFooterText">
    <vt:lpwstr>[ CLASSIFICAÇÃO: INTERNA ]</vt:lpwstr>
  </property>
</Properties>
</file>